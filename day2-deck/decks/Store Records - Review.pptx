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Hyundai Prescott, Lincoln, Lexus and Audi Henderson beat their previous best by the most in percentage terms.Source: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Toyota Henderson, Audi Henderson, Lexus and Lincoln beat their previous best by the most in dollars.Source: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of 33 stores set a new monthly record in 2026; Honda Spokane and Nissan set the most, 9 each.Source: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2026-10-29T06:37:53Z</dcterms:created>
  <dcterms:modified xsi:type="dcterms:W3CDTF">2026-10-29T06:37:53Z</dcterms:modified>
</cp:coreProperties>
</file>