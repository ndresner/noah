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Prescott, Lincoln, Lexus and Audi Henderson beat their previous best by the most in percentage terms.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Henderson, Audi Henderson, Lexus and Lincoln beat their previous best by the most in dollars.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1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2026; Honda Spokane and Nissan set the most, 9 each.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2026-10-26T20:24:04Z</dcterms:created>
  <dcterms:modified xsi:type="dcterms:W3CDTF">2026-10-26T20:24:04Z</dcterms:modified>
</cp:coreProperties>
</file>