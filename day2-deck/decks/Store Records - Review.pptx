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Prescott, Lincoln, Lexus and Audi Henderson beat their previous best by the most in percentage terms.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Henderson, Audi Henderson, Lexus and Lincoln beat their previous best by the most in dollars.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1888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36929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70048" y="1779994"/>
            <a:ext cx="2093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18888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2132038"/>
            <a:ext cx="2093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18888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670048" y="2484082"/>
            <a:ext cx="186131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18888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836126"/>
            <a:ext cx="162864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18888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670048" y="3188170"/>
            <a:ext cx="162864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18888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540214"/>
            <a:ext cx="1395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18888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3892258"/>
            <a:ext cx="1395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18888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70048" y="4244302"/>
            <a:ext cx="116332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18888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4596346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18888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4948390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818888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70048" y="5300434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818888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70048" y="5652478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18888" y="557326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8220456" y="1779994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369296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220456" y="2132038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0369296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220456" y="2484082"/>
            <a:ext cx="697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0369296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220456" y="2836126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369296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8220456" y="3188170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369296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8220456" y="3540214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10369296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220456" y="3892258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369296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220456" y="4244302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369296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8220456" y="4596346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369296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8220456" y="4948390"/>
            <a:ext cx="23266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369296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8220456" y="5300434"/>
            <a:ext cx="23266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369296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2026; Honda Spokane and Nissan set the most, 9 each.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2026-10-21T21:13:55Z</dcterms:created>
  <dcterms:modified xsi:type="dcterms:W3CDTF">2026-10-21T21:13:55Z</dcterms:modified>
</cp:coreProperties>
</file>