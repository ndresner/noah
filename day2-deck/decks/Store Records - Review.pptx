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86852"/>
            <a:ext cx="170992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8330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83308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69376"/>
            <a:ext cx="170992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83308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6583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65832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551900"/>
            <a:ext cx="1519936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65832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84835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848356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934424"/>
            <a:ext cx="132994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848356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23088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230880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316948"/>
            <a:ext cx="132994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230880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61340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61340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699472"/>
            <a:ext cx="11399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61340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99592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995928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4081996"/>
            <a:ext cx="113995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995928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37845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378452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464520"/>
            <a:ext cx="949960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378452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76097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760976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847044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760976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514350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5143500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5229568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5143500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52602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52602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612092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52602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90854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908548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994616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908548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86852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8330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83308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69376"/>
            <a:ext cx="759968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83308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6583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65832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551900"/>
            <a:ext cx="569976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65832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84835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848356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934424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848356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23088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230880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316948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230880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61340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61340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699472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61340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995928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995928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4081996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995928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378452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378452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464520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378452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760976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760976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847044"/>
            <a:ext cx="379984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760976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5143500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5143500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5229568"/>
            <a:ext cx="18999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5143500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526024"/>
            <a:ext cx="310896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526024"/>
            <a:ext cx="201168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612092"/>
            <a:ext cx="189992" cy="21038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526024"/>
            <a:ext cx="1051560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2026-10-27T17:13:15Z</dcterms:created>
  <dcterms:modified xsi:type="dcterms:W3CDTF">2026-10-27T17:13:15Z</dcterms:modified>
</cp:coreProperties>
</file>