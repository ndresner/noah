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Hyundai Prescott, Lincoln, Lexus and Audi Henderson beat their previous best by the most in percentage terms.Source: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Toyota Henderson, Audi Henderson, Lexus and Lincoln beat their previous best by the most in dollars.Source: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of 33 stores set a new monthly record in 2026; Honda Spokane and Nissan set the most, 9 each.Source: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 each record was set, by store:
AUDI HENDERSON: parts record reset once (Jul); combined record reset twice (Apr, Jul).
CDJR POST FALLS: service record reset once (Jul); combined record reset once (Jul).
GMC PRESCOTT: parts record reset once (Apr); combined record reset once (Apr).
HONDA HENDERSON: service record reset 3 times (Mar, Jun, Jul); parts record reset once (Jul); combined record reset 3 times (Mar, Jun, Jul).
HONDA SPOKANE: service record reset 4 times (Mar, Apr, Jun, Jul); parts record reset once (Jul); combined record reset 4 times (Mar, Apr, Jun, Jul).
HYUNDAI PRESCOTT: service record reset twice (Mar, Jul); parts record reset once (Feb); combined record reset 3 times (Feb, Mar, Jul).
HYUNDAI ST GEORGE: service record reset 4 times (Jan, Mar, Jul, Sep).
KIA LV: service record reset once (Sep).
KIA ST GEORGE: service record reset twice (Apr, Jul); parts record reset once (Jul); combined record reset once (Jul).
LEXUS: service record reset twice (Mar, May); parts record reset once (May); combined record reset once (May).
LINCOLN: service record reset twice (Aug, Sep); parts record reset once (Mar); combined record reset 3 times (Mar, Aug, Sep).
LR HENDERSON: service record reset twice (Aug, Sep); parts record reset once (Jul); combined record reset once (Jul).
LR LV: service record reset once (Jul); combined record reset once (Jul).
LR RENO: service record reset once (Aug); combined record reset once (Aug).
MAZDA: service record reset twice (Aug, Sep); parts record reset once (Sep); combined record reset twice (Aug, Sep).
NISSAN: service record reset 3 times (Mar, Jun, Sep); parts record reset twice (Jun, Jul); combined record reset 4 times (Mar, Jun, Jul, Sep).
SUBARU PRESCOTT: combined record reset once (Apr).
SUBARU ST GEORGE: service record reset twice (Jan, Mar); parts record reset 3 times (Mar, Apr, Jun); combined record reset twice (Mar, Jun).
TOYOTA FLAGSTAFF: service record reset 3 times (Mar, Apr, May); combined record reset once (Mar).
TOYOTA HENDERSON: service record reset twice (Apr, Jul); parts record reset 3 times (Jun, Aug, Sep); combined record reset 3 times (Apr, Jun, Jul).
TOYOTA PRESCOTT: service record reset twice (Mar, Apr); parts record reset once (Apr); combined record reset once (Apr).
TOYOTA SPOKANE: service record reset once (Jul); combined record reset once (Jul).
VOLVO: service record reset twice (Apr, Jun).
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high, Jan-Sep 2026. SVC = service gross, PTS = parts gross, TOT = service + parts combined.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003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6003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6003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855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11050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4354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6043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853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41036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73532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40602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38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71021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503517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3601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6460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41501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79994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132038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64608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484082"/>
            <a:ext cx="151993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64608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836126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64608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3188170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64608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3540214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892258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64608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4244302"/>
            <a:ext cx="94996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864608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4596346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64608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4948390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864608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530043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864608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557326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565247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864608" y="557326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565392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650224" y="177999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415016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65392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650224" y="213203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415016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65392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650224" y="2484082"/>
            <a:ext cx="569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15016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6565392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8650224" y="283612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415016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650224" y="3188170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15016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3540214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415016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3892258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415016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4244302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15016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459634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415016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4948390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415016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5300434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15016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9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3" name="Text 10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a new monthly record in 2026.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 BY CATEGORY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4228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07108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6519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68112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8776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4636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7516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1352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018520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1779994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0560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5688" y="1779994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5935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6227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96519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68112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70048" y="213203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75432" y="2132038"/>
            <a:ext cx="270256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45688" y="2132038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5935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96519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468112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248408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0304" y="2484082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45688" y="2484082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5935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6227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96519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68112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670048" y="2836126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5432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10560" y="2836126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5935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6227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6519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468112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670048" y="318817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0304" y="3188170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45688" y="3188170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5935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6227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6519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68112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670048" y="354021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40304" y="354021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75432" y="3540214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5935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46227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96519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670048" y="3892258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40304" y="3892258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5432" y="3892258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5935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6227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6519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68112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424430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940304" y="424430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75432" y="424430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5935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6227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96519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468112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670048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40304" y="459634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75432" y="459634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95935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46227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96519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468112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670048" y="494839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0304" y="4948390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075432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5935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446227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496519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5468112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2670048" y="530043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40304" y="530043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75432" y="530043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95935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6227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96519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468112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670048" y="565247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75432" y="565247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5935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6227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496519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5468112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220456" y="177999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490712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8625840" y="177999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50976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01268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1560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11018520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220456" y="2132038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50976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01268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11018520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220456" y="248408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355584" y="248408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950976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01268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1560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1018520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55584" y="283612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50976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01268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1051560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1018520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8220456" y="3188170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355584" y="318817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950976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01268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51560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1018520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8220456" y="354021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355584" y="354021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950976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01268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1560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1018520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220456" y="3892258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355584" y="389225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50976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01268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1560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1018520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220456" y="4244302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355584" y="4244302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950976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01268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1560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1018520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8220456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50976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01268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1560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11018520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8220456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50976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01268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1560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1018520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220456" y="530043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950976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01268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1560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11018520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98 new monthly records in 2026: 42 in service, 19 in parts and 37 in combined gross.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2026-10-27T18:05:26Z</dcterms:created>
  <dcterms:modified xsi:type="dcterms:W3CDTF">2026-10-27T18:05:26Z</dcterms:modified>
</cp:coreProperties>
</file>