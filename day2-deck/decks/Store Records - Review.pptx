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7780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7780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7780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10273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10273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08729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08729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08729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10273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10273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19762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39678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39678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39678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19762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19762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29252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29252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0627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0627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0627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29252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29252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38741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1576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1576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1576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2938741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2938741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48230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48230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32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32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32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248230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248230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557719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63474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63474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63474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557719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557719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867209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867209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394422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394422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394422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867209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867209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176698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25371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25371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25371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176698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176698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486187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486187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56320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56320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56320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486187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486187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795676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48726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48726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48726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795676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795676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105166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105166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18218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18218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18218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105166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105166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414655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49167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49167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49167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414655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414655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7780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7780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7780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10273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10273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08729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08729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08729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10273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10273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19762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39678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39678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39678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19762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19762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29252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29252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0627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0627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0627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29252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29252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938741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157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1576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1576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2938741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2938741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248230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248230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32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32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32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248230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248230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557719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63474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63474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63474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557719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557719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867209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867209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394422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394422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394422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867209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867209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176698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25371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25371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25371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176698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176698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486187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486187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56320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56320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56320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486187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486187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795676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48726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48726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48726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795676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795676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105166"/>
            <a:ext cx="5486400" cy="30948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105166"/>
            <a:ext cx="1984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18218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18218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18218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105166"/>
            <a:ext cx="841248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105166"/>
            <a:ext cx="786384" cy="309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36929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70048" y="1776222"/>
            <a:ext cx="209397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18888" y="170078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03606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2111502"/>
            <a:ext cx="209397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203606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37134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70048" y="2446782"/>
            <a:ext cx="1861312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18888" y="237134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70662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782062"/>
            <a:ext cx="162864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18888" y="270662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04190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70048" y="3117342"/>
            <a:ext cx="162864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18888" y="304190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37718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452622"/>
            <a:ext cx="1395984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337718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71246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3787902"/>
            <a:ext cx="1395984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18888" y="371246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404774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70048" y="4123182"/>
            <a:ext cx="1163320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18888" y="404774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438302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4458462"/>
            <a:ext cx="93065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18888" y="438302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471830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4793742"/>
            <a:ext cx="93065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471830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505358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70048" y="5129022"/>
            <a:ext cx="93065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818888" y="505358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538886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70048" y="5464302"/>
            <a:ext cx="93065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18888" y="538886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208776" y="170078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220456" y="1776222"/>
            <a:ext cx="93065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369296" y="170078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208776" y="203606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220456" y="2111502"/>
            <a:ext cx="930656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369296" y="203606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208776" y="237134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220456" y="2446782"/>
            <a:ext cx="697992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369296" y="237134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208776" y="270662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220456" y="2782062"/>
            <a:ext cx="46532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369296" y="270662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304190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220456" y="3117342"/>
            <a:ext cx="46532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369296" y="304190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208776" y="337718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220456" y="3452622"/>
            <a:ext cx="46532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0369296" y="337718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371246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3787902"/>
            <a:ext cx="46532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69296" y="371246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404774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220456" y="4123182"/>
            <a:ext cx="46532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369296" y="404774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438302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8220456" y="4458462"/>
            <a:ext cx="465328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369296" y="438302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471830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8220456" y="4793742"/>
            <a:ext cx="232664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369296" y="471830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5053584"/>
            <a:ext cx="193852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8220456" y="5129022"/>
            <a:ext cx="232664" cy="18440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369296" y="5053584"/>
            <a:ext cx="10515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2026-10-21T16:59:31Z</dcterms:created>
  <dcterms:modified xsi:type="dcterms:W3CDTF">2026-10-21T16:59:31Z</dcterms:modified>
</cp:coreProperties>
</file>