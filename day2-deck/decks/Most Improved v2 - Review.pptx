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Lincoln, Subaru Prescott and Subaru St George (2 of 5). Most bottom-three: VW St George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Mazda, CDJR Post Falls and VW St George (2 of 5). Most bottom-three: Honda Henderson and Cadillac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Subaru Prescott leads. 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2026-10-25T23:10:57Z</dcterms:created>
  <dcterms:modified xsi:type="dcterms:W3CDTF">2026-10-25T23:10:57Z</dcterms:modified>
</cp:coreProperties>
</file>