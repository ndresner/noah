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788152" y="3968496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1503152" y="2798064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One store is on both lists (green bar). Also tied at 2 last year: Nissan.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2026-10-28T17:22:01Z</dcterms:created>
  <dcterms:modified xsi:type="dcterms:W3CDTF">2026-10-28T17:22:01Z</dcterms:modified>
</cp:coreProperties>
</file>