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$ per RO: top LINCOLN $281 → $363; LEXUS $193 → $240; HYUNDAI ST GEORGE $181 → $219. Bottom LR RENO $876 → $814; AUDI RENO $596 → $542; KIA LV $227 → $193.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$ per RO: top VW ST GEORGE $224 → $298; LR RENO $692 → $877; ACURA $229 → $282. Bottom LR LV $873 → $834; GMC PRESCOTT $299 → $282; HONDA HENDERSON $190 → $178.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six measures;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749296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67584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767584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67584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767584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767584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767584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767584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2767584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767584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2767584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767584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2767584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2767584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767584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529328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547616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547616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47616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547616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547616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47616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4547616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547616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4547616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547616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547616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547616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4547616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547616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09360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27648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327648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327648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327648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327648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6327648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327648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6327648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327648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6327648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327648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327648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327648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89392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107680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107680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+4.1%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8107680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8107680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8107680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8107680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+24.7%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8107680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8107680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8107680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107680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−7.1%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8107680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107680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8107680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8107680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−15.0%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986942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988771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988771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88771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988771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99" name="Text 97"/>
          <p:cNvSpPr txBox="1"/>
          <p:nvPr/>
        </p:nvSpPr>
        <p:spPr>
          <a:xfrm>
            <a:off x="988771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771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101" name="Text 99"/>
          <p:cNvSpPr txBox="1"/>
          <p:nvPr/>
        </p:nvSpPr>
        <p:spPr>
          <a:xfrm>
            <a:off x="988771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88771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103" name="Text 101"/>
          <p:cNvSpPr txBox="1"/>
          <p:nvPr/>
        </p:nvSpPr>
        <p:spPr>
          <a:xfrm>
            <a:off x="988771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988771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105" name="Text 103"/>
          <p:cNvSpPr txBox="1"/>
          <p:nvPr/>
        </p:nvSpPr>
        <p:spPr>
          <a:xfrm>
            <a:off x="988771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88771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107" name="Text 105"/>
          <p:cNvSpPr txBox="1"/>
          <p:nvPr/>
        </p:nvSpPr>
        <p:spPr>
          <a:xfrm>
            <a:off x="988771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988771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110" name="Shape 10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 (3 of 6). Most bottom-three: Audi Reno and VW St George (3 of 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749296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67584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767584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67584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767584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767584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767584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767584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2767584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767584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2767584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767584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2767584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2767584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767584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529328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547616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547616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47616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547616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547616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47616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4547616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547616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4547616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547616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547616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547616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4547616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547616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09360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27648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327648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327648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327648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327648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6327648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327648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6327648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327648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6327648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327648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327648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327648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89392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107680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107680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+5.1%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8107680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8107680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8107680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8107680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8107680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8107680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8107680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107680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8107680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8107680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8107680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8107680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−6.0%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9869424" y="169164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9887712" y="177393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9887712" y="199339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887712" y="2377440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9887712" y="2596896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99" name="Text 97"/>
          <p:cNvSpPr txBox="1"/>
          <p:nvPr/>
        </p:nvSpPr>
        <p:spPr>
          <a:xfrm>
            <a:off x="9887712" y="2907792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887712" y="3127248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101" name="Text 99"/>
          <p:cNvSpPr txBox="1"/>
          <p:nvPr/>
        </p:nvSpPr>
        <p:spPr>
          <a:xfrm>
            <a:off x="9887712" y="34381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887712" y="36576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103" name="Text 101"/>
          <p:cNvSpPr txBox="1"/>
          <p:nvPr/>
        </p:nvSpPr>
        <p:spPr>
          <a:xfrm>
            <a:off x="9887712" y="4123944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9887712" y="4343400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105" name="Text 103"/>
          <p:cNvSpPr txBox="1"/>
          <p:nvPr/>
        </p:nvSpPr>
        <p:spPr>
          <a:xfrm>
            <a:off x="9887712" y="4654296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887712" y="4873752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107" name="Text 105"/>
          <p:cNvSpPr txBox="1"/>
          <p:nvPr/>
        </p:nvSpPr>
        <p:spPr>
          <a:xfrm>
            <a:off x="9887712" y="5184648"/>
            <a:ext cx="1688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9887712" y="5404104"/>
            <a:ext cx="1670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110" name="Shape 10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VW St George (3 of 6). Most bottom-three: Honda Henderson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hours/RO, parts $/RO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parts $/RO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$/RO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Three stores tie. Moving now: VW St George leads. Ten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2026-10-21T23:52:58Z</dcterms:created>
  <dcterms:modified xsi:type="dcterms:W3CDTF">2026-10-21T23:52:58Z</dcterms:modified>
</cp:coreProperties>
</file>