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GP %: top ACURA 38.7% → 44.9%; NISSAN 38.2% → 42.7%; SUBARU PRESCOTT 31.0% → 34.8%. Bottom HYUNDAI PRESCOTT 39.9% → 39.4%; TOYOTA SPOKANE 45.3% → 44.5%; AUDI HENDERSON 35.8% → 33.6%.Source: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GP %: top ACURA 39.4% → 46.6%; VW ST GEORGE 39.1% → 43.8%; GMC PRESCOTT 35.3% → 39.2%. Bottom CHEVY LV 38.2% → 35.0%; LINCOLN 39.9% → 36.0%; HONDA HENDERSON 44.3% → 40.0%.Source: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600" dirty="0"/>
          </a:p>
        </p:txBody>
      </p:sp>
      <p:sp>
        <p:nvSpPr>
          <p:cNvPr id="95" name="Shape 9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Lincoln, Subaru Prescott and Subaru St George (2 of 5). Most bottom-three: VW St George (3 of 5).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600" dirty="0"/>
          </a:p>
        </p:txBody>
      </p:sp>
      <p:sp>
        <p:nvSpPr>
          <p:cNvPr id="95" name="Shape 9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Mazda, CDJR Post Falls and VW St George (2 of 5). Most bottom-three: Honda Henderson and Cadillac (3 of 5).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year: Subaru Prescott leads. Moving now: Three stores tie. Eight stores make both views.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2026-10-23T18:57:08Z</dcterms:created>
  <dcterms:modified xsi:type="dcterms:W3CDTF">2026-10-23T18:57:08Z</dcterms:modified>
</cp:coreProperties>
</file>