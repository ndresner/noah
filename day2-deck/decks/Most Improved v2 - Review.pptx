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Last year: Subaru Prescott leads. Moving now: Three stores tie. Eight stores make both views.Source: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2026-10-27T17:13:13Z</dcterms:created>
  <dcterms:modified xsi:type="dcterms:W3CDTF">2026-10-27T17:13:13Z</dcterms:modified>
</cp:coreProperties>
</file>