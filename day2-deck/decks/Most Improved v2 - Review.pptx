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$ per RO: top LINCOLN $281 → $363; LEXUS $193 → $240; HYUNDAI ST GEORGE $181 → $219. Bottom LR RENO $876 → $814; AUDI RENO $596 → $542; KIA LV $227 → $193.
CP Parts GP %: top ACURA 38.7% → 44.9%; NISSAN 38.2% → 42.7%; SUBARU PRESCOTT 31.0% → 34.8%. Bottom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$ per RO: top VW ST GEORGE $224 → $298; LR RENO $692 → $877; ACURA $229 → $282. Bottom LR LV $873 → $834; GMC PRESCOTT $299 → $282; HONDA HENDERSON $190 → $178.
CP Parts GP %: top ACURA 39.4% → 46.6%; VW ST GEORGE 39.1% → 43.8%; GMC PRESCOTT 35.3% → 39.2%. Bottom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six measures;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749296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67584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767584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767584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2767584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2767584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2767584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2767584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2767584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2767584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2767584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2767584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2767584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2767584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767584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529328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547616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547616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47616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547616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4547616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547616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4547616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547616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4547616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4547616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4547616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547616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4547616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547616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309360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327648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327648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327648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6327648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327648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6327648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327648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6327648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327648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6327648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327648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6327648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327648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8089392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107680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107680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+4.1%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8107680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8107680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8107680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8107680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+24.7%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8107680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8107680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8107680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8107680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−7.1%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8107680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8107680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8107680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8107680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−15.0%</a:t>
            </a:r>
            <a:endParaRPr lang="en-US" sz="1600" dirty="0"/>
          </a:p>
        </p:txBody>
      </p:sp>
      <p:sp>
        <p:nvSpPr>
          <p:cNvPr id="94" name="Shape 92"/>
          <p:cNvSpPr/>
          <p:nvPr/>
        </p:nvSpPr>
        <p:spPr>
          <a:xfrm>
            <a:off x="9869424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9887712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9887712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887712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9887712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99" name="Text 97"/>
          <p:cNvSpPr txBox="1"/>
          <p:nvPr/>
        </p:nvSpPr>
        <p:spPr>
          <a:xfrm>
            <a:off x="9887712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887712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101" name="Text 99"/>
          <p:cNvSpPr txBox="1"/>
          <p:nvPr/>
        </p:nvSpPr>
        <p:spPr>
          <a:xfrm>
            <a:off x="9887712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887712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103" name="Text 101"/>
          <p:cNvSpPr txBox="1"/>
          <p:nvPr/>
        </p:nvSpPr>
        <p:spPr>
          <a:xfrm>
            <a:off x="9887712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9887712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105" name="Text 103"/>
          <p:cNvSpPr txBox="1"/>
          <p:nvPr/>
        </p:nvSpPr>
        <p:spPr>
          <a:xfrm>
            <a:off x="9887712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887712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107" name="Text 105"/>
          <p:cNvSpPr txBox="1"/>
          <p:nvPr/>
        </p:nvSpPr>
        <p:spPr>
          <a:xfrm>
            <a:off x="9887712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9887712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  <p:sp>
        <p:nvSpPr>
          <p:cNvPr id="110" name="Shape 10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Lincoln (3 of 6). Most bottom-three: Audi Reno and VW St George (3 of 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749296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67584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767584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767584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2767584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2767584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2767584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2767584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2767584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2767584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2767584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2767584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2767584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2767584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767584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529328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547616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547616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47616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547616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4547616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547616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4547616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547616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4547616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4547616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4547616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547616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4547616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547616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309360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327648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327648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327648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6327648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327648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6327648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327648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6327648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327648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6327648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327648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6327648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327648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8089392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107680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107680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+5.1%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8107680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8107680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8107680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8107680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8107680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8107680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8107680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8107680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8107680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8107680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8107680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8107680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−6.0%</a:t>
            </a:r>
            <a:endParaRPr lang="en-US" sz="1600" dirty="0"/>
          </a:p>
        </p:txBody>
      </p:sp>
      <p:sp>
        <p:nvSpPr>
          <p:cNvPr id="94" name="Shape 92"/>
          <p:cNvSpPr/>
          <p:nvPr/>
        </p:nvSpPr>
        <p:spPr>
          <a:xfrm>
            <a:off x="9869424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9887712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9887712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887712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9887712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99" name="Text 97"/>
          <p:cNvSpPr txBox="1"/>
          <p:nvPr/>
        </p:nvSpPr>
        <p:spPr>
          <a:xfrm>
            <a:off x="9887712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887712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101" name="Text 99"/>
          <p:cNvSpPr txBox="1"/>
          <p:nvPr/>
        </p:nvSpPr>
        <p:spPr>
          <a:xfrm>
            <a:off x="9887712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887712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103" name="Text 101"/>
          <p:cNvSpPr txBox="1"/>
          <p:nvPr/>
        </p:nvSpPr>
        <p:spPr>
          <a:xfrm>
            <a:off x="9887712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9887712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105" name="Text 103"/>
          <p:cNvSpPr txBox="1"/>
          <p:nvPr/>
        </p:nvSpPr>
        <p:spPr>
          <a:xfrm>
            <a:off x="9887712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887712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107" name="Text 105"/>
          <p:cNvSpPr txBox="1"/>
          <p:nvPr/>
        </p:nvSpPr>
        <p:spPr>
          <a:xfrm>
            <a:off x="9887712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9887712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  <p:sp>
        <p:nvSpPr>
          <p:cNvPr id="110" name="Shape 10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VW St George (3 of 6). Most bottom-three: Honda Henderson (4 of 6).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hours/RO, parts $/RO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parts $/RO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$/RO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Three stores tie. Moving now: VW St George leads. Ten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21792" y="506577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50657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50657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5065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5065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50657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2026-10-22T19:24:26Z</dcterms:created>
  <dcterms:modified xsi:type="dcterms:W3CDTF">2026-10-22T19:24:26Z</dcterms:modified>
</cp:coreProperties>
</file>