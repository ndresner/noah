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Labor $ per RO: top HYUNDAI ST GEORGE $172 → $238; LINCOLN $306 → $416; SUBARU PRESCOTT $163 → $222. Bottom KIA LV $244 → $234; LR RENO $876 → $817; VW ST GEORGE $268 → $231.Takeaway with the store call-outs (off the slide): Most top-three finishes: Lincoln, Subaru Prescott and Subaru St George (2 of 5). Most bottom-three: VW St George (4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Profit: top SUBARU PRESCOTT −$55K → $129K; LR RENO $136K → $428K; HONDA FLAGSTAFF $26K → $79K. Bottom VW HENDERSON $1.55M → $1.09M; HYUNDAI ST GEORGE $204K → $108K; VW ST GEORGE $153K → −$59K.
Fixed Absorption: top LINCOLN 43.8% → 59.9%; CADILLAC 76.5% → 86.1%; LR RENO 67.8% → 77.3%. Bottom VW HENDERSON 93.5% → 83.8%; KIA ST GEORGE 75.9% → 65.8%; VW ST GEORGE 71.5% → 54.1%.
CP Parts GP %: top ACURA 38.7% → 44.9%; NISSAN 38.2% → 42.7%; SUBARU PRESCOTT 31.0% → 34.8%. Bottom HYUNDAI PRESCOTT 39.9% → 39.4%; TOYOTA SPOKANE 45.3% → 44.5%; AUDI HENDERSON 35.8% → 33.6%.
Opcodes, Four Combined: top LR LV 30.2% → 60.5%; SUBARU PRESCOTT 19.5% → 47.9%; MAZDA 22.5% → 43.5%. Bottom TOYOTA HENDERSON 42.5% → 41.8%; SUBARU LV 44.9% → 42.0%; KIA LV 30.0% → 26.4%.Takeaway with the store call-outs (off the slide): Most top-three finishes: Lincoln, Subaru Prescott and Subaru St George (2 of 4). Most bottom-three: VW Henderson and VW St George (2 of 4).Source: Fixed ops net profit: Qlik - Profit &amp; Loss, service + parts department profit (% change = $ change / |2025 profit|).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Points for absorption, parts GP % and opcodes.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with the store call-outs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measure, the four opcodes included.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+5.9%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+38.4%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+36.2%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+36.1%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−13.8%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+11.3%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+335.3%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+215.4%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+200.6%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−29.6%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−47.1%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−138.2%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+2.1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+16.1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+9.6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−17.4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+5.4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+30.3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788152" y="3968496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1503152" y="2798064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One store is on both lists (green bar). Also tied at 2 last year: Nissan.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55648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556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556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556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556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19456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1945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1945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1945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" y="2633472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6334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6334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63347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63347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6334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07238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07238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0723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07238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0723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1792" y="3511296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51129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511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5112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51129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39502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3950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39502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21.0% → 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39502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39502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 pts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1792" y="4389120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3891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43891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balance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43891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4389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4389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+9.2 pts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" y="48280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520440" y="48280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brake fluid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669280" y="48280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 → 14.1%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8280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326880" y="48280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 pts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1792" y="5266944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49808" y="526694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3520440" y="52669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fuel service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0" y="52669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10.6%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726680" y="52669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9326880" y="526694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2026-10-28T19:04:25Z</dcterms:created>
  <dcterms:modified xsi:type="dcterms:W3CDTF">2026-10-28T19:04:25Z</dcterms:modified>
</cp:coreProperties>
</file>