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Parts GP %: top ACURA 38.7% → 44.9%; NISSAN 38.2% → 42.7%; SUBARU PRESCOTT 31.0% → 34.8%. Bottom HYUNDAI PRESCOTT 39.9% → 39.4%; TOYOTA SPOKANE 45.3% → 44.5%; AUDI HENDERSON 35.8% → 33.6%.Takeaway with the store call-outs (off the slide): Most top-three finishes: Lincoln, Subaru Prescott and Subaru St George (2 of 5). Most bottom-three: VW St George (3 of 5).Source: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GP %: top ACURA 39.4% → 46.6%; VW ST GEORGE 39.1% → 43.8%; GMC PRESCOTT 35.3% → 39.2%. Bottom CHEVY LV 38.2% → 35.0%; LINCOLN 39.9% → 36.0%; HONDA HENDERSON 44.3% → 40.0%.Takeaway with the store call-outs (off the slide): Most top-three finishes: Mazda, CDJR Post Falls and VW St George (2 of 5). Most bottom-three: Honda Henderson and Cadillac (3 of 5).Source: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Last year: SUBARU PRESCOTT leads. Moving now: Three stores tie. One store is on both lists (green bar).Source: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five measures (parts $ per RO dropped, Oct 23);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the biggest of those moves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+6.5%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+46.1%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+13.7%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−11.5%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+30.8%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−19.1%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+1.3 pts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+6.2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044952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" name="Shape 18"/>
          <p:cNvSpPr/>
          <p:nvPr/>
        </p:nvSpPr>
        <p:spPr>
          <a:xfrm>
            <a:off x="5180990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7029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453067" y="1691640"/>
            <a:ext cx="10973" cy="397764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−1.0%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−2.1%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−1.9%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−10.0%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66" name="Text 64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−3.1%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−4.8%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−3.2 pts</a:t>
            </a:r>
            <a:endParaRPr lang="en-US" sz="1600" dirty="0"/>
          </a:p>
        </p:txBody>
      </p:sp>
      <p:sp>
        <p:nvSpPr>
          <p:cNvPr id="94" name="Text 92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600" dirty="0"/>
          </a:p>
        </p:txBody>
      </p:sp>
      <p:sp>
        <p:nvSpPr>
          <p:cNvPr id="96" name="Text 94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 pts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+23.3%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−1.9%: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+13.2%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+8.3%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+4.3%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+5.2%: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+26.7%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+4.7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788152" y="3968496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GP%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10058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1503152" y="2798064"/>
            <a:ext cx="64008" cy="51206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Shape 49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058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10058400" y="4107485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10058400" y="4692701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GP%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0058400" y="5277917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now: Three stores tie. One store is on both lists (green bar). Also tied at 2 last year: Nissan.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+22.2%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balance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→ 19.3%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+9.2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2026-10-28T17:02:47Z</dcterms:created>
  <dcterms:modified xsi:type="dcterms:W3CDTF">2026-10-28T17:02:47Z</dcterms:modified>
</cp:coreProperties>
</file>