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Gross: top LINCOLN $865K → $1.26M; SUBARU PRESCOTT $832K → $1.21M; SUBARU ST GEORGE $1.48M → $1.98M. Bottom CHEVY LV $7.40M → $7.08M; AUDI RENO $3.38M → $2.90M; VW ST GEORGE $702K → $560K.
CP RO Count: top KIA LV 7,156 → 8,133; HYUNDAI PRESCOTT 1,784 → 2,010; GMC PRESCOTT 2,810 → 3,107. Bottom AUDI RENO 4,379 → 3,917; HYUNDAI ST GEORGE 3,784 → 3,349; VW ST GEORGE 2,251 → 1,919.
CP Hours per RO: top HYUNDAI ST GEORGE 1.03 → 1.43; SUBARU ST GEORGE 1.75 → 2.30; KIA ST GEORGE 0.99 → 1.29. Bottom VOLVO 2.58 → 2.28; VW ST GEORGE 1.95 → 1.71; LR RENO 4.04 → 3.48.
CP ELR: top HONDA SPOKANE $117.05 → $143.89; VOLVO $181.59 → $222.12; LINCOLN $139.55 → $167.64. Bottom ACURA $221.78 → $210.50; SUBARU ST GEORGE $148.84 → $138.48; KIA LV $184.36 → $149.23.
CP Parts GP %: top ACURA 38.7% → 44.9%; NISSAN 38.2% → 42.7%; SUBARU PRESCOTT 31.0% → 34.8%. Bottom HYUNDAI PRESCOTT 39.9% → 39.4%; TOYOTA SPOKANE 45.3% → 44.5%; AUDI HENDERSON 35.8% → 33.6%.Takeaway with the store call-outs (off the slide): Most top-three finishes: Lincoln, Subaru Prescott and Subaru St George (2 of 5). Most bottom-three: VW St George (3 of 5).Source: Qlik - Closed Repair Orders. Customer pay, by close date. Same-store, 33 stores (INEOS excluded, opened 2026). GMC Prescott body shop labor types excluded. CP gross = CP labor gross + CP parts gross. Change is Jan-Sep 2026 vs Jan-Sep 2025. Ranked by percent change (points for parts GP %), so store size does not drive the ranking.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 per Month: top MAZDA $155K → $209K; KIA ST GEORGE $85K → $112K; CDJR POST FALLS $218K → $279K. Bottom SUBARU ST GEORGE $220K → $218K; HONDA HENDERSON $841K → $823K; CADILLAC $317K → $283K.
CP ROs per Month: top LEXUS 425 → 570; CDJR POST FALLS 543 → 667; LR LV 350 → 415. Bottom VW ST GEORGE 207 → 203; HYUNDAI ST GEORGE 377 → 365; CADILLAC 609 → 582.
CP Hours per RO: top MAZDA 1.35 → 1.65; HYUNDAI PRESCOTT 1.56 → 1.76; HYUNDAI ST GEORGE 1.37 → 1.54. Bottom HONDA HENDERSON 2.06 → 1.86; VW HENDERSON 2.66 → 2.37; CADILLAC 2.85 → 2.45.
CP ELR: top VW ST GEORGE $128.27 → $141.89; AUDI RENO $227.34 → $244.12; HONDA SPOKANE $139.40 → $147.93. Bottom SUBARU ST GEORGE $141.07 → $136.71; LEXUS $196.84 → $187.42; ACURA $232.02 → $199.04.
CP Parts GP %: top ACURA 39.4% → 46.6%; VW ST GEORGE 39.1% → 43.8%; GMC PRESCOTT 35.3% → 39.2%. Bottom CHEVY LV 38.2% → 35.0%; LINCOLN 39.9% → 36.0%; HONDA HENDERSON 44.3% → 40.0%.Takeaway with the store call-outs (off the slide): Most top-three finishes: Mazda, CDJR Post Falls and VW St George (2 of 5). Most bottom-three: Honda Henderson and Cadillac (3 of 5).Source: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$155K to $209K,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Lexus went 425 to 570,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1.35 to 1.65,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$128.27 to $141.89,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$224 to $298,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Acura went 39.4% to 46.6%,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Last year: Subaru Prescott leads. Moving now: Three stores tie. Eight stores make both views.Source: Qlik - Closed Repair Orders. Customer pay, by close date. Same-store, 33 stores (INEOS excluded, opened 2026). GMC Prescott body shop labor types excluded. CP gross = CP labor gross + CP parts gross. Left: Jan-Sep 2026 vs Jan-Sep 2025. Right: Q3 2026 vs Q1 2026. Top-5 finishes counted across five measures (parts $ per RO dropped, Oct 23); top six stores shown in each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Each row is the top Q1-to-Q3 mover on that measure. Opcode row: MAZDA tops 3 of the four opcode lists; its biggest move is shown. Opcode closing % = ROs with the service ÷ customer-pay ROs on the op-code report basis.
MAZDA's August opcode increase was confirmed with the store as a real change (Noah, Oct 19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+6.4%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+46.0%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+45.3%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+33.8%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−20.1%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+0.1%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+13.6%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+10.5%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−11.4%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−14.7%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+3.6%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+39.1%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+30.7%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−12.5%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+2.2%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+22.3%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+20.1%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−5.0%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−6.9%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−19.0%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+1.2 pts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 pts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 pts</a:t>
            </a:r>
            <a:endParaRPr lang="en-US" sz="16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 (gross and ROs per month).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+8.4%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−0.9%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+7.5%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−4.3%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−1.8%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−9.9%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−10.6%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−14.0%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+1.1%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+21.9%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+20.4%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+11.3%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+8.2%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Read Improvement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 · Jan–Sep 2026 vs Jan–Sep 2025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ELR, parts GP%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30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2937053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30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43400" y="3522269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0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43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30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21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hours/RO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343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30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parts GP%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343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330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172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00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 · Q3 vs Q1, this year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400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336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46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446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0058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1045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6446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10058400" y="2937053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1045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336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46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10058400" y="3522269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1045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6446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10058400" y="4107485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11045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6336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446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6446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10058400" y="4692701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1045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3" name="Text 61"/>
          <p:cNvSpPr txBox="1"/>
          <p:nvPr/>
        </p:nvSpPr>
        <p:spPr>
          <a:xfrm>
            <a:off x="6446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6446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ELR, parts GP%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10058400" y="5277917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1045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8" name="Shape 6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now: Three stores tie. Eight stores make both views.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Moved 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77393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739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739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 per Month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7739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17739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7739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3225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32257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 per Month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3225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3225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32257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792" y="287121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287121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87121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87121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87121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287121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41985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41985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4198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34198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41985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21792" y="396849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" y="396849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3520440" y="39684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3968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726680" y="396849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9684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45171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45171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alignment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45171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→ 22.8%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4517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45171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stores, one question each: what did you start doing that month? One sentence, before you leave.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2026-10-27T23:33:42Z</dcterms:created>
  <dcterms:modified xsi:type="dcterms:W3CDTF">2026-10-27T23:33:42Z</dcterms:modified>
</cp:coreProperties>
</file>