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33.6%.Takeaway with the store call-outs (off the slide): Most top-three finishes: Lincoln, Subaru Prescott and Subaru St George (2 of 5). Most bottom-three: VW St George (3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40.0%.Takeaway with the store call-outs (off the slide): Most top-three finishes: Mazda, CDJR Post Falls and VW St George (2 of 5). Most bottom-three: Honda Henderson and Cadillac (3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Subaru Prescott leads. Moving now: Three stores tie. One store is on both lists (green bar).Source: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788152" y="3968496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1503152" y="2798064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Shape 49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now: Three stores tie. One store is on both lists (green bar).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2026-10-28T00:19:48Z</dcterms:created>
  <dcterms:modified xsi:type="dcterms:W3CDTF">2026-10-28T00:19:48Z</dcterms:modified>
</cp:coreProperties>
</file>