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6" r:id="rId167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67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Labor + parts gross a year, each from its own slide: Technician Proficiency (each tech under 85% raised to 85%, monthly x 12), Hours per RO (0.1 hr x CP ROs at each store's gross per hour), Op Codes (stores under each benchmark brought to it), One More CP RO a Day (307 open days), Tech Minute (ten minutes per tech per day). Jan-Sep 2026, same-store, 33 stores. The levers overlap - op code services are part of hours per RO, and selling more hours needs tech time - so they are not added together.Talk track: every line is the GM's and the service manager's together (Noah, Oct 27). Each line has its own slide earlier in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53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 YEAR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353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55648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1755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 under 85% reaches 85%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556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$19,763,184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75564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it daily: dispatch, parts staging, approvals, coaching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42032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25420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more hours on every CP RO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420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$6,602,564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54203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consistent: MPI and Road to the Sale on every car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328416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28416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3284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the four op code benchmarks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284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28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where you are, ask for the sale on every car, every time, hold people accountable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more customer-pay RO a day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114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$4,473,284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1148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available when they call; proactive outreach to lapsed and inactive customers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901184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49011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minutes a day saved for every tech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9011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$4,443,804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9011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the process, remove inefficiencies: parts to the bay, tools and keys in place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than one more RO a day, every number here comes from customers already coming in for service.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2026-10-27T23:33:43Z</dcterms:created>
  <dcterms:modified xsi:type="dcterms:W3CDTF">2026-10-27T23:33:43Z</dcterms:modified>
</cp:coreProperties>
</file>