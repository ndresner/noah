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It matters because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Know your work mix: repair is priced above maintenance, so repair-heavy shops run a higher ELR, maintenance-heavy shops lower. Neither is wrong.</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If most of your work is maintenance, raising the maintenance rate moves ELR more than raising the repair rate.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Know the ELR on every labor operation.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Benchmark: CP ELR at least 70% of door rate.</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2026-10-23T19:41:23Z</dcterms:created>
  <dcterms:modified xsi:type="dcterms:W3CDTF">2026-10-23T19:41:23Z</dcterms:modified>
</cp:coreProperties>
</file>