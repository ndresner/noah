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pricing matrix raises gross without selling one more part.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Consistent pricing: the same part costs every customer the same.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6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457200" y="6126480"/>
            <a:ext cx="11274552" cy="371856"/>
          </a:xfrm>
          <a:prstGeom prst="rect">
            <a:avLst/>
          </a:prstGeom>
          <a:solidFill>
            <a:srgbClr val="E6F6EE"/>
          </a:solidFill>
          <a:ln/>
        </p:spPr>
      </p:sp>
      <p:sp>
        <p:nvSpPr>
          <p:cNvPr id="24"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2026-10-26T21:17:35Z</dcterms:created>
  <dcterms:modified xsi:type="dcterms:W3CDTF">2026-10-26T21:17:35Z</dcterms:modified>
</cp:coreProperties>
</file>