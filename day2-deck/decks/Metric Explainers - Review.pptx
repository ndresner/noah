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$4,543,691 = 0.1 x 279,756 CP ROs x $162.42 CP ELR (on the Hours per RO data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
Roundtable worked example removed from the slide (Noah, Oct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Roundtable slide 21, every job at a $25 tech rate; margins differ because each job's ELR differs.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
P&amp;L definition: line 254 Total Gross Profit - Fixed Ops / line 258 Fixed Expenses (the stored line 257 returns a dollar value, so the slide derives it). GMC Prescott includes its body shop, as on the P&amp;L.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worked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
Source: Qlik Profit &amp; Loss, Total Gross Profit - Service and Total Gross Profit - Parts, same-store, INEOS excluded, GMC Prescott body shop gross excluded (as on the gross slides). Guarantees and bonuses paid off the RO post as unapplied labor, a cost-of-sale adjustment against service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Every RO with a customer-pay line, whether or not labor was charged on it. One RO counts once, however many lines it has.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top of the engine. Hours, ELR and $ per RO all multiply off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store's fixed expenses service and parts gross pays for.</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CP engine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facility and the other fixed costs on the P&amp;L</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guarantees and bonuses paid off the RO come out of gross too</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2026-10-22T21:31:10Z</dcterms:created>
  <dcterms:modified xsi:type="dcterms:W3CDTF">2026-10-22T21:31:10Z</dcterms:modified>
</cp:coreProperties>
</file>