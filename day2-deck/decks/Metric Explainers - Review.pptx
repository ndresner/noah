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Profitability, in front of Fixed Ops Absorption %.
P&amp;L definition: line 254 Total Gross Profit - Fixed Ops / line 258 Fixed Expenses (the stored line 257 returns a dollar value, so the slide derives it). GMC Prescott includes its body shop, as on the P&amp;L (Noah, Oct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2026-10-28T21:48:11Z</dcterms:created>
  <dcterms:modified xsi:type="dcterms:W3CDTF">2026-10-28T21:48:11Z</dcterms:modified>
</cp:coreProperties>
</file>