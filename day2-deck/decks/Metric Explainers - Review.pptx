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Fixed Ops Absorption %.
P&amp;L definition: line 254 Total Gross Profit - Fixed Ops / line 258 Fixed Expenses (the stored line 257 returns a dollar value, so the slide derives it). GMC Prescott includes its body shop, as on the P&amp;L (Noah, Oct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