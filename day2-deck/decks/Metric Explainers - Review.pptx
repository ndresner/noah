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x $162.42 CP ELR (on the Hours per RO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
Example: Roundtable slide 21 table: same $25 tech rate, very different ELR by job; the seven jobs total 8.1 hours and $1,056 = $130/hr.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Roundtable slide 21, every job at a $25 tech rate; margins differ because each job's ELR differs.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paid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$67/hr</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$80/hr</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$117/hr</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$160/hr</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$130/hr</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34" name="Shape 32"/>
          <p:cNvSpPr/>
          <p:nvPr/>
        </p:nvSpPr>
        <p:spPr>
          <a:xfrm>
            <a:off x="9479280" y="4654296"/>
            <a:ext cx="45720" cy="1133856"/>
          </a:xfrm>
          <a:prstGeom prst="rect">
            <a:avLst/>
          </a:prstGeom>
          <a:solidFill>
            <a:srgbClr val="2587C5"/>
          </a:solidFill>
          <a:ln/>
        </p:spPr>
      </p:sp>
      <p:sp>
        <p:nvSpPr>
          <p:cNvPr id="35" name="Text 33"/>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36" name="Shape 34"/>
          <p:cNvSpPr/>
          <p:nvPr/>
        </p:nvSpPr>
        <p:spPr>
          <a:xfrm>
            <a:off x="457200" y="6126480"/>
            <a:ext cx="11274552" cy="364236"/>
          </a:xfrm>
          <a:prstGeom prst="rect">
            <a:avLst/>
          </a:prstGeom>
          <a:solidFill>
            <a:srgbClr val="E6F6EE"/>
          </a:solidFill>
          <a:ln/>
        </p:spPr>
      </p:sp>
      <p:sp>
        <p:nvSpPr>
          <p:cNvPr id="37" name="Text 3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money in beats ELR, gross %, hours, anything else. It's what we sell." (Roundtable)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 P&amp;L line 254 divided by line 258.</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paid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Paid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paid time</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paid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paid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techs, express techs, team leaders and shop foremen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Same-store: INEOS excluded</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Paid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paid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2026-10-21T21:04:27Z</dcterms:created>
  <dcterms:modified xsi:type="dcterms:W3CDTF">2026-10-21T21:04:27Z</dcterms:modified>
</cp:coreProperties>
</file>