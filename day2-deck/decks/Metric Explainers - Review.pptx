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 Know what you are charging.</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82%: luxury stores run toward the top, domestic stores toward the bottom. Hold it by matching the tech to the job,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inside the 78-82%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true measure of how the department performs.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is what we make; net is what we keep.</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net falls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ties staffing and pay plans to results.</a:t>
            </a:r>
            <a:endParaRPr lang="en-US" sz="15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2026-10-25T23:10:55Z</dcterms:created>
  <dcterms:modified xsi:type="dcterms:W3CDTF">2026-10-25T23:10:55Z</dcterms:modified>
</cp:coreProperties>
</file>