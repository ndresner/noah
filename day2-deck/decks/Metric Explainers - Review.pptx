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body shop taken out (its gross and its body shop fixed expenses), as everywhere in the deck (Noah, Oct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77.9%</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77.9% absorption, up 2.1 pts. Fixed gross grew 4.1%; fixed expenses 1.4%.</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2026-10-28T15:32:21Z</dcterms:created>
  <dcterms:modified xsi:type="dcterms:W3CDTF">2026-10-28T15:32:21Z</dcterms:modified>
</cp:coreProperties>
</file>