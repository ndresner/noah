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x $162.42 CP ELR (on the Hours per RO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
Roundtable worked example removed from the slide (Noah, Oct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Roundtable slide 21, every job at a $25 tech rate; margins differ because each job's ELR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2026-10-21T23:52:57Z</dcterms:created>
  <dcterms:modified xsi:type="dcterms:W3CDTF">2026-10-21T23:52:57Z</dcterms:modified>
</cp:coreProperties>
</file>