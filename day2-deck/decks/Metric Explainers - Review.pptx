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
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
Period: pay periods Dec 25, 2025 to Oct 9, 2026, matched by tech number, all pay types; labelled Jan-Sep 2026 YTD on the slide (Noah, Oct 26: closest the pay periods allow).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Standard service-department definitions. On the store slides, proficiency = Qlik hours flagged (sold hours) ÷ ADP regular + overtime hours, which stand in for available hours.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
Talk track: walk the example left to right. The tech was on repair orders 6 of 8 hours (75% productive) and flagged 7.5 hours in those 6 (125% efficient), so 7.5 flagged hours for 8 available (93.75% proficient). Proficiency is the one we measure: 85% target, group 94.7%. 'Productivity' here is the technician measure, not the Fixed Ops Productivity section (gross and ROs per employee).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available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available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available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available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54880"/>
            <a:ext cx="10762488" cy="1261872"/>
          </a:xfrm>
          <a:prstGeom prst="rect">
            <a:avLst/>
          </a:prstGeom>
          <a:solidFill>
            <a:srgbClr val="EDF4FA"/>
          </a:solidFill>
          <a:ln/>
        </p:spPr>
      </p:sp>
      <p:sp>
        <p:nvSpPr>
          <p:cNvPr id="28" name="Text 26"/>
          <p:cNvSpPr txBox="1"/>
          <p:nvPr/>
        </p:nvSpPr>
        <p:spPr>
          <a:xfrm>
            <a:off x="896112" y="490118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21208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has 8 available hours, clocks 6 hours to repair orders and flags 7.5 hours.</a:t>
            </a:r>
            <a:endParaRPr lang="en-US" sz="1800" dirty="0"/>
          </a:p>
        </p:txBody>
      </p:sp>
      <p:sp>
        <p:nvSpPr>
          <p:cNvPr id="30" name="Text 28"/>
          <p:cNvSpPr txBox="1"/>
          <p:nvPr/>
        </p:nvSpPr>
        <p:spPr>
          <a:xfrm>
            <a:off x="896112" y="557784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2026-10-27T21:44:10Z</dcterms:created>
  <dcterms:modified xsi:type="dcterms:W3CDTF">2026-10-27T21:44:10Z</dcterms:modified>
</cp:coreProperties>
</file>