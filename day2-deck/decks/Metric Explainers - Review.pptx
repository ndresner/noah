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(27,976 hours) x $162.42 CP ELR (on the Hours per RO data slide). Slide rounds to $162 and $4.5M so the room can follow it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
Roundtable worked example removed from the slide (Noah, Oct 21).
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
Oct 23 (Noah): The Goldilocks Margin talking point is folded into this slide (it repeated it): no Goldilocks or Roundtable wording; its ask (match the tech to the job, not squeeze tech pay) is the first Why It Matters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
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
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
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your parts GP % every day,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2026-10-26T21:59:27Z</dcterms:created>
  <dcterms:modified xsi:type="dcterms:W3CDTF">2026-10-26T21:59:27Z</dcterms:modified>
</cp:coreProperties>
</file>