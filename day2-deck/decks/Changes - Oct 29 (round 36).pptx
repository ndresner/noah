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4"/>
    <p:sldId id="274" r:id="rId25"/>
    <p:sldId id="275" r:id="rId26"/>
    <p:sldId id="276" r:id="rId27"/>
    <p:sldId id="277" r:id="rId28"/>
    <p:sldId id="278" r:id="rId29"/>
    <p:sldId id="279" r:id="rId30"/>
    <p:sldId id="280" r:id="rId31"/>
    <p:sldId id="281" r:id="rId32"/>
    <p:sldId id="282" r:id="rId33"/>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Work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Work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77.xlsx"/></Relationships>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2.43</c:v>
                </c:pt>
                <c:pt idx="1">
                  <c:v>2.59</c:v>
                </c:pt>
                <c:pt idx="2">
                  <c:v>3.51</c:v>
                </c:pt>
                <c:pt idx="3">
                  <c:v>3.42</c:v>
                </c:pt>
                <c:pt idx="4">
                  <c:v>3</c:v>
                </c:pt>
                <c:pt idx="5">
                  <c:v>3.16</c:v>
                </c:pt>
                <c:pt idx="6">
                  <c:v>3.58</c:v>
                </c:pt>
                <c:pt idx="7">
                  <c:v>3.24</c:v>
                </c:pt>
                <c:pt idx="8">
                  <c:v>2.75</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majorGridlines>
          <c:spPr>
            <a:ln w="9525" cap="flat">
              <a:solidFill>
                <a:srgbClr val="D9D9D9"/>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2.43</c:v>
                </c:pt>
                <c:pt idx="1">
                  <c:v>2.59</c:v>
                </c:pt>
                <c:pt idx="2">
                  <c:v>3.51</c:v>
                </c:pt>
                <c:pt idx="3">
                  <c:v>3.42</c:v>
                </c:pt>
                <c:pt idx="4">
                  <c:v>3</c:v>
                </c:pt>
                <c:pt idx="5">
                  <c:v>3.16</c:v>
                </c:pt>
                <c:pt idx="6">
                  <c:v>3.58</c:v>
                </c:pt>
                <c:pt idx="7">
                  <c:v>3.24</c:v>
                </c:pt>
                <c:pt idx="8">
                  <c:v>2.75</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2.9</c:v>
                </c:pt>
                <c:pt idx="10">
                  <c:v/>
                </c:pt>
                <c:pt idx="11">
                  <c:v>2.15</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2.26</c:v>
                </c:pt>
                <c:pt idx="1">
                  <c:v>2.03</c:v>
                </c:pt>
                <c:pt idx="2">
                  <c:v>2.88</c:v>
                </c:pt>
                <c:pt idx="3">
                  <c:v>2.98</c:v>
                </c:pt>
                <c:pt idx="4">
                  <c:v>2.92</c:v>
                </c:pt>
                <c:pt idx="5">
                  <c:v>2.63</c:v>
                </c:pt>
                <c:pt idx="6">
                  <c:v>2.79</c:v>
                </c:pt>
                <c:pt idx="7">
                  <c:v>2.65</c:v>
                </c:pt>
                <c:pt idx="8">
                  <c:v>1.64</c:v>
                </c:pt>
                <c:pt idx="9">
                  <c:v/>
                </c:pt>
                <c:pt idx="10">
                  <c:v>1.7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2.26</c:v>
                </c:pt>
                <c:pt idx="1">
                  <c:v>2.03</c:v>
                </c:pt>
                <c:pt idx="2">
                  <c:v>2.88</c:v>
                </c:pt>
                <c:pt idx="3">
                  <c:v>2.98</c:v>
                </c:pt>
                <c:pt idx="4">
                  <c:v>2.92</c:v>
                </c:pt>
                <c:pt idx="5">
                  <c:v>2.63</c:v>
                </c:pt>
                <c:pt idx="6">
                  <c:v>2.79</c:v>
                </c:pt>
                <c:pt idx="7">
                  <c:v>2.65</c:v>
                </c:pt>
                <c:pt idx="8">
                  <c:v>1.64</c:v>
                </c:pt>
                <c:pt idx="9">
                  <c:v>2.9</c:v>
                </c:pt>
                <c:pt idx="10">
                  <c:v>1.7</c:v>
                </c:pt>
                <c:pt idx="11">
                  <c:v>2.15</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420311.04</c:v>
                </c:pt>
                <c:pt idx="1">
                  <c:v>443850.03</c:v>
                </c:pt>
                <c:pt idx="2">
                  <c:v>481215.75</c:v>
                </c:pt>
                <c:pt idx="3">
                  <c:v>565861.32</c:v>
                </c:pt>
                <c:pt idx="4">
                  <c:v>490645.94</c:v>
                </c:pt>
                <c:pt idx="5">
                  <c:v>524829.12</c:v>
                </c:pt>
                <c:pt idx="6">
                  <c:v>566182.44</c:v>
                </c:pt>
                <c:pt idx="7">
                  <c:v>535834.87</c:v>
                </c:pt>
                <c:pt idx="8">
                  <c:v>437745.3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553633.61</c:v>
                </c:pt>
                <c:pt idx="1">
                  <c:v>608333.29</c:v>
                </c:pt>
                <c:pt idx="2">
                  <c:v>625121.69</c:v>
                </c:pt>
                <c:pt idx="3">
                  <c:v>667375.92</c:v>
                </c:pt>
                <c:pt idx="4">
                  <c:v>600165.72</c:v>
                </c:pt>
                <c:pt idx="5">
                  <c:v>599891.5</c:v>
                </c:pt>
                <c:pt idx="6">
                  <c:v>691962.43</c:v>
                </c:pt>
                <c:pt idx="7">
                  <c:v>639472.55</c:v>
                </c:pt>
                <c:pt idx="8">
                  <c:v>605568.27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13694.5412000001"/>
          <c:min val="398578.92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255579.1</c:v>
                </c:pt>
                <c:pt idx="1">
                  <c:v>228168.27</c:v>
                </c:pt>
                <c:pt idx="2">
                  <c:v>205339.01</c:v>
                </c:pt>
                <c:pt idx="3">
                  <c:v>258930.11</c:v>
                </c:pt>
                <c:pt idx="4">
                  <c:v>356753.68</c:v>
                </c:pt>
                <c:pt idx="5">
                  <c:v>297535.47</c:v>
                </c:pt>
                <c:pt idx="6">
                  <c:v>328532.84</c:v>
                </c:pt>
                <c:pt idx="7">
                  <c:v>355085.85</c:v>
                </c:pt>
                <c:pt idx="8">
                  <c:v>260044.02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498948.03</c:v>
                </c:pt>
                <c:pt idx="1">
                  <c:v>427496.06</c:v>
                </c:pt>
                <c:pt idx="2">
                  <c:v>390054.7</c:v>
                </c:pt>
                <c:pt idx="3">
                  <c:v>404876.48</c:v>
                </c:pt>
                <c:pt idx="4">
                  <c:v>355183.56</c:v>
                </c:pt>
                <c:pt idx="5">
                  <c:v>295898.63</c:v>
                </c:pt>
                <c:pt idx="6">
                  <c:v>412806.33</c:v>
                </c:pt>
                <c:pt idx="7">
                  <c:v>320824.74</c:v>
                </c:pt>
                <c:pt idx="8">
                  <c:v>289173.41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2436.7516"/>
          <c:min val="181850.288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450275.31</c:v>
                </c:pt>
                <c:pt idx="1">
                  <c:v>421950.15</c:v>
                </c:pt>
                <c:pt idx="2">
                  <c:v>561761.94</c:v>
                </c:pt>
                <c:pt idx="3">
                  <c:v>443687.47</c:v>
                </c:pt>
                <c:pt idx="4">
                  <c:v>531557.8</c:v>
                </c:pt>
                <c:pt idx="5">
                  <c:v>468094.37</c:v>
                </c:pt>
                <c:pt idx="6">
                  <c:v>419038.53</c:v>
                </c:pt>
                <c:pt idx="7">
                  <c:v>442095.45</c:v>
                </c:pt>
                <c:pt idx="8">
                  <c:v>318567.12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416148.62</c:v>
                </c:pt>
                <c:pt idx="1">
                  <c:v>327970.12</c:v>
                </c:pt>
                <c:pt idx="2">
                  <c:v>568605.45</c:v>
                </c:pt>
                <c:pt idx="3">
                  <c:v>513625.8</c:v>
                </c:pt>
                <c:pt idx="4">
                  <c:v>529901.62</c:v>
                </c:pt>
                <c:pt idx="5">
                  <c:v>618599.04</c:v>
                </c:pt>
                <c:pt idx="6">
                  <c:v>599612.12</c:v>
                </c:pt>
                <c:pt idx="7">
                  <c:v>497375.1</c:v>
                </c:pt>
                <c:pt idx="8">
                  <c:v>471532.6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2601.5936"/>
          <c:min val="294564.56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17589.42</c:v>
                </c:pt>
                <c:pt idx="1">
                  <c:v>35525.65</c:v>
                </c:pt>
                <c:pt idx="2">
                  <c:v>19584.51</c:v>
                </c:pt>
                <c:pt idx="3">
                  <c:v>52854.74</c:v>
                </c:pt>
                <c:pt idx="4">
                  <c:v>59597.54</c:v>
                </c:pt>
                <c:pt idx="5">
                  <c:v>50019.62</c:v>
                </c:pt>
                <c:pt idx="6">
                  <c:v>48650.8</c:v>
                </c:pt>
                <c:pt idx="7">
                  <c:v>42561.33</c:v>
                </c:pt>
                <c:pt idx="8">
                  <c:v>29640.6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48576.86</c:v>
                </c:pt>
                <c:pt idx="1">
                  <c:v>83209.45</c:v>
                </c:pt>
                <c:pt idx="2">
                  <c:v>80953.47</c:v>
                </c:pt>
                <c:pt idx="3">
                  <c:v>115975.73</c:v>
                </c:pt>
                <c:pt idx="4">
                  <c:v>93331.13</c:v>
                </c:pt>
                <c:pt idx="5">
                  <c:v>81497.9</c:v>
                </c:pt>
                <c:pt idx="6">
                  <c:v>95432.62</c:v>
                </c:pt>
                <c:pt idx="7">
                  <c:v>74389.37</c:v>
                </c:pt>
                <c:pt idx="8">
                  <c:v>59261.43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846.6348"/>
          <c:min val="9718.5151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-32541.88</c:v>
                </c:pt>
                <c:pt idx="1">
                  <c:v>-39371.54</c:v>
                </c:pt>
                <c:pt idx="2">
                  <c:v>-15968.48</c:v>
                </c:pt>
                <c:pt idx="3">
                  <c:v>-36489.05</c:v>
                </c:pt>
                <c:pt idx="4">
                  <c:v>-30268.56</c:v>
                </c:pt>
                <c:pt idx="5">
                  <c:v>-65947.82</c:v>
                </c:pt>
                <c:pt idx="6">
                  <c:v>-62537.18</c:v>
                </c:pt>
                <c:pt idx="7">
                  <c:v>-42445.23</c:v>
                </c:pt>
                <c:pt idx="8">
                  <c:v>-87703.46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-25134.32</c:v>
                </c:pt>
                <c:pt idx="1">
                  <c:v>-18928.46</c:v>
                </c:pt>
                <c:pt idx="2">
                  <c:v>-1794.83</c:v>
                </c:pt>
                <c:pt idx="3">
                  <c:v>-11749.32</c:v>
                </c:pt>
                <c:pt idx="4">
                  <c:v>-24257.93</c:v>
                </c:pt>
                <c:pt idx="5">
                  <c:v>-25293.4</c:v>
                </c:pt>
                <c:pt idx="6">
                  <c:v>8767.79</c:v>
                </c:pt>
                <c:pt idx="7">
                  <c:v>13670.42</c:v>
                </c:pt>
                <c:pt idx="8">
                  <c:v>18628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134.5168"/>
          <c:min val="-96209.97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77073.67</c:v>
                </c:pt>
                <c:pt idx="1">
                  <c:v>92099.54</c:v>
                </c:pt>
                <c:pt idx="2">
                  <c:v>101048.2</c:v>
                </c:pt>
                <c:pt idx="3">
                  <c:v>91691.08</c:v>
                </c:pt>
                <c:pt idx="4">
                  <c:v>160169.22</c:v>
                </c:pt>
                <c:pt idx="5">
                  <c:v>156997.96</c:v>
                </c:pt>
                <c:pt idx="6">
                  <c:v>195935.67</c:v>
                </c:pt>
                <c:pt idx="7">
                  <c:v>188134.48</c:v>
                </c:pt>
                <c:pt idx="8">
                  <c:v>122728.94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121150.3</c:v>
                </c:pt>
                <c:pt idx="1">
                  <c:v>72302.37</c:v>
                </c:pt>
                <c:pt idx="2">
                  <c:v>81362.06</c:v>
                </c:pt>
                <c:pt idx="3">
                  <c:v>116810.07</c:v>
                </c:pt>
                <c:pt idx="4">
                  <c:v>126484.37</c:v>
                </c:pt>
                <c:pt idx="5">
                  <c:v>105855.38</c:v>
                </c:pt>
                <c:pt idx="6">
                  <c:v>118014.29</c:v>
                </c:pt>
                <c:pt idx="7">
                  <c:v>82291.05</c:v>
                </c:pt>
                <c:pt idx="8">
                  <c:v>62780.89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588.05240000002"/>
          <c:min val="52128.50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55703.02</c:v>
                </c:pt>
                <c:pt idx="1">
                  <c:v>42892.19</c:v>
                </c:pt>
                <c:pt idx="2">
                  <c:v>185253.56</c:v>
                </c:pt>
                <c:pt idx="3">
                  <c:v>204317.42</c:v>
                </c:pt>
                <c:pt idx="4">
                  <c:v>118792.69</c:v>
                </c:pt>
                <c:pt idx="5">
                  <c:v>114030.87</c:v>
                </c:pt>
                <c:pt idx="6">
                  <c:v>146466.73</c:v>
                </c:pt>
                <c:pt idx="7">
                  <c:v>142291.26</c:v>
                </c:pt>
                <c:pt idx="8">
                  <c:v>93156.07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-21041.08</c:v>
                </c:pt>
                <c:pt idx="1">
                  <c:v>64465.27</c:v>
                </c:pt>
                <c:pt idx="2">
                  <c:v>136919.07</c:v>
                </c:pt>
                <c:pt idx="3">
                  <c:v>123213.89</c:v>
                </c:pt>
                <c:pt idx="4">
                  <c:v>73519.73</c:v>
                </c:pt>
                <c:pt idx="5">
                  <c:v>137496.64</c:v>
                </c:pt>
                <c:pt idx="6">
                  <c:v>181851.9</c:v>
                </c:pt>
                <c:pt idx="7">
                  <c:v>92517.45</c:v>
                </c:pt>
                <c:pt idx="8">
                  <c:v>34879.4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46.1"/>
          <c:min val="-39069.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80976.61</c:v>
                </c:pt>
                <c:pt idx="1">
                  <c:v>52092.09</c:v>
                </c:pt>
                <c:pt idx="2">
                  <c:v>113452.64</c:v>
                </c:pt>
                <c:pt idx="3">
                  <c:v>95194.01</c:v>
                </c:pt>
                <c:pt idx="4">
                  <c:v>78321.3</c:v>
                </c:pt>
                <c:pt idx="5">
                  <c:v>101763.43</c:v>
                </c:pt>
                <c:pt idx="6">
                  <c:v>85370.55</c:v>
                </c:pt>
                <c:pt idx="7">
                  <c:v>62712.59</c:v>
                </c:pt>
                <c:pt idx="8">
                  <c:v>70875.08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38432.31</c:v>
                </c:pt>
                <c:pt idx="1">
                  <c:v>17846.53</c:v>
                </c:pt>
                <c:pt idx="2">
                  <c:v>72981.94</c:v>
                </c:pt>
                <c:pt idx="3">
                  <c:v>61396.62</c:v>
                </c:pt>
                <c:pt idx="4">
                  <c:v>43998.15</c:v>
                </c:pt>
                <c:pt idx="5">
                  <c:v>56554.72</c:v>
                </c:pt>
                <c:pt idx="6">
                  <c:v>73289.44</c:v>
                </c:pt>
                <c:pt idx="7">
                  <c:v>109514.2</c:v>
                </c:pt>
                <c:pt idx="8">
                  <c:v>99458.85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1101.1288"/>
          <c:min val="10198.04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11779.22</c:v>
                </c:pt>
                <c:pt idx="1">
                  <c:v>-5066.73</c:v>
                </c:pt>
                <c:pt idx="2">
                  <c:v>-1793.58</c:v>
                </c:pt>
                <c:pt idx="3">
                  <c:v>19736.6</c:v>
                </c:pt>
                <c:pt idx="4">
                  <c:v>1278.94</c:v>
                </c:pt>
                <c:pt idx="5">
                  <c:v>186.48999999999</c:v>
                </c:pt>
                <c:pt idx="6">
                  <c:v>-8854.69</c:v>
                </c:pt>
                <c:pt idx="7">
                  <c:v>3606.24</c:v>
                </c:pt>
                <c:pt idx="8">
                  <c:v>-9184.38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-3189.55</c:v>
                </c:pt>
                <c:pt idx="1">
                  <c:v>-22237.25</c:v>
                </c:pt>
                <c:pt idx="2">
                  <c:v>-4203.13</c:v>
                </c:pt>
                <c:pt idx="3">
                  <c:v>-7805.55</c:v>
                </c:pt>
                <c:pt idx="4">
                  <c:v>-37733.95</c:v>
                </c:pt>
                <c:pt idx="5">
                  <c:v>-2784.64</c:v>
                </c:pt>
                <c:pt idx="6">
                  <c:v>-11296.39</c:v>
                </c:pt>
                <c:pt idx="7">
                  <c:v>-41449.98</c:v>
                </c:pt>
                <c:pt idx="8">
                  <c:v>-17585.2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631.5264"/>
          <c:min val="-46344.9064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10085.66</c:v>
                </c:pt>
                <c:pt idx="1">
                  <c:v>25784.56</c:v>
                </c:pt>
                <c:pt idx="2">
                  <c:v>30502.7</c:v>
                </c:pt>
                <c:pt idx="3">
                  <c:v>21383.29</c:v>
                </c:pt>
                <c:pt idx="4">
                  <c:v>29102.34</c:v>
                </c:pt>
                <c:pt idx="5">
                  <c:v>24403.39</c:v>
                </c:pt>
                <c:pt idx="6">
                  <c:v>33878.51</c:v>
                </c:pt>
                <c:pt idx="7">
                  <c:v>15819.91</c:v>
                </c:pt>
                <c:pt idx="8">
                  <c:v>6336.05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-3752.42</c:v>
                </c:pt>
                <c:pt idx="1">
                  <c:v>-3270.05</c:v>
                </c:pt>
                <c:pt idx="2">
                  <c:v>-1165.61</c:v>
                </c:pt>
                <c:pt idx="3">
                  <c:v>14392.76</c:v>
                </c:pt>
                <c:pt idx="4">
                  <c:v>14497.02</c:v>
                </c:pt>
                <c:pt idx="5">
                  <c:v>12321.7</c:v>
                </c:pt>
                <c:pt idx="6">
                  <c:v>33878.7</c:v>
                </c:pt>
                <c:pt idx="7">
                  <c:v>3858.83</c:v>
                </c:pt>
                <c:pt idx="8">
                  <c:v>1067.26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889.1896"/>
          <c:min val="-6762.9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437574.73</c:v>
                </c:pt>
                <c:pt idx="1">
                  <c:v>437574.73</c:v>
                </c:pt>
                <c:pt idx="2">
                  <c:v>437574.73</c:v>
                </c:pt>
                <c:pt idx="3">
                  <c:v>437574.73</c:v>
                </c:pt>
                <c:pt idx="4">
                  <c:v>437574.73</c:v>
                </c:pt>
                <c:pt idx="5">
                  <c:v>437574.73</c:v>
                </c:pt>
                <c:pt idx="6">
                  <c:v>437574.73</c:v>
                </c:pt>
                <c:pt idx="7">
                  <c:v>437574.73</c:v>
                </c:pt>
                <c:pt idx="8">
                  <c:v>437574.73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1849.3536"/>
          <c:min val="304719.80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416148.62</c:v>
                </c:pt>
                <c:pt idx="1">
                  <c:v>327970.12</c:v>
                </c:pt>
                <c:pt idx="2">
                  <c:v>568605.45</c:v>
                </c:pt>
                <c:pt idx="3">
                  <c:v>513625.8</c:v>
                </c:pt>
                <c:pt idx="4">
                  <c:v>529901.62</c:v>
                </c:pt>
                <c:pt idx="5">
                  <c:v>618599.04</c:v>
                </c:pt>
                <c:pt idx="6">
                  <c:v>599612.12</c:v>
                </c:pt>
                <c:pt idx="7">
                  <c:v>497375.1</c:v>
                </c:pt>
                <c:pt idx="8">
                  <c:v>471532.6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1849.3536"/>
          <c:min val="304719.80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61295.403333333335</c:v>
                </c:pt>
                <c:pt idx="1">
                  <c:v>61295.403333333335</c:v>
                </c:pt>
                <c:pt idx="2">
                  <c:v>61295.403333333335</c:v>
                </c:pt>
                <c:pt idx="3">
                  <c:v>61295.403333333335</c:v>
                </c:pt>
                <c:pt idx="4">
                  <c:v>61295.403333333335</c:v>
                </c:pt>
                <c:pt idx="5">
                  <c:v>61295.403333333335</c:v>
                </c:pt>
                <c:pt idx="6">
                  <c:v>61295.403333333335</c:v>
                </c:pt>
                <c:pt idx="7">
                  <c:v>61295.403333333335</c:v>
                </c:pt>
                <c:pt idx="8">
                  <c:v>61295.403333333335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486.6276"/>
          <c:min val="35818.15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45312.53</c:v>
                </c:pt>
                <c:pt idx="1">
                  <c:v>62279.61</c:v>
                </c:pt>
                <c:pt idx="2">
                  <c:v>76294.07</c:v>
                </c:pt>
                <c:pt idx="3">
                  <c:v>101804.04</c:v>
                </c:pt>
                <c:pt idx="4">
                  <c:v>66569.66</c:v>
                </c:pt>
                <c:pt idx="5">
                  <c:v>73044.97</c:v>
                </c:pt>
                <c:pt idx="6">
                  <c:v>163992.25</c:v>
                </c:pt>
                <c:pt idx="7">
                  <c:v>135186.96</c:v>
                </c:pt>
                <c:pt idx="8">
                  <c:v>66862.41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486.6276"/>
          <c:min val="35818.15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217765.1433333333</c:v>
                </c:pt>
                <c:pt idx="1">
                  <c:v>217765.1433333333</c:v>
                </c:pt>
                <c:pt idx="2">
                  <c:v>217765.1433333333</c:v>
                </c:pt>
                <c:pt idx="3">
                  <c:v>217765.1433333333</c:v>
                </c:pt>
                <c:pt idx="4">
                  <c:v>217765.1433333333</c:v>
                </c:pt>
                <c:pt idx="5">
                  <c:v>217765.1433333333</c:v>
                </c:pt>
                <c:pt idx="6">
                  <c:v>217765.1433333333</c:v>
                </c:pt>
                <c:pt idx="7">
                  <c:v>217765.1433333333</c:v>
                </c:pt>
                <c:pt idx="8">
                  <c:v>217765.1433333333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508.28479999996"/>
          <c:min val="171635.6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180454.42</c:v>
                </c:pt>
                <c:pt idx="1">
                  <c:v>215415.4</c:v>
                </c:pt>
                <c:pt idx="2">
                  <c:v>257425.61</c:v>
                </c:pt>
                <c:pt idx="3">
                  <c:v>227801.37</c:v>
                </c:pt>
                <c:pt idx="4">
                  <c:v>273946.79</c:v>
                </c:pt>
                <c:pt idx="5">
                  <c:v>290689.48</c:v>
                </c:pt>
                <c:pt idx="6">
                  <c:v>255919.96</c:v>
                </c:pt>
                <c:pt idx="7">
                  <c:v>288607.42</c:v>
                </c:pt>
                <c:pt idx="8">
                  <c:v>270576.38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508.28479999996"/>
          <c:min val="171635.6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43086.926666666666</c:v>
                </c:pt>
                <c:pt idx="1">
                  <c:v>43086.926666666666</c:v>
                </c:pt>
                <c:pt idx="2">
                  <c:v>43086.926666666666</c:v>
                </c:pt>
                <c:pt idx="3">
                  <c:v>43086.926666666666</c:v>
                </c:pt>
                <c:pt idx="4">
                  <c:v>43086.926666666666</c:v>
                </c:pt>
                <c:pt idx="5">
                  <c:v>43086.926666666666</c:v>
                </c:pt>
                <c:pt idx="6">
                  <c:v>43086.926666666666</c:v>
                </c:pt>
                <c:pt idx="7">
                  <c:v>43086.926666666666</c:v>
                </c:pt>
                <c:pt idx="8">
                  <c:v>43086.926666666666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6847.6136"/>
          <c:min val="10513.1163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38432.31</c:v>
                </c:pt>
                <c:pt idx="1">
                  <c:v>17846.53</c:v>
                </c:pt>
                <c:pt idx="2">
                  <c:v>72981.94</c:v>
                </c:pt>
                <c:pt idx="3">
                  <c:v>61396.62</c:v>
                </c:pt>
                <c:pt idx="4">
                  <c:v>43998.15</c:v>
                </c:pt>
                <c:pt idx="5">
                  <c:v>56554.72</c:v>
                </c:pt>
                <c:pt idx="6">
                  <c:v>73289.44</c:v>
                </c:pt>
                <c:pt idx="7">
                  <c:v>109514.2</c:v>
                </c:pt>
                <c:pt idx="8">
                  <c:v>99458.85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6847.6136"/>
          <c:min val="10513.1163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595696.1966666667</c:v>
                </c:pt>
                <c:pt idx="1">
                  <c:v>595696.1966666667</c:v>
                </c:pt>
                <c:pt idx="2">
                  <c:v>595696.1966666667</c:v>
                </c:pt>
                <c:pt idx="3">
                  <c:v>595696.1966666667</c:v>
                </c:pt>
                <c:pt idx="4">
                  <c:v>595696.1966666667</c:v>
                </c:pt>
                <c:pt idx="5">
                  <c:v>595696.1966666667</c:v>
                </c:pt>
                <c:pt idx="6">
                  <c:v>595696.1966666667</c:v>
                </c:pt>
                <c:pt idx="7">
                  <c:v>595696.1966666667</c:v>
                </c:pt>
                <c:pt idx="8">
                  <c:v>595696.1966666667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3028.7356"/>
          <c:min val="542567.3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553633.61</c:v>
                </c:pt>
                <c:pt idx="1">
                  <c:v>608333.29</c:v>
                </c:pt>
                <c:pt idx="2">
                  <c:v>625121.69</c:v>
                </c:pt>
                <c:pt idx="3">
                  <c:v>667375.92</c:v>
                </c:pt>
                <c:pt idx="4">
                  <c:v>600165.72</c:v>
                </c:pt>
                <c:pt idx="5">
                  <c:v>599891.5</c:v>
                </c:pt>
                <c:pt idx="6">
                  <c:v>691962.43</c:v>
                </c:pt>
                <c:pt idx="7">
                  <c:v>639472.55</c:v>
                </c:pt>
                <c:pt idx="8">
                  <c:v>605568.27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3028.7356"/>
          <c:min val="542567.3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2.15</c:v>
                </c:pt>
                <c:pt idx="1">
                  <c:v>1.94</c:v>
                </c:pt>
                <c:pt idx="2">
                  <c:v>2.46</c:v>
                </c:pt>
                <c:pt idx="3">
                  <c:v>2.72</c:v>
                </c:pt>
                <c:pt idx="4">
                  <c:v>2.16</c:v>
                </c:pt>
                <c:pt idx="5">
                  <c:v>2.66</c:v>
                </c:pt>
                <c:pt idx="6">
                  <c:v>3.14</c:v>
                </c:pt>
                <c:pt idx="7">
                  <c:v>2.75</c:v>
                </c:pt>
                <c:pt idx="8">
                  <c:v>2.78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majorGridlines>
          <c:spPr>
            <a:ln w="9525" cap="flat">
              <a:solidFill>
                <a:srgbClr val="D9D9D9"/>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2.46</c:v>
                </c:pt>
                <c:pt idx="3">
                  <c:v>2.72</c:v>
                </c:pt>
                <c:pt idx="4">
                  <c:v/>
                </c:pt>
                <c:pt idx="5">
                  <c:v>2.66</c:v>
                </c:pt>
                <c:pt idx="6">
                  <c:v>3.14</c:v>
                </c:pt>
                <c:pt idx="7">
                  <c:v>2.75</c:v>
                </c:pt>
                <c:pt idx="8">
                  <c:v>2.78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2.15</c:v>
                </c:pt>
                <c:pt idx="1">
                  <c:v>1.94</c:v>
                </c:pt>
                <c:pt idx="2">
                  <c:v/>
                </c:pt>
                <c:pt idx="3">
                  <c:v/>
                </c:pt>
                <c:pt idx="4">
                  <c:v>2.16</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2.79</c:v>
                </c:pt>
                <c:pt idx="1">
                  <c:v>2.37</c:v>
                </c:pt>
                <c:pt idx="2">
                  <c:v/>
                </c:pt>
                <c:pt idx="3">
                  <c:v/>
                </c:pt>
                <c:pt idx="4">
                  <c:v>2.45</c:v>
                </c:pt>
                <c:pt idx="5">
                  <c:v/>
                </c:pt>
                <c:pt idx="6">
                  <c:v/>
                </c:pt>
                <c:pt idx="7">
                  <c:v/>
                </c:pt>
                <c:pt idx="8">
                  <c:v/>
                </c:pt>
                <c:pt idx="9">
                  <c:v>3.21</c:v>
                </c:pt>
                <c:pt idx="10">
                  <c:v/>
                </c:pt>
                <c:pt idx="11">
                  <c:v>2.16</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2.31</c:v>
                </c:pt>
                <c:pt idx="3">
                  <c:v>2.58</c:v>
                </c:pt>
                <c:pt idx="4">
                  <c:v/>
                </c:pt>
                <c:pt idx="5">
                  <c:v>2.59</c:v>
                </c:pt>
                <c:pt idx="6">
                  <c:v>2.77</c:v>
                </c:pt>
                <c:pt idx="7">
                  <c:v>2.43</c:v>
                </c:pt>
                <c:pt idx="8">
                  <c:v>2.28</c:v>
                </c:pt>
                <c:pt idx="9">
                  <c:v/>
                </c:pt>
                <c:pt idx="10">
                  <c:v>1.97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2.79</c:v>
                </c:pt>
                <c:pt idx="1">
                  <c:v>2.37</c:v>
                </c:pt>
                <c:pt idx="2">
                  <c:v>2.31</c:v>
                </c:pt>
                <c:pt idx="3">
                  <c:v>2.58</c:v>
                </c:pt>
                <c:pt idx="4">
                  <c:v>2.45</c:v>
                </c:pt>
                <c:pt idx="5">
                  <c:v>2.59</c:v>
                </c:pt>
                <c:pt idx="6">
                  <c:v>2.77</c:v>
                </c:pt>
                <c:pt idx="7">
                  <c:v>2.43</c:v>
                </c:pt>
                <c:pt idx="8">
                  <c:v>2.28</c:v>
                </c:pt>
                <c:pt idx="9">
                  <c:v>3.21</c:v>
                </c:pt>
                <c:pt idx="10">
                  <c:v>1.97</c:v>
                </c:pt>
                <c:pt idx="11">
                  <c:v>2.16</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123215.66</c:v>
                </c:pt>
                <c:pt idx="1">
                  <c:v>110010.36</c:v>
                </c:pt>
                <c:pt idx="2">
                  <c:v>96829.34</c:v>
                </c:pt>
                <c:pt idx="3">
                  <c:v>95331.84</c:v>
                </c:pt>
                <c:pt idx="4">
                  <c:v>110877.46</c:v>
                </c:pt>
                <c:pt idx="5">
                  <c:v>102619.21</c:v>
                </c:pt>
                <c:pt idx="6">
                  <c:v>90650.85</c:v>
                </c:pt>
                <c:pt idx="7">
                  <c:v>85532.76</c:v>
                </c:pt>
                <c:pt idx="8">
                  <c:v>100726.47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148016.81</c:v>
                </c:pt>
                <c:pt idx="1">
                  <c:v>159327.37</c:v>
                </c:pt>
                <c:pt idx="2">
                  <c:v>128970.55</c:v>
                </c:pt>
                <c:pt idx="3">
                  <c:v>179906.37</c:v>
                </c:pt>
                <c:pt idx="4">
                  <c:v>145330.98</c:v>
                </c:pt>
                <c:pt idx="5">
                  <c:v>138184.45</c:v>
                </c:pt>
                <c:pt idx="6">
                  <c:v>173029.51</c:v>
                </c:pt>
                <c:pt idx="7">
                  <c:v>147169.38</c:v>
                </c:pt>
                <c:pt idx="8">
                  <c:v>152825.04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456.2588"/>
          <c:min val="77982.8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252903.37</c:v>
                </c:pt>
                <c:pt idx="1">
                  <c:v>223193.9</c:v>
                </c:pt>
                <c:pt idx="2">
                  <c:v>179482.82</c:v>
                </c:pt>
                <c:pt idx="3">
                  <c:v>217918.37</c:v>
                </c:pt>
                <c:pt idx="4">
                  <c:v>195605.65</c:v>
                </c:pt>
                <c:pt idx="5">
                  <c:v>237974.66</c:v>
                </c:pt>
                <c:pt idx="6">
                  <c:v>296747.55</c:v>
                </c:pt>
                <c:pt idx="7">
                  <c:v>190269.24</c:v>
                </c:pt>
                <c:pt idx="8">
                  <c:v>153857.55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192210.48</c:v>
                </c:pt>
                <c:pt idx="1">
                  <c:v>178646.09</c:v>
                </c:pt>
                <c:pt idx="2">
                  <c:v>228462.83</c:v>
                </c:pt>
                <c:pt idx="3">
                  <c:v>218643.28</c:v>
                </c:pt>
                <c:pt idx="4">
                  <c:v>248224.17</c:v>
                </c:pt>
                <c:pt idx="5">
                  <c:v>308083.82</c:v>
                </c:pt>
                <c:pt idx="6">
                  <c:v>261983.18</c:v>
                </c:pt>
                <c:pt idx="7">
                  <c:v>279538.54</c:v>
                </c:pt>
                <c:pt idx="8">
                  <c:v>322950.41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6477.83879999997"/>
          <c:min val="140330.12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43201.78</c:v>
                </c:pt>
                <c:pt idx="1">
                  <c:v>44815.95</c:v>
                </c:pt>
                <c:pt idx="2">
                  <c:v>55934.55</c:v>
                </c:pt>
                <c:pt idx="3">
                  <c:v>29188.55</c:v>
                </c:pt>
                <c:pt idx="4">
                  <c:v>31503.8</c:v>
                </c:pt>
                <c:pt idx="5">
                  <c:v>20986.14</c:v>
                </c:pt>
                <c:pt idx="6">
                  <c:v>46723.29</c:v>
                </c:pt>
                <c:pt idx="7">
                  <c:v>20430.16</c:v>
                </c:pt>
                <c:pt idx="8">
                  <c:v>14569.03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30131.57</c:v>
                </c:pt>
                <c:pt idx="1">
                  <c:v>40975.9</c:v>
                </c:pt>
                <c:pt idx="2">
                  <c:v>54618.91</c:v>
                </c:pt>
                <c:pt idx="3">
                  <c:v>63568.61</c:v>
                </c:pt>
                <c:pt idx="4">
                  <c:v>51049.48</c:v>
                </c:pt>
                <c:pt idx="5">
                  <c:v>67600.24</c:v>
                </c:pt>
                <c:pt idx="6">
                  <c:v>88176.2</c:v>
                </c:pt>
                <c:pt idx="7">
                  <c:v>61545.37</c:v>
                </c:pt>
                <c:pt idx="8">
                  <c:v>65597.54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4064.7736"/>
          <c:min val="8680.456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134413.76</c:v>
                </c:pt>
                <c:pt idx="1">
                  <c:v>136166.98</c:v>
                </c:pt>
                <c:pt idx="2">
                  <c:v>142112.21</c:v>
                </c:pt>
                <c:pt idx="3">
                  <c:v>113010.98</c:v>
                </c:pt>
                <c:pt idx="4">
                  <c:v>146326.63</c:v>
                </c:pt>
                <c:pt idx="5">
                  <c:v>146038.82</c:v>
                </c:pt>
                <c:pt idx="6">
                  <c:v>191991.01</c:v>
                </c:pt>
                <c:pt idx="7">
                  <c:v>187453.94</c:v>
                </c:pt>
                <c:pt idx="8">
                  <c:v>131852.86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157224.41</c:v>
                </c:pt>
                <c:pt idx="1">
                  <c:v>102566.59</c:v>
                </c:pt>
                <c:pt idx="2">
                  <c:v>185045.24</c:v>
                </c:pt>
                <c:pt idx="3">
                  <c:v>139131.5</c:v>
                </c:pt>
                <c:pt idx="4">
                  <c:v>149729.75</c:v>
                </c:pt>
                <c:pt idx="5">
                  <c:v>194804.38</c:v>
                </c:pt>
                <c:pt idx="6">
                  <c:v>225767.55</c:v>
                </c:pt>
                <c:pt idx="7">
                  <c:v>194766.05</c:v>
                </c:pt>
                <c:pt idx="8">
                  <c:v>186236.46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623.6268"/>
          <c:min val="92710.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55321.72</c:v>
                </c:pt>
                <c:pt idx="1">
                  <c:v>54548.56</c:v>
                </c:pt>
                <c:pt idx="2">
                  <c:v>47454.96</c:v>
                </c:pt>
                <c:pt idx="3">
                  <c:v>92027.64</c:v>
                </c:pt>
                <c:pt idx="4">
                  <c:v>63683.07</c:v>
                </c:pt>
                <c:pt idx="5">
                  <c:v>68067.68</c:v>
                </c:pt>
                <c:pt idx="6">
                  <c:v>75466.91</c:v>
                </c:pt>
                <c:pt idx="7">
                  <c:v>72641.58</c:v>
                </c:pt>
                <c:pt idx="8">
                  <c:v>62078.61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76050.03</c:v>
                </c:pt>
                <c:pt idx="1">
                  <c:v>73273.59</c:v>
                </c:pt>
                <c:pt idx="2">
                  <c:v>81634.74</c:v>
                </c:pt>
                <c:pt idx="3">
                  <c:v>94249.5</c:v>
                </c:pt>
                <c:pt idx="4">
                  <c:v>67981.64</c:v>
                </c:pt>
                <c:pt idx="5">
                  <c:v>108381.83</c:v>
                </c:pt>
                <c:pt idx="6">
                  <c:v>109246.03</c:v>
                </c:pt>
                <c:pt idx="7">
                  <c:v>81026.75</c:v>
                </c:pt>
                <c:pt idx="8">
                  <c:v>79296.99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4189.3156"/>
          <c:min val="42511.6743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189947.72</c:v>
                </c:pt>
                <c:pt idx="1">
                  <c:v>162230.85</c:v>
                </c:pt>
                <c:pt idx="2">
                  <c:v>178323.25</c:v>
                </c:pt>
                <c:pt idx="3">
                  <c:v>208646.79</c:v>
                </c:pt>
                <c:pt idx="4">
                  <c:v>256912.26</c:v>
                </c:pt>
                <c:pt idx="5">
                  <c:v>180726.7</c:v>
                </c:pt>
                <c:pt idx="6">
                  <c:v>201546.97</c:v>
                </c:pt>
                <c:pt idx="7">
                  <c:v>197732.03</c:v>
                </c:pt>
                <c:pt idx="8">
                  <c:v>231336.45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142896.78</c:v>
                </c:pt>
                <c:pt idx="1">
                  <c:v>92107.51</c:v>
                </c:pt>
                <c:pt idx="2">
                  <c:v>127753.03</c:v>
                </c:pt>
                <c:pt idx="3">
                  <c:v>216989.45</c:v>
                </c:pt>
                <c:pt idx="4">
                  <c:v>141674.57</c:v>
                </c:pt>
                <c:pt idx="5">
                  <c:v>149404.88</c:v>
                </c:pt>
                <c:pt idx="6">
                  <c:v>225880.72</c:v>
                </c:pt>
                <c:pt idx="7">
                  <c:v>152011.84</c:v>
                </c:pt>
                <c:pt idx="8">
                  <c:v>194426.91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0096.64"/>
          <c:min val="78923.12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235100.17</c:v>
                </c:pt>
                <c:pt idx="1">
                  <c:v>223369.51</c:v>
                </c:pt>
                <c:pt idx="2">
                  <c:v>198683.97</c:v>
                </c:pt>
                <c:pt idx="3">
                  <c:v>203999.16</c:v>
                </c:pt>
                <c:pt idx="4">
                  <c:v>193727.9</c:v>
                </c:pt>
                <c:pt idx="5">
                  <c:v>214511.09</c:v>
                </c:pt>
                <c:pt idx="6">
                  <c:v>266254.12</c:v>
                </c:pt>
                <c:pt idx="7">
                  <c:v>224751.57</c:v>
                </c:pt>
                <c:pt idx="8">
                  <c:v>219517.46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154695.8</c:v>
                </c:pt>
                <c:pt idx="1">
                  <c:v>211049.3</c:v>
                </c:pt>
                <c:pt idx="2">
                  <c:v>233643.92</c:v>
                </c:pt>
                <c:pt idx="3">
                  <c:v>196463.73</c:v>
                </c:pt>
                <c:pt idx="4">
                  <c:v>176540.16</c:v>
                </c:pt>
                <c:pt idx="5">
                  <c:v>176088.02</c:v>
                </c:pt>
                <c:pt idx="6">
                  <c:v>194226.98</c:v>
                </c:pt>
                <c:pt idx="7">
                  <c:v>220020.33</c:v>
                </c:pt>
                <c:pt idx="8">
                  <c:v>171512.83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5178.7856"/>
          <c:min val="145771.1343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125680</c:v>
                </c:pt>
                <c:pt idx="1">
                  <c:v>107016.81</c:v>
                </c:pt>
                <c:pt idx="2">
                  <c:v>117943.74</c:v>
                </c:pt>
                <c:pt idx="3">
                  <c:v>96609.31</c:v>
                </c:pt>
                <c:pt idx="4">
                  <c:v>101029.54</c:v>
                </c:pt>
                <c:pt idx="5">
                  <c:v>58681.66</c:v>
                </c:pt>
                <c:pt idx="6">
                  <c:v>112248.66</c:v>
                </c:pt>
                <c:pt idx="7">
                  <c:v>43704.85</c:v>
                </c:pt>
                <c:pt idx="8">
                  <c:v>48775.59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56609.46</c:v>
                </c:pt>
                <c:pt idx="1">
                  <c:v>55714.53</c:v>
                </c:pt>
                <c:pt idx="2">
                  <c:v>60023.65</c:v>
                </c:pt>
                <c:pt idx="3">
                  <c:v>56589.33</c:v>
                </c:pt>
                <c:pt idx="4">
                  <c:v>48530.9</c:v>
                </c:pt>
                <c:pt idx="5">
                  <c:v>61490.04</c:v>
                </c:pt>
                <c:pt idx="6">
                  <c:v>101592.87</c:v>
                </c:pt>
                <c:pt idx="7">
                  <c:v>64314.52</c:v>
                </c:pt>
                <c:pt idx="8">
                  <c:v>63921.71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2238.012"/>
          <c:min val="37146.8379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120336.79</c:v>
                </c:pt>
                <c:pt idx="1">
                  <c:v>99641.21</c:v>
                </c:pt>
                <c:pt idx="2">
                  <c:v>72810.24</c:v>
                </c:pt>
                <c:pt idx="3">
                  <c:v>115223.2</c:v>
                </c:pt>
                <c:pt idx="4">
                  <c:v>93203.85</c:v>
                </c:pt>
                <c:pt idx="5">
                  <c:v>114670.06</c:v>
                </c:pt>
                <c:pt idx="6">
                  <c:v>108656.19</c:v>
                </c:pt>
                <c:pt idx="7">
                  <c:v>74005.2</c:v>
                </c:pt>
                <c:pt idx="8">
                  <c:v>122291.01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68736.62</c:v>
                </c:pt>
                <c:pt idx="1">
                  <c:v>93035.19</c:v>
                </c:pt>
                <c:pt idx="2">
                  <c:v>83390.54</c:v>
                </c:pt>
                <c:pt idx="3">
                  <c:v>54122</c:v>
                </c:pt>
                <c:pt idx="4">
                  <c:v>75146.85</c:v>
                </c:pt>
                <c:pt idx="5">
                  <c:v>97428.29</c:v>
                </c:pt>
                <c:pt idx="6">
                  <c:v>76205.69</c:v>
                </c:pt>
                <c:pt idx="7">
                  <c:v>82008.78</c:v>
                </c:pt>
                <c:pt idx="8">
                  <c:v>58643.86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7744.5308"/>
          <c:min val="48668.47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67269.28</c:v>
                </c:pt>
                <c:pt idx="1">
                  <c:v>38966.85</c:v>
                </c:pt>
                <c:pt idx="2">
                  <c:v>40788.52</c:v>
                </c:pt>
                <c:pt idx="3">
                  <c:v>48717.99</c:v>
                </c:pt>
                <c:pt idx="4">
                  <c:v>86983.88</c:v>
                </c:pt>
                <c:pt idx="5">
                  <c:v>50432.82</c:v>
                </c:pt>
                <c:pt idx="6">
                  <c:v>58049.4</c:v>
                </c:pt>
                <c:pt idx="7">
                  <c:v>62697.4</c:v>
                </c:pt>
                <c:pt idx="8">
                  <c:v>65157.71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39781.29</c:v>
                </c:pt>
                <c:pt idx="1">
                  <c:v>20862.86</c:v>
                </c:pt>
                <c:pt idx="2">
                  <c:v>34330.16</c:v>
                </c:pt>
                <c:pt idx="3">
                  <c:v>47611.18</c:v>
                </c:pt>
                <c:pt idx="4">
                  <c:v>39832</c:v>
                </c:pt>
                <c:pt idx="5">
                  <c:v>23262.07</c:v>
                </c:pt>
                <c:pt idx="6">
                  <c:v>18770.66</c:v>
                </c:pt>
                <c:pt idx="7">
                  <c:v>41045</c:v>
                </c:pt>
                <c:pt idx="8">
                  <c:v>44226.97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2440.9376"/>
          <c:min val="13313.60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134753.90333333335</c:v>
                </c:pt>
                <c:pt idx="1">
                  <c:v>134753.90333333335</c:v>
                </c:pt>
                <c:pt idx="2">
                  <c:v>134753.90333333335</c:v>
                </c:pt>
                <c:pt idx="3">
                  <c:v>134753.90333333335</c:v>
                </c:pt>
                <c:pt idx="4">
                  <c:v>134753.90333333335</c:v>
                </c:pt>
                <c:pt idx="5">
                  <c:v>134753.90333333335</c:v>
                </c:pt>
                <c:pt idx="6">
                  <c:v>134753.90333333335</c:v>
                </c:pt>
                <c:pt idx="7">
                  <c:v>134753.90333333335</c:v>
                </c:pt>
                <c:pt idx="8">
                  <c:v>134753.90333333335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5273.0812"/>
          <c:min val="37383.0387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132371.69</c:v>
                </c:pt>
                <c:pt idx="1">
                  <c:v>119337.79</c:v>
                </c:pt>
                <c:pt idx="2">
                  <c:v>152552.23</c:v>
                </c:pt>
                <c:pt idx="3">
                  <c:v>185905.84</c:v>
                </c:pt>
                <c:pt idx="4">
                  <c:v>59306.49</c:v>
                </c:pt>
                <c:pt idx="5">
                  <c:v>174179.54</c:v>
                </c:pt>
                <c:pt idx="6">
                  <c:v>333349.63</c:v>
                </c:pt>
                <c:pt idx="7">
                  <c:v>179704.81</c:v>
                </c:pt>
                <c:pt idx="8">
                  <c:v>212928.61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5273.0812"/>
          <c:min val="37383.0387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199773.1333333333</c:v>
                </c:pt>
                <c:pt idx="1">
                  <c:v>199773.1333333333</c:v>
                </c:pt>
                <c:pt idx="2">
                  <c:v>199773.1333333333</c:v>
                </c:pt>
                <c:pt idx="3">
                  <c:v>199773.1333333333</c:v>
                </c:pt>
                <c:pt idx="4">
                  <c:v>199773.1333333333</c:v>
                </c:pt>
                <c:pt idx="5">
                  <c:v>199773.1333333333</c:v>
                </c:pt>
                <c:pt idx="6">
                  <c:v>199773.1333333333</c:v>
                </c:pt>
                <c:pt idx="7">
                  <c:v>199773.1333333333</c:v>
                </c:pt>
                <c:pt idx="8">
                  <c:v>199773.1333333333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494.7556"/>
          <c:min val="167101.7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192210.48</c:v>
                </c:pt>
                <c:pt idx="1">
                  <c:v>178646.09</c:v>
                </c:pt>
                <c:pt idx="2">
                  <c:v>228462.83</c:v>
                </c:pt>
                <c:pt idx="3">
                  <c:v>218643.28</c:v>
                </c:pt>
                <c:pt idx="4">
                  <c:v>248224.17</c:v>
                </c:pt>
                <c:pt idx="5">
                  <c:v>308083.82</c:v>
                </c:pt>
                <c:pt idx="6">
                  <c:v>261983.18</c:v>
                </c:pt>
                <c:pt idx="7">
                  <c:v>279538.54</c:v>
                </c:pt>
                <c:pt idx="8">
                  <c:v>322950.41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494.7556"/>
          <c:min val="167101.7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120919.10666666666</c:v>
                </c:pt>
                <c:pt idx="1">
                  <c:v>120919.10666666666</c:v>
                </c:pt>
                <c:pt idx="2">
                  <c:v>120919.10666666666</c:v>
                </c:pt>
                <c:pt idx="3">
                  <c:v>120919.10666666666</c:v>
                </c:pt>
                <c:pt idx="4">
                  <c:v>120919.10666666666</c:v>
                </c:pt>
                <c:pt idx="5">
                  <c:v>120919.10666666666</c:v>
                </c:pt>
                <c:pt idx="6">
                  <c:v>120919.10666666666</c:v>
                </c:pt>
                <c:pt idx="7">
                  <c:v>120919.10666666666</c:v>
                </c:pt>
                <c:pt idx="8">
                  <c:v>120919.10666666666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582.5768"/>
          <c:min val="81405.65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142896.78</c:v>
                </c:pt>
                <c:pt idx="1">
                  <c:v>92107.51</c:v>
                </c:pt>
                <c:pt idx="2">
                  <c:v>127753.03</c:v>
                </c:pt>
                <c:pt idx="3">
                  <c:v>216989.45</c:v>
                </c:pt>
                <c:pt idx="4">
                  <c:v>141674.57</c:v>
                </c:pt>
                <c:pt idx="5">
                  <c:v>149404.88</c:v>
                </c:pt>
                <c:pt idx="6">
                  <c:v>225880.72</c:v>
                </c:pt>
                <c:pt idx="7">
                  <c:v>152011.84</c:v>
                </c:pt>
                <c:pt idx="8">
                  <c:v>194426.91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582.5768"/>
          <c:min val="81405.65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148278.74666666667</c:v>
                </c:pt>
                <c:pt idx="1">
                  <c:v>148278.74666666667</c:v>
                </c:pt>
                <c:pt idx="2">
                  <c:v>148278.74666666667</c:v>
                </c:pt>
                <c:pt idx="3">
                  <c:v>148278.74666666667</c:v>
                </c:pt>
                <c:pt idx="4">
                  <c:v>148278.74666666667</c:v>
                </c:pt>
                <c:pt idx="5">
                  <c:v>148278.74666666667</c:v>
                </c:pt>
                <c:pt idx="6">
                  <c:v>148278.74666666667</c:v>
                </c:pt>
                <c:pt idx="7">
                  <c:v>148278.74666666667</c:v>
                </c:pt>
                <c:pt idx="8">
                  <c:v>148278.74666666667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623.6268"/>
          <c:min val="92710.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157224.41</c:v>
                </c:pt>
                <c:pt idx="1">
                  <c:v>102566.59</c:v>
                </c:pt>
                <c:pt idx="2">
                  <c:v>185045.24</c:v>
                </c:pt>
                <c:pt idx="3">
                  <c:v>139131.5</c:v>
                </c:pt>
                <c:pt idx="4">
                  <c:v>149729.75</c:v>
                </c:pt>
                <c:pt idx="5">
                  <c:v>194804.38</c:v>
                </c:pt>
                <c:pt idx="6">
                  <c:v>225767.55</c:v>
                </c:pt>
                <c:pt idx="7">
                  <c:v>194766.05</c:v>
                </c:pt>
                <c:pt idx="8">
                  <c:v>186236.46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623.6268"/>
          <c:min val="92710.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98169.88</c:v>
                </c:pt>
                <c:pt idx="1">
                  <c:v>98169.88</c:v>
                </c:pt>
                <c:pt idx="2">
                  <c:v>98169.88</c:v>
                </c:pt>
                <c:pt idx="3">
                  <c:v>98169.88</c:v>
                </c:pt>
                <c:pt idx="4">
                  <c:v>98169.88</c:v>
                </c:pt>
                <c:pt idx="5">
                  <c:v>98169.88</c:v>
                </c:pt>
                <c:pt idx="6">
                  <c:v>98169.88</c:v>
                </c:pt>
                <c:pt idx="7">
                  <c:v>98169.88</c:v>
                </c:pt>
                <c:pt idx="8">
                  <c:v>98169.88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840.6324"/>
          <c:min val="88769.3176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93325.96</c:v>
                </c:pt>
                <c:pt idx="1">
                  <c:v>94528.78</c:v>
                </c:pt>
                <c:pt idx="2">
                  <c:v>106654.9</c:v>
                </c:pt>
                <c:pt idx="3">
                  <c:v>126886.18</c:v>
                </c:pt>
                <c:pt idx="4">
                  <c:v>97428.77</c:v>
                </c:pt>
                <c:pt idx="5">
                  <c:v>132940.31</c:v>
                </c:pt>
                <c:pt idx="6">
                  <c:v>138855.27</c:v>
                </c:pt>
                <c:pt idx="7">
                  <c:v>120322.7</c:v>
                </c:pt>
                <c:pt idx="8">
                  <c:v>150283.99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840.6324"/>
          <c:min val="88769.3176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Service net profit = Mechanical department profit: department gross less the department's own expenses; GMC Prescott body shop is its own department and is not included.PLACE: right after the Fixed Ops Net Profit block (Noah, Oct 29: service and parts broken out, same slides as the other categories). DEPARTMENT PROFIT OR LOSS - Mechanical Dept as the P&amp;L Detail statement reports it. Jan-Sep 2026 gross $126,872,257, department expenses $99,175,043, profit $27,697,214; 2025 $120,574,871 / $97,800,650 / $22,774,222. Sales per $1 of profit: Mechanical net sales $182,131,162 / $27,697,214 = $6.58. Service sales are labor sales on the Mechanical department; parts sold on service ROs are parts department sales.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Service net profit = Mechanical department profit: department gross less the department's own expenses; GMC Prescott body shop is its own department and is not included. Jan-Sep 2026 vs Jan-Sep 2025; 2025 shown January-December. Store rows reconcile to the group, both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Service net profit = Mechanical department profit: department gross less the department's own expenses; GMC Prescott body shop is its own department and is not included. Jan-Sep 2026.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LR Reno turned a 2025 loss into a profit (green rows); VW St George went from a profit to a loss (red rows). 24 of 33 stores grew service net profit, January through September year to date.Source: Qlik - Profit &amp; Loss, Detail statement. Same-store, INEOS excluded (opened 2026). Service net profit = Mechanical department profit: department gross less the department's own expenses; GMC Prescott body shop is its own department and is not included. Ranked by dollar change, Jan-Sep 2026 vs Jan-Sep 2025; percent change alongside, top three and bottom three by percent marked. Percent change = dollar change / 2025 profit; where 2025 was a loss, divided by the size of the loss, so an improvement reads as positive.Toyota Henderson added the most at +$1.13M; VW Henderson fell most at −$299K. Green band: loss in 2025, profit in 2026 (LR Reno −$52K to $230K). Red band: profit in 2025, loss in 2026 (VW St George $12K to −$148K).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Honda Henderson what changed. Ask VW Henderson, Chevy LV and Mazda what got in the way. Ask Honda Henderson, LR LV and Honda North what they started this year.Source: Qlik - Profit &amp; Loss, Detail statement. Same-store, INEOS excluded (opened 2026). Service net profit = Mechanical department profit: department gross less the department's own expenses; GMC Prescott body shop is its own department and is not included. Top and bottom five stores by dollar change in service net profit, Jan-Sep 2026 vs 2025 (dollars, not percent: some stores lost money in 2025). Moving now: Jul-Sep 2026 vs Jan-Mar 2026, each store against itself (monthly averages); the group moved +$344K a month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Parts net profit = P&amp;A department profit: department gross less the department's own expenses; GMC Prescott body shop is its own department and is not included.PLACE: right after the Fixed Ops Net Profit block (Noah, Oct 29: service and parts broken out, same slides as the other categories). DEPARTMENT PROFIT OR LOSS - P&amp;A Dept as the P&amp;L Detail statement reports it. Jan-Sep 2026 gross $61,927,467, department expenses $39,174,787, profit $22,752,680; 2025 $60,756,286 / $38,194,373 / $22,561,913. Sales per $1 of profit: P&amp;A net sales $165,675,400 / $22,752,680 = $7.28. Parts sales include parts sold to the service department on ROs.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Parts net profit = P&amp;A department profit: department gross less the department's own expenses; GMC Prescott body shop is its own department and is not included. Jan-Sep 2026 vs Jan-Sep 2025; 2025 shown January-December. Store rows reconcile to the group, both years.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Parts net profit = P&amp;A department profit: department gross less the department's own expenses; GMC Prescott body shop is its own department and is not included. Jan-Sep 2026.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Parts net profit = P&amp;A department profit: department gross less the department's own expenses; GMC Prescott body shop is its own department and is not included. Ranked by dollar change, Jan-Sep 2026 vs Jan-Sep 2025; percent change alongside, top three and bottom three by percent marked. Percent change = dollar change / 2025 profit; where 2025 was a loss, divided by the size of the loss, so an improvement reads as positive.Cadillac added the most at +$457K; Chevy LV fell most at −$364K.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Toyota Henderson and Nissan what changed. Ask Chevy LV, Subaru LV and Toyota Spokane what got in the way. Ask Audi Henderson, Toyota Henderson and Chevy LV what they started this year.Source: Qlik - Profit &amp; Loss, Detail statement. Same-store, INEOS excluded (opened 2026). Parts net profit = P&amp;A department profit: department gross less the department's own expenses; GMC Prescott body shop is its own department and is not included. Top and bottom five stores by dollar change in parts net profit, Jan-Sep 2026 vs 2025 (dollars, not percent: some stores lost money in 2025). Moving now: Jul-Sep 2026 vs Jan-Mar 2026, each store against itself (monthly averages); the group moved +$707K a month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7.xml"/><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chart" Target="../charts/chart30.xml"/><Relationship Id="rId6" Type="http://schemas.openxmlformats.org/officeDocument/2006/relationships/chart" Target="../charts/chart31.xml"/><Relationship Id="rId7" Type="http://schemas.openxmlformats.org/officeDocument/2006/relationships/notesSlide" Target="../notesSlides/notes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2.xml"/><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chart" Target="../charts/chart36.xml"/><Relationship Id="rId7" Type="http://schemas.openxmlformats.org/officeDocument/2006/relationships/chart" Target="../charts/chart37.xml"/><Relationship Id="rId8" Type="http://schemas.openxmlformats.org/officeDocument/2006/relationships/chart" Target="../charts/chart38.xml"/><Relationship Id="rId9" Type="http://schemas.openxmlformats.org/officeDocument/2006/relationships/chart" Target="../charts/chart39.xml"/><Relationship Id="rId10" Type="http://schemas.openxmlformats.org/officeDocument/2006/relationships/chart" Target="../charts/chart40.xml"/><Relationship Id="rId11" Type="http://schemas.openxmlformats.org/officeDocument/2006/relationships/chart" Target="../charts/chart41.xml"/><Relationship Id="rId12" Type="http://schemas.openxmlformats.org/officeDocument/2006/relationships/chart" Target="../charts/chart42.xml"/><Relationship Id="rId13" Type="http://schemas.openxmlformats.org/officeDocument/2006/relationships/chart" Target="../charts/chart43.xml"/><Relationship Id="rId14" Type="http://schemas.openxmlformats.org/officeDocument/2006/relationships/chart" Target="../charts/chart44.xml"/><Relationship Id="rId15" Type="http://schemas.openxmlformats.org/officeDocument/2006/relationships/chart" Target="../charts/chart45.xml"/><Relationship Id="rId16" Type="http://schemas.openxmlformats.org/officeDocument/2006/relationships/chart" Target="../charts/chart46.xml"/><Relationship Id="rId17" Type="http://schemas.openxmlformats.org/officeDocument/2006/relationships/chart" Target="../charts/chart47.xml"/><Relationship Id="rId18" Type="http://schemas.openxmlformats.org/officeDocument/2006/relationships/chart" Target="../charts/chart48.xml"/><Relationship Id="rId19" Type="http://schemas.openxmlformats.org/officeDocument/2006/relationships/chart" Target="../charts/chart49.xml"/><Relationship Id="rId20" Type="http://schemas.openxmlformats.org/officeDocument/2006/relationships/chart" Target="../charts/chart50.xml"/><Relationship Id="rId21" Type="http://schemas.openxmlformats.org/officeDocument/2006/relationships/chart" Target="../charts/chart51.xml"/><Relationship Id="rId22"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2.xml"/><Relationship Id="rId3" Type="http://schemas.openxmlformats.org/officeDocument/2006/relationships/chart" Target="../charts/chart53.xml"/><Relationship Id="rId4" Type="http://schemas.openxmlformats.org/officeDocument/2006/relationships/chart" Target="../charts/chart54.xml"/><Relationship Id="rId5" Type="http://schemas.openxmlformats.org/officeDocument/2006/relationships/chart" Target="../charts/chart55.xml"/><Relationship Id="rId6" Type="http://schemas.openxmlformats.org/officeDocument/2006/relationships/chart" Target="../charts/chart56.xml"/><Relationship Id="rId7" Type="http://schemas.openxmlformats.org/officeDocument/2006/relationships/chart" Target="../charts/chart57.xml"/><Relationship Id="rId8"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8.xml"/><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chart" Target="../charts/chart61.xml"/><Relationship Id="rId6" Type="http://schemas.openxmlformats.org/officeDocument/2006/relationships/chart" Target="../charts/chart62.xml"/><Relationship Id="rId7" Type="http://schemas.openxmlformats.org/officeDocument/2006/relationships/chart" Target="../charts/chart63.xml"/><Relationship Id="rId8" Type="http://schemas.openxmlformats.org/officeDocument/2006/relationships/chart" Target="../charts/chart64.xml"/><Relationship Id="rId9" Type="http://schemas.openxmlformats.org/officeDocument/2006/relationships/chart" Target="../charts/chart65.xml"/><Relationship Id="rId10" Type="http://schemas.openxmlformats.org/officeDocument/2006/relationships/chart" Target="../charts/chart66.xml"/><Relationship Id="rId11" Type="http://schemas.openxmlformats.org/officeDocument/2006/relationships/chart" Target="../charts/chart67.xml"/><Relationship Id="rId12" Type="http://schemas.openxmlformats.org/officeDocument/2006/relationships/chart" Target="../charts/chart68.xml"/><Relationship Id="rId13" Type="http://schemas.openxmlformats.org/officeDocument/2006/relationships/chart" Target="../charts/chart69.xml"/><Relationship Id="rId14" Type="http://schemas.openxmlformats.org/officeDocument/2006/relationships/chart" Target="../charts/chart70.xml"/><Relationship Id="rId15" Type="http://schemas.openxmlformats.org/officeDocument/2006/relationships/chart" Target="../charts/chart71.xml"/><Relationship Id="rId16" Type="http://schemas.openxmlformats.org/officeDocument/2006/relationships/chart" Target="../charts/chart72.xml"/><Relationship Id="rId17" Type="http://schemas.openxmlformats.org/officeDocument/2006/relationships/chart" Target="../charts/chart73.xml"/><Relationship Id="rId18" Type="http://schemas.openxmlformats.org/officeDocument/2006/relationships/chart" Target="../charts/chart74.xml"/><Relationship Id="rId19" Type="http://schemas.openxmlformats.org/officeDocument/2006/relationships/chart" Target="../charts/chart75.xml"/><Relationship Id="rId20" Type="http://schemas.openxmlformats.org/officeDocument/2006/relationships/chart" Target="../charts/chart76.xml"/><Relationship Id="rId21" Type="http://schemas.openxmlformats.org/officeDocument/2006/relationships/chart" Target="../charts/chart77.xml"/><Relationship Id="rId22" Type="http://schemas.openxmlformats.org/officeDocument/2006/relationships/notesSlide" Target="../notesSlides/notesSlide27.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Service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the service department generates after its own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$126.87M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$99.18M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$27.70M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service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service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Car count, hours per RO, effective labor rate, labor margin</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Technicians and advisors: staffing to the workload, pay plans tied to performance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Proficiency: more sold hours from the same techs and stalls</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service policy, advertising, loaners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$27.70M service net profit, +21.6%. Gross grew +5.2%; department expenses +1.4%.</a:t>
            </a:r>
            <a:endParaRPr lang="en-US" sz="16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$22.77M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$27.70M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+$4.92M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+21.6%</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Service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71856"/>
          </a:xfrm>
          <a:prstGeom prst="rect">
            <a:avLst/>
          </a:prstGeom>
          <a:solidFill>
            <a:srgbClr val="E6F6EE"/>
          </a:solidFill>
          <a:ln/>
        </p:spPr>
      </p:sp>
      <p:sp>
        <p:nvSpPr>
          <p:cNvPr id="29"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+$4.92M (+21.6%) year to date; 9 of nine months ahead of 2025, largest gain in September, +$1.11M.</a:t>
            </a:r>
            <a:endParaRPr lang="en-US" sz="16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$27.70M</a:t>
            </a:r>
            <a:endParaRPr lang="en-US" sz="2000" dirty="0"/>
          </a:p>
        </p:txBody>
      </p:sp>
      <p:sp>
        <p:nvSpPr>
          <p:cNvPr id="11" name="Text 9"/>
          <p:cNvSpPr txBox="1"/>
          <p:nvPr/>
        </p:nvSpPr>
        <p:spPr>
          <a:xfrm>
            <a:off x="658368"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7669"/>
            <a:ext cx="1828800" cy="120249"/>
          </a:xfrm>
          <a:prstGeom prst="rect">
            <a:avLst/>
          </a:prstGeom>
          <a:solidFill>
            <a:srgbClr val="2587C5"/>
          </a:solidFill>
          <a:ln/>
        </p:spPr>
      </p:sp>
      <p:sp>
        <p:nvSpPr>
          <p:cNvPr id="14" name="Text 12"/>
          <p:cNvSpPr txBox="1"/>
          <p:nvPr/>
        </p:nvSpPr>
        <p:spPr>
          <a:xfrm>
            <a:off x="4855464"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$5.59M</a:t>
            </a:r>
            <a:endParaRPr lang="en-US" sz="1200" dirty="0"/>
          </a:p>
        </p:txBody>
      </p:sp>
      <p:sp>
        <p:nvSpPr>
          <p:cNvPr id="15" name="Text 13"/>
          <p:cNvSpPr txBox="1"/>
          <p:nvPr/>
        </p:nvSpPr>
        <p:spPr>
          <a:xfrm>
            <a:off x="658368"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2980944" y="2179080"/>
            <a:ext cx="1485984" cy="120249"/>
          </a:xfrm>
          <a:prstGeom prst="rect">
            <a:avLst/>
          </a:prstGeom>
          <a:solidFill>
            <a:srgbClr val="2587C5"/>
          </a:solidFill>
          <a:ln/>
        </p:spPr>
      </p:sp>
      <p:sp>
        <p:nvSpPr>
          <p:cNvPr id="18" name="Text 16"/>
          <p:cNvSpPr txBox="1"/>
          <p:nvPr/>
        </p:nvSpPr>
        <p:spPr>
          <a:xfrm>
            <a:off x="4855464"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$4.54M</a:t>
            </a:r>
            <a:endParaRPr lang="en-US" sz="1200" dirty="0"/>
          </a:p>
        </p:txBody>
      </p:sp>
      <p:sp>
        <p:nvSpPr>
          <p:cNvPr id="19" name="Text 17"/>
          <p:cNvSpPr txBox="1"/>
          <p:nvPr/>
        </p:nvSpPr>
        <p:spPr>
          <a:xfrm>
            <a:off x="658368"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1" name="Shape 19"/>
          <p:cNvSpPr/>
          <p:nvPr/>
        </p:nvSpPr>
        <p:spPr>
          <a:xfrm>
            <a:off x="2980944" y="2440491"/>
            <a:ext cx="1110476" cy="120249"/>
          </a:xfrm>
          <a:prstGeom prst="rect">
            <a:avLst/>
          </a:prstGeom>
          <a:solidFill>
            <a:srgbClr val="2587C5"/>
          </a:solidFill>
          <a:ln/>
        </p:spPr>
      </p:sp>
      <p:sp>
        <p:nvSpPr>
          <p:cNvPr id="22" name="Text 20"/>
          <p:cNvSpPr txBox="1"/>
          <p:nvPr/>
        </p:nvSpPr>
        <p:spPr>
          <a:xfrm>
            <a:off x="4855464"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$3.40M</a:t>
            </a:r>
            <a:endParaRPr lang="en-US" sz="1200" dirty="0"/>
          </a:p>
        </p:txBody>
      </p:sp>
      <p:sp>
        <p:nvSpPr>
          <p:cNvPr id="23" name="Text 21"/>
          <p:cNvSpPr txBox="1"/>
          <p:nvPr/>
        </p:nvSpPr>
        <p:spPr>
          <a:xfrm>
            <a:off x="658368"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2980944" y="2701901"/>
            <a:ext cx="739444" cy="120249"/>
          </a:xfrm>
          <a:prstGeom prst="rect">
            <a:avLst/>
          </a:prstGeom>
          <a:solidFill>
            <a:srgbClr val="2587C5"/>
          </a:solidFill>
          <a:ln/>
        </p:spPr>
      </p:sp>
      <p:sp>
        <p:nvSpPr>
          <p:cNvPr id="26" name="Text 24"/>
          <p:cNvSpPr txBox="1"/>
          <p:nvPr/>
        </p:nvSpPr>
        <p:spPr>
          <a:xfrm>
            <a:off x="4855464"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$2.26M</a:t>
            </a:r>
            <a:endParaRPr lang="en-US" sz="1200" dirty="0"/>
          </a:p>
        </p:txBody>
      </p:sp>
      <p:sp>
        <p:nvSpPr>
          <p:cNvPr id="27" name="Text 25"/>
          <p:cNvSpPr txBox="1"/>
          <p:nvPr/>
        </p:nvSpPr>
        <p:spPr>
          <a:xfrm>
            <a:off x="658368"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9" name="Shape 27"/>
          <p:cNvSpPr/>
          <p:nvPr/>
        </p:nvSpPr>
        <p:spPr>
          <a:xfrm>
            <a:off x="2980944" y="2963312"/>
            <a:ext cx="400911" cy="120249"/>
          </a:xfrm>
          <a:prstGeom prst="rect">
            <a:avLst/>
          </a:prstGeom>
          <a:solidFill>
            <a:srgbClr val="2587C5"/>
          </a:solidFill>
          <a:ln/>
        </p:spPr>
      </p:sp>
      <p:sp>
        <p:nvSpPr>
          <p:cNvPr id="30" name="Text 28"/>
          <p:cNvSpPr txBox="1"/>
          <p:nvPr/>
        </p:nvSpPr>
        <p:spPr>
          <a:xfrm>
            <a:off x="4855464"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$1.23M</a:t>
            </a:r>
            <a:endParaRPr lang="en-US" sz="1200" dirty="0"/>
          </a:p>
        </p:txBody>
      </p:sp>
      <p:sp>
        <p:nvSpPr>
          <p:cNvPr id="31" name="Text 29"/>
          <p:cNvSpPr txBox="1"/>
          <p:nvPr/>
        </p:nvSpPr>
        <p:spPr>
          <a:xfrm>
            <a:off x="658368"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33" name="Shape 31"/>
          <p:cNvSpPr/>
          <p:nvPr/>
        </p:nvSpPr>
        <p:spPr>
          <a:xfrm>
            <a:off x="2980944" y="3224723"/>
            <a:ext cx="394461" cy="120249"/>
          </a:xfrm>
          <a:prstGeom prst="rect">
            <a:avLst/>
          </a:prstGeom>
          <a:solidFill>
            <a:srgbClr val="2587C5"/>
          </a:solidFill>
          <a:ln/>
        </p:spPr>
      </p:sp>
      <p:sp>
        <p:nvSpPr>
          <p:cNvPr id="34" name="Text 32"/>
          <p:cNvSpPr txBox="1"/>
          <p:nvPr/>
        </p:nvSpPr>
        <p:spPr>
          <a:xfrm>
            <a:off x="4855464"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$1.21M</a:t>
            </a:r>
            <a:endParaRPr lang="en-US" sz="1200" dirty="0"/>
          </a:p>
        </p:txBody>
      </p:sp>
      <p:sp>
        <p:nvSpPr>
          <p:cNvPr id="35" name="Text 33"/>
          <p:cNvSpPr txBox="1"/>
          <p:nvPr/>
        </p:nvSpPr>
        <p:spPr>
          <a:xfrm>
            <a:off x="658368"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7" name="Shape 35"/>
          <p:cNvSpPr/>
          <p:nvPr/>
        </p:nvSpPr>
        <p:spPr>
          <a:xfrm>
            <a:off x="2980944" y="3486134"/>
            <a:ext cx="368551" cy="120249"/>
          </a:xfrm>
          <a:prstGeom prst="rect">
            <a:avLst/>
          </a:prstGeom>
          <a:solidFill>
            <a:srgbClr val="2587C5"/>
          </a:solidFill>
          <a:ln/>
        </p:spPr>
      </p:sp>
      <p:sp>
        <p:nvSpPr>
          <p:cNvPr id="38" name="Text 36"/>
          <p:cNvSpPr txBox="1"/>
          <p:nvPr/>
        </p:nvSpPr>
        <p:spPr>
          <a:xfrm>
            <a:off x="4855464"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$1.13M</a:t>
            </a:r>
            <a:endParaRPr lang="en-US" sz="1200" dirty="0"/>
          </a:p>
        </p:txBody>
      </p:sp>
      <p:sp>
        <p:nvSpPr>
          <p:cNvPr id="39" name="Text 37"/>
          <p:cNvSpPr txBox="1"/>
          <p:nvPr/>
        </p:nvSpPr>
        <p:spPr>
          <a:xfrm>
            <a:off x="658368"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1" name="Shape 39"/>
          <p:cNvSpPr/>
          <p:nvPr/>
        </p:nvSpPr>
        <p:spPr>
          <a:xfrm>
            <a:off x="2980944" y="3747545"/>
            <a:ext cx="290125" cy="120249"/>
          </a:xfrm>
          <a:prstGeom prst="rect">
            <a:avLst/>
          </a:prstGeom>
          <a:solidFill>
            <a:srgbClr val="2587C5"/>
          </a:solidFill>
          <a:ln/>
        </p:spPr>
      </p:sp>
      <p:sp>
        <p:nvSpPr>
          <p:cNvPr id="42" name="Text 40"/>
          <p:cNvSpPr txBox="1"/>
          <p:nvPr/>
        </p:nvSpPr>
        <p:spPr>
          <a:xfrm>
            <a:off x="4855464"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$887,051</a:t>
            </a:r>
            <a:endParaRPr lang="en-US" sz="1200" dirty="0"/>
          </a:p>
        </p:txBody>
      </p:sp>
      <p:sp>
        <p:nvSpPr>
          <p:cNvPr id="43" name="Text 41"/>
          <p:cNvSpPr txBox="1"/>
          <p:nvPr/>
        </p:nvSpPr>
        <p:spPr>
          <a:xfrm>
            <a:off x="658368"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2980944" y="4008956"/>
            <a:ext cx="285278" cy="120249"/>
          </a:xfrm>
          <a:prstGeom prst="rect">
            <a:avLst/>
          </a:prstGeom>
          <a:solidFill>
            <a:srgbClr val="2587C5"/>
          </a:solidFill>
          <a:ln/>
        </p:spPr>
      </p:sp>
      <p:sp>
        <p:nvSpPr>
          <p:cNvPr id="46" name="Text 44"/>
          <p:cNvSpPr txBox="1"/>
          <p:nvPr/>
        </p:nvSpPr>
        <p:spPr>
          <a:xfrm>
            <a:off x="4855464"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$872,234</a:t>
            </a:r>
            <a:endParaRPr lang="en-US" sz="1200" dirty="0"/>
          </a:p>
        </p:txBody>
      </p:sp>
      <p:sp>
        <p:nvSpPr>
          <p:cNvPr id="47" name="Text 45"/>
          <p:cNvSpPr txBox="1"/>
          <p:nvPr/>
        </p:nvSpPr>
        <p:spPr>
          <a:xfrm>
            <a:off x="658368"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9" name="Shape 47"/>
          <p:cNvSpPr/>
          <p:nvPr/>
        </p:nvSpPr>
        <p:spPr>
          <a:xfrm>
            <a:off x="2980944" y="4270366"/>
            <a:ext cx="270796" cy="120249"/>
          </a:xfrm>
          <a:prstGeom prst="rect">
            <a:avLst/>
          </a:prstGeom>
          <a:solidFill>
            <a:srgbClr val="2587C5"/>
          </a:solidFill>
          <a:ln/>
        </p:spPr>
      </p:sp>
      <p:sp>
        <p:nvSpPr>
          <p:cNvPr id="50" name="Text 48"/>
          <p:cNvSpPr txBox="1"/>
          <p:nvPr/>
        </p:nvSpPr>
        <p:spPr>
          <a:xfrm>
            <a:off x="4855464"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$827,953</a:t>
            </a:r>
            <a:endParaRPr lang="en-US" sz="1200" dirty="0"/>
          </a:p>
        </p:txBody>
      </p:sp>
      <p:sp>
        <p:nvSpPr>
          <p:cNvPr id="51" name="Text 49"/>
          <p:cNvSpPr txBox="1"/>
          <p:nvPr/>
        </p:nvSpPr>
        <p:spPr>
          <a:xfrm>
            <a:off x="658368"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53" name="Shape 51"/>
          <p:cNvSpPr/>
          <p:nvPr/>
        </p:nvSpPr>
        <p:spPr>
          <a:xfrm>
            <a:off x="2980944" y="4531777"/>
            <a:ext cx="269445" cy="120249"/>
          </a:xfrm>
          <a:prstGeom prst="rect">
            <a:avLst/>
          </a:prstGeom>
          <a:solidFill>
            <a:srgbClr val="2587C5"/>
          </a:solidFill>
          <a:ln/>
        </p:spPr>
      </p:sp>
      <p:sp>
        <p:nvSpPr>
          <p:cNvPr id="54" name="Text 52"/>
          <p:cNvSpPr txBox="1"/>
          <p:nvPr/>
        </p:nvSpPr>
        <p:spPr>
          <a:xfrm>
            <a:off x="4855464"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$823,822</a:t>
            </a:r>
            <a:endParaRPr lang="en-US" sz="1200" dirty="0"/>
          </a:p>
        </p:txBody>
      </p:sp>
      <p:sp>
        <p:nvSpPr>
          <p:cNvPr id="55" name="Text 53"/>
          <p:cNvSpPr txBox="1"/>
          <p:nvPr/>
        </p:nvSpPr>
        <p:spPr>
          <a:xfrm>
            <a:off x="658368"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7" name="Shape 55"/>
          <p:cNvSpPr/>
          <p:nvPr/>
        </p:nvSpPr>
        <p:spPr>
          <a:xfrm>
            <a:off x="2980944" y="4793188"/>
            <a:ext cx="269119" cy="120249"/>
          </a:xfrm>
          <a:prstGeom prst="rect">
            <a:avLst/>
          </a:prstGeom>
          <a:solidFill>
            <a:srgbClr val="2587C5"/>
          </a:solidFill>
          <a:ln/>
        </p:spPr>
      </p:sp>
      <p:sp>
        <p:nvSpPr>
          <p:cNvPr id="58" name="Text 56"/>
          <p:cNvSpPr txBox="1"/>
          <p:nvPr/>
        </p:nvSpPr>
        <p:spPr>
          <a:xfrm>
            <a:off x="4855464"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$822,828</a:t>
            </a:r>
            <a:endParaRPr lang="en-US" sz="1200" dirty="0"/>
          </a:p>
        </p:txBody>
      </p:sp>
      <p:sp>
        <p:nvSpPr>
          <p:cNvPr id="59" name="Text 57"/>
          <p:cNvSpPr txBox="1"/>
          <p:nvPr/>
        </p:nvSpPr>
        <p:spPr>
          <a:xfrm>
            <a:off x="658368"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1" name="Shape 59"/>
          <p:cNvSpPr/>
          <p:nvPr/>
        </p:nvSpPr>
        <p:spPr>
          <a:xfrm>
            <a:off x="2980944" y="5054599"/>
            <a:ext cx="258823" cy="120249"/>
          </a:xfrm>
          <a:prstGeom prst="rect">
            <a:avLst/>
          </a:prstGeom>
          <a:solidFill>
            <a:srgbClr val="2587C5"/>
          </a:solidFill>
          <a:ln/>
        </p:spPr>
      </p:sp>
      <p:sp>
        <p:nvSpPr>
          <p:cNvPr id="62" name="Text 60"/>
          <p:cNvSpPr txBox="1"/>
          <p:nvPr/>
        </p:nvSpPr>
        <p:spPr>
          <a:xfrm>
            <a:off x="4855464"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$791,347</a:t>
            </a:r>
            <a:endParaRPr lang="en-US" sz="1200" dirty="0"/>
          </a:p>
        </p:txBody>
      </p:sp>
      <p:sp>
        <p:nvSpPr>
          <p:cNvPr id="63" name="Text 61"/>
          <p:cNvSpPr txBox="1"/>
          <p:nvPr/>
        </p:nvSpPr>
        <p:spPr>
          <a:xfrm>
            <a:off x="658368"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5" name="Shape 63"/>
          <p:cNvSpPr/>
          <p:nvPr/>
        </p:nvSpPr>
        <p:spPr>
          <a:xfrm>
            <a:off x="2980944" y="5316010"/>
            <a:ext cx="239618" cy="120249"/>
          </a:xfrm>
          <a:prstGeom prst="rect">
            <a:avLst/>
          </a:prstGeom>
          <a:solidFill>
            <a:srgbClr val="2587C5"/>
          </a:solidFill>
          <a:ln/>
        </p:spPr>
      </p:sp>
      <p:sp>
        <p:nvSpPr>
          <p:cNvPr id="66" name="Text 64"/>
          <p:cNvSpPr txBox="1"/>
          <p:nvPr/>
        </p:nvSpPr>
        <p:spPr>
          <a:xfrm>
            <a:off x="4855464"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$732,628</a:t>
            </a:r>
            <a:endParaRPr lang="en-US" sz="1200" dirty="0"/>
          </a:p>
        </p:txBody>
      </p:sp>
      <p:sp>
        <p:nvSpPr>
          <p:cNvPr id="67" name="Text 65"/>
          <p:cNvSpPr txBox="1"/>
          <p:nvPr/>
        </p:nvSpPr>
        <p:spPr>
          <a:xfrm>
            <a:off x="658368"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9" name="Shape 67"/>
          <p:cNvSpPr/>
          <p:nvPr/>
        </p:nvSpPr>
        <p:spPr>
          <a:xfrm>
            <a:off x="2980944" y="5577420"/>
            <a:ext cx="217870" cy="120249"/>
          </a:xfrm>
          <a:prstGeom prst="rect">
            <a:avLst/>
          </a:prstGeom>
          <a:solidFill>
            <a:srgbClr val="2587C5"/>
          </a:solidFill>
          <a:ln/>
        </p:spPr>
      </p:sp>
      <p:sp>
        <p:nvSpPr>
          <p:cNvPr id="70" name="Text 68"/>
          <p:cNvSpPr txBox="1"/>
          <p:nvPr/>
        </p:nvSpPr>
        <p:spPr>
          <a:xfrm>
            <a:off x="4855464"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$666,135</a:t>
            </a:r>
            <a:endParaRPr lang="en-US" sz="1200" dirty="0"/>
          </a:p>
        </p:txBody>
      </p:sp>
      <p:sp>
        <p:nvSpPr>
          <p:cNvPr id="71" name="Text 69"/>
          <p:cNvSpPr txBox="1"/>
          <p:nvPr/>
        </p:nvSpPr>
        <p:spPr>
          <a:xfrm>
            <a:off x="658368"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2980944" y="5838831"/>
            <a:ext cx="212774" cy="120249"/>
          </a:xfrm>
          <a:prstGeom prst="rect">
            <a:avLst/>
          </a:prstGeom>
          <a:solidFill>
            <a:srgbClr val="2587C5"/>
          </a:solidFill>
          <a:ln/>
        </p:spPr>
      </p:sp>
      <p:sp>
        <p:nvSpPr>
          <p:cNvPr id="74" name="Text 72"/>
          <p:cNvSpPr txBox="1"/>
          <p:nvPr/>
        </p:nvSpPr>
        <p:spPr>
          <a:xfrm>
            <a:off x="4855464"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$650,554</a:t>
            </a:r>
            <a:endParaRPr lang="en-US" sz="1200" dirty="0"/>
          </a:p>
        </p:txBody>
      </p:sp>
      <p:sp>
        <p:nvSpPr>
          <p:cNvPr id="75" name="Text 73"/>
          <p:cNvSpPr txBox="1"/>
          <p:nvPr/>
        </p:nvSpPr>
        <p:spPr>
          <a:xfrm>
            <a:off x="658368" y="602966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602966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7" name="Shape 75"/>
          <p:cNvSpPr/>
          <p:nvPr/>
        </p:nvSpPr>
        <p:spPr>
          <a:xfrm>
            <a:off x="2980944" y="6100242"/>
            <a:ext cx="187564" cy="120249"/>
          </a:xfrm>
          <a:prstGeom prst="rect">
            <a:avLst/>
          </a:prstGeom>
          <a:solidFill>
            <a:srgbClr val="2587C5"/>
          </a:solidFill>
          <a:ln/>
        </p:spPr>
      </p:sp>
      <p:sp>
        <p:nvSpPr>
          <p:cNvPr id="78" name="Text 76"/>
          <p:cNvSpPr txBox="1"/>
          <p:nvPr/>
        </p:nvSpPr>
        <p:spPr>
          <a:xfrm>
            <a:off x="4855464" y="602966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$573,473</a:t>
            </a:r>
            <a:endParaRPr lang="en-US" sz="1200" dirty="0"/>
          </a:p>
        </p:txBody>
      </p:sp>
      <p:sp>
        <p:nvSpPr>
          <p:cNvPr id="79" name="Text 77"/>
          <p:cNvSpPr txBox="1"/>
          <p:nvPr/>
        </p:nvSpPr>
        <p:spPr>
          <a:xfrm>
            <a:off x="6208776"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1" name="Shape 79"/>
          <p:cNvSpPr/>
          <p:nvPr/>
        </p:nvSpPr>
        <p:spPr>
          <a:xfrm>
            <a:off x="8531352" y="1917669"/>
            <a:ext cx="161047" cy="120249"/>
          </a:xfrm>
          <a:prstGeom prst="rect">
            <a:avLst/>
          </a:prstGeom>
          <a:solidFill>
            <a:srgbClr val="2587C5"/>
          </a:solidFill>
          <a:ln/>
        </p:spPr>
      </p:sp>
      <p:sp>
        <p:nvSpPr>
          <p:cNvPr id="82" name="Text 80"/>
          <p:cNvSpPr txBox="1"/>
          <p:nvPr/>
        </p:nvSpPr>
        <p:spPr>
          <a:xfrm>
            <a:off x="10405872"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$492,399</a:t>
            </a:r>
            <a:endParaRPr lang="en-US" sz="1200" dirty="0"/>
          </a:p>
        </p:txBody>
      </p:sp>
      <p:sp>
        <p:nvSpPr>
          <p:cNvPr id="83" name="Text 81"/>
          <p:cNvSpPr txBox="1"/>
          <p:nvPr/>
        </p:nvSpPr>
        <p:spPr>
          <a:xfrm>
            <a:off x="6208776"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85" name="Shape 83"/>
          <p:cNvSpPr/>
          <p:nvPr/>
        </p:nvSpPr>
        <p:spPr>
          <a:xfrm>
            <a:off x="8531352" y="2179080"/>
            <a:ext cx="130133" cy="120249"/>
          </a:xfrm>
          <a:prstGeom prst="rect">
            <a:avLst/>
          </a:prstGeom>
          <a:solidFill>
            <a:srgbClr val="2587C5"/>
          </a:solidFill>
          <a:ln/>
        </p:spPr>
      </p:sp>
      <p:sp>
        <p:nvSpPr>
          <p:cNvPr id="86" name="Text 84"/>
          <p:cNvSpPr txBox="1"/>
          <p:nvPr/>
        </p:nvSpPr>
        <p:spPr>
          <a:xfrm>
            <a:off x="10405872"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$397,878</a:t>
            </a:r>
            <a:endParaRPr lang="en-US" sz="1200" dirty="0"/>
          </a:p>
        </p:txBody>
      </p:sp>
      <p:sp>
        <p:nvSpPr>
          <p:cNvPr id="87" name="Text 85"/>
          <p:cNvSpPr txBox="1"/>
          <p:nvPr/>
        </p:nvSpPr>
        <p:spPr>
          <a:xfrm>
            <a:off x="6208776"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8531352" y="2440491"/>
            <a:ext cx="89109" cy="120249"/>
          </a:xfrm>
          <a:prstGeom prst="rect">
            <a:avLst/>
          </a:prstGeom>
          <a:solidFill>
            <a:srgbClr val="2587C5"/>
          </a:solidFill>
          <a:ln/>
        </p:spPr>
      </p:sp>
      <p:sp>
        <p:nvSpPr>
          <p:cNvPr id="90" name="Text 88"/>
          <p:cNvSpPr txBox="1"/>
          <p:nvPr/>
        </p:nvSpPr>
        <p:spPr>
          <a:xfrm>
            <a:off x="10405872"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$272,449</a:t>
            </a:r>
            <a:endParaRPr lang="en-US" sz="1200" dirty="0"/>
          </a:p>
        </p:txBody>
      </p:sp>
      <p:sp>
        <p:nvSpPr>
          <p:cNvPr id="91" name="Text 89"/>
          <p:cNvSpPr txBox="1"/>
          <p:nvPr/>
        </p:nvSpPr>
        <p:spPr>
          <a:xfrm>
            <a:off x="6208776"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3" name="Shape 91"/>
          <p:cNvSpPr/>
          <p:nvPr/>
        </p:nvSpPr>
        <p:spPr>
          <a:xfrm>
            <a:off x="8531352" y="2701901"/>
            <a:ext cx="75274" cy="120249"/>
          </a:xfrm>
          <a:prstGeom prst="rect">
            <a:avLst/>
          </a:prstGeom>
          <a:solidFill>
            <a:srgbClr val="2587C5"/>
          </a:solidFill>
          <a:ln/>
        </p:spPr>
      </p:sp>
      <p:sp>
        <p:nvSpPr>
          <p:cNvPr id="94" name="Text 92"/>
          <p:cNvSpPr txBox="1"/>
          <p:nvPr/>
        </p:nvSpPr>
        <p:spPr>
          <a:xfrm>
            <a:off x="10405872"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$230,149</a:t>
            </a:r>
            <a:endParaRPr lang="en-US" sz="1200" dirty="0"/>
          </a:p>
        </p:txBody>
      </p:sp>
      <p:sp>
        <p:nvSpPr>
          <p:cNvPr id="95" name="Text 93"/>
          <p:cNvSpPr txBox="1"/>
          <p:nvPr/>
        </p:nvSpPr>
        <p:spPr>
          <a:xfrm>
            <a:off x="6208776"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97" name="Shape 95"/>
          <p:cNvSpPr/>
          <p:nvPr/>
        </p:nvSpPr>
        <p:spPr>
          <a:xfrm>
            <a:off x="8531352" y="2963312"/>
            <a:ext cx="72884" cy="120249"/>
          </a:xfrm>
          <a:prstGeom prst="rect">
            <a:avLst/>
          </a:prstGeom>
          <a:solidFill>
            <a:srgbClr val="2587C5"/>
          </a:solidFill>
          <a:ln/>
        </p:spPr>
      </p:sp>
      <p:sp>
        <p:nvSpPr>
          <p:cNvPr id="98" name="Text 96"/>
          <p:cNvSpPr txBox="1"/>
          <p:nvPr/>
        </p:nvSpPr>
        <p:spPr>
          <a:xfrm>
            <a:off x="10405872"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$222,843</a:t>
            </a:r>
            <a:endParaRPr lang="en-US" sz="1200" dirty="0"/>
          </a:p>
        </p:txBody>
      </p:sp>
      <p:sp>
        <p:nvSpPr>
          <p:cNvPr id="99" name="Text 97"/>
          <p:cNvSpPr txBox="1"/>
          <p:nvPr/>
        </p:nvSpPr>
        <p:spPr>
          <a:xfrm>
            <a:off x="6208776"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01" name="Shape 99"/>
          <p:cNvSpPr/>
          <p:nvPr/>
        </p:nvSpPr>
        <p:spPr>
          <a:xfrm>
            <a:off x="8531352" y="3224723"/>
            <a:ext cx="50370" cy="120249"/>
          </a:xfrm>
          <a:prstGeom prst="rect">
            <a:avLst/>
          </a:prstGeom>
          <a:solidFill>
            <a:srgbClr val="2587C5"/>
          </a:solidFill>
          <a:ln/>
        </p:spPr>
      </p:sp>
      <p:sp>
        <p:nvSpPr>
          <p:cNvPr id="102" name="Text 100"/>
          <p:cNvSpPr txBox="1"/>
          <p:nvPr/>
        </p:nvSpPr>
        <p:spPr>
          <a:xfrm>
            <a:off x="10405872"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$154,005</a:t>
            </a:r>
            <a:endParaRPr lang="en-US" sz="1200" dirty="0"/>
          </a:p>
        </p:txBody>
      </p:sp>
      <p:sp>
        <p:nvSpPr>
          <p:cNvPr id="103" name="Text 101"/>
          <p:cNvSpPr txBox="1"/>
          <p:nvPr/>
        </p:nvSpPr>
        <p:spPr>
          <a:xfrm>
            <a:off x="6208776"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8531352" y="3486134"/>
            <a:ext cx="42695" cy="120249"/>
          </a:xfrm>
          <a:prstGeom prst="rect">
            <a:avLst/>
          </a:prstGeom>
          <a:solidFill>
            <a:srgbClr val="2587C5"/>
          </a:solidFill>
          <a:ln/>
        </p:spPr>
      </p:sp>
      <p:sp>
        <p:nvSpPr>
          <p:cNvPr id="106" name="Text 104"/>
          <p:cNvSpPr txBox="1"/>
          <p:nvPr/>
        </p:nvSpPr>
        <p:spPr>
          <a:xfrm>
            <a:off x="10405872"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$130,538</a:t>
            </a:r>
            <a:endParaRPr lang="en-US" sz="1200" dirty="0"/>
          </a:p>
        </p:txBody>
      </p:sp>
      <p:sp>
        <p:nvSpPr>
          <p:cNvPr id="107" name="Text 105"/>
          <p:cNvSpPr txBox="1"/>
          <p:nvPr/>
        </p:nvSpPr>
        <p:spPr>
          <a:xfrm>
            <a:off x="6208776"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8531352" y="3747545"/>
            <a:ext cx="26268" cy="120249"/>
          </a:xfrm>
          <a:prstGeom prst="rect">
            <a:avLst/>
          </a:prstGeom>
          <a:solidFill>
            <a:srgbClr val="2587C5"/>
          </a:solidFill>
          <a:ln/>
        </p:spPr>
      </p:sp>
      <p:sp>
        <p:nvSpPr>
          <p:cNvPr id="110" name="Text 108"/>
          <p:cNvSpPr txBox="1"/>
          <p:nvPr/>
        </p:nvSpPr>
        <p:spPr>
          <a:xfrm>
            <a:off x="10405872"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$80,315</a:t>
            </a:r>
            <a:endParaRPr lang="en-US" sz="1200" dirty="0"/>
          </a:p>
        </p:txBody>
      </p:sp>
      <p:sp>
        <p:nvSpPr>
          <p:cNvPr id="111" name="Text 109"/>
          <p:cNvSpPr txBox="1"/>
          <p:nvPr/>
        </p:nvSpPr>
        <p:spPr>
          <a:xfrm>
            <a:off x="6208776"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3" name="Shape 111"/>
          <p:cNvSpPr/>
          <p:nvPr/>
        </p:nvSpPr>
        <p:spPr>
          <a:xfrm>
            <a:off x="8531352" y="4008956"/>
            <a:ext cx="23493" cy="120249"/>
          </a:xfrm>
          <a:prstGeom prst="rect">
            <a:avLst/>
          </a:prstGeom>
          <a:solidFill>
            <a:srgbClr val="2587C5"/>
          </a:solidFill>
          <a:ln/>
        </p:spPr>
      </p:sp>
      <p:sp>
        <p:nvSpPr>
          <p:cNvPr id="114" name="Text 112"/>
          <p:cNvSpPr txBox="1"/>
          <p:nvPr/>
        </p:nvSpPr>
        <p:spPr>
          <a:xfrm>
            <a:off x="10405872"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$71,828</a:t>
            </a:r>
            <a:endParaRPr lang="en-US" sz="1200" dirty="0"/>
          </a:p>
        </p:txBody>
      </p:sp>
      <p:sp>
        <p:nvSpPr>
          <p:cNvPr id="115" name="Text 113"/>
          <p:cNvSpPr txBox="1"/>
          <p:nvPr/>
        </p:nvSpPr>
        <p:spPr>
          <a:xfrm>
            <a:off x="6208776"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31352" y="4270366"/>
            <a:ext cx="21616" cy="120249"/>
          </a:xfrm>
          <a:prstGeom prst="rect">
            <a:avLst/>
          </a:prstGeom>
          <a:solidFill>
            <a:srgbClr val="C2352F"/>
          </a:solidFill>
          <a:ln/>
        </p:spPr>
      </p:sp>
      <p:sp>
        <p:nvSpPr>
          <p:cNvPr id="118" name="Text 116"/>
          <p:cNvSpPr txBox="1"/>
          <p:nvPr/>
        </p:nvSpPr>
        <p:spPr>
          <a:xfrm>
            <a:off x="10405872" y="4199785"/>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−$66,092</a:t>
            </a:r>
            <a:endParaRPr lang="en-US" sz="1200" dirty="0"/>
          </a:p>
        </p:txBody>
      </p:sp>
      <p:sp>
        <p:nvSpPr>
          <p:cNvPr id="119" name="Text 117"/>
          <p:cNvSpPr txBox="1"/>
          <p:nvPr/>
        </p:nvSpPr>
        <p:spPr>
          <a:xfrm>
            <a:off x="6208776"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1" name="Shape 119"/>
          <p:cNvSpPr/>
          <p:nvPr/>
        </p:nvSpPr>
        <p:spPr>
          <a:xfrm>
            <a:off x="8531352" y="4531777"/>
            <a:ext cx="21721" cy="120249"/>
          </a:xfrm>
          <a:prstGeom prst="rect">
            <a:avLst/>
          </a:prstGeom>
          <a:solidFill>
            <a:srgbClr val="C2352F"/>
          </a:solidFill>
          <a:ln/>
        </p:spPr>
      </p:sp>
      <p:sp>
        <p:nvSpPr>
          <p:cNvPr id="122" name="Text 120"/>
          <p:cNvSpPr txBox="1"/>
          <p:nvPr/>
        </p:nvSpPr>
        <p:spPr>
          <a:xfrm>
            <a:off x="10405872" y="4461196"/>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−$66,411</a:t>
            </a:r>
            <a:endParaRPr lang="en-US" sz="1200" dirty="0"/>
          </a:p>
        </p:txBody>
      </p:sp>
      <p:sp>
        <p:nvSpPr>
          <p:cNvPr id="123" name="Text 121"/>
          <p:cNvSpPr txBox="1"/>
          <p:nvPr/>
        </p:nvSpPr>
        <p:spPr>
          <a:xfrm>
            <a:off x="6208776"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5" name="Shape 123"/>
          <p:cNvSpPr/>
          <p:nvPr/>
        </p:nvSpPr>
        <p:spPr>
          <a:xfrm>
            <a:off x="8531352" y="4793188"/>
            <a:ext cx="48499" cy="120249"/>
          </a:xfrm>
          <a:prstGeom prst="rect">
            <a:avLst/>
          </a:prstGeom>
          <a:solidFill>
            <a:srgbClr val="C2352F"/>
          </a:solidFill>
          <a:ln/>
        </p:spPr>
      </p:sp>
      <p:sp>
        <p:nvSpPr>
          <p:cNvPr id="126" name="Text 124"/>
          <p:cNvSpPr txBox="1"/>
          <p:nvPr/>
        </p:nvSpPr>
        <p:spPr>
          <a:xfrm>
            <a:off x="10405872" y="4722607"/>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−$148,286</a:t>
            </a:r>
            <a:endParaRPr lang="en-US" sz="1200" dirty="0"/>
          </a:p>
        </p:txBody>
      </p:sp>
      <p:sp>
        <p:nvSpPr>
          <p:cNvPr id="127" name="Text 125"/>
          <p:cNvSpPr txBox="1"/>
          <p:nvPr/>
        </p:nvSpPr>
        <p:spPr>
          <a:xfrm>
            <a:off x="6208776"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9" name="Shape 127"/>
          <p:cNvSpPr/>
          <p:nvPr/>
        </p:nvSpPr>
        <p:spPr>
          <a:xfrm>
            <a:off x="8531352" y="5054599"/>
            <a:ext cx="62334" cy="120249"/>
          </a:xfrm>
          <a:prstGeom prst="rect">
            <a:avLst/>
          </a:prstGeom>
          <a:solidFill>
            <a:srgbClr val="C2352F"/>
          </a:solidFill>
          <a:ln/>
        </p:spPr>
      </p:sp>
      <p:sp>
        <p:nvSpPr>
          <p:cNvPr id="130" name="Text 128"/>
          <p:cNvSpPr txBox="1"/>
          <p:nvPr/>
        </p:nvSpPr>
        <p:spPr>
          <a:xfrm>
            <a:off x="10405872" y="4984018"/>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−$190,585</a:t>
            </a:r>
            <a:endParaRPr lang="en-US" sz="1200" dirty="0"/>
          </a:p>
        </p:txBody>
      </p:sp>
      <p:sp>
        <p:nvSpPr>
          <p:cNvPr id="131" name="Text 129"/>
          <p:cNvSpPr txBox="1"/>
          <p:nvPr/>
        </p:nvSpPr>
        <p:spPr>
          <a:xfrm>
            <a:off x="6208776"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3" name="Shape 131"/>
          <p:cNvSpPr/>
          <p:nvPr/>
        </p:nvSpPr>
        <p:spPr>
          <a:xfrm>
            <a:off x="8531352" y="5316010"/>
            <a:ext cx="66014" cy="120249"/>
          </a:xfrm>
          <a:prstGeom prst="rect">
            <a:avLst/>
          </a:prstGeom>
          <a:solidFill>
            <a:srgbClr val="C2352F"/>
          </a:solidFill>
          <a:ln/>
        </p:spPr>
      </p:sp>
      <p:sp>
        <p:nvSpPr>
          <p:cNvPr id="134" name="Text 132"/>
          <p:cNvSpPr txBox="1"/>
          <p:nvPr/>
        </p:nvSpPr>
        <p:spPr>
          <a:xfrm>
            <a:off x="10405872" y="5245429"/>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−$201,836</a:t>
            </a:r>
            <a:endParaRPr lang="en-US" sz="1200" dirty="0"/>
          </a:p>
        </p:txBody>
      </p:sp>
      <p:sp>
        <p:nvSpPr>
          <p:cNvPr id="135" name="Text 133"/>
          <p:cNvSpPr txBox="1"/>
          <p:nvPr/>
        </p:nvSpPr>
        <p:spPr>
          <a:xfrm>
            <a:off x="6208776"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7" name="Shape 135"/>
          <p:cNvSpPr/>
          <p:nvPr/>
        </p:nvSpPr>
        <p:spPr>
          <a:xfrm>
            <a:off x="8531352" y="5577420"/>
            <a:ext cx="75295" cy="120249"/>
          </a:xfrm>
          <a:prstGeom prst="rect">
            <a:avLst/>
          </a:prstGeom>
          <a:solidFill>
            <a:srgbClr val="C2352F"/>
          </a:solidFill>
          <a:ln/>
        </p:spPr>
      </p:sp>
      <p:sp>
        <p:nvSpPr>
          <p:cNvPr id="138" name="Text 136"/>
          <p:cNvSpPr txBox="1"/>
          <p:nvPr/>
        </p:nvSpPr>
        <p:spPr>
          <a:xfrm>
            <a:off x="10405872" y="5506840"/>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−$230,214</a:t>
            </a:r>
            <a:endParaRPr lang="en-US" sz="1200" dirty="0"/>
          </a:p>
        </p:txBody>
      </p:sp>
      <p:sp>
        <p:nvSpPr>
          <p:cNvPr id="139" name="Text 137"/>
          <p:cNvSpPr txBox="1"/>
          <p:nvPr/>
        </p:nvSpPr>
        <p:spPr>
          <a:xfrm>
            <a:off x="6208776"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1" name="Shape 139"/>
          <p:cNvSpPr/>
          <p:nvPr/>
        </p:nvSpPr>
        <p:spPr>
          <a:xfrm>
            <a:off x="8531352" y="5838831"/>
            <a:ext cx="147004" cy="120249"/>
          </a:xfrm>
          <a:prstGeom prst="rect">
            <a:avLst/>
          </a:prstGeom>
          <a:solidFill>
            <a:srgbClr val="C2352F"/>
          </a:solidFill>
          <a:ln/>
        </p:spPr>
      </p:sp>
      <p:sp>
        <p:nvSpPr>
          <p:cNvPr id="142" name="Text 140"/>
          <p:cNvSpPr txBox="1"/>
          <p:nvPr/>
        </p:nvSpPr>
        <p:spPr>
          <a:xfrm>
            <a:off x="10405872" y="5768250"/>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−$449,461</a:t>
            </a:r>
            <a:endParaRPr lang="en-US" sz="1200" dirty="0"/>
          </a:p>
        </p:txBody>
      </p:sp>
      <p:sp>
        <p:nvSpPr>
          <p:cNvPr id="143" name="Shape 141"/>
          <p:cNvSpPr/>
          <p:nvPr/>
        </p:nvSpPr>
        <p:spPr>
          <a:xfrm>
            <a:off x="6085332" y="1847088"/>
            <a:ext cx="10973" cy="4443984"/>
          </a:xfrm>
          <a:prstGeom prst="rect">
            <a:avLst/>
          </a:prstGeom>
          <a:solidFill>
            <a:srgbClr val="D9D9D9"/>
          </a:solidFill>
          <a:ln/>
        </p:spPr>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+$4.92M  ·  +21.6%</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+$1.13M</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+25.2%</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579876" y="2405582"/>
            <a:ext cx="431422"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+$849K</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+33.4%</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7" name="Shape 25"/>
          <p:cNvSpPr/>
          <p:nvPr/>
        </p:nvSpPr>
        <p:spPr>
          <a:xfrm>
            <a:off x="3579876" y="2629341"/>
            <a:ext cx="247051"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+$486K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+12.0%</a:t>
            </a:r>
            <a:endParaRPr lang="en-US" sz="1200" dirty="0"/>
          </a:p>
        </p:txBody>
      </p:sp>
      <p:sp>
        <p:nvSpPr>
          <p:cNvPr id="30" name="Text 28"/>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32" name="Shape 30"/>
          <p:cNvSpPr/>
          <p:nvPr/>
        </p:nvSpPr>
        <p:spPr>
          <a:xfrm>
            <a:off x="3579876" y="2853100"/>
            <a:ext cx="191306" cy="102929"/>
          </a:xfrm>
          <a:prstGeom prst="rect">
            <a:avLst/>
          </a:prstGeom>
          <a:solidFill>
            <a:srgbClr val="12A566"/>
          </a:solidFill>
          <a:ln/>
        </p:spPr>
      </p:sp>
      <p:sp>
        <p:nvSpPr>
          <p:cNvPr id="33" name="Text 31"/>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+$377K</a:t>
            </a:r>
            <a:endParaRPr lang="en-US" sz="1200" dirty="0"/>
          </a:p>
        </p:txBody>
      </p:sp>
      <p:sp>
        <p:nvSpPr>
          <p:cNvPr id="34" name="Text 32"/>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+105.8%</a:t>
            </a:r>
            <a:endParaRPr lang="en-US" sz="1200" dirty="0"/>
          </a:p>
        </p:txBody>
      </p:sp>
      <p:sp>
        <p:nvSpPr>
          <p:cNvPr id="35" name="Shape 33"/>
          <p:cNvSpPr/>
          <p:nvPr/>
        </p:nvSpPr>
        <p:spPr>
          <a:xfrm>
            <a:off x="5907024" y="2838405"/>
            <a:ext cx="54864" cy="132319"/>
          </a:xfrm>
          <a:prstGeom prst="rect">
            <a:avLst/>
          </a:prstGeom>
          <a:solidFill>
            <a:srgbClr val="12A566"/>
          </a:solidFill>
          <a:ln/>
        </p:spPr>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8" name="Shape 36"/>
          <p:cNvSpPr/>
          <p:nvPr/>
        </p:nvSpPr>
        <p:spPr>
          <a:xfrm>
            <a:off x="3579876" y="3076859"/>
            <a:ext cx="176360"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+$347K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+84.0%</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3" name="Shape 41"/>
          <p:cNvSpPr/>
          <p:nvPr/>
        </p:nvSpPr>
        <p:spPr>
          <a:xfrm>
            <a:off x="3579876" y="3300618"/>
            <a:ext cx="170979" cy="102929"/>
          </a:xfrm>
          <a:prstGeom prst="rect">
            <a:avLst/>
          </a:prstGeom>
          <a:solidFill>
            <a:srgbClr val="12A566"/>
          </a:solidFill>
          <a:ln/>
        </p:spPr>
      </p:sp>
      <p:sp>
        <p:nvSpPr>
          <p:cNvPr id="44" name="Text 42"/>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+$337K</a:t>
            </a:r>
            <a:endParaRPr lang="en-US" sz="1200" dirty="0"/>
          </a:p>
        </p:txBody>
      </p:sp>
      <p:sp>
        <p:nvSpPr>
          <p:cNvPr id="45" name="Text 43"/>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+62.8%</a:t>
            </a:r>
            <a:endParaRPr lang="en-US" sz="1200" dirty="0"/>
          </a:p>
        </p:txBody>
      </p:sp>
      <p:sp>
        <p:nvSpPr>
          <p:cNvPr id="46" name="Text 44"/>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7" name="Text 45"/>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8" name="Shape 46"/>
          <p:cNvSpPr/>
          <p:nvPr/>
        </p:nvSpPr>
        <p:spPr>
          <a:xfrm>
            <a:off x="3579876" y="3524377"/>
            <a:ext cx="156869" cy="102929"/>
          </a:xfrm>
          <a:prstGeom prst="rect">
            <a:avLst/>
          </a:prstGeom>
          <a:solidFill>
            <a:srgbClr val="12A566"/>
          </a:solidFill>
          <a:ln/>
        </p:spPr>
      </p:sp>
      <p:sp>
        <p:nvSpPr>
          <p:cNvPr id="49" name="Text 47"/>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+$309K</a:t>
            </a:r>
            <a:endParaRPr lang="en-US" sz="1200" dirty="0"/>
          </a:p>
        </p:txBody>
      </p:sp>
      <p:sp>
        <p:nvSpPr>
          <p:cNvPr id="50" name="Text 48"/>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+33.7%</a:t>
            </a:r>
            <a:endParaRPr lang="en-US" sz="1200" dirty="0"/>
          </a:p>
        </p:txBody>
      </p:sp>
      <p:sp>
        <p:nvSpPr>
          <p:cNvPr id="51" name="Shape 49"/>
          <p:cNvSpPr/>
          <p:nvPr/>
        </p:nvSpPr>
        <p:spPr>
          <a:xfrm>
            <a:off x="612648" y="3696865"/>
            <a:ext cx="5138928" cy="205471"/>
          </a:xfrm>
          <a:prstGeom prst="rect">
            <a:avLst/>
          </a:prstGeom>
          <a:solidFill>
            <a:srgbClr val="E6F6EE"/>
          </a:solidFill>
          <a:ln/>
        </p:spPr>
      </p:sp>
      <p:sp>
        <p:nvSpPr>
          <p:cNvPr id="52" name="Text 50"/>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3" name="Text 51"/>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54" name="Shape 52"/>
          <p:cNvSpPr/>
          <p:nvPr/>
        </p:nvSpPr>
        <p:spPr>
          <a:xfrm>
            <a:off x="3579876" y="3748136"/>
            <a:ext cx="143264" cy="102929"/>
          </a:xfrm>
          <a:prstGeom prst="rect">
            <a:avLst/>
          </a:prstGeom>
          <a:solidFill>
            <a:srgbClr val="12A566"/>
          </a:solidFill>
          <a:ln/>
        </p:spPr>
      </p:sp>
      <p:sp>
        <p:nvSpPr>
          <p:cNvPr id="55" name="Text 53"/>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+$282K</a:t>
            </a:r>
            <a:endParaRPr lang="en-US" sz="1200" dirty="0"/>
          </a:p>
        </p:txBody>
      </p:sp>
      <p:sp>
        <p:nvSpPr>
          <p:cNvPr id="56" name="Text 54"/>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+543.6%</a:t>
            </a:r>
            <a:endParaRPr lang="en-US" sz="1200" dirty="0"/>
          </a:p>
        </p:txBody>
      </p:sp>
      <p:sp>
        <p:nvSpPr>
          <p:cNvPr id="57" name="Shape 55"/>
          <p:cNvSpPr/>
          <p:nvPr/>
        </p:nvSpPr>
        <p:spPr>
          <a:xfrm>
            <a:off x="5907024" y="3733441"/>
            <a:ext cx="54864" cy="132319"/>
          </a:xfrm>
          <a:prstGeom prst="rect">
            <a:avLst/>
          </a:prstGeom>
          <a:solidFill>
            <a:srgbClr val="12A566"/>
          </a:solidFill>
          <a:ln/>
        </p:spPr>
      </p:sp>
      <p:sp>
        <p:nvSpPr>
          <p:cNvPr id="58" name="Text 56"/>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9" name="Text 57"/>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0" name="Shape 58"/>
          <p:cNvSpPr/>
          <p:nvPr/>
        </p:nvSpPr>
        <p:spPr>
          <a:xfrm>
            <a:off x="3579876" y="3971895"/>
            <a:ext cx="127653" cy="102929"/>
          </a:xfrm>
          <a:prstGeom prst="rect">
            <a:avLst/>
          </a:prstGeom>
          <a:solidFill>
            <a:srgbClr val="12A566"/>
          </a:solidFill>
          <a:ln/>
        </p:spPr>
      </p:sp>
      <p:sp>
        <p:nvSpPr>
          <p:cNvPr id="61" name="Text 59"/>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+$251K</a:t>
            </a:r>
            <a:endParaRPr lang="en-US" sz="1200" dirty="0"/>
          </a:p>
        </p:txBody>
      </p:sp>
      <p:sp>
        <p:nvSpPr>
          <p:cNvPr id="62" name="Text 60"/>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+26.3%</a:t>
            </a:r>
            <a:endParaRPr lang="en-US" sz="1200" dirty="0"/>
          </a:p>
        </p:txBody>
      </p:sp>
      <p:sp>
        <p:nvSpPr>
          <p:cNvPr id="63" name="Text 61"/>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4" name="Text 62"/>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5" name="Shape 63"/>
          <p:cNvSpPr/>
          <p:nvPr/>
        </p:nvSpPr>
        <p:spPr>
          <a:xfrm>
            <a:off x="3579876" y="4195654"/>
            <a:ext cx="123945" cy="102929"/>
          </a:xfrm>
          <a:prstGeom prst="rect">
            <a:avLst/>
          </a:prstGeom>
          <a:solidFill>
            <a:srgbClr val="12A566"/>
          </a:solidFill>
          <a:ln/>
        </p:spPr>
      </p:sp>
      <p:sp>
        <p:nvSpPr>
          <p:cNvPr id="66" name="Text 64"/>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+$244K</a:t>
            </a:r>
            <a:endParaRPr lang="en-US" sz="1200" dirty="0"/>
          </a:p>
        </p:txBody>
      </p:sp>
      <p:sp>
        <p:nvSpPr>
          <p:cNvPr id="67" name="Text 65"/>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+57.8%</a:t>
            </a:r>
            <a:endParaRPr lang="en-US" sz="1200" dirty="0"/>
          </a:p>
        </p:txBody>
      </p:sp>
      <p:sp>
        <p:nvSpPr>
          <p:cNvPr id="68" name="Text 66"/>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9" name="Text 67"/>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0" name="Shape 68"/>
          <p:cNvSpPr/>
          <p:nvPr/>
        </p:nvSpPr>
        <p:spPr>
          <a:xfrm>
            <a:off x="3579876" y="4419414"/>
            <a:ext cx="103522" cy="102929"/>
          </a:xfrm>
          <a:prstGeom prst="rect">
            <a:avLst/>
          </a:prstGeom>
          <a:solidFill>
            <a:srgbClr val="12A566"/>
          </a:solidFill>
          <a:ln/>
        </p:spPr>
      </p:sp>
      <p:sp>
        <p:nvSpPr>
          <p:cNvPr id="71" name="Text 69"/>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+$204K</a:t>
            </a:r>
            <a:endParaRPr lang="en-US" sz="1200" dirty="0"/>
          </a:p>
        </p:txBody>
      </p:sp>
      <p:sp>
        <p:nvSpPr>
          <p:cNvPr id="72" name="Text 70"/>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+32.7%</a:t>
            </a:r>
            <a:endParaRPr lang="en-US" sz="1200" dirty="0"/>
          </a:p>
        </p:txBody>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5" name="Shape 73"/>
          <p:cNvSpPr/>
          <p:nvPr/>
        </p:nvSpPr>
        <p:spPr>
          <a:xfrm>
            <a:off x="3579876" y="4643173"/>
            <a:ext cx="98445"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+$194K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+42.4%</a:t>
            </a:r>
            <a:endParaRPr lang="en-US" sz="1200" dirty="0"/>
          </a:p>
        </p:txBody>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0" name="Shape 78"/>
          <p:cNvSpPr/>
          <p:nvPr/>
        </p:nvSpPr>
        <p:spPr>
          <a:xfrm>
            <a:off x="3579876" y="4866932"/>
            <a:ext cx="96549"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+$190K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+62.9%</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5" name="Shape 83"/>
          <p:cNvSpPr/>
          <p:nvPr/>
        </p:nvSpPr>
        <p:spPr>
          <a:xfrm>
            <a:off x="3579876" y="5090691"/>
            <a:ext cx="93280"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+$184K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+30.2%</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0" name="Shape 88"/>
          <p:cNvSpPr/>
          <p:nvPr/>
        </p:nvSpPr>
        <p:spPr>
          <a:xfrm>
            <a:off x="3579876" y="5314450"/>
            <a:ext cx="76461"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+$151K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+44.1%</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5" name="Shape 93"/>
          <p:cNvSpPr/>
          <p:nvPr/>
        </p:nvSpPr>
        <p:spPr>
          <a:xfrm>
            <a:off x="3579876" y="5538209"/>
            <a:ext cx="68215"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+$134K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+97.2%</a:t>
            </a:r>
            <a:endParaRPr lang="en-US" sz="1200" dirty="0"/>
          </a:p>
        </p:txBody>
      </p:sp>
      <p:sp>
        <p:nvSpPr>
          <p:cNvPr id="98" name="Shape 96"/>
          <p:cNvSpPr/>
          <p:nvPr/>
        </p:nvSpPr>
        <p:spPr>
          <a:xfrm>
            <a:off x="5907024" y="5523514"/>
            <a:ext cx="54864" cy="132319"/>
          </a:xfrm>
          <a:prstGeom prst="rect">
            <a:avLst/>
          </a:prstGeom>
          <a:solidFill>
            <a:srgbClr val="12A566"/>
          </a:solidFill>
          <a:ln/>
        </p:spPr>
      </p:sp>
      <p:sp>
        <p:nvSpPr>
          <p:cNvPr id="99" name="Text 97"/>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0" name="Text 98"/>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1" name="Shape 99"/>
          <p:cNvSpPr/>
          <p:nvPr/>
        </p:nvSpPr>
        <p:spPr>
          <a:xfrm>
            <a:off x="3579876" y="5761968"/>
            <a:ext cx="68107" cy="102929"/>
          </a:xfrm>
          <a:prstGeom prst="rect">
            <a:avLst/>
          </a:prstGeom>
          <a:solidFill>
            <a:srgbClr val="12A566"/>
          </a:solidFill>
          <a:ln/>
        </p:spPr>
      </p:sp>
      <p:sp>
        <p:nvSpPr>
          <p:cNvPr id="102" name="Text 100"/>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+$134K</a:t>
            </a:r>
            <a:endParaRPr lang="en-US" sz="1200" dirty="0"/>
          </a:p>
        </p:txBody>
      </p:sp>
      <p:sp>
        <p:nvSpPr>
          <p:cNvPr id="103" name="Text 101"/>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+36.8%</a:t>
            </a:r>
            <a:endParaRPr lang="en-US" sz="1200" dirty="0"/>
          </a:p>
        </p:txBody>
      </p:sp>
      <p:sp>
        <p:nvSpPr>
          <p:cNvPr id="104" name="Text 102"/>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5" name="Text 103"/>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6" name="Shape 104"/>
          <p:cNvSpPr/>
          <p:nvPr/>
        </p:nvSpPr>
        <p:spPr>
          <a:xfrm>
            <a:off x="9130284" y="2181823"/>
            <a:ext cx="57484" cy="102929"/>
          </a:xfrm>
          <a:prstGeom prst="rect">
            <a:avLst/>
          </a:prstGeom>
          <a:solidFill>
            <a:srgbClr val="12A566"/>
          </a:solidFill>
          <a:ln/>
        </p:spPr>
      </p:sp>
      <p:sp>
        <p:nvSpPr>
          <p:cNvPr id="107" name="Text 105"/>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+$113K</a:t>
            </a:r>
            <a:endParaRPr lang="en-US" sz="1200" dirty="0"/>
          </a:p>
        </p:txBody>
      </p:sp>
      <p:sp>
        <p:nvSpPr>
          <p:cNvPr id="108" name="Text 106"/>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+35.9%</a:t>
            </a:r>
            <a:endParaRPr lang="en-US" sz="1200" dirty="0"/>
          </a:p>
        </p:txBody>
      </p:sp>
      <p:sp>
        <p:nvSpPr>
          <p:cNvPr id="109" name="Text 107"/>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10" name="Text 108"/>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1" name="Shape 109"/>
          <p:cNvSpPr/>
          <p:nvPr/>
        </p:nvSpPr>
        <p:spPr>
          <a:xfrm>
            <a:off x="9130284" y="2405582"/>
            <a:ext cx="52484" cy="102929"/>
          </a:xfrm>
          <a:prstGeom prst="rect">
            <a:avLst/>
          </a:prstGeom>
          <a:solidFill>
            <a:srgbClr val="12A566"/>
          </a:solidFill>
          <a:ln/>
        </p:spPr>
      </p:sp>
      <p:sp>
        <p:nvSpPr>
          <p:cNvPr id="112" name="Text 110"/>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+$103K</a:t>
            </a:r>
            <a:endParaRPr lang="en-US" sz="1200" dirty="0"/>
          </a:p>
        </p:txBody>
      </p:sp>
      <p:sp>
        <p:nvSpPr>
          <p:cNvPr id="113" name="Text 111"/>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+14.4%</a:t>
            </a:r>
            <a:endParaRPr lang="en-US" sz="1200" dirty="0"/>
          </a:p>
        </p:txBody>
      </p:sp>
      <p:sp>
        <p:nvSpPr>
          <p:cNvPr id="114" name="Text 112"/>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5" name="Text 113"/>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6" name="Shape 114"/>
          <p:cNvSpPr/>
          <p:nvPr/>
        </p:nvSpPr>
        <p:spPr>
          <a:xfrm>
            <a:off x="9130284" y="2629341"/>
            <a:ext cx="48364" cy="102929"/>
          </a:xfrm>
          <a:prstGeom prst="rect">
            <a:avLst/>
          </a:prstGeom>
          <a:solidFill>
            <a:srgbClr val="12A566"/>
          </a:solidFill>
          <a:ln/>
        </p:spPr>
      </p:sp>
      <p:sp>
        <p:nvSpPr>
          <p:cNvPr id="117" name="Text 115"/>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+$95K</a:t>
            </a:r>
            <a:endParaRPr lang="en-US" sz="1200" dirty="0"/>
          </a:p>
        </p:txBody>
      </p:sp>
      <p:sp>
        <p:nvSpPr>
          <p:cNvPr id="118" name="Text 116"/>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+74.6%</a:t>
            </a:r>
            <a:endParaRPr lang="en-US" sz="1200" dirty="0"/>
          </a:p>
        </p:txBody>
      </p:sp>
      <p:sp>
        <p:nvSpPr>
          <p:cNvPr id="119" name="Text 117"/>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20" name="Text 118"/>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1" name="Shape 119"/>
          <p:cNvSpPr/>
          <p:nvPr/>
        </p:nvSpPr>
        <p:spPr>
          <a:xfrm>
            <a:off x="9130284" y="2853100"/>
            <a:ext cx="32595" cy="102929"/>
          </a:xfrm>
          <a:prstGeom prst="rect">
            <a:avLst/>
          </a:prstGeom>
          <a:solidFill>
            <a:srgbClr val="12A566"/>
          </a:solidFill>
          <a:ln/>
        </p:spPr>
      </p:sp>
      <p:sp>
        <p:nvSpPr>
          <p:cNvPr id="122" name="Text 120"/>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+$64K</a:t>
            </a:r>
            <a:endParaRPr lang="en-US" sz="1200" dirty="0"/>
          </a:p>
        </p:txBody>
      </p:sp>
      <p:sp>
        <p:nvSpPr>
          <p:cNvPr id="123" name="Text 121"/>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+12.5%</a:t>
            </a:r>
            <a:endParaRPr lang="en-US" sz="1200" dirty="0"/>
          </a:p>
        </p:txBody>
      </p:sp>
      <p:sp>
        <p:nvSpPr>
          <p:cNvPr id="124" name="Text 122"/>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5" name="Text 123"/>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6" name="Shape 124"/>
          <p:cNvSpPr/>
          <p:nvPr/>
        </p:nvSpPr>
        <p:spPr>
          <a:xfrm>
            <a:off x="9130284" y="3076859"/>
            <a:ext cx="27658" cy="102929"/>
          </a:xfrm>
          <a:prstGeom prst="rect">
            <a:avLst/>
          </a:prstGeom>
          <a:solidFill>
            <a:srgbClr val="12A566"/>
          </a:solidFill>
          <a:ln/>
        </p:spPr>
      </p:sp>
      <p:sp>
        <p:nvSpPr>
          <p:cNvPr id="127" name="Text 125"/>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+$54K</a:t>
            </a:r>
            <a:endParaRPr lang="en-US" sz="1200" dirty="0"/>
          </a:p>
        </p:txBody>
      </p:sp>
      <p:sp>
        <p:nvSpPr>
          <p:cNvPr id="128" name="Text 126"/>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+5.1%</a:t>
            </a:r>
            <a:endParaRPr lang="en-US" sz="1200" dirty="0"/>
          </a:p>
        </p:txBody>
      </p:sp>
      <p:sp>
        <p:nvSpPr>
          <p:cNvPr id="129" name="Text 127"/>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30" name="Text 128"/>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31" name="Shape 129"/>
          <p:cNvSpPr/>
          <p:nvPr/>
        </p:nvSpPr>
        <p:spPr>
          <a:xfrm>
            <a:off x="9130284" y="3300618"/>
            <a:ext cx="12802" cy="102929"/>
          </a:xfrm>
          <a:prstGeom prst="rect">
            <a:avLst/>
          </a:prstGeom>
          <a:solidFill>
            <a:srgbClr val="12A566"/>
          </a:solidFill>
          <a:ln/>
        </p:spPr>
      </p:sp>
      <p:sp>
        <p:nvSpPr>
          <p:cNvPr id="132" name="Text 130"/>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+$6K</a:t>
            </a:r>
            <a:endParaRPr lang="en-US" sz="1200" dirty="0"/>
          </a:p>
        </p:txBody>
      </p:sp>
      <p:sp>
        <p:nvSpPr>
          <p:cNvPr id="133" name="Text 131"/>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+7.7%</a:t>
            </a:r>
            <a:endParaRPr lang="en-US" sz="1200" dirty="0"/>
          </a:p>
        </p:txBody>
      </p:sp>
      <p:sp>
        <p:nvSpPr>
          <p:cNvPr id="134" name="Text 132"/>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5" name="Text 133"/>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6" name="Shape 134"/>
          <p:cNvSpPr/>
          <p:nvPr/>
        </p:nvSpPr>
        <p:spPr>
          <a:xfrm>
            <a:off x="9130284" y="3524377"/>
            <a:ext cx="12802" cy="102929"/>
          </a:xfrm>
          <a:prstGeom prst="rect">
            <a:avLst/>
          </a:prstGeom>
          <a:solidFill>
            <a:srgbClr val="12A566"/>
          </a:solidFill>
          <a:ln/>
        </p:spPr>
      </p:sp>
      <p:sp>
        <p:nvSpPr>
          <p:cNvPr id="137" name="Text 135"/>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+$2K</a:t>
            </a:r>
            <a:endParaRPr lang="en-US" sz="1200" dirty="0"/>
          </a:p>
        </p:txBody>
      </p:sp>
      <p:sp>
        <p:nvSpPr>
          <p:cNvPr id="138" name="Text 136"/>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a:t>
            </a:r>
            <a:endParaRPr lang="en-US" sz="1200" dirty="0"/>
          </a:p>
        </p:txBody>
      </p:sp>
      <p:sp>
        <p:nvSpPr>
          <p:cNvPr id="139" name="Text 137"/>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40" name="Text 138"/>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1" name="Shape 139"/>
          <p:cNvSpPr/>
          <p:nvPr/>
        </p:nvSpPr>
        <p:spPr>
          <a:xfrm>
            <a:off x="9117613" y="3748136"/>
            <a:ext cx="12802" cy="102929"/>
          </a:xfrm>
          <a:prstGeom prst="rect">
            <a:avLst/>
          </a:prstGeom>
          <a:solidFill>
            <a:srgbClr val="C2352F"/>
          </a:solidFill>
          <a:ln/>
        </p:spPr>
      </p:sp>
      <p:sp>
        <p:nvSpPr>
          <p:cNvPr id="142" name="Text 140"/>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−$25K</a:t>
            </a:r>
            <a:endParaRPr lang="en-US" sz="1200" dirty="0"/>
          </a:p>
        </p:txBody>
      </p:sp>
      <p:sp>
        <p:nvSpPr>
          <p:cNvPr id="143" name="Text 141"/>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−16.0%</a:t>
            </a:r>
            <a:endParaRPr lang="en-US" sz="1200" dirty="0"/>
          </a:p>
        </p:txBody>
      </p:sp>
      <p:sp>
        <p:nvSpPr>
          <p:cNvPr id="144" name="Text 142"/>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5" name="Text 143"/>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46" name="Shape 144"/>
          <p:cNvSpPr/>
          <p:nvPr/>
        </p:nvSpPr>
        <p:spPr>
          <a:xfrm>
            <a:off x="9096458" y="3971895"/>
            <a:ext cx="33826" cy="102929"/>
          </a:xfrm>
          <a:prstGeom prst="rect">
            <a:avLst/>
          </a:prstGeom>
          <a:solidFill>
            <a:srgbClr val="C2352F"/>
          </a:solidFill>
          <a:ln/>
        </p:spPr>
      </p:sp>
      <p:sp>
        <p:nvSpPr>
          <p:cNvPr id="147" name="Text 145"/>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−$67K</a:t>
            </a:r>
            <a:endParaRPr lang="en-US" sz="1200" dirty="0"/>
          </a:p>
        </p:txBody>
      </p:sp>
      <p:sp>
        <p:nvSpPr>
          <p:cNvPr id="148" name="Text 146"/>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a:t>
            </a:r>
            <a:endParaRPr lang="en-US" sz="1200" dirty="0"/>
          </a:p>
        </p:txBody>
      </p:sp>
      <p:sp>
        <p:nvSpPr>
          <p:cNvPr id="149" name="Text 147"/>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50" name="Text 148"/>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51" name="Shape 149"/>
          <p:cNvSpPr/>
          <p:nvPr/>
        </p:nvSpPr>
        <p:spPr>
          <a:xfrm>
            <a:off x="9088857" y="4195654"/>
            <a:ext cx="41427" cy="102929"/>
          </a:xfrm>
          <a:prstGeom prst="rect">
            <a:avLst/>
          </a:prstGeom>
          <a:solidFill>
            <a:srgbClr val="C2352F"/>
          </a:solidFill>
          <a:ln/>
        </p:spPr>
      </p:sp>
      <p:sp>
        <p:nvSpPr>
          <p:cNvPr id="152" name="Text 150"/>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−$82K</a:t>
            </a:r>
            <a:endParaRPr lang="en-US" sz="1200" dirty="0"/>
          </a:p>
        </p:txBody>
      </p:sp>
      <p:sp>
        <p:nvSpPr>
          <p:cNvPr id="153" name="Text 151"/>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−34.6%</a:t>
            </a:r>
            <a:endParaRPr lang="en-US" sz="1200" dirty="0"/>
          </a:p>
        </p:txBody>
      </p:sp>
      <p:sp>
        <p:nvSpPr>
          <p:cNvPr id="154" name="Shape 152"/>
          <p:cNvSpPr/>
          <p:nvPr/>
        </p:nvSpPr>
        <p:spPr>
          <a:xfrm>
            <a:off x="11457432" y="4180960"/>
            <a:ext cx="54864" cy="132319"/>
          </a:xfrm>
          <a:prstGeom prst="rect">
            <a:avLst/>
          </a:prstGeom>
          <a:solidFill>
            <a:srgbClr val="C2352F"/>
          </a:solidFill>
          <a:ln/>
        </p:spPr>
      </p:sp>
      <p:sp>
        <p:nvSpPr>
          <p:cNvPr id="155" name="Text 153"/>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6" name="Text 154"/>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57" name="Shape 155"/>
          <p:cNvSpPr/>
          <p:nvPr/>
        </p:nvSpPr>
        <p:spPr>
          <a:xfrm>
            <a:off x="9075044" y="4419414"/>
            <a:ext cx="55240" cy="102929"/>
          </a:xfrm>
          <a:prstGeom prst="rect">
            <a:avLst/>
          </a:prstGeom>
          <a:solidFill>
            <a:srgbClr val="C2352F"/>
          </a:solidFill>
          <a:ln/>
        </p:spPr>
      </p:sp>
      <p:sp>
        <p:nvSpPr>
          <p:cNvPr id="158" name="Text 156"/>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−$109K</a:t>
            </a:r>
            <a:endParaRPr lang="en-US" sz="1200" dirty="0"/>
          </a:p>
        </p:txBody>
      </p:sp>
      <p:sp>
        <p:nvSpPr>
          <p:cNvPr id="159" name="Text 157"/>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a:t>
            </a:r>
            <a:endParaRPr lang="en-US" sz="1200" dirty="0"/>
          </a:p>
        </p:txBody>
      </p:sp>
      <p:sp>
        <p:nvSpPr>
          <p:cNvPr id="160" name="Text 158"/>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1" name="Text 159"/>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62" name="Shape 160"/>
          <p:cNvSpPr/>
          <p:nvPr/>
        </p:nvSpPr>
        <p:spPr>
          <a:xfrm>
            <a:off x="9066549" y="4643173"/>
            <a:ext cx="63735" cy="102929"/>
          </a:xfrm>
          <a:prstGeom prst="rect">
            <a:avLst/>
          </a:prstGeom>
          <a:solidFill>
            <a:srgbClr val="C2352F"/>
          </a:solidFill>
          <a:ln/>
        </p:spPr>
      </p:sp>
      <p:sp>
        <p:nvSpPr>
          <p:cNvPr id="163" name="Text 161"/>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−$125K</a:t>
            </a:r>
            <a:endParaRPr lang="en-US" sz="1200" dirty="0"/>
          </a:p>
        </p:txBody>
      </p:sp>
      <p:sp>
        <p:nvSpPr>
          <p:cNvPr id="164" name="Text 162"/>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−63.6%</a:t>
            </a:r>
            <a:endParaRPr lang="en-US" sz="1200" dirty="0"/>
          </a:p>
        </p:txBody>
      </p:sp>
      <p:sp>
        <p:nvSpPr>
          <p:cNvPr id="165" name="Shape 163"/>
          <p:cNvSpPr/>
          <p:nvPr/>
        </p:nvSpPr>
        <p:spPr>
          <a:xfrm>
            <a:off x="11457432" y="4628478"/>
            <a:ext cx="54864" cy="132319"/>
          </a:xfrm>
          <a:prstGeom prst="rect">
            <a:avLst/>
          </a:prstGeom>
          <a:solidFill>
            <a:srgbClr val="C2352F"/>
          </a:solidFill>
          <a:ln/>
        </p:spPr>
      </p:sp>
      <p:sp>
        <p:nvSpPr>
          <p:cNvPr id="166" name="Shape 164"/>
          <p:cNvSpPr/>
          <p:nvPr/>
        </p:nvSpPr>
        <p:spPr>
          <a:xfrm>
            <a:off x="6163056" y="4815661"/>
            <a:ext cx="5138928" cy="205471"/>
          </a:xfrm>
          <a:prstGeom prst="rect">
            <a:avLst/>
          </a:prstGeom>
          <a:solidFill>
            <a:srgbClr val="FBEBEA"/>
          </a:solidFill>
          <a:ln/>
        </p:spPr>
      </p:sp>
      <p:sp>
        <p:nvSpPr>
          <p:cNvPr id="167" name="Text 165"/>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8" name="Text 166"/>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69" name="Shape 167"/>
          <p:cNvSpPr/>
          <p:nvPr/>
        </p:nvSpPr>
        <p:spPr>
          <a:xfrm>
            <a:off x="9049021" y="4866932"/>
            <a:ext cx="81263" cy="102929"/>
          </a:xfrm>
          <a:prstGeom prst="rect">
            <a:avLst/>
          </a:prstGeom>
          <a:solidFill>
            <a:srgbClr val="C2352F"/>
          </a:solidFill>
          <a:ln/>
        </p:spPr>
      </p:sp>
      <p:sp>
        <p:nvSpPr>
          <p:cNvPr id="170" name="Text 168"/>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−$160K</a:t>
            </a:r>
            <a:endParaRPr lang="en-US" sz="1200" dirty="0"/>
          </a:p>
        </p:txBody>
      </p:sp>
      <p:sp>
        <p:nvSpPr>
          <p:cNvPr id="171" name="Text 169"/>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−1368.7%</a:t>
            </a:r>
            <a:endParaRPr lang="en-US" sz="1200" dirty="0"/>
          </a:p>
        </p:txBody>
      </p:sp>
      <p:sp>
        <p:nvSpPr>
          <p:cNvPr id="172" name="Shape 170"/>
          <p:cNvSpPr/>
          <p:nvPr/>
        </p:nvSpPr>
        <p:spPr>
          <a:xfrm>
            <a:off x="11457432" y="4852237"/>
            <a:ext cx="54864" cy="132319"/>
          </a:xfrm>
          <a:prstGeom prst="rect">
            <a:avLst/>
          </a:prstGeom>
          <a:solidFill>
            <a:srgbClr val="C2352F"/>
          </a:solidFill>
          <a:ln/>
        </p:spPr>
      </p:sp>
      <p:sp>
        <p:nvSpPr>
          <p:cNvPr id="173" name="Text 171"/>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4" name="Text 172"/>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75" name="Shape 173"/>
          <p:cNvSpPr/>
          <p:nvPr/>
        </p:nvSpPr>
        <p:spPr>
          <a:xfrm>
            <a:off x="9045307" y="5090691"/>
            <a:ext cx="84977" cy="102929"/>
          </a:xfrm>
          <a:prstGeom prst="rect">
            <a:avLst/>
          </a:prstGeom>
          <a:solidFill>
            <a:srgbClr val="C2352F"/>
          </a:solidFill>
          <a:ln/>
        </p:spPr>
      </p:sp>
      <p:sp>
        <p:nvSpPr>
          <p:cNvPr id="176" name="Text 174"/>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−$167K</a:t>
            </a:r>
            <a:endParaRPr lang="en-US" sz="1200" dirty="0"/>
          </a:p>
        </p:txBody>
      </p:sp>
      <p:sp>
        <p:nvSpPr>
          <p:cNvPr id="177" name="Text 175"/>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−22.6%</a:t>
            </a:r>
            <a:endParaRPr lang="en-US" sz="1200" dirty="0"/>
          </a:p>
        </p:txBody>
      </p:sp>
      <p:sp>
        <p:nvSpPr>
          <p:cNvPr id="178" name="Text 176"/>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9" name="Text 177"/>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0" name="Shape 178"/>
          <p:cNvSpPr/>
          <p:nvPr/>
        </p:nvSpPr>
        <p:spPr>
          <a:xfrm>
            <a:off x="8988517" y="5314450"/>
            <a:ext cx="141767" cy="102929"/>
          </a:xfrm>
          <a:prstGeom prst="rect">
            <a:avLst/>
          </a:prstGeom>
          <a:solidFill>
            <a:srgbClr val="C2352F"/>
          </a:solidFill>
          <a:ln/>
        </p:spPr>
      </p:sp>
      <p:sp>
        <p:nvSpPr>
          <p:cNvPr id="181" name="Text 179"/>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−$279K</a:t>
            </a:r>
            <a:endParaRPr lang="en-US" sz="1200" dirty="0"/>
          </a:p>
        </p:txBody>
      </p:sp>
      <p:sp>
        <p:nvSpPr>
          <p:cNvPr id="182" name="Text 180"/>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−25.3%</a:t>
            </a:r>
            <a:endParaRPr lang="en-US" sz="1200" dirty="0"/>
          </a:p>
        </p:txBody>
      </p:sp>
      <p:sp>
        <p:nvSpPr>
          <p:cNvPr id="183" name="Text 181"/>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4" name="Text 182"/>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85" name="Shape 183"/>
          <p:cNvSpPr/>
          <p:nvPr/>
        </p:nvSpPr>
        <p:spPr>
          <a:xfrm>
            <a:off x="8978486" y="5538209"/>
            <a:ext cx="151798" cy="102929"/>
          </a:xfrm>
          <a:prstGeom prst="rect">
            <a:avLst/>
          </a:prstGeom>
          <a:solidFill>
            <a:srgbClr val="C2352F"/>
          </a:solidFill>
          <a:ln/>
        </p:spPr>
      </p:sp>
      <p:sp>
        <p:nvSpPr>
          <p:cNvPr id="186" name="Text 184"/>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−$299K</a:t>
            </a:r>
            <a:endParaRPr lang="en-US" sz="1200" dirty="0"/>
          </a:p>
        </p:txBody>
      </p:sp>
      <p:sp>
        <p:nvSpPr>
          <p:cNvPr id="187" name="Text 185"/>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88" name="Shape 186"/>
          <p:cNvSpPr/>
          <p:nvPr/>
        </p:nvSpPr>
        <p:spPr>
          <a:xfrm>
            <a:off x="3574390" y="2121408"/>
            <a:ext cx="10973" cy="3803904"/>
          </a:xfrm>
          <a:prstGeom prst="rect">
            <a:avLst/>
          </a:prstGeom>
          <a:solidFill>
            <a:srgbClr val="9AA3AD"/>
          </a:solidFill>
          <a:ln/>
        </p:spPr>
      </p:sp>
      <p:sp>
        <p:nvSpPr>
          <p:cNvPr id="189" name="Shape 187"/>
          <p:cNvSpPr/>
          <p:nvPr/>
        </p:nvSpPr>
        <p:spPr>
          <a:xfrm>
            <a:off x="9124798" y="2121408"/>
            <a:ext cx="10973" cy="3803904"/>
          </a:xfrm>
          <a:prstGeom prst="rect">
            <a:avLst/>
          </a:prstGeom>
          <a:solidFill>
            <a:srgbClr val="9AA3AD"/>
          </a:solidFill>
          <a:ln/>
        </p:spPr>
      </p:sp>
      <p:sp>
        <p:nvSpPr>
          <p:cNvPr id="190" name="Shape 188"/>
          <p:cNvSpPr/>
          <p:nvPr/>
        </p:nvSpPr>
        <p:spPr>
          <a:xfrm>
            <a:off x="6085332" y="2121408"/>
            <a:ext cx="10973" cy="3803904"/>
          </a:xfrm>
          <a:prstGeom prst="rect">
            <a:avLst/>
          </a:prstGeom>
          <a:solidFill>
            <a:srgbClr val="D9D9D9"/>
          </a:solidFill>
          <a:ln/>
        </p:spPr>
      </p:sp>
      <p:sp>
        <p:nvSpPr>
          <p:cNvPr id="192" name="Shape 189"/>
          <p:cNvSpPr/>
          <p:nvPr/>
        </p:nvSpPr>
        <p:spPr>
          <a:xfrm>
            <a:off x="457200" y="6126480"/>
            <a:ext cx="11274552" cy="371856"/>
          </a:xfrm>
          <a:prstGeom prst="rect">
            <a:avLst/>
          </a:prstGeom>
          <a:solidFill>
            <a:srgbClr val="EDF4FA"/>
          </a:solidFill>
          <a:ln/>
        </p:spPr>
      </p:sp>
      <p:sp>
        <p:nvSpPr>
          <p:cNvPr id="193" name="Text 19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24 of 33 stores grew service net profit, January through September year to date.</a:t>
            </a:r>
            <a:endParaRPr lang="en-US" sz="1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$4.47M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$5.59M</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+$1.13M</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$2.55M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$3.40M</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+$849K</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+33.4%</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Shape 18"/>
          <p:cNvSpPr/>
          <p:nvPr/>
        </p:nvSpPr>
        <p:spPr>
          <a:xfrm>
            <a:off x="4084320" y="3621024"/>
            <a:ext cx="64008" cy="813816"/>
          </a:xfrm>
          <a:prstGeom prst="rect">
            <a:avLst/>
          </a:prstGeom>
          <a:solidFill>
            <a:srgbClr val="12A566"/>
          </a:solidFill>
          <a:ln/>
        </p:spPr>
      </p:sp>
      <p:sp>
        <p:nvSpPr>
          <p:cNvPr id="23" name="Text 19"/>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4" name="Text 20"/>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$4.54M</a:t>
            </a:r>
            <a:endParaRPr lang="en-US" sz="1400" dirty="0"/>
          </a:p>
        </p:txBody>
      </p:sp>
      <p:graphicFrame>
        <p:nvGraphicFramePr>
          <p:cNvPr id="25"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6" name="Text 21"/>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+$486K</a:t>
            </a:r>
            <a:endParaRPr lang="en-US" sz="1600" dirty="0"/>
          </a:p>
        </p:txBody>
      </p:sp>
      <p:sp>
        <p:nvSpPr>
          <p:cNvPr id="27" name="Text 22"/>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28" name="Text 23"/>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9" name="Text 24"/>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$733K</a:t>
            </a:r>
            <a:endParaRPr lang="en-US" sz="1400" dirty="0"/>
          </a:p>
        </p:txBody>
      </p:sp>
      <p:graphicFrame>
        <p:nvGraphicFramePr>
          <p:cNvPr id="30"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1" name="Text 25"/>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+$377K</a:t>
            </a:r>
            <a:endParaRPr lang="en-US" sz="1600" dirty="0"/>
          </a:p>
        </p:txBody>
      </p:sp>
      <p:sp>
        <p:nvSpPr>
          <p:cNvPr id="32" name="Text 26"/>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+105.8%</a:t>
            </a:r>
            <a:endParaRPr lang="en-US" sz="1300" dirty="0"/>
          </a:p>
        </p:txBody>
      </p:sp>
      <p:sp>
        <p:nvSpPr>
          <p:cNvPr id="33" name="Shape 27"/>
          <p:cNvSpPr/>
          <p:nvPr/>
        </p:nvSpPr>
        <p:spPr>
          <a:xfrm>
            <a:off x="658368" y="5358384"/>
            <a:ext cx="3489960" cy="886968"/>
          </a:xfrm>
          <a:prstGeom prst="rect">
            <a:avLst/>
          </a:prstGeom>
          <a:solidFill>
            <a:srgbClr val="F7F7F7"/>
          </a:solidFill>
          <a:ln/>
        </p:spPr>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−$66K</a:t>
            </a:r>
            <a:endParaRPr lang="en-US" sz="1400" dirty="0"/>
          </a:p>
        </p:txBody>
      </p:sp>
      <p:graphicFrame>
        <p:nvGraphicFramePr>
          <p:cNvPr id="36"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+$347K</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a:t>
            </a:r>
            <a:endParaRPr lang="en-US" sz="1300" dirty="0"/>
          </a:p>
        </p:txBody>
      </p:sp>
      <p:sp>
        <p:nvSpPr>
          <p:cNvPr id="39" name="Shape 32"/>
          <p:cNvSpPr/>
          <p:nvPr/>
        </p:nvSpPr>
        <p:spPr>
          <a:xfrm>
            <a:off x="4349496" y="1371600"/>
            <a:ext cx="3489960" cy="45720"/>
          </a:xfrm>
          <a:prstGeom prst="rect">
            <a:avLst/>
          </a:prstGeom>
          <a:solidFill>
            <a:srgbClr val="C2352F"/>
          </a:solidFill>
          <a:ln/>
        </p:spPr>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sp>
      <p:sp>
        <p:nvSpPr>
          <p:cNvPr id="42" name="Text 35"/>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3" name="Text 36"/>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$887K</a:t>
            </a:r>
            <a:endParaRPr lang="en-US" sz="1400" dirty="0"/>
          </a:p>
        </p:txBody>
      </p:sp>
      <p:graphicFrame>
        <p:nvGraphicFramePr>
          <p:cNvPr id="44"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5" name="Text 37"/>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−$299K</a:t>
            </a:r>
            <a:endParaRPr lang="en-US" sz="1600" dirty="0"/>
          </a:p>
        </p:txBody>
      </p:sp>
      <p:sp>
        <p:nvSpPr>
          <p:cNvPr id="46" name="Text 38"/>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47" name="Text 39"/>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8" name="Text 40"/>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$824K</a:t>
            </a:r>
            <a:endParaRPr lang="en-US" sz="1400" dirty="0"/>
          </a:p>
        </p:txBody>
      </p:sp>
      <p:graphicFrame>
        <p:nvGraphicFramePr>
          <p:cNvPr id="49"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50" name="Text 41"/>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−$279K</a:t>
            </a:r>
            <a:endParaRPr lang="en-US" sz="1600" dirty="0"/>
          </a:p>
        </p:txBody>
      </p:sp>
      <p:sp>
        <p:nvSpPr>
          <p:cNvPr id="51" name="Text 42"/>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−25.3%</a:t>
            </a:r>
            <a:endParaRPr lang="en-US" sz="1300" dirty="0"/>
          </a:p>
        </p:txBody>
      </p:sp>
      <p:sp>
        <p:nvSpPr>
          <p:cNvPr id="52" name="Shape 43"/>
          <p:cNvSpPr/>
          <p:nvPr/>
        </p:nvSpPr>
        <p:spPr>
          <a:xfrm>
            <a:off x="4349496" y="3584448"/>
            <a:ext cx="3489960" cy="886968"/>
          </a:xfrm>
          <a:prstGeom prst="rect">
            <a:avLst/>
          </a:prstGeom>
          <a:solidFill>
            <a:srgbClr val="F7F7F7"/>
          </a:solidFill>
          <a:ln/>
        </p:spPr>
      </p:sp>
      <p:sp>
        <p:nvSpPr>
          <p:cNvPr id="53" name="Shape 44"/>
          <p:cNvSpPr/>
          <p:nvPr/>
        </p:nvSpPr>
        <p:spPr>
          <a:xfrm>
            <a:off x="7775448" y="3621024"/>
            <a:ext cx="64008" cy="813816"/>
          </a:xfrm>
          <a:prstGeom prst="rect">
            <a:avLst/>
          </a:prstGeom>
          <a:solidFill>
            <a:srgbClr val="2587C5"/>
          </a:solidFill>
          <a:ln/>
        </p:spPr>
      </p:sp>
      <p:sp>
        <p:nvSpPr>
          <p:cNvPr id="54" name="Text 4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5" name="Text 4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$741K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graphicFrame>
        <p:nvGraphicFramePr>
          <p:cNvPr id="56"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7" name="Text 47"/>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−$167K</a:t>
            </a:r>
            <a:endParaRPr lang="en-US" sz="1600" dirty="0"/>
          </a:p>
        </p:txBody>
      </p:sp>
      <p:sp>
        <p:nvSpPr>
          <p:cNvPr id="58" name="Text 48"/>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−22.6%</a:t>
            </a:r>
            <a:endParaRPr lang="en-US" sz="1300" dirty="0"/>
          </a:p>
        </p:txBody>
      </p:sp>
      <p:sp>
        <p:nvSpPr>
          <p:cNvPr id="59" name="Text 4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60" name="Text 5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−$148K</a:t>
            </a:r>
            <a:endParaRPr lang="en-US" sz="1400" dirty="0"/>
          </a:p>
        </p:txBody>
      </p:sp>
      <p:graphicFrame>
        <p:nvGraphicFramePr>
          <p:cNvPr id="6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2" name="Text 51"/>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−$160K</a:t>
            </a:r>
            <a:endParaRPr lang="en-US" sz="1600" dirty="0"/>
          </a:p>
        </p:txBody>
      </p:sp>
      <p:sp>
        <p:nvSpPr>
          <p:cNvPr id="63" name="Text 52"/>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−1368.7%</a:t>
            </a:r>
            <a:endParaRPr lang="en-US" sz="1300" dirty="0"/>
          </a:p>
        </p:txBody>
      </p:sp>
      <p:sp>
        <p:nvSpPr>
          <p:cNvPr id="64" name="Shape 53"/>
          <p:cNvSpPr/>
          <p:nvPr/>
        </p:nvSpPr>
        <p:spPr>
          <a:xfrm>
            <a:off x="4349496" y="5358384"/>
            <a:ext cx="3489960" cy="886968"/>
          </a:xfrm>
          <a:prstGeom prst="rect">
            <a:avLst/>
          </a:prstGeom>
          <a:solidFill>
            <a:srgbClr val="F7F7F7"/>
          </a:solidFill>
          <a:ln/>
        </p:spPr>
      </p:sp>
      <p:sp>
        <p:nvSpPr>
          <p:cNvPr id="65" name="Text 5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6" name="Text 5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$72K</a:t>
            </a:r>
            <a:endParaRPr lang="en-US" sz="1400" dirty="0"/>
          </a:p>
        </p:txBody>
      </p:sp>
      <p:graphicFrame>
        <p:nvGraphicFramePr>
          <p:cNvPr id="6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8" name="Text 56"/>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−$125K</a:t>
            </a:r>
            <a:endParaRPr lang="en-US" sz="1600" dirty="0"/>
          </a:p>
        </p:txBody>
      </p:sp>
      <p:sp>
        <p:nvSpPr>
          <p:cNvPr id="69" name="Text 57"/>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−63.6%</a:t>
            </a:r>
            <a:endParaRPr lang="en-US" sz="1300" dirty="0"/>
          </a:p>
        </p:txBody>
      </p:sp>
      <p:sp>
        <p:nvSpPr>
          <p:cNvPr id="70" name="Shape 58"/>
          <p:cNvSpPr/>
          <p:nvPr/>
        </p:nvSpPr>
        <p:spPr>
          <a:xfrm>
            <a:off x="8040624" y="1371600"/>
            <a:ext cx="3489960" cy="45720"/>
          </a:xfrm>
          <a:prstGeom prst="rect">
            <a:avLst/>
          </a:prstGeom>
          <a:solidFill>
            <a:srgbClr val="2587C5"/>
          </a:solidFill>
          <a:ln/>
        </p:spPr>
      </p:sp>
      <p:sp>
        <p:nvSpPr>
          <p:cNvPr id="7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2" name="Shape 60"/>
          <p:cNvSpPr/>
          <p:nvPr/>
        </p:nvSpPr>
        <p:spPr>
          <a:xfrm>
            <a:off x="8040624" y="1810512"/>
            <a:ext cx="3489960" cy="886968"/>
          </a:xfrm>
          <a:prstGeom prst="rect">
            <a:avLst/>
          </a:prstGeom>
          <a:solidFill>
            <a:srgbClr val="F7F7F7"/>
          </a:solidFill>
          <a:ln/>
        </p:spPr>
      </p:sp>
      <p:sp>
        <p:nvSpPr>
          <p:cNvPr id="73" name="Shape 61"/>
          <p:cNvSpPr/>
          <p:nvPr/>
        </p:nvSpPr>
        <p:spPr>
          <a:xfrm>
            <a:off x="11466576" y="1847088"/>
            <a:ext cx="64008" cy="813816"/>
          </a:xfrm>
          <a:prstGeom prst="rect">
            <a:avLst/>
          </a:prstGeom>
          <a:solidFill>
            <a:srgbClr val="12A566"/>
          </a:solidFill>
          <a:ln/>
        </p:spPr>
      </p:sp>
      <p:sp>
        <p:nvSpPr>
          <p:cNvPr id="74" name="Text 62"/>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5" name="Text 63"/>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$523K</a:t>
            </a:r>
            <a:endParaRPr lang="en-US" sz="1400" dirty="0"/>
          </a:p>
        </p:txBody>
      </p:sp>
      <p:graphicFrame>
        <p:nvGraphicFramePr>
          <p:cNvPr id="76"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7"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8" name="Text 64"/>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+$85K</a:t>
            </a:r>
            <a:endParaRPr lang="en-US" sz="1600" dirty="0"/>
          </a:p>
        </p:txBody>
      </p:sp>
      <p:sp>
        <p:nvSpPr>
          <p:cNvPr id="79" name="Text 65"/>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+19.5%</a:t>
            </a:r>
            <a:endParaRPr lang="en-US" sz="1300" dirty="0"/>
          </a:p>
        </p:txBody>
      </p:sp>
      <p:sp>
        <p:nvSpPr>
          <p:cNvPr id="80" name="Text 6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81" name="Text 6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$122K</a:t>
            </a:r>
            <a:endParaRPr lang="en-US" sz="1400" dirty="0"/>
          </a:p>
        </p:txBody>
      </p:sp>
      <p:graphicFrame>
        <p:nvGraphicFramePr>
          <p:cNvPr id="82"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3"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4" name="Text 68"/>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+$61K</a:t>
            </a:r>
            <a:endParaRPr lang="en-US" sz="1600" dirty="0"/>
          </a:p>
        </p:txBody>
      </p:sp>
      <p:sp>
        <p:nvSpPr>
          <p:cNvPr id="85" name="Text 69"/>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+99.1%</a:t>
            </a:r>
            <a:endParaRPr lang="en-US" sz="1300" dirty="0"/>
          </a:p>
        </p:txBody>
      </p:sp>
      <p:sp>
        <p:nvSpPr>
          <p:cNvPr id="86" name="Shape 70"/>
          <p:cNvSpPr/>
          <p:nvPr/>
        </p:nvSpPr>
        <p:spPr>
          <a:xfrm>
            <a:off x="8040624" y="3584448"/>
            <a:ext cx="3489960" cy="886968"/>
          </a:xfrm>
          <a:prstGeom prst="rect">
            <a:avLst/>
          </a:prstGeom>
          <a:solidFill>
            <a:srgbClr val="F7F7F7"/>
          </a:solidFill>
          <a:ln/>
        </p:spPr>
      </p:sp>
      <p:sp>
        <p:nvSpPr>
          <p:cNvPr id="87" name="Text 71"/>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8" name="Text 72"/>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$272K</a:t>
            </a:r>
            <a:endParaRPr lang="en-US" sz="1400" dirty="0"/>
          </a:p>
        </p:txBody>
      </p:sp>
      <p:graphicFrame>
        <p:nvGraphicFramePr>
          <p:cNvPr id="89"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90"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91" name="Text 73"/>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+$54K</a:t>
            </a:r>
            <a:endParaRPr lang="en-US" sz="1600" dirty="0"/>
          </a:p>
        </p:txBody>
      </p:sp>
      <p:sp>
        <p:nvSpPr>
          <p:cNvPr id="92" name="Text 74"/>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+24.8%</a:t>
            </a:r>
            <a:endParaRPr lang="en-US" sz="1300" dirty="0"/>
          </a:p>
        </p:txBody>
      </p:sp>
      <p:sp>
        <p:nvSpPr>
          <p:cNvPr id="93" name="Shape 75"/>
          <p:cNvSpPr/>
          <p:nvPr/>
        </p:nvSpPr>
        <p:spPr>
          <a:xfrm>
            <a:off x="11466576" y="4507992"/>
            <a:ext cx="64008" cy="813816"/>
          </a:xfrm>
          <a:prstGeom prst="rect">
            <a:avLst/>
          </a:prstGeom>
          <a:solidFill>
            <a:srgbClr val="2587C5"/>
          </a:solidFill>
          <a:ln/>
        </p:spPr>
      </p:sp>
      <p:sp>
        <p:nvSpPr>
          <p:cNvPr id="94" name="Text 76"/>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5" name="Text 77"/>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graphicFrame>
        <p:nvGraphicFramePr>
          <p:cNvPr id="96"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7"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8" name="Text 78"/>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+$51K</a:t>
            </a:r>
            <a:endParaRPr lang="en-US" sz="1600" dirty="0"/>
          </a:p>
        </p:txBody>
      </p:sp>
      <p:sp>
        <p:nvSpPr>
          <p:cNvPr id="99" name="Text 79"/>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+118.4%</a:t>
            </a:r>
            <a:endParaRPr lang="en-US" sz="1300" dirty="0"/>
          </a:p>
        </p:txBody>
      </p:sp>
      <p:sp>
        <p:nvSpPr>
          <p:cNvPr id="100" name="Shape 80"/>
          <p:cNvSpPr/>
          <p:nvPr/>
        </p:nvSpPr>
        <p:spPr>
          <a:xfrm>
            <a:off x="8040624" y="5358384"/>
            <a:ext cx="3489960" cy="886968"/>
          </a:xfrm>
          <a:prstGeom prst="rect">
            <a:avLst/>
          </a:prstGeom>
          <a:solidFill>
            <a:srgbClr val="F7F7F7"/>
          </a:solidFill>
          <a:ln/>
        </p:spPr>
      </p:sp>
      <p:sp>
        <p:nvSpPr>
          <p:cNvPr id="101" name="Shape 81"/>
          <p:cNvSpPr/>
          <p:nvPr/>
        </p:nvSpPr>
        <p:spPr>
          <a:xfrm>
            <a:off x="11466576" y="5394960"/>
            <a:ext cx="64008" cy="813816"/>
          </a:xfrm>
          <a:prstGeom prst="rect">
            <a:avLst/>
          </a:prstGeom>
          <a:solidFill>
            <a:srgbClr val="12A566"/>
          </a:solidFill>
          <a:ln/>
        </p:spPr>
      </p:sp>
      <p:sp>
        <p:nvSpPr>
          <p:cNvPr id="102" name="Text 8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3" name="Text 8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$646K</a:t>
            </a:r>
            <a:endParaRPr lang="en-US" sz="1400" dirty="0"/>
          </a:p>
        </p:txBody>
      </p:sp>
      <p:graphicFrame>
        <p:nvGraphicFramePr>
          <p:cNvPr id="10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6" name="Text 84"/>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+$50K</a:t>
            </a:r>
            <a:endParaRPr lang="en-US" sz="1600" dirty="0"/>
          </a:p>
        </p:txBody>
      </p:sp>
      <p:sp>
        <p:nvSpPr>
          <p:cNvPr id="107" name="Text 85"/>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Parts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the parts department generates after its own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$61.93M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$39.17M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$22.75M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parts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on every RO, matrix pricing, wholesale that covers its own cost</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Counter, wholesale and drivers: staffing to the workload, pay tied to gross</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Inventory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Fill rate, obsolescence and carrying cost</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Freight, delivery vehicles, supplies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$22.75M parts net profit, +0.8%. Gross grew +1.9%; department expenses +2.6%.</a:t>
            </a:r>
            <a:endParaRPr lang="en-US" sz="16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$22.56M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$22.75M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+$190,767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+0.8%</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+$191K (+0.8%) year to date; 6 of nine months ahead of 2025, largest gain in September, +$506K.</a:t>
            </a:r>
            <a:endParaRPr lang="en-US" sz="16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$22.75M</a:t>
            </a:r>
            <a:endParaRPr lang="en-US" sz="2000" dirty="0"/>
          </a:p>
        </p:txBody>
      </p:sp>
      <p:sp>
        <p:nvSpPr>
          <p:cNvPr id="11" name="Text 9"/>
          <p:cNvSpPr txBox="1"/>
          <p:nvPr/>
        </p:nvSpPr>
        <p:spPr>
          <a:xfrm>
            <a:off x="658368"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7669"/>
            <a:ext cx="1828800" cy="120249"/>
          </a:xfrm>
          <a:prstGeom prst="rect">
            <a:avLst/>
          </a:prstGeom>
          <a:solidFill>
            <a:srgbClr val="2587C5"/>
          </a:solidFill>
          <a:ln/>
        </p:spPr>
      </p:sp>
      <p:sp>
        <p:nvSpPr>
          <p:cNvPr id="14" name="Text 12"/>
          <p:cNvSpPr txBox="1"/>
          <p:nvPr/>
        </p:nvSpPr>
        <p:spPr>
          <a:xfrm>
            <a:off x="4855464"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$2.24M</a:t>
            </a:r>
            <a:endParaRPr lang="en-US" sz="1200" dirty="0"/>
          </a:p>
        </p:txBody>
      </p:sp>
      <p:sp>
        <p:nvSpPr>
          <p:cNvPr id="15" name="Text 13"/>
          <p:cNvSpPr txBox="1"/>
          <p:nvPr/>
        </p:nvSpPr>
        <p:spPr>
          <a:xfrm>
            <a:off x="658368"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7" name="Shape 15"/>
          <p:cNvSpPr/>
          <p:nvPr/>
        </p:nvSpPr>
        <p:spPr>
          <a:xfrm>
            <a:off x="2980944" y="2179080"/>
            <a:ext cx="1416679" cy="120249"/>
          </a:xfrm>
          <a:prstGeom prst="rect">
            <a:avLst/>
          </a:prstGeom>
          <a:solidFill>
            <a:srgbClr val="2587C5"/>
          </a:solidFill>
          <a:ln/>
        </p:spPr>
      </p:sp>
      <p:sp>
        <p:nvSpPr>
          <p:cNvPr id="18" name="Text 16"/>
          <p:cNvSpPr txBox="1"/>
          <p:nvPr/>
        </p:nvSpPr>
        <p:spPr>
          <a:xfrm>
            <a:off x="4855464"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$1.73M</a:t>
            </a:r>
            <a:endParaRPr lang="en-US" sz="1200" dirty="0"/>
          </a:p>
        </p:txBody>
      </p:sp>
      <p:sp>
        <p:nvSpPr>
          <p:cNvPr id="19" name="Text 17"/>
          <p:cNvSpPr txBox="1"/>
          <p:nvPr/>
        </p:nvSpPr>
        <p:spPr>
          <a:xfrm>
            <a:off x="658368"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1" name="Shape 19"/>
          <p:cNvSpPr/>
          <p:nvPr/>
        </p:nvSpPr>
        <p:spPr>
          <a:xfrm>
            <a:off x="2980944" y="2440491"/>
            <a:ext cx="1265878" cy="120249"/>
          </a:xfrm>
          <a:prstGeom prst="rect">
            <a:avLst/>
          </a:prstGeom>
          <a:solidFill>
            <a:srgbClr val="2587C5"/>
          </a:solidFill>
          <a:ln/>
        </p:spPr>
      </p:sp>
      <p:sp>
        <p:nvSpPr>
          <p:cNvPr id="22" name="Text 20"/>
          <p:cNvSpPr txBox="1"/>
          <p:nvPr/>
        </p:nvSpPr>
        <p:spPr>
          <a:xfrm>
            <a:off x="4855464"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$1.55M</a:t>
            </a:r>
            <a:endParaRPr lang="en-US" sz="1200" dirty="0"/>
          </a:p>
        </p:txBody>
      </p:sp>
      <p:sp>
        <p:nvSpPr>
          <p:cNvPr id="23" name="Text 21"/>
          <p:cNvSpPr txBox="1"/>
          <p:nvPr/>
        </p:nvSpPr>
        <p:spPr>
          <a:xfrm>
            <a:off x="658368"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5" name="Shape 23"/>
          <p:cNvSpPr/>
          <p:nvPr/>
        </p:nvSpPr>
        <p:spPr>
          <a:xfrm>
            <a:off x="2980944" y="2701901"/>
            <a:ext cx="1254144" cy="120249"/>
          </a:xfrm>
          <a:prstGeom prst="rect">
            <a:avLst/>
          </a:prstGeom>
          <a:solidFill>
            <a:srgbClr val="2587C5"/>
          </a:solidFill>
          <a:ln/>
        </p:spPr>
      </p:sp>
      <p:sp>
        <p:nvSpPr>
          <p:cNvPr id="26" name="Text 24"/>
          <p:cNvSpPr txBox="1"/>
          <p:nvPr/>
        </p:nvSpPr>
        <p:spPr>
          <a:xfrm>
            <a:off x="4855464"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$1.54M</a:t>
            </a:r>
            <a:endParaRPr lang="en-US" sz="1200" dirty="0"/>
          </a:p>
        </p:txBody>
      </p:sp>
      <p:sp>
        <p:nvSpPr>
          <p:cNvPr id="27" name="Text 25"/>
          <p:cNvSpPr txBox="1"/>
          <p:nvPr/>
        </p:nvSpPr>
        <p:spPr>
          <a:xfrm>
            <a:off x="658368"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9" name="Shape 27"/>
          <p:cNvSpPr/>
          <p:nvPr/>
        </p:nvSpPr>
        <p:spPr>
          <a:xfrm>
            <a:off x="2980944" y="2963312"/>
            <a:ext cx="1178887" cy="120249"/>
          </a:xfrm>
          <a:prstGeom prst="rect">
            <a:avLst/>
          </a:prstGeom>
          <a:solidFill>
            <a:srgbClr val="2587C5"/>
          </a:solidFill>
          <a:ln/>
        </p:spPr>
      </p:sp>
      <p:sp>
        <p:nvSpPr>
          <p:cNvPr id="30" name="Text 28"/>
          <p:cNvSpPr txBox="1"/>
          <p:nvPr/>
        </p:nvSpPr>
        <p:spPr>
          <a:xfrm>
            <a:off x="4855464"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$1.44M</a:t>
            </a:r>
            <a:endParaRPr lang="en-US" sz="1200" dirty="0"/>
          </a:p>
        </p:txBody>
      </p:sp>
      <p:sp>
        <p:nvSpPr>
          <p:cNvPr id="31" name="Text 29"/>
          <p:cNvSpPr txBox="1"/>
          <p:nvPr/>
        </p:nvSpPr>
        <p:spPr>
          <a:xfrm>
            <a:off x="658368"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2980944" y="3224723"/>
            <a:ext cx="1121390" cy="120249"/>
          </a:xfrm>
          <a:prstGeom prst="rect">
            <a:avLst/>
          </a:prstGeom>
          <a:solidFill>
            <a:srgbClr val="2587C5"/>
          </a:solidFill>
          <a:ln/>
        </p:spPr>
      </p:sp>
      <p:sp>
        <p:nvSpPr>
          <p:cNvPr id="34" name="Text 32"/>
          <p:cNvSpPr txBox="1"/>
          <p:nvPr/>
        </p:nvSpPr>
        <p:spPr>
          <a:xfrm>
            <a:off x="4855464"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$1.37M</a:t>
            </a:r>
            <a:endParaRPr lang="en-US" sz="1200" dirty="0"/>
          </a:p>
        </p:txBody>
      </p:sp>
      <p:sp>
        <p:nvSpPr>
          <p:cNvPr id="35" name="Text 33"/>
          <p:cNvSpPr txBox="1"/>
          <p:nvPr/>
        </p:nvSpPr>
        <p:spPr>
          <a:xfrm>
            <a:off x="658368"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7" name="Shape 35"/>
          <p:cNvSpPr/>
          <p:nvPr/>
        </p:nvSpPr>
        <p:spPr>
          <a:xfrm>
            <a:off x="2980944" y="3486134"/>
            <a:ext cx="1022717" cy="120249"/>
          </a:xfrm>
          <a:prstGeom prst="rect">
            <a:avLst/>
          </a:prstGeom>
          <a:solidFill>
            <a:srgbClr val="2587C5"/>
          </a:solidFill>
          <a:ln/>
        </p:spPr>
      </p:sp>
      <p:sp>
        <p:nvSpPr>
          <p:cNvPr id="38" name="Text 36"/>
          <p:cNvSpPr txBox="1"/>
          <p:nvPr/>
        </p:nvSpPr>
        <p:spPr>
          <a:xfrm>
            <a:off x="4855464"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$1.25M</a:t>
            </a:r>
            <a:endParaRPr lang="en-US" sz="1200" dirty="0"/>
          </a:p>
        </p:txBody>
      </p:sp>
      <p:sp>
        <p:nvSpPr>
          <p:cNvPr id="39" name="Text 37"/>
          <p:cNvSpPr txBox="1"/>
          <p:nvPr/>
        </p:nvSpPr>
        <p:spPr>
          <a:xfrm>
            <a:off x="658368"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1" name="Shape 39"/>
          <p:cNvSpPr/>
          <p:nvPr/>
        </p:nvSpPr>
        <p:spPr>
          <a:xfrm>
            <a:off x="2980944" y="3747545"/>
            <a:ext cx="866902" cy="120249"/>
          </a:xfrm>
          <a:prstGeom prst="rect">
            <a:avLst/>
          </a:prstGeom>
          <a:solidFill>
            <a:srgbClr val="2587C5"/>
          </a:solidFill>
          <a:ln/>
        </p:spPr>
      </p:sp>
      <p:sp>
        <p:nvSpPr>
          <p:cNvPr id="42" name="Text 40"/>
          <p:cNvSpPr txBox="1"/>
          <p:nvPr/>
        </p:nvSpPr>
        <p:spPr>
          <a:xfrm>
            <a:off x="4855464"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$1.06M</a:t>
            </a:r>
            <a:endParaRPr lang="en-US" sz="1200" dirty="0"/>
          </a:p>
        </p:txBody>
      </p:sp>
      <p:sp>
        <p:nvSpPr>
          <p:cNvPr id="43" name="Text 41"/>
          <p:cNvSpPr txBox="1"/>
          <p:nvPr/>
        </p:nvSpPr>
        <p:spPr>
          <a:xfrm>
            <a:off x="658368"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2980944" y="4008956"/>
            <a:ext cx="761713" cy="120249"/>
          </a:xfrm>
          <a:prstGeom prst="rect">
            <a:avLst/>
          </a:prstGeom>
          <a:solidFill>
            <a:srgbClr val="2587C5"/>
          </a:solidFill>
          <a:ln/>
        </p:spPr>
      </p:sp>
      <p:sp>
        <p:nvSpPr>
          <p:cNvPr id="46" name="Text 44"/>
          <p:cNvSpPr txBox="1"/>
          <p:nvPr/>
        </p:nvSpPr>
        <p:spPr>
          <a:xfrm>
            <a:off x="4855464"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$932,459</a:t>
            </a:r>
            <a:endParaRPr lang="en-US" sz="1200" dirty="0"/>
          </a:p>
        </p:txBody>
      </p:sp>
      <p:sp>
        <p:nvSpPr>
          <p:cNvPr id="47" name="Text 45"/>
          <p:cNvSpPr txBox="1"/>
          <p:nvPr/>
        </p:nvSpPr>
        <p:spPr>
          <a:xfrm>
            <a:off x="658368"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9" name="Shape 47"/>
          <p:cNvSpPr/>
          <p:nvPr/>
        </p:nvSpPr>
        <p:spPr>
          <a:xfrm>
            <a:off x="2980944" y="4270366"/>
            <a:ext cx="629935" cy="120249"/>
          </a:xfrm>
          <a:prstGeom prst="rect">
            <a:avLst/>
          </a:prstGeom>
          <a:solidFill>
            <a:srgbClr val="2587C5"/>
          </a:solidFill>
          <a:ln/>
        </p:spPr>
      </p:sp>
      <p:sp>
        <p:nvSpPr>
          <p:cNvPr id="50" name="Text 48"/>
          <p:cNvSpPr txBox="1"/>
          <p:nvPr/>
        </p:nvSpPr>
        <p:spPr>
          <a:xfrm>
            <a:off x="4855464"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$771,141</a:t>
            </a:r>
            <a:endParaRPr lang="en-US" sz="1200" dirty="0"/>
          </a:p>
        </p:txBody>
      </p:sp>
      <p:sp>
        <p:nvSpPr>
          <p:cNvPr id="51" name="Text 49"/>
          <p:cNvSpPr txBox="1"/>
          <p:nvPr/>
        </p:nvSpPr>
        <p:spPr>
          <a:xfrm>
            <a:off x="658368"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53" name="Shape 51"/>
          <p:cNvSpPr/>
          <p:nvPr/>
        </p:nvSpPr>
        <p:spPr>
          <a:xfrm>
            <a:off x="2980944" y="4531777"/>
            <a:ext cx="562605" cy="120249"/>
          </a:xfrm>
          <a:prstGeom prst="rect">
            <a:avLst/>
          </a:prstGeom>
          <a:solidFill>
            <a:srgbClr val="2587C5"/>
          </a:solidFill>
          <a:ln/>
        </p:spPr>
      </p:sp>
      <p:sp>
        <p:nvSpPr>
          <p:cNvPr id="54" name="Text 52"/>
          <p:cNvSpPr txBox="1"/>
          <p:nvPr/>
        </p:nvSpPr>
        <p:spPr>
          <a:xfrm>
            <a:off x="4855464"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$688,718</a:t>
            </a:r>
            <a:endParaRPr lang="en-US" sz="1200" dirty="0"/>
          </a:p>
        </p:txBody>
      </p:sp>
      <p:sp>
        <p:nvSpPr>
          <p:cNvPr id="55" name="Text 53"/>
          <p:cNvSpPr txBox="1"/>
          <p:nvPr/>
        </p:nvSpPr>
        <p:spPr>
          <a:xfrm>
            <a:off x="658368"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7" name="Shape 55"/>
          <p:cNvSpPr/>
          <p:nvPr/>
        </p:nvSpPr>
        <p:spPr>
          <a:xfrm>
            <a:off x="2980944" y="4793188"/>
            <a:ext cx="555269" cy="120249"/>
          </a:xfrm>
          <a:prstGeom prst="rect">
            <a:avLst/>
          </a:prstGeom>
          <a:solidFill>
            <a:srgbClr val="2587C5"/>
          </a:solidFill>
          <a:ln/>
        </p:spPr>
      </p:sp>
      <p:sp>
        <p:nvSpPr>
          <p:cNvPr id="58" name="Text 56"/>
          <p:cNvSpPr txBox="1"/>
          <p:nvPr/>
        </p:nvSpPr>
        <p:spPr>
          <a:xfrm>
            <a:off x="4855464"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$679,737</a:t>
            </a:r>
            <a:endParaRPr lang="en-US" sz="1200" dirty="0"/>
          </a:p>
        </p:txBody>
      </p:sp>
      <p:sp>
        <p:nvSpPr>
          <p:cNvPr id="59" name="Text 57"/>
          <p:cNvSpPr txBox="1"/>
          <p:nvPr/>
        </p:nvSpPr>
        <p:spPr>
          <a:xfrm>
            <a:off x="658368"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1" name="Shape 59"/>
          <p:cNvSpPr/>
          <p:nvPr/>
        </p:nvSpPr>
        <p:spPr>
          <a:xfrm>
            <a:off x="2980944" y="5054599"/>
            <a:ext cx="510396" cy="120249"/>
          </a:xfrm>
          <a:prstGeom prst="rect">
            <a:avLst/>
          </a:prstGeom>
          <a:solidFill>
            <a:srgbClr val="2587C5"/>
          </a:solidFill>
          <a:ln/>
        </p:spPr>
      </p:sp>
      <p:sp>
        <p:nvSpPr>
          <p:cNvPr id="62" name="Text 60"/>
          <p:cNvSpPr txBox="1"/>
          <p:nvPr/>
        </p:nvSpPr>
        <p:spPr>
          <a:xfrm>
            <a:off x="4855464"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$624,806</a:t>
            </a:r>
            <a:endParaRPr lang="en-US" sz="1200" dirty="0"/>
          </a:p>
        </p:txBody>
      </p:sp>
      <p:sp>
        <p:nvSpPr>
          <p:cNvPr id="63" name="Text 61"/>
          <p:cNvSpPr txBox="1"/>
          <p:nvPr/>
        </p:nvSpPr>
        <p:spPr>
          <a:xfrm>
            <a:off x="658368"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5" name="Shape 63"/>
          <p:cNvSpPr/>
          <p:nvPr/>
        </p:nvSpPr>
        <p:spPr>
          <a:xfrm>
            <a:off x="2980944" y="5316010"/>
            <a:ext cx="464635" cy="120249"/>
          </a:xfrm>
          <a:prstGeom prst="rect">
            <a:avLst/>
          </a:prstGeom>
          <a:solidFill>
            <a:srgbClr val="2587C5"/>
          </a:solidFill>
          <a:ln/>
        </p:spPr>
      </p:sp>
      <p:sp>
        <p:nvSpPr>
          <p:cNvPr id="66" name="Text 64"/>
          <p:cNvSpPr txBox="1"/>
          <p:nvPr/>
        </p:nvSpPr>
        <p:spPr>
          <a:xfrm>
            <a:off x="4855464"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$568,787</a:t>
            </a:r>
            <a:endParaRPr lang="en-US" sz="1200" dirty="0"/>
          </a:p>
        </p:txBody>
      </p:sp>
      <p:sp>
        <p:nvSpPr>
          <p:cNvPr id="67" name="Text 65"/>
          <p:cNvSpPr txBox="1"/>
          <p:nvPr/>
        </p:nvSpPr>
        <p:spPr>
          <a:xfrm>
            <a:off x="658368"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9" name="Shape 67"/>
          <p:cNvSpPr/>
          <p:nvPr/>
        </p:nvSpPr>
        <p:spPr>
          <a:xfrm>
            <a:off x="2980944" y="5577420"/>
            <a:ext cx="431333" cy="120249"/>
          </a:xfrm>
          <a:prstGeom prst="rect">
            <a:avLst/>
          </a:prstGeom>
          <a:solidFill>
            <a:srgbClr val="2587C5"/>
          </a:solidFill>
          <a:ln/>
        </p:spPr>
      </p:sp>
      <p:sp>
        <p:nvSpPr>
          <p:cNvPr id="70" name="Text 68"/>
          <p:cNvSpPr txBox="1"/>
          <p:nvPr/>
        </p:nvSpPr>
        <p:spPr>
          <a:xfrm>
            <a:off x="4855464"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$528,020</a:t>
            </a:r>
            <a:endParaRPr lang="en-US" sz="1200" dirty="0"/>
          </a:p>
        </p:txBody>
      </p:sp>
      <p:sp>
        <p:nvSpPr>
          <p:cNvPr id="71" name="Text 69"/>
          <p:cNvSpPr txBox="1"/>
          <p:nvPr/>
        </p:nvSpPr>
        <p:spPr>
          <a:xfrm>
            <a:off x="658368"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3" name="Shape 71"/>
          <p:cNvSpPr/>
          <p:nvPr/>
        </p:nvSpPr>
        <p:spPr>
          <a:xfrm>
            <a:off x="2980944" y="5838831"/>
            <a:ext cx="427447" cy="120249"/>
          </a:xfrm>
          <a:prstGeom prst="rect">
            <a:avLst/>
          </a:prstGeom>
          <a:solidFill>
            <a:srgbClr val="2587C5"/>
          </a:solidFill>
          <a:ln/>
        </p:spPr>
      </p:sp>
      <p:sp>
        <p:nvSpPr>
          <p:cNvPr id="74" name="Text 72"/>
          <p:cNvSpPr txBox="1"/>
          <p:nvPr/>
        </p:nvSpPr>
        <p:spPr>
          <a:xfrm>
            <a:off x="4855464"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$523,264</a:t>
            </a:r>
            <a:endParaRPr lang="en-US" sz="1200" dirty="0"/>
          </a:p>
        </p:txBody>
      </p:sp>
      <p:sp>
        <p:nvSpPr>
          <p:cNvPr id="75" name="Text 73"/>
          <p:cNvSpPr txBox="1"/>
          <p:nvPr/>
        </p:nvSpPr>
        <p:spPr>
          <a:xfrm>
            <a:off x="658368" y="602966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602966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7" name="Shape 75"/>
          <p:cNvSpPr/>
          <p:nvPr/>
        </p:nvSpPr>
        <p:spPr>
          <a:xfrm>
            <a:off x="2980944" y="6100242"/>
            <a:ext cx="405437" cy="120249"/>
          </a:xfrm>
          <a:prstGeom prst="rect">
            <a:avLst/>
          </a:prstGeom>
          <a:solidFill>
            <a:srgbClr val="2587C5"/>
          </a:solidFill>
          <a:ln/>
        </p:spPr>
      </p:sp>
      <p:sp>
        <p:nvSpPr>
          <p:cNvPr id="78" name="Text 76"/>
          <p:cNvSpPr txBox="1"/>
          <p:nvPr/>
        </p:nvSpPr>
        <p:spPr>
          <a:xfrm>
            <a:off x="4855464" y="602966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$496,319</a:t>
            </a:r>
            <a:endParaRPr lang="en-US" sz="1200" dirty="0"/>
          </a:p>
        </p:txBody>
      </p:sp>
      <p:sp>
        <p:nvSpPr>
          <p:cNvPr id="79" name="Text 77"/>
          <p:cNvSpPr txBox="1"/>
          <p:nvPr/>
        </p:nvSpPr>
        <p:spPr>
          <a:xfrm>
            <a:off x="6208776"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1" name="Shape 79"/>
          <p:cNvSpPr/>
          <p:nvPr/>
        </p:nvSpPr>
        <p:spPr>
          <a:xfrm>
            <a:off x="8531352" y="1917669"/>
            <a:ext cx="383138" cy="120249"/>
          </a:xfrm>
          <a:prstGeom prst="rect">
            <a:avLst/>
          </a:prstGeom>
          <a:solidFill>
            <a:srgbClr val="2587C5"/>
          </a:solidFill>
          <a:ln/>
        </p:spPr>
      </p:sp>
      <p:sp>
        <p:nvSpPr>
          <p:cNvPr id="82" name="Text 80"/>
          <p:cNvSpPr txBox="1"/>
          <p:nvPr/>
        </p:nvSpPr>
        <p:spPr>
          <a:xfrm>
            <a:off x="10405872"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$469,022</a:t>
            </a:r>
            <a:endParaRPr lang="en-US" sz="1200" dirty="0"/>
          </a:p>
        </p:txBody>
      </p:sp>
      <p:sp>
        <p:nvSpPr>
          <p:cNvPr id="83" name="Text 81"/>
          <p:cNvSpPr txBox="1"/>
          <p:nvPr/>
        </p:nvSpPr>
        <p:spPr>
          <a:xfrm>
            <a:off x="6208776"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5" name="Shape 83"/>
          <p:cNvSpPr/>
          <p:nvPr/>
        </p:nvSpPr>
        <p:spPr>
          <a:xfrm>
            <a:off x="8531352" y="2179080"/>
            <a:ext cx="371467" cy="120249"/>
          </a:xfrm>
          <a:prstGeom prst="rect">
            <a:avLst/>
          </a:prstGeom>
          <a:solidFill>
            <a:srgbClr val="2587C5"/>
          </a:solidFill>
          <a:ln/>
        </p:spPr>
      </p:sp>
      <p:sp>
        <p:nvSpPr>
          <p:cNvPr id="86" name="Text 84"/>
          <p:cNvSpPr txBox="1"/>
          <p:nvPr/>
        </p:nvSpPr>
        <p:spPr>
          <a:xfrm>
            <a:off x="10405872"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$454,734</a:t>
            </a:r>
            <a:endParaRPr lang="en-US" sz="1200" dirty="0"/>
          </a:p>
        </p:txBody>
      </p:sp>
      <p:sp>
        <p:nvSpPr>
          <p:cNvPr id="87" name="Text 85"/>
          <p:cNvSpPr txBox="1"/>
          <p:nvPr/>
        </p:nvSpPr>
        <p:spPr>
          <a:xfrm>
            <a:off x="6208776"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9" name="Shape 87"/>
          <p:cNvSpPr/>
          <p:nvPr/>
        </p:nvSpPr>
        <p:spPr>
          <a:xfrm>
            <a:off x="8531352" y="2440491"/>
            <a:ext cx="354339" cy="120249"/>
          </a:xfrm>
          <a:prstGeom prst="rect">
            <a:avLst/>
          </a:prstGeom>
          <a:solidFill>
            <a:srgbClr val="2587C5"/>
          </a:solidFill>
          <a:ln/>
        </p:spPr>
      </p:sp>
      <p:sp>
        <p:nvSpPr>
          <p:cNvPr id="90" name="Text 88"/>
          <p:cNvSpPr txBox="1"/>
          <p:nvPr/>
        </p:nvSpPr>
        <p:spPr>
          <a:xfrm>
            <a:off x="10405872"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$433,768</a:t>
            </a:r>
            <a:endParaRPr lang="en-US" sz="1200" dirty="0"/>
          </a:p>
        </p:txBody>
      </p:sp>
      <p:sp>
        <p:nvSpPr>
          <p:cNvPr id="91" name="Text 89"/>
          <p:cNvSpPr txBox="1"/>
          <p:nvPr/>
        </p:nvSpPr>
        <p:spPr>
          <a:xfrm>
            <a:off x="6208776"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93" name="Shape 91"/>
          <p:cNvSpPr/>
          <p:nvPr/>
        </p:nvSpPr>
        <p:spPr>
          <a:xfrm>
            <a:off x="8531352" y="2701901"/>
            <a:ext cx="351491" cy="120249"/>
          </a:xfrm>
          <a:prstGeom prst="rect">
            <a:avLst/>
          </a:prstGeom>
          <a:solidFill>
            <a:srgbClr val="2587C5"/>
          </a:solidFill>
          <a:ln/>
        </p:spPr>
      </p:sp>
      <p:sp>
        <p:nvSpPr>
          <p:cNvPr id="94" name="Text 92"/>
          <p:cNvSpPr txBox="1"/>
          <p:nvPr/>
        </p:nvSpPr>
        <p:spPr>
          <a:xfrm>
            <a:off x="10405872"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$430,281</a:t>
            </a:r>
            <a:endParaRPr lang="en-US" sz="1200" dirty="0"/>
          </a:p>
        </p:txBody>
      </p:sp>
      <p:sp>
        <p:nvSpPr>
          <p:cNvPr id="95" name="Text 93"/>
          <p:cNvSpPr txBox="1"/>
          <p:nvPr/>
        </p:nvSpPr>
        <p:spPr>
          <a:xfrm>
            <a:off x="6208776"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97" name="Shape 95"/>
          <p:cNvSpPr/>
          <p:nvPr/>
        </p:nvSpPr>
        <p:spPr>
          <a:xfrm>
            <a:off x="8531352" y="2963312"/>
            <a:ext cx="336287" cy="120249"/>
          </a:xfrm>
          <a:prstGeom prst="rect">
            <a:avLst/>
          </a:prstGeom>
          <a:solidFill>
            <a:srgbClr val="2587C5"/>
          </a:solidFill>
          <a:ln/>
        </p:spPr>
      </p:sp>
      <p:sp>
        <p:nvSpPr>
          <p:cNvPr id="98" name="Text 96"/>
          <p:cNvSpPr txBox="1"/>
          <p:nvPr/>
        </p:nvSpPr>
        <p:spPr>
          <a:xfrm>
            <a:off x="10405872"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$411,669</a:t>
            </a:r>
            <a:endParaRPr lang="en-US" sz="1200" dirty="0"/>
          </a:p>
        </p:txBody>
      </p:sp>
      <p:sp>
        <p:nvSpPr>
          <p:cNvPr id="99" name="Text 97"/>
          <p:cNvSpPr txBox="1"/>
          <p:nvPr/>
        </p:nvSpPr>
        <p:spPr>
          <a:xfrm>
            <a:off x="6208776"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1" name="Shape 99"/>
          <p:cNvSpPr/>
          <p:nvPr/>
        </p:nvSpPr>
        <p:spPr>
          <a:xfrm>
            <a:off x="8531352" y="3224723"/>
            <a:ext cx="334229" cy="120249"/>
          </a:xfrm>
          <a:prstGeom prst="rect">
            <a:avLst/>
          </a:prstGeom>
          <a:solidFill>
            <a:srgbClr val="2587C5"/>
          </a:solidFill>
          <a:ln/>
        </p:spPr>
      </p:sp>
      <p:sp>
        <p:nvSpPr>
          <p:cNvPr id="102" name="Text 100"/>
          <p:cNvSpPr txBox="1"/>
          <p:nvPr/>
        </p:nvSpPr>
        <p:spPr>
          <a:xfrm>
            <a:off x="10405872"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$409,150</a:t>
            </a:r>
            <a:endParaRPr lang="en-US" sz="1200" dirty="0"/>
          </a:p>
        </p:txBody>
      </p:sp>
      <p:sp>
        <p:nvSpPr>
          <p:cNvPr id="103" name="Text 101"/>
          <p:cNvSpPr txBox="1"/>
          <p:nvPr/>
        </p:nvSpPr>
        <p:spPr>
          <a:xfrm>
            <a:off x="6208776"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05" name="Shape 103"/>
          <p:cNvSpPr/>
          <p:nvPr/>
        </p:nvSpPr>
        <p:spPr>
          <a:xfrm>
            <a:off x="8531352" y="3486134"/>
            <a:ext cx="302759" cy="120249"/>
          </a:xfrm>
          <a:prstGeom prst="rect">
            <a:avLst/>
          </a:prstGeom>
          <a:solidFill>
            <a:srgbClr val="2587C5"/>
          </a:solidFill>
          <a:ln/>
        </p:spPr>
      </p:sp>
      <p:sp>
        <p:nvSpPr>
          <p:cNvPr id="106" name="Text 104"/>
          <p:cNvSpPr txBox="1"/>
          <p:nvPr/>
        </p:nvSpPr>
        <p:spPr>
          <a:xfrm>
            <a:off x="10405872"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$370,625</a:t>
            </a:r>
            <a:endParaRPr lang="en-US" sz="1200" dirty="0"/>
          </a:p>
        </p:txBody>
      </p:sp>
      <p:sp>
        <p:nvSpPr>
          <p:cNvPr id="107" name="Text 105"/>
          <p:cNvSpPr txBox="1"/>
          <p:nvPr/>
        </p:nvSpPr>
        <p:spPr>
          <a:xfrm>
            <a:off x="6208776"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9" name="Shape 107"/>
          <p:cNvSpPr/>
          <p:nvPr/>
        </p:nvSpPr>
        <p:spPr>
          <a:xfrm>
            <a:off x="8531352" y="3747545"/>
            <a:ext cx="293062" cy="120249"/>
          </a:xfrm>
          <a:prstGeom prst="rect">
            <a:avLst/>
          </a:prstGeom>
          <a:solidFill>
            <a:srgbClr val="2587C5"/>
          </a:solidFill>
          <a:ln/>
        </p:spPr>
      </p:sp>
      <p:sp>
        <p:nvSpPr>
          <p:cNvPr id="110" name="Text 108"/>
          <p:cNvSpPr txBox="1"/>
          <p:nvPr/>
        </p:nvSpPr>
        <p:spPr>
          <a:xfrm>
            <a:off x="10405872"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$358,755</a:t>
            </a:r>
            <a:endParaRPr lang="en-US" sz="1200" dirty="0"/>
          </a:p>
        </p:txBody>
      </p:sp>
      <p:sp>
        <p:nvSpPr>
          <p:cNvPr id="111" name="Text 109"/>
          <p:cNvSpPr txBox="1"/>
          <p:nvPr/>
        </p:nvSpPr>
        <p:spPr>
          <a:xfrm>
            <a:off x="6208776"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3" name="Shape 111"/>
          <p:cNvSpPr/>
          <p:nvPr/>
        </p:nvSpPr>
        <p:spPr>
          <a:xfrm>
            <a:off x="8531352" y="4008956"/>
            <a:ext cx="253008" cy="120249"/>
          </a:xfrm>
          <a:prstGeom prst="rect">
            <a:avLst/>
          </a:prstGeom>
          <a:solidFill>
            <a:srgbClr val="2587C5"/>
          </a:solidFill>
          <a:ln/>
        </p:spPr>
      </p:sp>
      <p:sp>
        <p:nvSpPr>
          <p:cNvPr id="114" name="Text 112"/>
          <p:cNvSpPr txBox="1"/>
          <p:nvPr/>
        </p:nvSpPr>
        <p:spPr>
          <a:xfrm>
            <a:off x="10405872"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$309,722</a:t>
            </a:r>
            <a:endParaRPr lang="en-US" sz="1200" dirty="0"/>
          </a:p>
        </p:txBody>
      </p:sp>
      <p:sp>
        <p:nvSpPr>
          <p:cNvPr id="115" name="Text 113"/>
          <p:cNvSpPr txBox="1"/>
          <p:nvPr/>
        </p:nvSpPr>
        <p:spPr>
          <a:xfrm>
            <a:off x="6208776"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7" name="Shape 115"/>
          <p:cNvSpPr/>
          <p:nvPr/>
        </p:nvSpPr>
        <p:spPr>
          <a:xfrm>
            <a:off x="8531352" y="4270366"/>
            <a:ext cx="206926" cy="120249"/>
          </a:xfrm>
          <a:prstGeom prst="rect">
            <a:avLst/>
          </a:prstGeom>
          <a:solidFill>
            <a:srgbClr val="2587C5"/>
          </a:solidFill>
          <a:ln/>
        </p:spPr>
      </p:sp>
      <p:sp>
        <p:nvSpPr>
          <p:cNvPr id="118" name="Text 116"/>
          <p:cNvSpPr txBox="1"/>
          <p:nvPr/>
        </p:nvSpPr>
        <p:spPr>
          <a:xfrm>
            <a:off x="10405872"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$253,311</a:t>
            </a:r>
            <a:endParaRPr lang="en-US" sz="1200" dirty="0"/>
          </a:p>
        </p:txBody>
      </p:sp>
      <p:sp>
        <p:nvSpPr>
          <p:cNvPr id="119" name="Text 117"/>
          <p:cNvSpPr txBox="1"/>
          <p:nvPr/>
        </p:nvSpPr>
        <p:spPr>
          <a:xfrm>
            <a:off x="6208776"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1" name="Shape 119"/>
          <p:cNvSpPr/>
          <p:nvPr/>
        </p:nvSpPr>
        <p:spPr>
          <a:xfrm>
            <a:off x="8531352" y="4531777"/>
            <a:ext cx="166196" cy="120249"/>
          </a:xfrm>
          <a:prstGeom prst="rect">
            <a:avLst/>
          </a:prstGeom>
          <a:solidFill>
            <a:srgbClr val="2587C5"/>
          </a:solidFill>
          <a:ln/>
        </p:spPr>
      </p:sp>
      <p:sp>
        <p:nvSpPr>
          <p:cNvPr id="122" name="Text 120"/>
          <p:cNvSpPr txBox="1"/>
          <p:nvPr/>
        </p:nvSpPr>
        <p:spPr>
          <a:xfrm>
            <a:off x="10405872"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$203,450</a:t>
            </a:r>
            <a:endParaRPr lang="en-US" sz="1200" dirty="0"/>
          </a:p>
        </p:txBody>
      </p:sp>
      <p:sp>
        <p:nvSpPr>
          <p:cNvPr id="123" name="Text 121"/>
          <p:cNvSpPr txBox="1"/>
          <p:nvPr/>
        </p:nvSpPr>
        <p:spPr>
          <a:xfrm>
            <a:off x="6208776"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5" name="Shape 123"/>
          <p:cNvSpPr/>
          <p:nvPr/>
        </p:nvSpPr>
        <p:spPr>
          <a:xfrm>
            <a:off x="8531352" y="4793188"/>
            <a:ext cx="161583" cy="120249"/>
          </a:xfrm>
          <a:prstGeom prst="rect">
            <a:avLst/>
          </a:prstGeom>
          <a:solidFill>
            <a:srgbClr val="2587C5"/>
          </a:solidFill>
          <a:ln/>
        </p:spPr>
      </p:sp>
      <p:sp>
        <p:nvSpPr>
          <p:cNvPr id="126" name="Text 124"/>
          <p:cNvSpPr txBox="1"/>
          <p:nvPr/>
        </p:nvSpPr>
        <p:spPr>
          <a:xfrm>
            <a:off x="10405872"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$197,804</a:t>
            </a:r>
            <a:endParaRPr lang="en-US" sz="1200" dirty="0"/>
          </a:p>
        </p:txBody>
      </p:sp>
      <p:sp>
        <p:nvSpPr>
          <p:cNvPr id="127" name="Text 125"/>
          <p:cNvSpPr txBox="1"/>
          <p:nvPr/>
        </p:nvSpPr>
        <p:spPr>
          <a:xfrm>
            <a:off x="6208776"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9" name="Shape 127"/>
          <p:cNvSpPr/>
          <p:nvPr/>
        </p:nvSpPr>
        <p:spPr>
          <a:xfrm>
            <a:off x="8531352" y="5054599"/>
            <a:ext cx="131128" cy="120249"/>
          </a:xfrm>
          <a:prstGeom prst="rect">
            <a:avLst/>
          </a:prstGeom>
          <a:solidFill>
            <a:srgbClr val="2587C5"/>
          </a:solidFill>
          <a:ln/>
        </p:spPr>
      </p:sp>
      <p:sp>
        <p:nvSpPr>
          <p:cNvPr id="130" name="Text 128"/>
          <p:cNvSpPr txBox="1"/>
          <p:nvPr/>
        </p:nvSpPr>
        <p:spPr>
          <a:xfrm>
            <a:off x="10405872"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$160,522</a:t>
            </a:r>
            <a:endParaRPr lang="en-US" sz="1200" dirty="0"/>
          </a:p>
        </p:txBody>
      </p:sp>
      <p:sp>
        <p:nvSpPr>
          <p:cNvPr id="131" name="Text 129"/>
          <p:cNvSpPr txBox="1"/>
          <p:nvPr/>
        </p:nvSpPr>
        <p:spPr>
          <a:xfrm>
            <a:off x="6208776"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31352" y="5316010"/>
            <a:ext cx="119189" cy="120249"/>
          </a:xfrm>
          <a:prstGeom prst="rect">
            <a:avLst/>
          </a:prstGeom>
          <a:solidFill>
            <a:srgbClr val="2587C5"/>
          </a:solidFill>
          <a:ln/>
        </p:spPr>
      </p:sp>
      <p:sp>
        <p:nvSpPr>
          <p:cNvPr id="134" name="Text 132"/>
          <p:cNvSpPr txBox="1"/>
          <p:nvPr/>
        </p:nvSpPr>
        <p:spPr>
          <a:xfrm>
            <a:off x="10405872"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$145,907</a:t>
            </a:r>
            <a:endParaRPr lang="en-US" sz="1200" dirty="0"/>
          </a:p>
        </p:txBody>
      </p:sp>
      <p:sp>
        <p:nvSpPr>
          <p:cNvPr id="135" name="Text 133"/>
          <p:cNvSpPr txBox="1"/>
          <p:nvPr/>
        </p:nvSpPr>
        <p:spPr>
          <a:xfrm>
            <a:off x="6208776"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531352" y="5577420"/>
            <a:ext cx="73227" cy="120249"/>
          </a:xfrm>
          <a:prstGeom prst="rect">
            <a:avLst/>
          </a:prstGeom>
          <a:solidFill>
            <a:srgbClr val="2587C5"/>
          </a:solidFill>
          <a:ln/>
        </p:spPr>
      </p:sp>
      <p:sp>
        <p:nvSpPr>
          <p:cNvPr id="138" name="Text 136"/>
          <p:cNvSpPr txBox="1"/>
          <p:nvPr/>
        </p:nvSpPr>
        <p:spPr>
          <a:xfrm>
            <a:off x="10405872"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$89,642</a:t>
            </a:r>
            <a:endParaRPr lang="en-US" sz="1200" dirty="0"/>
          </a:p>
        </p:txBody>
      </p:sp>
      <p:sp>
        <p:nvSpPr>
          <p:cNvPr id="139" name="Text 137"/>
          <p:cNvSpPr txBox="1"/>
          <p:nvPr/>
        </p:nvSpPr>
        <p:spPr>
          <a:xfrm>
            <a:off x="6208776"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31352" y="5838831"/>
            <a:ext cx="44173" cy="120249"/>
          </a:xfrm>
          <a:prstGeom prst="rect">
            <a:avLst/>
          </a:prstGeom>
          <a:solidFill>
            <a:srgbClr val="2587C5"/>
          </a:solidFill>
          <a:ln/>
        </p:spPr>
      </p:sp>
      <p:sp>
        <p:nvSpPr>
          <p:cNvPr id="142" name="Text 140"/>
          <p:cNvSpPr txBox="1"/>
          <p:nvPr/>
        </p:nvSpPr>
        <p:spPr>
          <a:xfrm>
            <a:off x="10405872"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$54,074</a:t>
            </a:r>
            <a:endParaRPr lang="en-US" sz="1200" dirty="0"/>
          </a:p>
        </p:txBody>
      </p:sp>
      <p:sp>
        <p:nvSpPr>
          <p:cNvPr id="143" name="Shape 141"/>
          <p:cNvSpPr/>
          <p:nvPr/>
        </p:nvSpPr>
        <p:spPr>
          <a:xfrm>
            <a:off x="6085332" y="1847088"/>
            <a:ext cx="10973" cy="4443984"/>
          </a:xfrm>
          <a:prstGeom prst="rect">
            <a:avLst/>
          </a:prstGeom>
          <a:solidFill>
            <a:srgbClr val="D9D9D9"/>
          </a:solidFill>
          <a:ln/>
        </p:spPr>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+$191K  ·  +0.8%</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+$457K</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+49.9%</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2" name="Shape 20"/>
          <p:cNvSpPr/>
          <p:nvPr/>
        </p:nvSpPr>
        <p:spPr>
          <a:xfrm>
            <a:off x="3579876" y="2405582"/>
            <a:ext cx="363673"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+$291K</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+14.9%</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7" name="Shape 25"/>
          <p:cNvSpPr/>
          <p:nvPr/>
        </p:nvSpPr>
        <p:spPr>
          <a:xfrm>
            <a:off x="3579876" y="2629341"/>
            <a:ext cx="270026"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+$216K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+70.2%</a:t>
            </a:r>
            <a:endParaRPr lang="en-US" sz="1200" dirty="0"/>
          </a:p>
        </p:txBody>
      </p:sp>
      <p:sp>
        <p:nvSpPr>
          <p:cNvPr id="30" name="Shape 28"/>
          <p:cNvSpPr/>
          <p:nvPr/>
        </p:nvSpPr>
        <p:spPr>
          <a:xfrm>
            <a:off x="5907024" y="2614646"/>
            <a:ext cx="54864" cy="132319"/>
          </a:xfrm>
          <a:prstGeom prst="rect">
            <a:avLst/>
          </a:prstGeom>
          <a:solidFill>
            <a:srgbClr val="12A566"/>
          </a:solidFill>
          <a:ln/>
        </p:spPr>
      </p:sp>
      <p:sp>
        <p:nvSpPr>
          <p:cNvPr id="31" name="Text 29"/>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2" name="Text 30"/>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3" name="Shape 31"/>
          <p:cNvSpPr/>
          <p:nvPr/>
        </p:nvSpPr>
        <p:spPr>
          <a:xfrm>
            <a:off x="3579876" y="2853100"/>
            <a:ext cx="257512" cy="102929"/>
          </a:xfrm>
          <a:prstGeom prst="rect">
            <a:avLst/>
          </a:prstGeom>
          <a:solidFill>
            <a:srgbClr val="12A566"/>
          </a:solidFill>
          <a:ln/>
        </p:spPr>
      </p:sp>
      <p:sp>
        <p:nvSpPr>
          <p:cNvPr id="34" name="Text 32"/>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+$206K</a:t>
            </a:r>
            <a:endParaRPr lang="en-US" sz="1200" dirty="0"/>
          </a:p>
        </p:txBody>
      </p:sp>
      <p:sp>
        <p:nvSpPr>
          <p:cNvPr id="35" name="Text 33"/>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+15.5%</a:t>
            </a:r>
            <a:endParaRPr lang="en-US" sz="1200" dirty="0"/>
          </a:p>
        </p:txBody>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8" name="Shape 36"/>
          <p:cNvSpPr/>
          <p:nvPr/>
        </p:nvSpPr>
        <p:spPr>
          <a:xfrm>
            <a:off x="3579876" y="3076859"/>
            <a:ext cx="224928"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+$180K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+30.4%</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3" name="Shape 41"/>
          <p:cNvSpPr/>
          <p:nvPr/>
        </p:nvSpPr>
        <p:spPr>
          <a:xfrm>
            <a:off x="3579876" y="3300618"/>
            <a:ext cx="170779" cy="102929"/>
          </a:xfrm>
          <a:prstGeom prst="rect">
            <a:avLst/>
          </a:prstGeom>
          <a:solidFill>
            <a:srgbClr val="12A566"/>
          </a:solidFill>
          <a:ln/>
        </p:spPr>
      </p:sp>
      <p:sp>
        <p:nvSpPr>
          <p:cNvPr id="44" name="Text 42"/>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+$137K</a:t>
            </a:r>
            <a:endParaRPr lang="en-US" sz="1200" dirty="0"/>
          </a:p>
        </p:txBody>
      </p:sp>
      <p:sp>
        <p:nvSpPr>
          <p:cNvPr id="45" name="Text 43"/>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+569.7%</a:t>
            </a:r>
            <a:endParaRPr lang="en-US" sz="1200" dirty="0"/>
          </a:p>
        </p:txBody>
      </p:sp>
      <p:sp>
        <p:nvSpPr>
          <p:cNvPr id="46" name="Shape 44"/>
          <p:cNvSpPr/>
          <p:nvPr/>
        </p:nvSpPr>
        <p:spPr>
          <a:xfrm>
            <a:off x="5907024" y="3285923"/>
            <a:ext cx="54864" cy="132319"/>
          </a:xfrm>
          <a:prstGeom prst="rect">
            <a:avLst/>
          </a:prstGeom>
          <a:solidFill>
            <a:srgbClr val="12A566"/>
          </a:solidFill>
          <a:ln/>
        </p:spPr>
      </p:sp>
      <p:sp>
        <p:nvSpPr>
          <p:cNvPr id="47" name="Text 45"/>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8" name="Text 46"/>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3579876" y="3524377"/>
            <a:ext cx="152203" cy="102929"/>
          </a:xfrm>
          <a:prstGeom prst="rect">
            <a:avLst/>
          </a:prstGeom>
          <a:solidFill>
            <a:srgbClr val="12A566"/>
          </a:solidFill>
          <a:ln/>
        </p:spPr>
      </p:sp>
      <p:sp>
        <p:nvSpPr>
          <p:cNvPr id="50" name="Text 48"/>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+$122K</a:t>
            </a:r>
            <a:endParaRPr lang="en-US" sz="1200" dirty="0"/>
          </a:p>
        </p:txBody>
      </p:sp>
      <p:sp>
        <p:nvSpPr>
          <p:cNvPr id="51" name="Text 49"/>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+92.5%</a:t>
            </a:r>
            <a:endParaRPr lang="en-US" sz="1200" dirty="0"/>
          </a:p>
        </p:txBody>
      </p:sp>
      <p:sp>
        <p:nvSpPr>
          <p:cNvPr id="52" name="Shape 50"/>
          <p:cNvSpPr/>
          <p:nvPr/>
        </p:nvSpPr>
        <p:spPr>
          <a:xfrm>
            <a:off x="5907024" y="3509682"/>
            <a:ext cx="54864" cy="132319"/>
          </a:xfrm>
          <a:prstGeom prst="rect">
            <a:avLst/>
          </a:prstGeom>
          <a:solidFill>
            <a:srgbClr val="12A566"/>
          </a:solidFill>
          <a:ln/>
        </p:spPr>
      </p:sp>
      <p:sp>
        <p:nvSpPr>
          <p:cNvPr id="53" name="Text 51"/>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4" name="Text 52"/>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5" name="Shape 53"/>
          <p:cNvSpPr/>
          <p:nvPr/>
        </p:nvSpPr>
        <p:spPr>
          <a:xfrm>
            <a:off x="3579876" y="3748136"/>
            <a:ext cx="116337" cy="102929"/>
          </a:xfrm>
          <a:prstGeom prst="rect">
            <a:avLst/>
          </a:prstGeom>
          <a:solidFill>
            <a:srgbClr val="12A566"/>
          </a:solidFill>
          <a:ln/>
        </p:spPr>
      </p:sp>
      <p:sp>
        <p:nvSpPr>
          <p:cNvPr id="56" name="Text 54"/>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+$93K</a:t>
            </a:r>
            <a:endParaRPr lang="en-US" sz="1200" dirty="0"/>
          </a:p>
        </p:txBody>
      </p:sp>
      <p:sp>
        <p:nvSpPr>
          <p:cNvPr id="57" name="Text 55"/>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+25.7%</a:t>
            </a:r>
            <a:endParaRPr lang="en-US" sz="1200" dirty="0"/>
          </a:p>
        </p:txBody>
      </p:sp>
      <p:sp>
        <p:nvSpPr>
          <p:cNvPr id="58" name="Text 56"/>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9" name="Text 57"/>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0" name="Shape 58"/>
          <p:cNvSpPr/>
          <p:nvPr/>
        </p:nvSpPr>
        <p:spPr>
          <a:xfrm>
            <a:off x="3579876" y="3971895"/>
            <a:ext cx="115009" cy="102929"/>
          </a:xfrm>
          <a:prstGeom prst="rect">
            <a:avLst/>
          </a:prstGeom>
          <a:solidFill>
            <a:srgbClr val="12A566"/>
          </a:solidFill>
          <a:ln/>
        </p:spPr>
      </p:sp>
      <p:sp>
        <p:nvSpPr>
          <p:cNvPr id="61" name="Text 59"/>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+$92K</a:t>
            </a:r>
            <a:endParaRPr lang="en-US" sz="1200" dirty="0"/>
          </a:p>
        </p:txBody>
      </p:sp>
      <p:sp>
        <p:nvSpPr>
          <p:cNvPr id="62" name="Text 60"/>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+17.3%</a:t>
            </a:r>
            <a:endParaRPr lang="en-US" sz="1200" dirty="0"/>
          </a:p>
        </p:txBody>
      </p:sp>
      <p:sp>
        <p:nvSpPr>
          <p:cNvPr id="63" name="Text 61"/>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4" name="Text 62"/>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579876" y="4195654"/>
            <a:ext cx="107004" cy="102929"/>
          </a:xfrm>
          <a:prstGeom prst="rect">
            <a:avLst/>
          </a:prstGeom>
          <a:solidFill>
            <a:srgbClr val="12A566"/>
          </a:solidFill>
          <a:ln/>
        </p:spPr>
      </p:sp>
      <p:sp>
        <p:nvSpPr>
          <p:cNvPr id="66" name="Text 64"/>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+$86K</a:t>
            </a:r>
            <a:endParaRPr lang="en-US" sz="1200" dirty="0"/>
          </a:p>
        </p:txBody>
      </p:sp>
      <p:sp>
        <p:nvSpPr>
          <p:cNvPr id="67" name="Text 65"/>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68" name="Text 66"/>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9" name="Text 67"/>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0" name="Shape 68"/>
          <p:cNvSpPr/>
          <p:nvPr/>
        </p:nvSpPr>
        <p:spPr>
          <a:xfrm>
            <a:off x="3579876" y="4419414"/>
            <a:ext cx="101002" cy="102929"/>
          </a:xfrm>
          <a:prstGeom prst="rect">
            <a:avLst/>
          </a:prstGeom>
          <a:solidFill>
            <a:srgbClr val="12A566"/>
          </a:solidFill>
          <a:ln/>
        </p:spPr>
      </p:sp>
      <p:sp>
        <p:nvSpPr>
          <p:cNvPr id="71" name="Text 69"/>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+$81K</a:t>
            </a:r>
            <a:endParaRPr lang="en-US" sz="1200" dirty="0"/>
          </a:p>
        </p:txBody>
      </p:sp>
      <p:sp>
        <p:nvSpPr>
          <p:cNvPr id="72" name="Text 70"/>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+24.4%</a:t>
            </a:r>
            <a:endParaRPr lang="en-US" sz="1200" dirty="0"/>
          </a:p>
        </p:txBody>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5" name="Shape 73"/>
          <p:cNvSpPr/>
          <p:nvPr/>
        </p:nvSpPr>
        <p:spPr>
          <a:xfrm>
            <a:off x="3579876" y="4643173"/>
            <a:ext cx="99955"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+$80K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+20.5%</a:t>
            </a:r>
            <a:endParaRPr lang="en-US" sz="1200" dirty="0"/>
          </a:p>
        </p:txBody>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0" name="Shape 78"/>
          <p:cNvSpPr/>
          <p:nvPr/>
        </p:nvSpPr>
        <p:spPr>
          <a:xfrm>
            <a:off x="3579876" y="4866932"/>
            <a:ext cx="63802"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+$51K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+53.8%</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5" name="Shape 83"/>
          <p:cNvSpPr/>
          <p:nvPr/>
        </p:nvSpPr>
        <p:spPr>
          <a:xfrm>
            <a:off x="3579876" y="5090691"/>
            <a:ext cx="61401"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+$49K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+15.9%</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90" name="Shape 88"/>
          <p:cNvSpPr/>
          <p:nvPr/>
        </p:nvSpPr>
        <p:spPr>
          <a:xfrm>
            <a:off x="3579876" y="5314450"/>
            <a:ext cx="41056"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5" name="Shape 93"/>
          <p:cNvSpPr/>
          <p:nvPr/>
        </p:nvSpPr>
        <p:spPr>
          <a:xfrm>
            <a:off x="3579876" y="5538209"/>
            <a:ext cx="12802"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+5.5%</a:t>
            </a:r>
            <a:endParaRPr lang="en-US" sz="1200" dirty="0"/>
          </a:p>
        </p:txBody>
      </p:sp>
      <p:sp>
        <p:nvSpPr>
          <p:cNvPr id="98" name="Text 96"/>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00" name="Shape 98"/>
          <p:cNvSpPr/>
          <p:nvPr/>
        </p:nvSpPr>
        <p:spPr>
          <a:xfrm>
            <a:off x="3579876" y="5761968"/>
            <a:ext cx="12802" cy="102929"/>
          </a:xfrm>
          <a:prstGeom prst="rect">
            <a:avLst/>
          </a:prstGeom>
          <a:solidFill>
            <a:srgbClr val="12A566"/>
          </a:solidFill>
          <a:ln/>
        </p:spPr>
      </p:sp>
      <p:sp>
        <p:nvSpPr>
          <p:cNvPr id="101" name="Text 99"/>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+$2K</a:t>
            </a:r>
            <a:endParaRPr lang="en-US" sz="1200" dirty="0"/>
          </a:p>
        </p:txBody>
      </p:sp>
      <p:sp>
        <p:nvSpPr>
          <p:cNvPr id="102" name="Text 100"/>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+0.6%</a:t>
            </a:r>
            <a:endParaRPr lang="en-US" sz="1200" dirty="0"/>
          </a:p>
        </p:txBody>
      </p:sp>
      <p:sp>
        <p:nvSpPr>
          <p:cNvPr id="103" name="Text 10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4" name="Text 10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5" name="Shape 103"/>
          <p:cNvSpPr/>
          <p:nvPr/>
        </p:nvSpPr>
        <p:spPr>
          <a:xfrm>
            <a:off x="9116567" y="2181823"/>
            <a:ext cx="13717" cy="102929"/>
          </a:xfrm>
          <a:prstGeom prst="rect">
            <a:avLst/>
          </a:prstGeom>
          <a:solidFill>
            <a:srgbClr val="C2352F"/>
          </a:solidFill>
          <a:ln/>
        </p:spPr>
      </p:sp>
      <p:sp>
        <p:nvSpPr>
          <p:cNvPr id="106" name="Text 104"/>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−$11K</a:t>
            </a:r>
            <a:endParaRPr lang="en-US" sz="1200" dirty="0"/>
          </a:p>
        </p:txBody>
      </p:sp>
      <p:sp>
        <p:nvSpPr>
          <p:cNvPr id="107" name="Text 105"/>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−0.7%</a:t>
            </a:r>
            <a:endParaRPr lang="en-US" sz="1200" dirty="0"/>
          </a:p>
        </p:txBody>
      </p:sp>
      <p:sp>
        <p:nvSpPr>
          <p:cNvPr id="108" name="Text 106"/>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9" name="Text 107"/>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0" name="Shape 108"/>
          <p:cNvSpPr/>
          <p:nvPr/>
        </p:nvSpPr>
        <p:spPr>
          <a:xfrm>
            <a:off x="9103835" y="2405582"/>
            <a:ext cx="26449" cy="102929"/>
          </a:xfrm>
          <a:prstGeom prst="rect">
            <a:avLst/>
          </a:prstGeom>
          <a:solidFill>
            <a:srgbClr val="C2352F"/>
          </a:solidFill>
          <a:ln/>
        </p:spPr>
      </p:sp>
      <p:sp>
        <p:nvSpPr>
          <p:cNvPr id="111" name="Text 109"/>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−$21K</a:t>
            </a:r>
            <a:endParaRPr lang="en-US" sz="1200" dirty="0"/>
          </a:p>
        </p:txBody>
      </p:sp>
      <p:sp>
        <p:nvSpPr>
          <p:cNvPr id="112" name="Text 110"/>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a:t>
            </a:r>
            <a:endParaRPr lang="en-US" sz="1200" dirty="0"/>
          </a:p>
        </p:txBody>
      </p:sp>
      <p:sp>
        <p:nvSpPr>
          <p:cNvPr id="113" name="Text 111"/>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4" name="Text 112"/>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15" name="Shape 113"/>
          <p:cNvSpPr/>
          <p:nvPr/>
        </p:nvSpPr>
        <p:spPr>
          <a:xfrm>
            <a:off x="9091145" y="2629341"/>
            <a:ext cx="39139" cy="102929"/>
          </a:xfrm>
          <a:prstGeom prst="rect">
            <a:avLst/>
          </a:prstGeom>
          <a:solidFill>
            <a:srgbClr val="C2352F"/>
          </a:solidFill>
          <a:ln/>
        </p:spPr>
      </p:sp>
      <p:sp>
        <p:nvSpPr>
          <p:cNvPr id="116" name="Text 114"/>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−$31K</a:t>
            </a:r>
            <a:endParaRPr lang="en-US" sz="1200" dirty="0"/>
          </a:p>
        </p:txBody>
      </p:sp>
      <p:sp>
        <p:nvSpPr>
          <p:cNvPr id="117" name="Text 115"/>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−2.4%</a:t>
            </a:r>
            <a:endParaRPr lang="en-US" sz="1200" dirty="0"/>
          </a:p>
        </p:txBody>
      </p:sp>
      <p:sp>
        <p:nvSpPr>
          <p:cNvPr id="118" name="Text 116"/>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9" name="Text 117"/>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20" name="Shape 118"/>
          <p:cNvSpPr/>
          <p:nvPr/>
        </p:nvSpPr>
        <p:spPr>
          <a:xfrm>
            <a:off x="9081874" y="2853100"/>
            <a:ext cx="48410" cy="102929"/>
          </a:xfrm>
          <a:prstGeom prst="rect">
            <a:avLst/>
          </a:prstGeom>
          <a:solidFill>
            <a:srgbClr val="C2352F"/>
          </a:solidFill>
          <a:ln/>
        </p:spPr>
      </p:sp>
      <p:sp>
        <p:nvSpPr>
          <p:cNvPr id="121" name="Text 119"/>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−$39K</a:t>
            </a:r>
            <a:endParaRPr lang="en-US" sz="1200" dirty="0"/>
          </a:p>
        </p:txBody>
      </p:sp>
      <p:sp>
        <p:nvSpPr>
          <p:cNvPr id="122" name="Text 120"/>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a:t>
            </a:r>
            <a:endParaRPr lang="en-US" sz="1200" dirty="0"/>
          </a:p>
        </p:txBody>
      </p:sp>
      <p:sp>
        <p:nvSpPr>
          <p:cNvPr id="123" name="Text 121"/>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4" name="Text 122"/>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5" name="Shape 123"/>
          <p:cNvSpPr/>
          <p:nvPr/>
        </p:nvSpPr>
        <p:spPr>
          <a:xfrm>
            <a:off x="9065091" y="3076859"/>
            <a:ext cx="65193" cy="102929"/>
          </a:xfrm>
          <a:prstGeom prst="rect">
            <a:avLst/>
          </a:prstGeom>
          <a:solidFill>
            <a:srgbClr val="C2352F"/>
          </a:solidFill>
          <a:ln/>
        </p:spPr>
      </p:sp>
      <p:sp>
        <p:nvSpPr>
          <p:cNvPr id="126" name="Text 124"/>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−$52K</a:t>
            </a:r>
            <a:endParaRPr lang="en-US" sz="1200" dirty="0"/>
          </a:p>
        </p:txBody>
      </p:sp>
      <p:sp>
        <p:nvSpPr>
          <p:cNvPr id="127" name="Text 125"/>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−36.8%</a:t>
            </a:r>
            <a:endParaRPr lang="en-US" sz="1200" dirty="0"/>
          </a:p>
        </p:txBody>
      </p:sp>
      <p:sp>
        <p:nvSpPr>
          <p:cNvPr id="128" name="Text 126"/>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9" name="Text 127"/>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0" name="Shape 128"/>
          <p:cNvSpPr/>
          <p:nvPr/>
        </p:nvSpPr>
        <p:spPr>
          <a:xfrm>
            <a:off x="9062033" y="3300618"/>
            <a:ext cx="68251" cy="102929"/>
          </a:xfrm>
          <a:prstGeom prst="rect">
            <a:avLst/>
          </a:prstGeom>
          <a:solidFill>
            <a:srgbClr val="C2352F"/>
          </a:solidFill>
          <a:ln/>
        </p:spPr>
      </p:sp>
      <p:sp>
        <p:nvSpPr>
          <p:cNvPr id="131" name="Text 129"/>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−$55K</a:t>
            </a:r>
            <a:endParaRPr lang="en-US" sz="1200" dirty="0"/>
          </a:p>
        </p:txBody>
      </p:sp>
      <p:sp>
        <p:nvSpPr>
          <p:cNvPr id="132" name="Text 130"/>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−50.2%</a:t>
            </a:r>
            <a:endParaRPr lang="en-US" sz="1200" dirty="0"/>
          </a:p>
        </p:txBody>
      </p:sp>
      <p:sp>
        <p:nvSpPr>
          <p:cNvPr id="133" name="Shape 131"/>
          <p:cNvSpPr/>
          <p:nvPr/>
        </p:nvSpPr>
        <p:spPr>
          <a:xfrm>
            <a:off x="11457432" y="3285923"/>
            <a:ext cx="54864" cy="132319"/>
          </a:xfrm>
          <a:prstGeom prst="rect">
            <a:avLst/>
          </a:prstGeom>
          <a:solidFill>
            <a:srgbClr val="C2352F"/>
          </a:solidFill>
          <a:ln/>
        </p:spPr>
      </p:sp>
      <p:sp>
        <p:nvSpPr>
          <p:cNvPr id="134" name="Text 132"/>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5" name="Text 133"/>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36" name="Shape 134"/>
          <p:cNvSpPr/>
          <p:nvPr/>
        </p:nvSpPr>
        <p:spPr>
          <a:xfrm>
            <a:off x="9055815" y="3524377"/>
            <a:ext cx="74469" cy="102929"/>
          </a:xfrm>
          <a:prstGeom prst="rect">
            <a:avLst/>
          </a:prstGeom>
          <a:solidFill>
            <a:srgbClr val="C2352F"/>
          </a:solidFill>
          <a:ln/>
        </p:spPr>
      </p:sp>
      <p:sp>
        <p:nvSpPr>
          <p:cNvPr id="137" name="Text 135"/>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−$60K</a:t>
            </a:r>
            <a:endParaRPr lang="en-US" sz="1200" dirty="0"/>
          </a:p>
        </p:txBody>
      </p:sp>
      <p:sp>
        <p:nvSpPr>
          <p:cNvPr id="138" name="Text 136"/>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−12.7%</a:t>
            </a:r>
            <a:endParaRPr lang="en-US" sz="1200" dirty="0"/>
          </a:p>
        </p:txBody>
      </p:sp>
      <p:sp>
        <p:nvSpPr>
          <p:cNvPr id="139" name="Text 137"/>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40" name="Text 138"/>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1" name="Shape 139"/>
          <p:cNvSpPr/>
          <p:nvPr/>
        </p:nvSpPr>
        <p:spPr>
          <a:xfrm>
            <a:off x="9029618" y="3748136"/>
            <a:ext cx="100666" cy="102929"/>
          </a:xfrm>
          <a:prstGeom prst="rect">
            <a:avLst/>
          </a:prstGeom>
          <a:solidFill>
            <a:srgbClr val="C2352F"/>
          </a:solidFill>
          <a:ln/>
        </p:spPr>
      </p:sp>
      <p:sp>
        <p:nvSpPr>
          <p:cNvPr id="142" name="Text 140"/>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−$80K</a:t>
            </a:r>
            <a:endParaRPr lang="en-US" sz="1200" dirty="0"/>
          </a:p>
        </p:txBody>
      </p:sp>
      <p:sp>
        <p:nvSpPr>
          <p:cNvPr id="143" name="Text 141"/>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−13.2%</a:t>
            </a:r>
            <a:endParaRPr lang="en-US" sz="1200" dirty="0"/>
          </a:p>
        </p:txBody>
      </p:sp>
      <p:sp>
        <p:nvSpPr>
          <p:cNvPr id="144" name="Text 142"/>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5" name="Text 143"/>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46" name="Shape 144"/>
          <p:cNvSpPr/>
          <p:nvPr/>
        </p:nvSpPr>
        <p:spPr>
          <a:xfrm>
            <a:off x="9015734" y="3971895"/>
            <a:ext cx="114550" cy="102929"/>
          </a:xfrm>
          <a:prstGeom prst="rect">
            <a:avLst/>
          </a:prstGeom>
          <a:solidFill>
            <a:srgbClr val="C2352F"/>
          </a:solidFill>
          <a:ln/>
        </p:spPr>
      </p:sp>
      <p:sp>
        <p:nvSpPr>
          <p:cNvPr id="147" name="Text 145"/>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−$92K</a:t>
            </a:r>
            <a:endParaRPr lang="en-US" sz="1200" dirty="0"/>
          </a:p>
        </p:txBody>
      </p:sp>
      <p:sp>
        <p:nvSpPr>
          <p:cNvPr id="148" name="Text 146"/>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−17.4%</a:t>
            </a:r>
            <a:endParaRPr lang="en-US" sz="1200" dirty="0"/>
          </a:p>
        </p:txBody>
      </p:sp>
      <p:sp>
        <p:nvSpPr>
          <p:cNvPr id="149" name="Text 147"/>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50" name="Text 148"/>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51" name="Shape 149"/>
          <p:cNvSpPr/>
          <p:nvPr/>
        </p:nvSpPr>
        <p:spPr>
          <a:xfrm>
            <a:off x="9005092" y="4195654"/>
            <a:ext cx="125192" cy="102929"/>
          </a:xfrm>
          <a:prstGeom prst="rect">
            <a:avLst/>
          </a:prstGeom>
          <a:solidFill>
            <a:srgbClr val="C2352F"/>
          </a:solidFill>
          <a:ln/>
        </p:spPr>
      </p:sp>
      <p:sp>
        <p:nvSpPr>
          <p:cNvPr id="152" name="Text 150"/>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−$100K</a:t>
            </a:r>
            <a:endParaRPr lang="en-US" sz="1200" dirty="0"/>
          </a:p>
        </p:txBody>
      </p:sp>
      <p:sp>
        <p:nvSpPr>
          <p:cNvPr id="153" name="Text 151"/>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−16.8%</a:t>
            </a:r>
            <a:endParaRPr lang="en-US" sz="1200" dirty="0"/>
          </a:p>
        </p:txBody>
      </p:sp>
      <p:sp>
        <p:nvSpPr>
          <p:cNvPr id="154" name="Text 152"/>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5" name="Text 153"/>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56" name="Shape 154"/>
          <p:cNvSpPr/>
          <p:nvPr/>
        </p:nvSpPr>
        <p:spPr>
          <a:xfrm>
            <a:off x="8931844" y="4419414"/>
            <a:ext cx="198440" cy="102929"/>
          </a:xfrm>
          <a:prstGeom prst="rect">
            <a:avLst/>
          </a:prstGeom>
          <a:solidFill>
            <a:srgbClr val="C2352F"/>
          </a:solidFill>
          <a:ln/>
        </p:spPr>
      </p:sp>
      <p:sp>
        <p:nvSpPr>
          <p:cNvPr id="157" name="Text 155"/>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−$159K</a:t>
            </a:r>
            <a:endParaRPr lang="en-US" sz="1200" dirty="0"/>
          </a:p>
        </p:txBody>
      </p:sp>
      <p:sp>
        <p:nvSpPr>
          <p:cNvPr id="158" name="Text 156"/>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−43.8%</a:t>
            </a:r>
            <a:endParaRPr lang="en-US" sz="1200" dirty="0"/>
          </a:p>
        </p:txBody>
      </p:sp>
      <p:sp>
        <p:nvSpPr>
          <p:cNvPr id="159" name="Shape 157"/>
          <p:cNvSpPr/>
          <p:nvPr/>
        </p:nvSpPr>
        <p:spPr>
          <a:xfrm>
            <a:off x="11457432" y="4404719"/>
            <a:ext cx="54864" cy="132319"/>
          </a:xfrm>
          <a:prstGeom prst="rect">
            <a:avLst/>
          </a:prstGeom>
          <a:solidFill>
            <a:srgbClr val="C2352F"/>
          </a:solidFill>
          <a:ln/>
        </p:spPr>
      </p:sp>
      <p:sp>
        <p:nvSpPr>
          <p:cNvPr id="160" name="Text 158"/>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1" name="Text 159"/>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62" name="Shape 160"/>
          <p:cNvSpPr/>
          <p:nvPr/>
        </p:nvSpPr>
        <p:spPr>
          <a:xfrm>
            <a:off x="8868473" y="4643173"/>
            <a:ext cx="261811" cy="102929"/>
          </a:xfrm>
          <a:prstGeom prst="rect">
            <a:avLst/>
          </a:prstGeom>
          <a:solidFill>
            <a:srgbClr val="C2352F"/>
          </a:solidFill>
          <a:ln/>
        </p:spPr>
      </p:sp>
      <p:sp>
        <p:nvSpPr>
          <p:cNvPr id="163" name="Text 161"/>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−$209K</a:t>
            </a:r>
            <a:endParaRPr lang="en-US" sz="1200" dirty="0"/>
          </a:p>
        </p:txBody>
      </p:sp>
      <p:sp>
        <p:nvSpPr>
          <p:cNvPr id="164" name="Text 162"/>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−40.3%</a:t>
            </a:r>
            <a:endParaRPr lang="en-US" sz="1200" dirty="0"/>
          </a:p>
        </p:txBody>
      </p:sp>
      <p:sp>
        <p:nvSpPr>
          <p:cNvPr id="165" name="Shape 163"/>
          <p:cNvSpPr/>
          <p:nvPr/>
        </p:nvSpPr>
        <p:spPr>
          <a:xfrm>
            <a:off x="11457432" y="4628478"/>
            <a:ext cx="54864" cy="132319"/>
          </a:xfrm>
          <a:prstGeom prst="rect">
            <a:avLst/>
          </a:prstGeom>
          <a:solidFill>
            <a:srgbClr val="C2352F"/>
          </a:solidFill>
          <a:ln/>
        </p:spPr>
      </p:sp>
      <p:sp>
        <p:nvSpPr>
          <p:cNvPr id="166" name="Text 164"/>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7" name="Text 165"/>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8" name="Shape 166"/>
          <p:cNvSpPr/>
          <p:nvPr/>
        </p:nvSpPr>
        <p:spPr>
          <a:xfrm>
            <a:off x="8839986" y="4866932"/>
            <a:ext cx="290298" cy="102929"/>
          </a:xfrm>
          <a:prstGeom prst="rect">
            <a:avLst/>
          </a:prstGeom>
          <a:solidFill>
            <a:srgbClr val="C2352F"/>
          </a:solidFill>
          <a:ln/>
        </p:spPr>
      </p:sp>
      <p:sp>
        <p:nvSpPr>
          <p:cNvPr id="169" name="Text 167"/>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−$232K</a:t>
            </a:r>
            <a:endParaRPr lang="en-US" sz="1200" dirty="0"/>
          </a:p>
        </p:txBody>
      </p:sp>
      <p:sp>
        <p:nvSpPr>
          <p:cNvPr id="170" name="Text 168"/>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71" name="Text 169"/>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2" name="Text 170"/>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3" name="Shape 171"/>
          <p:cNvSpPr/>
          <p:nvPr/>
        </p:nvSpPr>
        <p:spPr>
          <a:xfrm>
            <a:off x="8826500" y="5090691"/>
            <a:ext cx="303784" cy="102929"/>
          </a:xfrm>
          <a:prstGeom prst="rect">
            <a:avLst/>
          </a:prstGeom>
          <a:solidFill>
            <a:srgbClr val="C2352F"/>
          </a:solidFill>
          <a:ln/>
        </p:spPr>
      </p:sp>
      <p:sp>
        <p:nvSpPr>
          <p:cNvPr id="174" name="Text 172"/>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−$243K</a:t>
            </a:r>
            <a:endParaRPr lang="en-US" sz="1200" dirty="0"/>
          </a:p>
        </p:txBody>
      </p:sp>
      <p:sp>
        <p:nvSpPr>
          <p:cNvPr id="175" name="Text 173"/>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−29.9%</a:t>
            </a:r>
            <a:endParaRPr lang="en-US" sz="1200" dirty="0"/>
          </a:p>
        </p:txBody>
      </p:sp>
      <p:sp>
        <p:nvSpPr>
          <p:cNvPr id="176" name="Text 174"/>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7" name="Text 175"/>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78" name="Shape 176"/>
          <p:cNvSpPr/>
          <p:nvPr/>
        </p:nvSpPr>
        <p:spPr>
          <a:xfrm>
            <a:off x="8823035" y="5314450"/>
            <a:ext cx="307249" cy="102929"/>
          </a:xfrm>
          <a:prstGeom prst="rect">
            <a:avLst/>
          </a:prstGeom>
          <a:solidFill>
            <a:srgbClr val="C2352F"/>
          </a:solidFill>
          <a:ln/>
        </p:spPr>
      </p:sp>
      <p:sp>
        <p:nvSpPr>
          <p:cNvPr id="179" name="Text 177"/>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−$246K</a:t>
            </a:r>
            <a:endParaRPr lang="en-US" sz="1200" dirty="0"/>
          </a:p>
        </p:txBody>
      </p:sp>
      <p:sp>
        <p:nvSpPr>
          <p:cNvPr id="180" name="Text 178"/>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−12.4%</a:t>
            </a:r>
            <a:endParaRPr lang="en-US" sz="1200" dirty="0"/>
          </a:p>
        </p:txBody>
      </p:sp>
      <p:sp>
        <p:nvSpPr>
          <p:cNvPr id="181" name="Text 179"/>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2" name="Text 180"/>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3" name="Shape 181"/>
          <p:cNvSpPr/>
          <p:nvPr/>
        </p:nvSpPr>
        <p:spPr>
          <a:xfrm>
            <a:off x="8674730" y="5538209"/>
            <a:ext cx="455554" cy="102929"/>
          </a:xfrm>
          <a:prstGeom prst="rect">
            <a:avLst/>
          </a:prstGeom>
          <a:solidFill>
            <a:srgbClr val="C2352F"/>
          </a:solidFill>
          <a:ln/>
        </p:spPr>
      </p:sp>
      <p:sp>
        <p:nvSpPr>
          <p:cNvPr id="184" name="Text 182"/>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−$364K</a:t>
            </a:r>
            <a:endParaRPr lang="en-US" sz="1200" dirty="0"/>
          </a:p>
        </p:txBody>
      </p:sp>
      <p:sp>
        <p:nvSpPr>
          <p:cNvPr id="185" name="Text 183"/>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−20.2%</a:t>
            </a:r>
            <a:endParaRPr lang="en-US" sz="1200" dirty="0"/>
          </a:p>
        </p:txBody>
      </p:sp>
      <p:sp>
        <p:nvSpPr>
          <p:cNvPr id="186" name="Shape 184"/>
          <p:cNvSpPr/>
          <p:nvPr/>
        </p:nvSpPr>
        <p:spPr>
          <a:xfrm>
            <a:off x="3574390" y="2121408"/>
            <a:ext cx="10973" cy="3803904"/>
          </a:xfrm>
          <a:prstGeom prst="rect">
            <a:avLst/>
          </a:prstGeom>
          <a:solidFill>
            <a:srgbClr val="9AA3AD"/>
          </a:solidFill>
          <a:ln/>
        </p:spPr>
      </p:sp>
      <p:sp>
        <p:nvSpPr>
          <p:cNvPr id="187" name="Shape 185"/>
          <p:cNvSpPr/>
          <p:nvPr/>
        </p:nvSpPr>
        <p:spPr>
          <a:xfrm>
            <a:off x="9124798" y="2121408"/>
            <a:ext cx="10973" cy="3803904"/>
          </a:xfrm>
          <a:prstGeom prst="rect">
            <a:avLst/>
          </a:prstGeom>
          <a:solidFill>
            <a:srgbClr val="9AA3AD"/>
          </a:solidFill>
          <a:ln/>
        </p:spPr>
      </p:sp>
      <p:sp>
        <p:nvSpPr>
          <p:cNvPr id="188" name="Shape 186"/>
          <p:cNvSpPr/>
          <p:nvPr/>
        </p:nvSpPr>
        <p:spPr>
          <a:xfrm>
            <a:off x="6085332" y="2121408"/>
            <a:ext cx="10973" cy="3803904"/>
          </a:xfrm>
          <a:prstGeom prst="rect">
            <a:avLst/>
          </a:prstGeom>
          <a:solidFill>
            <a:srgbClr val="D9D9D9"/>
          </a:solidFill>
          <a:ln/>
        </p:spPr>
      </p:sp>
      <p:sp>
        <p:nvSpPr>
          <p:cNvPr id="189" name="Shape 187"/>
          <p:cNvSpPr/>
          <p:nvPr/>
        </p:nvSpPr>
        <p:spPr>
          <a:xfrm>
            <a:off x="457200" y="6126480"/>
            <a:ext cx="11274552" cy="371856"/>
          </a:xfrm>
          <a:prstGeom prst="rect">
            <a:avLst/>
          </a:prstGeom>
          <a:solidFill>
            <a:srgbClr val="EDF4FA"/>
          </a:solidFill>
          <a:ln/>
        </p:spPr>
      </p:sp>
      <p:sp>
        <p:nvSpPr>
          <p:cNvPr id="190" name="Text 18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of 33 stores grew parts net profit, January through September year to date.</a:t>
            </a:r>
            <a:endParaRPr lang="en-US" sz="16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$1.37M</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+$457K</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+49.9%</a:t>
            </a:r>
            <a:endParaRPr lang="en-US" sz="1300" dirty="0"/>
          </a:p>
        </p:txBody>
      </p:sp>
      <p:sp>
        <p:nvSpPr>
          <p:cNvPr id="15" name="Shape 12"/>
          <p:cNvSpPr/>
          <p:nvPr/>
        </p:nvSpPr>
        <p:spPr>
          <a:xfrm>
            <a:off x="4084320" y="2734056"/>
            <a:ext cx="64008" cy="813816"/>
          </a:xfrm>
          <a:prstGeom prst="rect">
            <a:avLst/>
          </a:prstGeom>
          <a:solidFill>
            <a:srgbClr val="12A566"/>
          </a:solidFill>
          <a:ln/>
        </p:spPr>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$2.24M</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+$291K</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$523K</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+$216K</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+70.2%</a:t>
            </a:r>
            <a:endParaRPr lang="en-US" sz="1300" dirty="0"/>
          </a:p>
        </p:txBody>
      </p:sp>
      <p:sp>
        <p:nvSpPr>
          <p:cNvPr id="27" name="Shape 22"/>
          <p:cNvSpPr/>
          <p:nvPr/>
        </p:nvSpPr>
        <p:spPr>
          <a:xfrm>
            <a:off x="4084320" y="4507992"/>
            <a:ext cx="64008" cy="813816"/>
          </a:xfrm>
          <a:prstGeom prst="rect">
            <a:avLst/>
          </a:prstGeom>
          <a:solidFill>
            <a:srgbClr val="12A566"/>
          </a:solidFill>
          <a:ln/>
        </p:spPr>
      </p:sp>
      <p:sp>
        <p:nvSpPr>
          <p:cNvPr id="28" name="Text 23"/>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9" name="Text 24"/>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graphicFrame>
        <p:nvGraphicFramePr>
          <p:cNvPr id="30"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1" name="Text 25"/>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+$206K</a:t>
            </a:r>
            <a:endParaRPr lang="en-US" sz="1600" dirty="0"/>
          </a:p>
        </p:txBody>
      </p:sp>
      <p:sp>
        <p:nvSpPr>
          <p:cNvPr id="32" name="Text 26"/>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+15.5%</a:t>
            </a:r>
            <a:endParaRPr lang="en-US" sz="1300" dirty="0"/>
          </a:p>
        </p:txBody>
      </p:sp>
      <p:sp>
        <p:nvSpPr>
          <p:cNvPr id="33" name="Shape 27"/>
          <p:cNvSpPr/>
          <p:nvPr/>
        </p:nvSpPr>
        <p:spPr>
          <a:xfrm>
            <a:off x="658368" y="5358384"/>
            <a:ext cx="3489960" cy="886968"/>
          </a:xfrm>
          <a:prstGeom prst="rect">
            <a:avLst/>
          </a:prstGeom>
          <a:solidFill>
            <a:srgbClr val="F7F7F7"/>
          </a:solidFill>
          <a:ln/>
        </p:spPr>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$771K</a:t>
            </a:r>
            <a:endParaRPr lang="en-US" sz="1400" dirty="0"/>
          </a:p>
        </p:txBody>
      </p:sp>
      <p:graphicFrame>
        <p:nvGraphicFramePr>
          <p:cNvPr id="36"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+$180K</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+30.4%</a:t>
            </a:r>
            <a:endParaRPr lang="en-US" sz="1300" dirty="0"/>
          </a:p>
        </p:txBody>
      </p:sp>
      <p:sp>
        <p:nvSpPr>
          <p:cNvPr id="39" name="Shape 32"/>
          <p:cNvSpPr/>
          <p:nvPr/>
        </p:nvSpPr>
        <p:spPr>
          <a:xfrm>
            <a:off x="4349496" y="1371600"/>
            <a:ext cx="3489960" cy="45720"/>
          </a:xfrm>
          <a:prstGeom prst="rect">
            <a:avLst/>
          </a:prstGeom>
          <a:solidFill>
            <a:srgbClr val="C2352F"/>
          </a:solidFill>
          <a:ln/>
        </p:spPr>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sp>
      <p:sp>
        <p:nvSpPr>
          <p:cNvPr id="42" name="Shape 35"/>
          <p:cNvSpPr/>
          <p:nvPr/>
        </p:nvSpPr>
        <p:spPr>
          <a:xfrm>
            <a:off x="7775448" y="1847088"/>
            <a:ext cx="64008" cy="813816"/>
          </a:xfrm>
          <a:prstGeom prst="rect">
            <a:avLst/>
          </a:prstGeom>
          <a:solidFill>
            <a:srgbClr val="2587C5"/>
          </a:solidFill>
          <a:ln/>
        </p:spPr>
      </p:sp>
      <p:sp>
        <p:nvSpPr>
          <p:cNvPr id="43" name="Text 36"/>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4" name="Text 37"/>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$1.44M</a:t>
            </a:r>
            <a:endParaRPr lang="en-US" sz="1400" dirty="0"/>
          </a:p>
        </p:txBody>
      </p:sp>
      <p:graphicFrame>
        <p:nvGraphicFramePr>
          <p:cNvPr id="45"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6" name="Text 38"/>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−$364K</a:t>
            </a:r>
            <a:endParaRPr lang="en-US" sz="1600" dirty="0"/>
          </a:p>
        </p:txBody>
      </p:sp>
      <p:sp>
        <p:nvSpPr>
          <p:cNvPr id="47" name="Text 39"/>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−20.2%</a:t>
            </a:r>
            <a:endParaRPr lang="en-US" sz="1300" dirty="0"/>
          </a:p>
        </p:txBody>
      </p:sp>
      <p:sp>
        <p:nvSpPr>
          <p:cNvPr id="48" name="Text 40"/>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9" name="Text 41"/>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$1.73M</a:t>
            </a:r>
            <a:endParaRPr lang="en-US" sz="1400" dirty="0"/>
          </a:p>
        </p:txBody>
      </p:sp>
      <p:graphicFrame>
        <p:nvGraphicFramePr>
          <p:cNvPr id="50"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51" name="Text 42"/>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−$246K</a:t>
            </a:r>
            <a:endParaRPr lang="en-US" sz="1600" dirty="0"/>
          </a:p>
        </p:txBody>
      </p:sp>
      <p:sp>
        <p:nvSpPr>
          <p:cNvPr id="52" name="Text 43"/>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a:t>
            </a:r>
            <a:endParaRPr lang="en-US" sz="1300" dirty="0"/>
          </a:p>
        </p:txBody>
      </p:sp>
      <p:sp>
        <p:nvSpPr>
          <p:cNvPr id="53" name="Shape 44"/>
          <p:cNvSpPr/>
          <p:nvPr/>
        </p:nvSpPr>
        <p:spPr>
          <a:xfrm>
            <a:off x="4349496" y="3584448"/>
            <a:ext cx="3489960" cy="886968"/>
          </a:xfrm>
          <a:prstGeom prst="rect">
            <a:avLst/>
          </a:prstGeom>
          <a:solidFill>
            <a:srgbClr val="F7F7F7"/>
          </a:solidFill>
          <a:ln/>
        </p:spPr>
      </p:sp>
      <p:sp>
        <p:nvSpPr>
          <p:cNvPr id="54" name="Text 4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5" name="Text 4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$812K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$569K</a:t>
            </a:r>
            <a:endParaRPr lang="en-US" sz="1400" dirty="0"/>
          </a:p>
        </p:txBody>
      </p:sp>
      <p:graphicFrame>
        <p:nvGraphicFramePr>
          <p:cNvPr id="56"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7" name="Text 47"/>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−$243K</a:t>
            </a:r>
            <a:endParaRPr lang="en-US" sz="1600" dirty="0"/>
          </a:p>
        </p:txBody>
      </p:sp>
      <p:sp>
        <p:nvSpPr>
          <p:cNvPr id="58" name="Text 48"/>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−29.9%</a:t>
            </a:r>
            <a:endParaRPr lang="en-US" sz="1300" dirty="0"/>
          </a:p>
        </p:txBody>
      </p:sp>
      <p:sp>
        <p:nvSpPr>
          <p:cNvPr id="59" name="Text 4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60" name="Text 5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$921K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$689K</a:t>
            </a:r>
            <a:endParaRPr lang="en-US" sz="1400" dirty="0"/>
          </a:p>
        </p:txBody>
      </p:sp>
      <p:graphicFrame>
        <p:nvGraphicFramePr>
          <p:cNvPr id="6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2" name="Text 51"/>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−$232K</a:t>
            </a:r>
            <a:endParaRPr lang="en-US" sz="1600" dirty="0"/>
          </a:p>
        </p:txBody>
      </p:sp>
      <p:sp>
        <p:nvSpPr>
          <p:cNvPr id="63" name="Text 52"/>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64" name="Shape 53"/>
          <p:cNvSpPr/>
          <p:nvPr/>
        </p:nvSpPr>
        <p:spPr>
          <a:xfrm>
            <a:off x="4349496" y="5358384"/>
            <a:ext cx="3489960" cy="886968"/>
          </a:xfrm>
          <a:prstGeom prst="rect">
            <a:avLst/>
          </a:prstGeom>
          <a:solidFill>
            <a:srgbClr val="F7F7F7"/>
          </a:solidFill>
          <a:ln/>
        </p:spPr>
      </p:sp>
      <p:sp>
        <p:nvSpPr>
          <p:cNvPr id="65" name="Text 5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6" name="Text 5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$519K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$310K</a:t>
            </a:r>
            <a:endParaRPr lang="en-US" sz="1400" dirty="0"/>
          </a:p>
        </p:txBody>
      </p:sp>
      <p:graphicFrame>
        <p:nvGraphicFramePr>
          <p:cNvPr id="6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8" name="Text 56"/>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−$209K</a:t>
            </a:r>
            <a:endParaRPr lang="en-US" sz="1600" dirty="0"/>
          </a:p>
        </p:txBody>
      </p:sp>
      <p:sp>
        <p:nvSpPr>
          <p:cNvPr id="69" name="Text 57"/>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−40.3%</a:t>
            </a:r>
            <a:endParaRPr lang="en-US" sz="1300" dirty="0"/>
          </a:p>
        </p:txBody>
      </p:sp>
      <p:sp>
        <p:nvSpPr>
          <p:cNvPr id="70" name="Shape 58"/>
          <p:cNvSpPr/>
          <p:nvPr/>
        </p:nvSpPr>
        <p:spPr>
          <a:xfrm>
            <a:off x="8040624" y="1371600"/>
            <a:ext cx="3489960" cy="45720"/>
          </a:xfrm>
          <a:prstGeom prst="rect">
            <a:avLst/>
          </a:prstGeom>
          <a:solidFill>
            <a:srgbClr val="2587C5"/>
          </a:solidFill>
          <a:ln/>
        </p:spPr>
      </p:sp>
      <p:sp>
        <p:nvSpPr>
          <p:cNvPr id="7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2" name="Shape 60"/>
          <p:cNvSpPr/>
          <p:nvPr/>
        </p:nvSpPr>
        <p:spPr>
          <a:xfrm>
            <a:off x="8040624" y="1810512"/>
            <a:ext cx="3489960" cy="886968"/>
          </a:xfrm>
          <a:prstGeom prst="rect">
            <a:avLst/>
          </a:prstGeom>
          <a:solidFill>
            <a:srgbClr val="F7F7F7"/>
          </a:solidFill>
          <a:ln/>
        </p:spPr>
      </p:sp>
      <p:sp>
        <p:nvSpPr>
          <p:cNvPr id="73" name="Text 6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4" name="Text 6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$242K</a:t>
            </a:r>
            <a:endParaRPr lang="en-US" sz="1400" dirty="0"/>
          </a:p>
        </p:txBody>
      </p:sp>
      <p:graphicFrame>
        <p:nvGraphicFramePr>
          <p:cNvPr id="75"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6"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7" name="Text 63"/>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+$107K</a:t>
            </a:r>
            <a:endParaRPr lang="en-US" sz="1600" dirty="0"/>
          </a:p>
        </p:txBody>
      </p:sp>
      <p:sp>
        <p:nvSpPr>
          <p:cNvPr id="78" name="Text 64"/>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+79.6%</a:t>
            </a:r>
            <a:endParaRPr lang="en-US" sz="1300" dirty="0"/>
          </a:p>
        </p:txBody>
      </p:sp>
      <p:sp>
        <p:nvSpPr>
          <p:cNvPr id="79" name="Shape 65"/>
          <p:cNvSpPr/>
          <p:nvPr/>
        </p:nvSpPr>
        <p:spPr>
          <a:xfrm>
            <a:off x="11466576" y="2734056"/>
            <a:ext cx="64008" cy="813816"/>
          </a:xfrm>
          <a:prstGeom prst="rect">
            <a:avLst/>
          </a:prstGeom>
          <a:solidFill>
            <a:srgbClr val="12A566"/>
          </a:solidFill>
          <a:ln/>
        </p:spPr>
      </p:sp>
      <p:sp>
        <p:nvSpPr>
          <p:cNvPr id="80" name="Text 6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81" name="Text 6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$288K</a:t>
            </a:r>
            <a:endParaRPr lang="en-US" sz="1400" dirty="0"/>
          </a:p>
        </p:txBody>
      </p:sp>
      <p:graphicFrame>
        <p:nvGraphicFramePr>
          <p:cNvPr id="82"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3"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4" name="Text 68"/>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+$88K</a:t>
            </a:r>
            <a:endParaRPr lang="en-US" sz="1600" dirty="0"/>
          </a:p>
        </p:txBody>
      </p:sp>
      <p:sp>
        <p:nvSpPr>
          <p:cNvPr id="85" name="Text 69"/>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+44.2%</a:t>
            </a:r>
            <a:endParaRPr lang="en-US" sz="1300" dirty="0"/>
          </a:p>
        </p:txBody>
      </p:sp>
      <p:sp>
        <p:nvSpPr>
          <p:cNvPr id="86" name="Shape 70"/>
          <p:cNvSpPr/>
          <p:nvPr/>
        </p:nvSpPr>
        <p:spPr>
          <a:xfrm>
            <a:off x="8040624" y="3584448"/>
            <a:ext cx="3489960" cy="886968"/>
          </a:xfrm>
          <a:prstGeom prst="rect">
            <a:avLst/>
          </a:prstGeom>
          <a:solidFill>
            <a:srgbClr val="F7F7F7"/>
          </a:solidFill>
          <a:ln/>
        </p:spPr>
      </p:sp>
      <p:sp>
        <p:nvSpPr>
          <p:cNvPr id="87" name="Shape 71"/>
          <p:cNvSpPr/>
          <p:nvPr/>
        </p:nvSpPr>
        <p:spPr>
          <a:xfrm>
            <a:off x="11466576" y="3621024"/>
            <a:ext cx="64008" cy="813816"/>
          </a:xfrm>
          <a:prstGeom prst="rect">
            <a:avLst/>
          </a:prstGeom>
          <a:solidFill>
            <a:srgbClr val="2587C5"/>
          </a:solidFill>
          <a:ln/>
        </p:spPr>
      </p:sp>
      <p:sp>
        <p:nvSpPr>
          <p:cNvPr id="88" name="Text 72"/>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9" name="Text 73"/>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$191K</a:t>
            </a:r>
            <a:endParaRPr lang="en-US" sz="1400" dirty="0"/>
          </a:p>
        </p:txBody>
      </p:sp>
      <p:graphicFrame>
        <p:nvGraphicFramePr>
          <p:cNvPr id="90"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91"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92" name="Text 74"/>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+$70K</a:t>
            </a:r>
            <a:endParaRPr lang="en-US" sz="1600" dirty="0"/>
          </a:p>
        </p:txBody>
      </p:sp>
      <p:sp>
        <p:nvSpPr>
          <p:cNvPr id="93" name="Text 75"/>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+57.8%</a:t>
            </a:r>
            <a:endParaRPr lang="en-US" sz="1300" dirty="0"/>
          </a:p>
        </p:txBody>
      </p:sp>
      <p:sp>
        <p:nvSpPr>
          <p:cNvPr id="94" name="Shape 76"/>
          <p:cNvSpPr/>
          <p:nvPr/>
        </p:nvSpPr>
        <p:spPr>
          <a:xfrm>
            <a:off x="11466576" y="4507992"/>
            <a:ext cx="64008" cy="813816"/>
          </a:xfrm>
          <a:prstGeom prst="rect">
            <a:avLst/>
          </a:prstGeom>
          <a:solidFill>
            <a:srgbClr val="12A566"/>
          </a:solidFill>
          <a:ln/>
        </p:spPr>
      </p:sp>
      <p:sp>
        <p:nvSpPr>
          <p:cNvPr id="95" name="Text 77"/>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6" name="Text 78"/>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$202K</a:t>
            </a:r>
            <a:endParaRPr lang="en-US" sz="1400" dirty="0"/>
          </a:p>
        </p:txBody>
      </p:sp>
      <p:graphicFrame>
        <p:nvGraphicFramePr>
          <p:cNvPr id="97"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8"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9" name="Text 79"/>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+$54K</a:t>
            </a:r>
            <a:endParaRPr lang="en-US" sz="1600" dirty="0"/>
          </a:p>
        </p:txBody>
      </p:sp>
      <p:sp>
        <p:nvSpPr>
          <p:cNvPr id="100" name="Text 80"/>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+36.4%</a:t>
            </a:r>
            <a:endParaRPr lang="en-US" sz="1300" dirty="0"/>
          </a:p>
        </p:txBody>
      </p:sp>
      <p:sp>
        <p:nvSpPr>
          <p:cNvPr id="101" name="Shape 81"/>
          <p:cNvSpPr/>
          <p:nvPr/>
        </p:nvSpPr>
        <p:spPr>
          <a:xfrm>
            <a:off x="8040624" y="5358384"/>
            <a:ext cx="3489960" cy="886968"/>
          </a:xfrm>
          <a:prstGeom prst="rect">
            <a:avLst/>
          </a:prstGeom>
          <a:solidFill>
            <a:srgbClr val="F7F7F7"/>
          </a:solidFill>
          <a:ln/>
        </p:spPr>
      </p:sp>
      <p:sp>
        <p:nvSpPr>
          <p:cNvPr id="102" name="Text 8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3" name="Text 8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$136K</a:t>
            </a:r>
            <a:endParaRPr lang="en-US" sz="1400" dirty="0"/>
          </a:p>
        </p:txBody>
      </p:sp>
      <p:graphicFrame>
        <p:nvGraphicFramePr>
          <p:cNvPr id="10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6" name="Text 84"/>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+$38K</a:t>
            </a:r>
            <a:endParaRPr lang="en-US" sz="1600" dirty="0"/>
          </a:p>
        </p:txBody>
      </p:sp>
      <p:sp>
        <p:nvSpPr>
          <p:cNvPr id="107" name="Text 85"/>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+39.0%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2026-10-29T04:52:04Z</dcterms:created>
  <dcterms:modified xsi:type="dcterms:W3CDTF">2026-10-29T04:52:04Z</dcterms:modified>
</cp:coreProperties>
</file>