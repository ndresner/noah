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 LR Reno and VW Henderson lead at 99.0%; Cadillac is lowest at 40.5%.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 VW Henderson leads at 96.0%; Kia St George is lowest at 5.2%.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 Hyundai Prescott leads at 91.2%; Kia St George is lowest at 11.8%.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2026-10-25T23:10:58Z</dcterms:created>
  <dcterms:modified xsi:type="dcterms:W3CDTF">2026-10-25T23:10:58Z</dcterms:modified>
</cp:coreProperties>
</file>