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blank).Five stores do not report photo completion, so the group here is weighted on the 28 stores that do (109,881 CP + warranty ROs, not the 128,726 used for MPI and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2026-10-29T16:32:22Z</dcterms:created>
  <dcterms:modified xsi:type="dcterms:W3CDTF">2026-10-29T16:32:22Z</dcterms:modified>
</cp:coreProperties>
</file>