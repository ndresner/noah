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12 of 33 stores at or above the 90.0% benchmark; the group is at 81.3%. LR Reno and VW Henderson lead at 99.0%; Cadillac is lowest at 40.5%.Source: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17 of 33 stores at or above the 57.8% group. VW Henderson leads at 96.0%; Kia St George is lowest at 5.2%.Source: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11 of 28 stores at or above the 45.3% group. Hyundai Prescott leads at 91.2%; Kia St George is lowest at 11.8%.Source: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9" name="Shape 15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2026-10-27T18:05:24Z</dcterms:created>
  <dcterms:modified xsi:type="dcterms:W3CDTF">2026-10-27T18:05:24Z</dcterms:modified>
</cp:coreProperties>
</file>