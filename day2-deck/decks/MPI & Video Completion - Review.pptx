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2727"/>
            <a:ext cx="868680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6668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6668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28001"/>
            <a:ext cx="868680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6668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6668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1195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1195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73275"/>
            <a:ext cx="861660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1195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1195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857231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857231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918550"/>
            <a:ext cx="859905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857231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857231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10250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10250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63824"/>
            <a:ext cx="851131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10250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10250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34778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34778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409098"/>
            <a:ext cx="851131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34778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34778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593054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593054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654373"/>
            <a:ext cx="843234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593054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593054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83832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83832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899647"/>
            <a:ext cx="830949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83832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83832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08360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08360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144921"/>
            <a:ext cx="822175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08360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08360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32887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32887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390196"/>
            <a:ext cx="817788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32887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32887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57415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57415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635470"/>
            <a:ext cx="805503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57415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57415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819426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819426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880744"/>
            <a:ext cx="804626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819426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819426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06470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06470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126019"/>
            <a:ext cx="780935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06470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06470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30997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30997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371293"/>
            <a:ext cx="76865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30997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30997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555249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555249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616568"/>
            <a:ext cx="757243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555249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555249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80052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80052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861842"/>
            <a:ext cx="741449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80052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80052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604579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604579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6107116"/>
            <a:ext cx="731797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604579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604579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82727"/>
            <a:ext cx="72390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6668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6668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28001"/>
            <a:ext cx="71688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6668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6668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61195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61195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73275"/>
            <a:ext cx="715125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61195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61195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857231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857231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918550"/>
            <a:ext cx="714248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857231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857231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10250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10250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163824"/>
            <a:ext cx="713371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10250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10250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34778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34778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409098"/>
            <a:ext cx="693189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34778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34778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593054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593054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654373"/>
            <a:ext cx="667743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593054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593054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83832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83832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899647"/>
            <a:ext cx="640542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83832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83832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408360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408360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4144921"/>
            <a:ext cx="624748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408360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408360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32887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32887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390196"/>
            <a:ext cx="62387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32887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32887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57415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57415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635470"/>
            <a:ext cx="601056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57415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57415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819426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819426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880744"/>
            <a:ext cx="550164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819426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819426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506470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506470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5126019"/>
            <a:ext cx="53437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506470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506470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30997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30997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371293"/>
            <a:ext cx="435217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30997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30997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555249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555249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616568"/>
            <a:ext cx="400997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555249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555249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80052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80052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861842"/>
            <a:ext cx="355369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80052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80052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416966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416966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4169664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2727"/>
            <a:ext cx="868680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6668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6668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28001"/>
            <a:ext cx="832485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6668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6668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1195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1195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73275"/>
            <a:ext cx="825246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1195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1195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857231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857231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918550"/>
            <a:ext cx="805339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857231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857231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10250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10250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63824"/>
            <a:ext cx="805339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10250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10250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34778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34778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409098"/>
            <a:ext cx="805339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34778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34778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593054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593054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654373"/>
            <a:ext cx="786336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593054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593054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83832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83832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899647"/>
            <a:ext cx="773668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83832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83832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08360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08360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144921"/>
            <a:ext cx="740188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08360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08360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32887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32887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390196"/>
            <a:ext cx="735663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32887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32887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57415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57415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635470"/>
            <a:ext cx="718471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57415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57415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819426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819426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880744"/>
            <a:ext cx="713946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819426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819426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06470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06470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126019"/>
            <a:ext cx="702183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06470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06470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30997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30997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371293"/>
            <a:ext cx="668703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30997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30997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555249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555249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616568"/>
            <a:ext cx="637937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555249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555249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80052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80052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861842"/>
            <a:ext cx="606266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80052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80052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604579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604579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6107116"/>
            <a:ext cx="602647" cy="12263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604579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604579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82727"/>
            <a:ext cx="490442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6668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6668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28001"/>
            <a:ext cx="480489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6668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6668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61195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61195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73275"/>
            <a:ext cx="475059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61195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61195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857231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857231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918550"/>
            <a:ext cx="452437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857231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857231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10250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10250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163824"/>
            <a:ext cx="448818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10250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10250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34778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34778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409098"/>
            <a:ext cx="438864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34778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34778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593054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593054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654373"/>
            <a:ext cx="386382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593054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593054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838328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838328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899647"/>
            <a:ext cx="386382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838328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838328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408360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408360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4144921"/>
            <a:ext cx="379143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408360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408360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328877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328877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390196"/>
            <a:ext cx="36376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328877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328877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574152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574152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635470"/>
            <a:ext cx="317611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574152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574152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819426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819426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880744"/>
            <a:ext cx="286845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819426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819426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5064700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5064700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5126019"/>
            <a:ext cx="285036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5064700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5064700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309975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309975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371293"/>
            <a:ext cx="197263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309975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309975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555249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555249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616568"/>
            <a:ext cx="144780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555249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555249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800523"/>
            <a:ext cx="31089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800523"/>
            <a:ext cx="192024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861842"/>
            <a:ext cx="47053" cy="12263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800523"/>
            <a:ext cx="676656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800523"/>
            <a:ext cx="1188720" cy="24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416966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416966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4169664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95866"/>
            <a:ext cx="868680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19241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19241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93699"/>
            <a:ext cx="862965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419241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419241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717074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717074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91533"/>
            <a:ext cx="847725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717074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717074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14907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3014907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89366"/>
            <a:ext cx="845820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3014907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3014907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312741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312741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387199"/>
            <a:ext cx="755333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312741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312741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610574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610574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685032"/>
            <a:ext cx="687705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610574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610574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908407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908407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982865"/>
            <a:ext cx="666750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908407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908407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206240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206240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280698"/>
            <a:ext cx="658178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206240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206240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504073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504073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578531"/>
            <a:ext cx="578168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504073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504073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801906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801906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876365"/>
            <a:ext cx="571500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801906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801906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5099739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5099739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5174198"/>
            <a:ext cx="476250" cy="148917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5099739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5099739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397573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397573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472031"/>
            <a:ext cx="419100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397573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397573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695406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695406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769864"/>
            <a:ext cx="416338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695406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695406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993239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993239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6067697"/>
            <a:ext cx="37528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993239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993239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95866"/>
            <a:ext cx="34861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419241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419241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93699"/>
            <a:ext cx="332422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419241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419241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717074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717074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91533"/>
            <a:ext cx="32956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717074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717074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3014907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3014907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89366"/>
            <a:ext cx="304800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3014907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3014907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312741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312741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387199"/>
            <a:ext cx="297180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312741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312741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610574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610574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685032"/>
            <a:ext cx="240983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610574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610574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908407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908407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982865"/>
            <a:ext cx="22288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908407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908407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206240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206240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280698"/>
            <a:ext cx="216217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206240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206240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504073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504073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578531"/>
            <a:ext cx="216217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504073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504073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801906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801906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876365"/>
            <a:ext cx="183833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801906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801906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5099739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5099739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174198"/>
            <a:ext cx="15049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5099739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5099739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397573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397573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472031"/>
            <a:ext cx="137160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397573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397573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695406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695406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769864"/>
            <a:ext cx="13525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695406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695406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993239"/>
            <a:ext cx="31089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993239"/>
            <a:ext cx="192024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6067697"/>
            <a:ext cx="112395" cy="148917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993239"/>
            <a:ext cx="676656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993239"/>
            <a:ext cx="1188720" cy="29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416966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416966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4169664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2026-10-27T17:13:14Z</dcterms:created>
  <dcterms:modified xsi:type="dcterms:W3CDTF">2026-10-27T17:13:14Z</dcterms:modified>
</cp:coreProperties>
</file>