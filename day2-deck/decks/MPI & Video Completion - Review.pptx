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MPI % = CP+W ROs with a completed technician multi-point inspection / CP+W ROs closed. Benchmark 90% (Roundtable: 90%+ MPI completion). Green at or above the benchmark, red below.Every car, every time: the MPI is where the hours on the opcode slides come from. Cadillac switched to Auto.live during the quarter, so its number may understate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Video % = CP+W ROs with a technician video attached to the MPI / CP+W ROs closed. No benchmark set; scored against the group. Green at or above the group, red below.Video is what turns an inspection into a sale the customer can see. MPI at 80% or more but video under 45%, so the inspection is done and not shown: CDJR Post Falls (81.7% MPI, 16.0% video); Chevy GMC Bullhead (87.6% MPI, 21.8% video); Chevy LV (84.5% MPI, 40.2% video); GMC Prescott (93.2% MPI, 35.1% video); Nissan (97.0% MPI, 41.9%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Photo % (optional on the form) = CP+W ROs with at least one technician photo on the MPI / CP+W ROs closed. Scored against the group. Green at or above the group, red below. 5 stores do not report it (N/A or blank).Optional measure: five stores do not report it, so it is a review slide, not a meeting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90.0%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6166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5990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843234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96.1%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83094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82217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8177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93.2%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8055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91.8%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80462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91.7%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8093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76865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7572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74144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7317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72390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7168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71512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7142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71337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6931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6677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6405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6247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6238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60105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5501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5343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43521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4009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35536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79077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341178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90.0% benchmark; the group is at 81.3%. LR Reno and VW Henderson lead at 99.0%; Cadillac is lowest at 40.5%.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3248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252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78633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86.9%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77366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85.5%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7401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73566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71847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7139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78.9%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0218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77.6%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6687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63793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70.5%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60626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67.0%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60264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4904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4804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47505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45243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44881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4388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3791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36376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31761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28684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28503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19726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1447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4705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524446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074854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at or above the 57.8% group. VW Henderson leads at 96.0%; Kia St George is lowest at 5.2%.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89335"/>
            <a:ext cx="86868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61042"/>
            <a:ext cx="86296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90.6%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732750"/>
            <a:ext cx="84772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3004457"/>
            <a:ext cx="84582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88.8%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276165"/>
            <a:ext cx="755333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547872"/>
            <a:ext cx="68770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819579"/>
            <a:ext cx="6667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4091287"/>
            <a:ext cx="65817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69.1%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62994"/>
            <a:ext cx="57816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634702"/>
            <a:ext cx="57150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60.0%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906409"/>
            <a:ext cx="4762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5178117"/>
            <a:ext cx="4191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449824"/>
            <a:ext cx="416338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721531"/>
            <a:ext cx="3752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208776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565392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8558784" y="2189335"/>
            <a:ext cx="34861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482328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58984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8558784" y="2461042"/>
            <a:ext cx="332422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482328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34.9%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58984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732750"/>
            <a:ext cx="32956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482328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10158984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3004457"/>
            <a:ext cx="3048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3276165"/>
            <a:ext cx="29718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31.2%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3547872"/>
            <a:ext cx="24098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19579"/>
            <a:ext cx="2228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4091287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4362994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4634702"/>
            <a:ext cx="18383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4906409"/>
            <a:ext cx="1504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5178117"/>
            <a:ext cx="13716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5449824"/>
            <a:ext cx="13525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5721531"/>
            <a:ext cx="1123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2" name="Text 150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4" name="Text 152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5" name="Shape 153"/>
          <p:cNvSpPr/>
          <p:nvPr/>
        </p:nvSpPr>
        <p:spPr>
          <a:xfrm>
            <a:off x="3432502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98291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28 stores at or above the 45.3% group. Hyundai Prescott leads at 91.2%; Kia St George is lowest at 11.8%.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2026-10-22T18:43:06Z</dcterms:created>
  <dcterms:modified xsi:type="dcterms:W3CDTF">2026-10-22T18:43:06Z</dcterms:modified>
</cp:coreProperties>
</file>