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261" r:id="rId7"/>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262" r:id="rId8"/>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265" r:id="rId11"/>
    <p:sldId id="427" r:id="rId178"/>
    <p:sldId id="428" r:id="rId179"/>
    <p:sldId id="429" r:id="rId180"/>
    <p:sldId id="430" r:id="rId181"/>
    <p:sldId id="431" r:id="rId182"/>
    <p:sldId id="432" r:id="rId183"/>
    <p:sldId id="266" r:id="rId12"/>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chart" Target="../charts/chart62.xml"/><Relationship Id="rId8"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7.xml"/><Relationship Id="rId3" Type="http://schemas.openxmlformats.org/officeDocument/2006/relationships/chart" Target="../charts/chart68.xml"/><Relationship Id="rId4" Type="http://schemas.openxmlformats.org/officeDocument/2006/relationships/chart" Target="../charts/chart69.xml"/><Relationship Id="rId5" Type="http://schemas.openxmlformats.org/officeDocument/2006/relationships/chart" Target="../charts/chart70.xml"/><Relationship Id="rId6"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1.xml"/><Relationship Id="rId3" Type="http://schemas.openxmlformats.org/officeDocument/2006/relationships/chart" Target="../charts/chart72.xml"/><Relationship Id="rId4" Type="http://schemas.openxmlformats.org/officeDocument/2006/relationships/chart" Target="../charts/chart73.xml"/><Relationship Id="rId5" Type="http://schemas.openxmlformats.org/officeDocument/2006/relationships/chart" Target="../charts/chart74.xml"/><Relationship Id="rId6"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9.xml"/><Relationship Id="rId3" Type="http://schemas.openxmlformats.org/officeDocument/2006/relationships/chart" Target="../charts/chart80.xml"/><Relationship Id="rId4" Type="http://schemas.openxmlformats.org/officeDocument/2006/relationships/chart" Target="../charts/chart81.xml"/><Relationship Id="rId5" Type="http://schemas.openxmlformats.org/officeDocument/2006/relationships/chart" Target="../charts/chart82.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3.xml"/><Relationship Id="rId3" Type="http://schemas.openxmlformats.org/officeDocument/2006/relationships/chart" Target="../charts/chart84.xml"/><Relationship Id="rId4" Type="http://schemas.openxmlformats.org/officeDocument/2006/relationships/chart" Target="../charts/chart85.xml"/><Relationship Id="rId5" Type="http://schemas.openxmlformats.org/officeDocument/2006/relationships/chart" Target="../charts/chart86.xml"/><Relationship Id="rId6" Type="http://schemas.openxmlformats.org/officeDocument/2006/relationships/chart" Target="../charts/chart87.xml"/><Relationship Id="rId7" Type="http://schemas.openxmlformats.org/officeDocument/2006/relationships/chart" Target="../charts/chart88.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chart" Target="../charts/chart135.xml"/><Relationship Id="rId5" Type="http://schemas.openxmlformats.org/officeDocument/2006/relationships/chart" Target="../charts/chart136.xml"/><Relationship Id="rId6"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chart" Target="../charts/chart153.xml"/><Relationship Id="rId9" Type="http://schemas.openxmlformats.org/officeDocument/2006/relationships/chart" Target="../charts/chart154.xml"/><Relationship Id="rId10" Type="http://schemas.openxmlformats.org/officeDocument/2006/relationships/chart" Target="../charts/chart155.xml"/><Relationship Id="rId11" Type="http://schemas.openxmlformats.org/officeDocument/2006/relationships/chart" Target="../charts/chart156.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chart" Target="../charts/chart163.xml"/><Relationship Id="rId9" Type="http://schemas.openxmlformats.org/officeDocument/2006/relationships/chart" Target="../charts/chart164.xml"/><Relationship Id="rId10" Type="http://schemas.openxmlformats.org/officeDocument/2006/relationships/chart" Target="../charts/chart165.xml"/><Relationship Id="rId11" Type="http://schemas.openxmlformats.org/officeDocument/2006/relationships/chart" Target="../charts/chart16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7.xml"/><Relationship Id="rId3" Type="http://schemas.openxmlformats.org/officeDocument/2006/relationships/chart" Target="../charts/chart168.xml"/><Relationship Id="rId4" Type="http://schemas.openxmlformats.org/officeDocument/2006/relationships/chart" Target="../charts/chart169.xml"/><Relationship Id="rId5" Type="http://schemas.openxmlformats.org/officeDocument/2006/relationships/chart" Target="../charts/chart170.xml"/><Relationship Id="rId6" Type="http://schemas.openxmlformats.org/officeDocument/2006/relationships/chart" Target="../charts/chart171.xml"/><Relationship Id="rId7" Type="http://schemas.openxmlformats.org/officeDocument/2006/relationships/chart" Target="../charts/chart172.xml"/><Relationship Id="rId8" Type="http://schemas.openxmlformats.org/officeDocument/2006/relationships/chart" Target="../charts/chart173.xml"/><Relationship Id="rId9" Type="http://schemas.openxmlformats.org/officeDocument/2006/relationships/chart" Target="../charts/chart174.xml"/><Relationship Id="rId10" Type="http://schemas.openxmlformats.org/officeDocument/2006/relationships/chart" Target="../charts/chart175.xml"/><Relationship Id="rId11" Type="http://schemas.openxmlformats.org/officeDocument/2006/relationships/chart" Target="../charts/chart17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chart" Target="../charts/chart183.xml"/><Relationship Id="rId9" Type="http://schemas.openxmlformats.org/officeDocument/2006/relationships/chart" Target="../charts/chart184.xml"/><Relationship Id="rId10" Type="http://schemas.openxmlformats.org/officeDocument/2006/relationships/chart" Target="../charts/chart185.xml"/><Relationship Id="rId11" Type="http://schemas.openxmlformats.org/officeDocument/2006/relationships/chart" Target="../charts/chart18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chart" Target="../charts/chart203.xml"/><Relationship Id="rId9" Type="http://schemas.openxmlformats.org/officeDocument/2006/relationships/chart" Target="../charts/chart204.xml"/><Relationship Id="rId10" Type="http://schemas.openxmlformats.org/officeDocument/2006/relationships/chart" Target="../charts/chart205.xml"/><Relationship Id="rId11" Type="http://schemas.openxmlformats.org/officeDocument/2006/relationships/chart" Target="../charts/chart20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2026-10-23T18:19:25Z</dcterms:created>
  <dcterms:modified xsi:type="dcterms:W3CDTF">2026-10-23T18:19:25Z</dcterms:modified>
</cp:coreProperties>
</file>