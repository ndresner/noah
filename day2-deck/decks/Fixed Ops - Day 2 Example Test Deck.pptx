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xml" ContentType="application/vnd.openxmlformats-officedocument.drawingml.chart+xml"/>
  <Override PartName="/ppt/charts/chart270.xml" ContentType="application/vnd.openxmlformats-officedocument.drawingml.chart+xml"/>
  <Override PartName="/ppt/charts/chart271.xml" ContentType="application/vnd.openxmlformats-officedocument.drawingml.chart+xml"/>
  <Override PartName="/ppt/charts/chart272.xml" ContentType="application/vnd.openxmlformats-officedocument.drawingml.chart+xml"/>
  <Override PartName="/ppt/charts/chart273.xml" ContentType="application/vnd.openxmlformats-officedocument.drawingml.chart+xml"/>
  <Override PartName="/ppt/charts/chart274.xml" ContentType="application/vnd.openxmlformats-officedocument.drawingml.chart+xml"/>
  <Override PartName="/ppt/charts/chart275.xml" ContentType="application/vnd.openxmlformats-officedocument.drawingml.chart+xml"/>
  <Override PartName="/ppt/charts/chart276.xml" ContentType="application/vnd.openxmlformats-officedocument.drawingml.chart+xml"/>
  <Override PartName="/ppt/charts/chart277.xml" ContentType="application/vnd.openxmlformats-officedocument.drawingml.chart+xml"/>
  <Override PartName="/ppt/charts/chart278.xml" ContentType="application/vnd.openxmlformats-officedocument.drawingml.chart+xml"/>
  <Override PartName="/ppt/charts/chart279.xml" ContentType="application/vnd.openxmlformats-officedocument.drawingml.chart+xml"/>
  <Override PartName="/ppt/charts/chart28.xml" ContentType="application/vnd.openxmlformats-officedocument.drawingml.chart+xml"/>
  <Override PartName="/ppt/charts/chart280.xml" ContentType="application/vnd.openxmlformats-officedocument.drawingml.chart+xml"/>
  <Override PartName="/ppt/charts/chart281.xml" ContentType="application/vnd.openxmlformats-officedocument.drawingml.chart+xml"/>
  <Override PartName="/ppt/charts/chart282.xml" ContentType="application/vnd.openxmlformats-officedocument.drawingml.chart+xml"/>
  <Override PartName="/ppt/charts/chart283.xml" ContentType="application/vnd.openxmlformats-officedocument.drawingml.chart+xml"/>
  <Override PartName="/ppt/charts/chart284.xml" ContentType="application/vnd.openxmlformats-officedocument.drawingml.chart+xml"/>
  <Override PartName="/ppt/charts/chart285.xml" ContentType="application/vnd.openxmlformats-officedocument.drawingml.chart+xml"/>
  <Override PartName="/ppt/charts/chart286.xml" ContentType="application/vnd.openxmlformats-officedocument.drawingml.chart+xml"/>
  <Override PartName="/ppt/charts/chart287.xml" ContentType="application/vnd.openxmlformats-officedocument.drawingml.chart+xml"/>
  <Override PartName="/ppt/charts/chart288.xml" ContentType="application/vnd.openxmlformats-officedocument.drawingml.chart+xml"/>
  <Override PartName="/ppt/charts/chart289.xml" ContentType="application/vnd.openxmlformats-officedocument.drawingml.chart+xml"/>
  <Override PartName="/ppt/charts/chart29.xml" ContentType="application/vnd.openxmlformats-officedocument.drawingml.chart+xml"/>
  <Override PartName="/ppt/charts/chart290.xml" ContentType="application/vnd.openxmlformats-officedocument.drawingml.chart+xml"/>
  <Override PartName="/ppt/charts/chart291.xml" ContentType="application/vnd.openxmlformats-officedocument.drawingml.chart+xml"/>
  <Override PartName="/ppt/charts/chart292.xml" ContentType="application/vnd.openxmlformats-officedocument.drawingml.chart+xml"/>
  <Override PartName="/ppt/charts/chart293.xml" ContentType="application/vnd.openxmlformats-officedocument.drawingml.chart+xml"/>
  <Override PartName="/ppt/charts/chart294.xml" ContentType="application/vnd.openxmlformats-officedocument.drawingml.chart+xml"/>
  <Override PartName="/ppt/charts/chart295.xml" ContentType="application/vnd.openxmlformats-officedocument.drawingml.chart+xml"/>
  <Override PartName="/ppt/charts/chart296.xml" ContentType="application/vnd.openxmlformats-officedocument.drawingml.chart+xml"/>
  <Override PartName="/ppt/charts/chart297.xml" ContentType="application/vnd.openxmlformats-officedocument.drawingml.chart+xml"/>
  <Override PartName="/ppt/charts/chart298.xml" ContentType="application/vnd.openxmlformats-officedocument.drawingml.chart+xml"/>
  <Override PartName="/ppt/charts/chart29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00.xml" ContentType="application/vnd.openxmlformats-officedocument.drawingml.chart+xml"/>
  <Override PartName="/ppt/charts/chart301.xml" ContentType="application/vnd.openxmlformats-officedocument.drawingml.chart+xml"/>
  <Override PartName="/ppt/charts/chart302.xml" ContentType="application/vnd.openxmlformats-officedocument.drawingml.chart+xml"/>
  <Override PartName="/ppt/charts/chart303.xml" ContentType="application/vnd.openxmlformats-officedocument.drawingml.chart+xml"/>
  <Override PartName="/ppt/charts/chart304.xml" ContentType="application/vnd.openxmlformats-officedocument.drawingml.chart+xml"/>
  <Override PartName="/ppt/charts/chart305.xml" ContentType="application/vnd.openxmlformats-officedocument.drawingml.chart+xml"/>
  <Override PartName="/ppt/charts/chart306.xml" ContentType="application/vnd.openxmlformats-officedocument.drawingml.chart+xml"/>
  <Override PartName="/ppt/charts/chart307.xml" ContentType="application/vnd.openxmlformats-officedocument.drawingml.chart+xml"/>
  <Override PartName="/ppt/charts/chart308.xml" ContentType="application/vnd.openxmlformats-officedocument.drawingml.chart+xml"/>
  <Override PartName="/ppt/charts/chart309.xml" ContentType="application/vnd.openxmlformats-officedocument.drawingml.chart+xml"/>
  <Override PartName="/ppt/charts/chart31.xml" ContentType="application/vnd.openxmlformats-officedocument.drawingml.chart+xml"/>
  <Override PartName="/ppt/charts/chart310.xml" ContentType="application/vnd.openxmlformats-officedocument.drawingml.chart+xml"/>
  <Override PartName="/ppt/charts/chart311.xml" ContentType="application/vnd.openxmlformats-officedocument.drawingml.chart+xml"/>
  <Override PartName="/ppt/charts/chart312.xml" ContentType="application/vnd.openxmlformats-officedocument.drawingml.chart+xml"/>
  <Override PartName="/ppt/charts/chart313.xml" ContentType="application/vnd.openxmlformats-officedocument.drawingml.chart+xml"/>
  <Override PartName="/ppt/charts/chart314.xml" ContentType="application/vnd.openxmlformats-officedocument.drawingml.chart+xml"/>
  <Override PartName="/ppt/charts/chart315.xml" ContentType="application/vnd.openxmlformats-officedocument.drawingml.chart+xml"/>
  <Override PartName="/ppt/charts/chart316.xml" ContentType="application/vnd.openxmlformats-officedocument.drawingml.chart+xml"/>
  <Override PartName="/ppt/charts/chart317.xml" ContentType="application/vnd.openxmlformats-officedocument.drawingml.chart+xml"/>
  <Override PartName="/ppt/charts/chart318.xml" ContentType="application/vnd.openxmlformats-officedocument.drawingml.chart+xml"/>
  <Override PartName="/ppt/charts/chart319.xml" ContentType="application/vnd.openxmlformats-officedocument.drawingml.chart+xml"/>
  <Override PartName="/ppt/charts/chart32.xml" ContentType="application/vnd.openxmlformats-officedocument.drawingml.chart+xml"/>
  <Override PartName="/ppt/charts/chart320.xml" ContentType="application/vnd.openxmlformats-officedocument.drawingml.chart+xml"/>
  <Override PartName="/ppt/charts/chart321.xml" ContentType="application/vnd.openxmlformats-officedocument.drawingml.chart+xml"/>
  <Override PartName="/ppt/charts/chart322.xml" ContentType="application/vnd.openxmlformats-officedocument.drawingml.chart+xml"/>
  <Override PartName="/ppt/charts/chart323.xml" ContentType="application/vnd.openxmlformats-officedocument.drawingml.chart+xml"/>
  <Override PartName="/ppt/charts/chart324.xml" ContentType="application/vnd.openxmlformats-officedocument.drawingml.chart+xml"/>
  <Override PartName="/ppt/charts/chart325.xml" ContentType="application/vnd.openxmlformats-officedocument.drawingml.chart+xml"/>
  <Override PartName="/ppt/charts/chart326.xml" ContentType="application/vnd.openxmlformats-officedocument.drawingml.chart+xml"/>
  <Override PartName="/ppt/charts/chart327.xml" ContentType="application/vnd.openxmlformats-officedocument.drawingml.chart+xml"/>
  <Override PartName="/ppt/charts/chart328.xml" ContentType="application/vnd.openxmlformats-officedocument.drawingml.chart+xml"/>
  <Override PartName="/ppt/charts/chart329.xml" ContentType="application/vnd.openxmlformats-officedocument.drawingml.chart+xml"/>
  <Override PartName="/ppt/charts/chart33.xml" ContentType="application/vnd.openxmlformats-officedocument.drawingml.chart+xml"/>
  <Override PartName="/ppt/charts/chart330.xml" ContentType="application/vnd.openxmlformats-officedocument.drawingml.chart+xml"/>
  <Override PartName="/ppt/charts/chart331.xml" ContentType="application/vnd.openxmlformats-officedocument.drawingml.chart+xml"/>
  <Override PartName="/ppt/charts/chart332.xml" ContentType="application/vnd.openxmlformats-officedocument.drawingml.chart+xml"/>
  <Override PartName="/ppt/charts/chart333.xml" ContentType="application/vnd.openxmlformats-officedocument.drawingml.chart+xml"/>
  <Override PartName="/ppt/charts/chart334.xml" ContentType="application/vnd.openxmlformats-officedocument.drawingml.chart+xml"/>
  <Override PartName="/ppt/charts/chart335.xml" ContentType="application/vnd.openxmlformats-officedocument.drawingml.chart+xml"/>
  <Override PartName="/ppt/charts/chart336.xml" ContentType="application/vnd.openxmlformats-officedocument.drawingml.chart+xml"/>
  <Override PartName="/ppt/charts/chart337.xml" ContentType="application/vnd.openxmlformats-officedocument.drawingml.chart+xml"/>
  <Override PartName="/ppt/charts/chart338.xml" ContentType="application/vnd.openxmlformats-officedocument.drawingml.chart+xml"/>
  <Override PartName="/ppt/charts/chart339.xml" ContentType="application/vnd.openxmlformats-officedocument.drawingml.chart+xml"/>
  <Override PartName="/ppt/charts/chart34.xml" ContentType="application/vnd.openxmlformats-officedocument.drawingml.chart+xml"/>
  <Override PartName="/ppt/charts/chart340.xml" ContentType="application/vnd.openxmlformats-officedocument.drawingml.chart+xml"/>
  <Override PartName="/ppt/charts/chart341.xml" ContentType="application/vnd.openxmlformats-officedocument.drawingml.chart+xml"/>
  <Override PartName="/ppt/charts/chart342.xml" ContentType="application/vnd.openxmlformats-officedocument.drawingml.chart+xml"/>
  <Override PartName="/ppt/charts/chart343.xml" ContentType="application/vnd.openxmlformats-officedocument.drawingml.chart+xml"/>
  <Override PartName="/ppt/charts/chart344.xml" ContentType="application/vnd.openxmlformats-officedocument.drawingml.chart+xml"/>
  <Override PartName="/ppt/charts/chart345.xml" ContentType="application/vnd.openxmlformats-officedocument.drawingml.chart+xml"/>
  <Override PartName="/ppt/charts/chart346.xml" ContentType="application/vnd.openxmlformats-officedocument.drawingml.chart+xml"/>
  <Override PartName="/ppt/charts/chart347.xml" ContentType="application/vnd.openxmlformats-officedocument.drawingml.chart+xml"/>
  <Override PartName="/ppt/charts/chart348.xml" ContentType="application/vnd.openxmlformats-officedocument.drawingml.chart+xml"/>
  <Override PartName="/ppt/charts/chart349.xml" ContentType="application/vnd.openxmlformats-officedocument.drawingml.chart+xml"/>
  <Override PartName="/ppt/charts/chart35.xml" ContentType="application/vnd.openxmlformats-officedocument.drawingml.chart+xml"/>
  <Override PartName="/ppt/charts/chart350.xml" ContentType="application/vnd.openxmlformats-officedocument.drawingml.chart+xml"/>
  <Override PartName="/ppt/charts/chart351.xml" ContentType="application/vnd.openxmlformats-officedocument.drawingml.chart+xml"/>
  <Override PartName="/ppt/charts/chart352.xml" ContentType="application/vnd.openxmlformats-officedocument.drawingml.chart+xml"/>
  <Override PartName="/ppt/charts/chart353.xml" ContentType="application/vnd.openxmlformats-officedocument.drawingml.chart+xml"/>
  <Override PartName="/ppt/charts/chart354.xml" ContentType="application/vnd.openxmlformats-officedocument.drawingml.chart+xml"/>
  <Override PartName="/ppt/charts/chart355.xml" ContentType="application/vnd.openxmlformats-officedocument.drawingml.chart+xml"/>
  <Override PartName="/ppt/charts/chart356.xml" ContentType="application/vnd.openxmlformats-officedocument.drawingml.chart+xml"/>
  <Override PartName="/ppt/charts/chart357.xml" ContentType="application/vnd.openxmlformats-officedocument.drawingml.chart+xml"/>
  <Override PartName="/ppt/charts/chart358.xml" ContentType="application/vnd.openxmlformats-officedocument.drawingml.chart+xml"/>
  <Override PartName="/ppt/charts/chart359.xml" ContentType="application/vnd.openxmlformats-officedocument.drawingml.chart+xml"/>
  <Override PartName="/ppt/charts/chart36.xml" ContentType="application/vnd.openxmlformats-officedocument.drawingml.chart+xml"/>
  <Override PartName="/ppt/charts/chart360.xml" ContentType="application/vnd.openxmlformats-officedocument.drawingml.chart+xml"/>
  <Override PartName="/ppt/charts/chart361.xml" ContentType="application/vnd.openxmlformats-officedocument.drawingml.chart+xml"/>
  <Override PartName="/ppt/charts/chart362.xml" ContentType="application/vnd.openxmlformats-officedocument.drawingml.chart+xml"/>
  <Override PartName="/ppt/charts/chart363.xml" ContentType="application/vnd.openxmlformats-officedocument.drawingml.chart+xml"/>
  <Override PartName="/ppt/charts/chart364.xml" ContentType="application/vnd.openxmlformats-officedocument.drawingml.chart+xml"/>
  <Override PartName="/ppt/charts/chart365.xml" ContentType="application/vnd.openxmlformats-officedocument.drawingml.chart+xml"/>
  <Override PartName="/ppt/charts/chart366.xml" ContentType="application/vnd.openxmlformats-officedocument.drawingml.chart+xml"/>
  <Override PartName="/ppt/charts/chart367.xml" ContentType="application/vnd.openxmlformats-officedocument.drawingml.chart+xml"/>
  <Override PartName="/ppt/charts/chart368.xml" ContentType="application/vnd.openxmlformats-officedocument.drawingml.chart+xml"/>
  <Override PartName="/ppt/charts/chart369.xml" ContentType="application/vnd.openxmlformats-officedocument.drawingml.chart+xml"/>
  <Override PartName="/ppt/charts/chart37.xml" ContentType="application/vnd.openxmlformats-officedocument.drawingml.chart+xml"/>
  <Override PartName="/ppt/charts/chart370.xml" ContentType="application/vnd.openxmlformats-officedocument.drawingml.chart+xml"/>
  <Override PartName="/ppt/charts/chart371.xml" ContentType="application/vnd.openxmlformats-officedocument.drawingml.chart+xml"/>
  <Override PartName="/ppt/charts/chart372.xml" ContentType="application/vnd.openxmlformats-officedocument.drawingml.chart+xml"/>
  <Override PartName="/ppt/charts/chart373.xml" ContentType="application/vnd.openxmlformats-officedocument.drawingml.chart+xml"/>
  <Override PartName="/ppt/charts/chart374.xml" ContentType="application/vnd.openxmlformats-officedocument.drawingml.chart+xml"/>
  <Override PartName="/ppt/charts/chart375.xml" ContentType="application/vnd.openxmlformats-officedocument.drawingml.chart+xml"/>
  <Override PartName="/ppt/charts/chart376.xml" ContentType="application/vnd.openxmlformats-officedocument.drawingml.chart+xml"/>
  <Override PartName="/ppt/charts/chart377.xml" ContentType="application/vnd.openxmlformats-officedocument.drawingml.chart+xml"/>
  <Override PartName="/ppt/charts/chart378.xml" ContentType="application/vnd.openxmlformats-officedocument.drawingml.chart+xml"/>
  <Override PartName="/ppt/charts/chart379.xml" ContentType="application/vnd.openxmlformats-officedocument.drawingml.chart+xml"/>
  <Override PartName="/ppt/charts/chart38.xml" ContentType="application/vnd.openxmlformats-officedocument.drawingml.chart+xml"/>
  <Override PartName="/ppt/charts/chart380.xml" ContentType="application/vnd.openxmlformats-officedocument.drawingml.chart+xml"/>
  <Override PartName="/ppt/charts/chart381.xml" ContentType="application/vnd.openxmlformats-officedocument.drawingml.chart+xml"/>
  <Override PartName="/ppt/charts/chart382.xml" ContentType="application/vnd.openxmlformats-officedocument.drawingml.chart+xml"/>
  <Override PartName="/ppt/charts/chart383.xml" ContentType="application/vnd.openxmlformats-officedocument.drawingml.chart+xml"/>
  <Override PartName="/ppt/charts/chart384.xml" ContentType="application/vnd.openxmlformats-officedocument.drawingml.chart+xml"/>
  <Override PartName="/ppt/charts/chart385.xml" ContentType="application/vnd.openxmlformats-officedocument.drawingml.chart+xml"/>
  <Override PartName="/ppt/charts/chart386.xml" ContentType="application/vnd.openxmlformats-officedocument.drawingml.chart+xml"/>
  <Override PartName="/ppt/charts/chart387.xml" ContentType="application/vnd.openxmlformats-officedocument.drawingml.chart+xml"/>
  <Override PartName="/ppt/charts/chart388.xml" ContentType="application/vnd.openxmlformats-officedocument.drawingml.chart+xml"/>
  <Override PartName="/ppt/charts/chart389.xml" ContentType="application/vnd.openxmlformats-officedocument.drawingml.chart+xml"/>
  <Override PartName="/ppt/charts/chart39.xml" ContentType="application/vnd.openxmlformats-officedocument.drawingml.chart+xml"/>
  <Override PartName="/ppt/charts/chart390.xml" ContentType="application/vnd.openxmlformats-officedocument.drawingml.chart+xml"/>
  <Override PartName="/ppt/charts/chart391.xml" ContentType="application/vnd.openxmlformats-officedocument.drawingml.chart+xml"/>
  <Override PartName="/ppt/charts/chart392.xml" ContentType="application/vnd.openxmlformats-officedocument.drawingml.chart+xml"/>
  <Override PartName="/ppt/charts/chart393.xml" ContentType="application/vnd.openxmlformats-officedocument.drawingml.chart+xml"/>
  <Override PartName="/ppt/charts/chart394.xml" ContentType="application/vnd.openxmlformats-officedocument.drawingml.chart+xml"/>
  <Override PartName="/ppt/charts/chart395.xml" ContentType="application/vnd.openxmlformats-officedocument.drawingml.chart+xml"/>
  <Override PartName="/ppt/charts/chart396.xml" ContentType="application/vnd.openxmlformats-officedocument.drawingml.chart+xml"/>
  <Override PartName="/ppt/charts/chart397.xml" ContentType="application/vnd.openxmlformats-officedocument.drawingml.chart+xml"/>
  <Override PartName="/ppt/charts/chart398.xml" ContentType="application/vnd.openxmlformats-officedocument.drawingml.chart+xml"/>
  <Override PartName="/ppt/charts/chart39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00.xml" ContentType="application/vnd.openxmlformats-officedocument.drawingml.chart+xml"/>
  <Override PartName="/ppt/charts/chart401.xml" ContentType="application/vnd.openxmlformats-officedocument.drawingml.chart+xml"/>
  <Override PartName="/ppt/charts/chart402.xml" ContentType="application/vnd.openxmlformats-officedocument.drawingml.chart+xml"/>
  <Override PartName="/ppt/charts/chart403.xml" ContentType="application/vnd.openxmlformats-officedocument.drawingml.chart+xml"/>
  <Override PartName="/ppt/charts/chart404.xml" ContentType="application/vnd.openxmlformats-officedocument.drawingml.chart+xml"/>
  <Override PartName="/ppt/charts/chart405.xml" ContentType="application/vnd.openxmlformats-officedocument.drawingml.chart+xml"/>
  <Override PartName="/ppt/charts/chart406.xml" ContentType="application/vnd.openxmlformats-officedocument.drawingml.chart+xml"/>
  <Override PartName="/ppt/charts/chart407.xml" ContentType="application/vnd.openxmlformats-officedocument.drawingml.chart+xml"/>
  <Override PartName="/ppt/charts/chart408.xml" ContentType="application/vnd.openxmlformats-officedocument.drawingml.chart+xml"/>
  <Override PartName="/ppt/charts/chart409.xml" ContentType="application/vnd.openxmlformats-officedocument.drawingml.chart+xml"/>
  <Override PartName="/ppt/charts/chart41.xml" ContentType="application/vnd.openxmlformats-officedocument.drawingml.chart+xml"/>
  <Override PartName="/ppt/charts/chart410.xml" ContentType="application/vnd.openxmlformats-officedocument.drawingml.chart+xml"/>
  <Override PartName="/ppt/charts/chart411.xml" ContentType="application/vnd.openxmlformats-officedocument.drawingml.chart+xml"/>
  <Override PartName="/ppt/charts/chart412.xml" ContentType="application/vnd.openxmlformats-officedocument.drawingml.chart+xml"/>
  <Override PartName="/ppt/charts/chart413.xml" ContentType="application/vnd.openxmlformats-officedocument.drawingml.chart+xml"/>
  <Override PartName="/ppt/charts/chart414.xml" ContentType="application/vnd.openxmlformats-officedocument.drawingml.chart+xml"/>
  <Override PartName="/ppt/charts/chart415.xml" ContentType="application/vnd.openxmlformats-officedocument.drawingml.chart+xml"/>
  <Override PartName="/ppt/charts/chart416.xml" ContentType="application/vnd.openxmlformats-officedocument.drawingml.chart+xml"/>
  <Override PartName="/ppt/charts/chart417.xml" ContentType="application/vnd.openxmlformats-officedocument.drawingml.chart+xml"/>
  <Override PartName="/ppt/charts/chart418.xml" ContentType="application/vnd.openxmlformats-officedocument.drawingml.chart+xml"/>
  <Override PartName="/ppt/charts/chart419.xml" ContentType="application/vnd.openxmlformats-officedocument.drawingml.chart+xml"/>
  <Override PartName="/ppt/charts/chart42.xml" ContentType="application/vnd.openxmlformats-officedocument.drawingml.chart+xml"/>
  <Override PartName="/ppt/charts/chart420.xml" ContentType="application/vnd.openxmlformats-officedocument.drawingml.chart+xml"/>
  <Override PartName="/ppt/charts/chart421.xml" ContentType="application/vnd.openxmlformats-officedocument.drawingml.chart+xml"/>
  <Override PartName="/ppt/charts/chart422.xml" ContentType="application/vnd.openxmlformats-officedocument.drawingml.chart+xml"/>
  <Override PartName="/ppt/charts/chart423.xml" ContentType="application/vnd.openxmlformats-officedocument.drawingml.chart+xml"/>
  <Override PartName="/ppt/charts/chart424.xml" ContentType="application/vnd.openxmlformats-officedocument.drawingml.chart+xml"/>
  <Override PartName="/ppt/charts/chart425.xml" ContentType="application/vnd.openxmlformats-officedocument.drawingml.chart+xml"/>
  <Override PartName="/ppt/charts/chart426.xml" ContentType="application/vnd.openxmlformats-officedocument.drawingml.chart+xml"/>
  <Override PartName="/ppt/charts/chart427.xml" ContentType="application/vnd.openxmlformats-officedocument.drawingml.chart+xml"/>
  <Override PartName="/ppt/charts/chart428.xml" ContentType="application/vnd.openxmlformats-officedocument.drawingml.chart+xml"/>
  <Override PartName="/ppt/charts/chart429.xml" ContentType="application/vnd.openxmlformats-officedocument.drawingml.chart+xml"/>
  <Override PartName="/ppt/charts/chart43.xml" ContentType="application/vnd.openxmlformats-officedocument.drawingml.chart+xml"/>
  <Override PartName="/ppt/charts/chart430.xml" ContentType="application/vnd.openxmlformats-officedocument.drawingml.chart+xml"/>
  <Override PartName="/ppt/charts/chart431.xml" ContentType="application/vnd.openxmlformats-officedocument.drawingml.chart+xml"/>
  <Override PartName="/ppt/charts/chart432.xml" ContentType="application/vnd.openxmlformats-officedocument.drawingml.chart+xml"/>
  <Override PartName="/ppt/charts/chart433.xml" ContentType="application/vnd.openxmlformats-officedocument.drawingml.chart+xml"/>
  <Override PartName="/ppt/charts/chart434.xml" ContentType="application/vnd.openxmlformats-officedocument.drawingml.chart+xml"/>
  <Override PartName="/ppt/charts/chart435.xml" ContentType="application/vnd.openxmlformats-officedocument.drawingml.chart+xml"/>
  <Override PartName="/ppt/charts/chart436.xml" ContentType="application/vnd.openxmlformats-officedocument.drawingml.chart+xml"/>
  <Override PartName="/ppt/charts/chart437.xml" ContentType="application/vnd.openxmlformats-officedocument.drawingml.chart+xml"/>
  <Override PartName="/ppt/charts/chart438.xml" ContentType="application/vnd.openxmlformats-officedocument.drawingml.chart+xml"/>
  <Override PartName="/ppt/charts/chart439.xml" ContentType="application/vnd.openxmlformats-officedocument.drawingml.chart+xml"/>
  <Override PartName="/ppt/charts/chart44.xml" ContentType="application/vnd.openxmlformats-officedocument.drawingml.chart+xml"/>
  <Override PartName="/ppt/charts/chart440.xml" ContentType="application/vnd.openxmlformats-officedocument.drawingml.chart+xml"/>
  <Override PartName="/ppt/charts/chart441.xml" ContentType="application/vnd.openxmlformats-officedocument.drawingml.chart+xml"/>
  <Override PartName="/ppt/charts/chart442.xml" ContentType="application/vnd.openxmlformats-officedocument.drawingml.chart+xml"/>
  <Override PartName="/ppt/charts/chart443.xml" ContentType="application/vnd.openxmlformats-officedocument.drawingml.chart+xml"/>
  <Override PartName="/ppt/charts/chart444.xml" ContentType="application/vnd.openxmlformats-officedocument.drawingml.chart+xml"/>
  <Override PartName="/ppt/charts/chart445.xml" ContentType="application/vnd.openxmlformats-officedocument.drawingml.chart+xml"/>
  <Override PartName="/ppt/charts/chart446.xml" ContentType="application/vnd.openxmlformats-officedocument.drawingml.chart+xml"/>
  <Override PartName="/ppt/charts/chart447.xml" ContentType="application/vnd.openxmlformats-officedocument.drawingml.chart+xml"/>
  <Override PartName="/ppt/charts/chart448.xml" ContentType="application/vnd.openxmlformats-officedocument.drawingml.chart+xml"/>
  <Override PartName="/ppt/charts/chart449.xml" ContentType="application/vnd.openxmlformats-officedocument.drawingml.chart+xml"/>
  <Override PartName="/ppt/charts/chart45.xml" ContentType="application/vnd.openxmlformats-officedocument.drawingml.chart+xml"/>
  <Override PartName="/ppt/charts/chart450.xml" ContentType="application/vnd.openxmlformats-officedocument.drawingml.chart+xml"/>
  <Override PartName="/ppt/charts/chart451.xml" ContentType="application/vnd.openxmlformats-officedocument.drawingml.chart+xml"/>
  <Override PartName="/ppt/charts/chart452.xml" ContentType="application/vnd.openxmlformats-officedocument.drawingml.chart+xml"/>
  <Override PartName="/ppt/charts/chart453.xml" ContentType="application/vnd.openxmlformats-officedocument.drawingml.chart+xml"/>
  <Override PartName="/ppt/charts/chart454.xml" ContentType="application/vnd.openxmlformats-officedocument.drawingml.chart+xml"/>
  <Override PartName="/ppt/charts/chart455.xml" ContentType="application/vnd.openxmlformats-officedocument.drawingml.chart+xml"/>
  <Override PartName="/ppt/charts/chart456.xml" ContentType="application/vnd.openxmlformats-officedocument.drawingml.chart+xml"/>
  <Override PartName="/ppt/charts/chart457.xml" ContentType="application/vnd.openxmlformats-officedocument.drawingml.chart+xml"/>
  <Override PartName="/ppt/charts/chart458.xml" ContentType="application/vnd.openxmlformats-officedocument.drawingml.chart+xml"/>
  <Override PartName="/ppt/charts/chart459.xml" ContentType="application/vnd.openxmlformats-officedocument.drawingml.chart+xml"/>
  <Override PartName="/ppt/charts/chart46.xml" ContentType="application/vnd.openxmlformats-officedocument.drawingml.chart+xml"/>
  <Override PartName="/ppt/charts/chart460.xml" ContentType="application/vnd.openxmlformats-officedocument.drawingml.chart+xml"/>
  <Override PartName="/ppt/charts/chart461.xml" ContentType="application/vnd.openxmlformats-officedocument.drawingml.chart+xml"/>
  <Override PartName="/ppt/charts/chart462.xml" ContentType="application/vnd.openxmlformats-officedocument.drawingml.chart+xml"/>
  <Override PartName="/ppt/charts/chart463.xml" ContentType="application/vnd.openxmlformats-officedocument.drawingml.chart+xml"/>
  <Override PartName="/ppt/charts/chart464.xml" ContentType="application/vnd.openxmlformats-officedocument.drawingml.chart+xml"/>
  <Override PartName="/ppt/charts/chart465.xml" ContentType="application/vnd.openxmlformats-officedocument.drawingml.chart+xml"/>
  <Override PartName="/ppt/charts/chart466.xml" ContentType="application/vnd.openxmlformats-officedocument.drawingml.chart+xml"/>
  <Override PartName="/ppt/charts/chart467.xml" ContentType="application/vnd.openxmlformats-officedocument.drawingml.chart+xml"/>
  <Override PartName="/ppt/charts/chart468.xml" ContentType="application/vnd.openxmlformats-officedocument.drawingml.chart+xml"/>
  <Override PartName="/ppt/charts/chart469.xml" ContentType="application/vnd.openxmlformats-officedocument.drawingml.chart+xml"/>
  <Override PartName="/ppt/charts/chart47.xml" ContentType="application/vnd.openxmlformats-officedocument.drawingml.chart+xml"/>
  <Override PartName="/ppt/charts/chart470.xml" ContentType="application/vnd.openxmlformats-officedocument.drawingml.chart+xml"/>
  <Override PartName="/ppt/charts/chart471.xml" ContentType="application/vnd.openxmlformats-officedocument.drawingml.chart+xml"/>
  <Override PartName="/ppt/charts/chart472.xml" ContentType="application/vnd.openxmlformats-officedocument.drawingml.chart+xml"/>
  <Override PartName="/ppt/charts/chart473.xml" ContentType="application/vnd.openxmlformats-officedocument.drawingml.chart+xml"/>
  <Override PartName="/ppt/charts/chart474.xml" ContentType="application/vnd.openxmlformats-officedocument.drawingml.chart+xml"/>
  <Override PartName="/ppt/charts/chart475.xml" ContentType="application/vnd.openxmlformats-officedocument.drawingml.chart+xml"/>
  <Override PartName="/ppt/charts/chart476.xml" ContentType="application/vnd.openxmlformats-officedocument.drawingml.chart+xml"/>
  <Override PartName="/ppt/charts/chart477.xml" ContentType="application/vnd.openxmlformats-officedocument.drawingml.chart+xml"/>
  <Override PartName="/ppt/charts/chart478.xml" ContentType="application/vnd.openxmlformats-officedocument.drawingml.chart+xml"/>
  <Override PartName="/ppt/charts/chart479.xml" ContentType="application/vnd.openxmlformats-officedocument.drawingml.chart+xml"/>
  <Override PartName="/ppt/charts/chart48.xml" ContentType="application/vnd.openxmlformats-officedocument.drawingml.chart+xml"/>
  <Override PartName="/ppt/charts/chart480.xml" ContentType="application/vnd.openxmlformats-officedocument.drawingml.chart+xml"/>
  <Override PartName="/ppt/charts/chart481.xml" ContentType="application/vnd.openxmlformats-officedocument.drawingml.chart+xml"/>
  <Override PartName="/ppt/charts/chart482.xml" ContentType="application/vnd.openxmlformats-officedocument.drawingml.chart+xml"/>
  <Override PartName="/ppt/charts/chart483.xml" ContentType="application/vnd.openxmlformats-officedocument.drawingml.chart+xml"/>
  <Override PartName="/ppt/charts/chart484.xml" ContentType="application/vnd.openxmlformats-officedocument.drawingml.chart+xml"/>
  <Override PartName="/ppt/charts/chart485.xml" ContentType="application/vnd.openxmlformats-officedocument.drawingml.chart+xml"/>
  <Override PartName="/ppt/charts/chart486.xml" ContentType="application/vnd.openxmlformats-officedocument.drawingml.chart+xml"/>
  <Override PartName="/ppt/charts/chart487.xml" ContentType="application/vnd.openxmlformats-officedocument.drawingml.chart+xml"/>
  <Override PartName="/ppt/charts/chart488.xml" ContentType="application/vnd.openxmlformats-officedocument.drawingml.chart+xml"/>
  <Override PartName="/ppt/charts/chart489.xml" ContentType="application/vnd.openxmlformats-officedocument.drawingml.chart+xml"/>
  <Override PartName="/ppt/charts/chart49.xml" ContentType="application/vnd.openxmlformats-officedocument.drawingml.chart+xml"/>
  <Override PartName="/ppt/charts/chart490.xml" ContentType="application/vnd.openxmlformats-officedocument.drawingml.chart+xml"/>
  <Override PartName="/ppt/charts/chart491.xml" ContentType="application/vnd.openxmlformats-officedocument.drawingml.chart+xml"/>
  <Override PartName="/ppt/charts/chart492.xml" ContentType="application/vnd.openxmlformats-officedocument.drawingml.chart+xml"/>
  <Override PartName="/ppt/charts/chart493.xml" ContentType="application/vnd.openxmlformats-officedocument.drawingml.chart+xml"/>
  <Override PartName="/ppt/charts/chart494.xml" ContentType="application/vnd.openxmlformats-officedocument.drawingml.chart+xml"/>
  <Override PartName="/ppt/charts/chart495.xml" ContentType="application/vnd.openxmlformats-officedocument.drawingml.chart+xml"/>
  <Override PartName="/ppt/charts/chart496.xml" ContentType="application/vnd.openxmlformats-officedocument.drawingml.chart+xml"/>
  <Override PartName="/ppt/charts/chart497.xml" ContentType="application/vnd.openxmlformats-officedocument.drawingml.chart+xml"/>
  <Override PartName="/ppt/charts/chart498.xml" ContentType="application/vnd.openxmlformats-officedocument.drawingml.chart+xml"/>
  <Override PartName="/ppt/charts/chart49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00.xml" ContentType="application/vnd.openxmlformats-officedocument.drawingml.chart+xml"/>
  <Override PartName="/ppt/charts/chart501.xml" ContentType="application/vnd.openxmlformats-officedocument.drawingml.chart+xml"/>
  <Override PartName="/ppt/charts/chart502.xml" ContentType="application/vnd.openxmlformats-officedocument.drawingml.chart+xml"/>
  <Override PartName="/ppt/charts/chart503.xml" ContentType="application/vnd.openxmlformats-officedocument.drawingml.chart+xml"/>
  <Override PartName="/ppt/charts/chart504.xml" ContentType="application/vnd.openxmlformats-officedocument.drawingml.chart+xml"/>
  <Override PartName="/ppt/charts/chart505.xml" ContentType="application/vnd.openxmlformats-officedocument.drawingml.chart+xml"/>
  <Override PartName="/ppt/charts/chart506.xml" ContentType="application/vnd.openxmlformats-officedocument.drawingml.chart+xml"/>
  <Override PartName="/ppt/charts/chart507.xml" ContentType="application/vnd.openxmlformats-officedocument.drawingml.chart+xml"/>
  <Override PartName="/ppt/charts/chart508.xml" ContentType="application/vnd.openxmlformats-officedocument.drawingml.chart+xml"/>
  <Override PartName="/ppt/charts/chart509.xml" ContentType="application/vnd.openxmlformats-officedocument.drawingml.chart+xml"/>
  <Override PartName="/ppt/charts/chart51.xml" ContentType="application/vnd.openxmlformats-officedocument.drawingml.chart+xml"/>
  <Override PartName="/ppt/charts/chart510.xml" ContentType="application/vnd.openxmlformats-officedocument.drawingml.chart+xml"/>
  <Override PartName="/ppt/charts/chart511.xml" ContentType="application/vnd.openxmlformats-officedocument.drawingml.chart+xml"/>
  <Override PartName="/ppt/charts/chart512.xml" ContentType="application/vnd.openxmlformats-officedocument.drawingml.chart+xml"/>
  <Override PartName="/ppt/charts/chart513.xml" ContentType="application/vnd.openxmlformats-officedocument.drawingml.chart+xml"/>
  <Override PartName="/ppt/charts/chart514.xml" ContentType="application/vnd.openxmlformats-officedocument.drawingml.chart+xml"/>
  <Override PartName="/ppt/charts/chart515.xml" ContentType="application/vnd.openxmlformats-officedocument.drawingml.chart+xml"/>
  <Override PartName="/ppt/charts/chart516.xml" ContentType="application/vnd.openxmlformats-officedocument.drawingml.chart+xml"/>
  <Override PartName="/ppt/charts/chart517.xml" ContentType="application/vnd.openxmlformats-officedocument.drawingml.chart+xml"/>
  <Override PartName="/ppt/charts/chart518.xml" ContentType="application/vnd.openxmlformats-officedocument.drawingml.chart+xml"/>
  <Override PartName="/ppt/charts/chart519.xml" ContentType="application/vnd.openxmlformats-officedocument.drawingml.chart+xml"/>
  <Override PartName="/ppt/charts/chart52.xml" ContentType="application/vnd.openxmlformats-officedocument.drawingml.chart+xml"/>
  <Override PartName="/ppt/charts/chart520.xml" ContentType="application/vnd.openxmlformats-officedocument.drawingml.chart+xml"/>
  <Override PartName="/ppt/charts/chart521.xml" ContentType="application/vnd.openxmlformats-officedocument.drawingml.chart+xml"/>
  <Override PartName="/ppt/charts/chart522.xml" ContentType="application/vnd.openxmlformats-officedocument.drawingml.chart+xml"/>
  <Override PartName="/ppt/charts/chart523.xml" ContentType="application/vnd.openxmlformats-officedocument.drawingml.chart+xml"/>
  <Override PartName="/ppt/charts/chart524.xml" ContentType="application/vnd.openxmlformats-officedocument.drawingml.chart+xml"/>
  <Override PartName="/ppt/charts/chart525.xml" ContentType="application/vnd.openxmlformats-officedocument.drawingml.chart+xml"/>
  <Override PartName="/ppt/charts/chart526.xml" ContentType="application/vnd.openxmlformats-officedocument.drawingml.chart+xml"/>
  <Override PartName="/ppt/charts/chart527.xml" ContentType="application/vnd.openxmlformats-officedocument.drawingml.chart+xml"/>
  <Override PartName="/ppt/charts/chart528.xml" ContentType="application/vnd.openxmlformats-officedocument.drawingml.chart+xml"/>
  <Override PartName="/ppt/charts/chart529.xml" ContentType="application/vnd.openxmlformats-officedocument.drawingml.chart+xml"/>
  <Override PartName="/ppt/charts/chart53.xml" ContentType="application/vnd.openxmlformats-officedocument.drawingml.chart+xml"/>
  <Override PartName="/ppt/charts/chart530.xml" ContentType="application/vnd.openxmlformats-officedocument.drawingml.chart+xml"/>
  <Override PartName="/ppt/charts/chart531.xml" ContentType="application/vnd.openxmlformats-officedocument.drawingml.chart+xml"/>
  <Override PartName="/ppt/charts/chart532.xml" ContentType="application/vnd.openxmlformats-officedocument.drawingml.chart+xml"/>
  <Override PartName="/ppt/charts/chart533.xml" ContentType="application/vnd.openxmlformats-officedocument.drawingml.chart+xml"/>
  <Override PartName="/ppt/charts/chart534.xml" ContentType="application/vnd.openxmlformats-officedocument.drawingml.chart+xml"/>
  <Override PartName="/ppt/charts/chart535.xml" ContentType="application/vnd.openxmlformats-officedocument.drawingml.chart+xml"/>
  <Override PartName="/ppt/charts/chart536.xml" ContentType="application/vnd.openxmlformats-officedocument.drawingml.chart+xml"/>
  <Override PartName="/ppt/charts/chart537.xml" ContentType="application/vnd.openxmlformats-officedocument.drawingml.chart+xml"/>
  <Override PartName="/ppt/charts/chart538.xml" ContentType="application/vnd.openxmlformats-officedocument.drawingml.chart+xml"/>
  <Override PartName="/ppt/charts/chart539.xml" ContentType="application/vnd.openxmlformats-officedocument.drawingml.chart+xml"/>
  <Override PartName="/ppt/charts/chart54.xml" ContentType="application/vnd.openxmlformats-officedocument.drawingml.chart+xml"/>
  <Override PartName="/ppt/charts/chart540.xml" ContentType="application/vnd.openxmlformats-officedocument.drawingml.chart+xml"/>
  <Override PartName="/ppt/charts/chart541.xml" ContentType="application/vnd.openxmlformats-officedocument.drawingml.chart+xml"/>
  <Override PartName="/ppt/charts/chart542.xml" ContentType="application/vnd.openxmlformats-officedocument.drawingml.chart+xml"/>
  <Override PartName="/ppt/charts/chart543.xml" ContentType="application/vnd.openxmlformats-officedocument.drawingml.chart+xml"/>
  <Override PartName="/ppt/charts/chart544.xml" ContentType="application/vnd.openxmlformats-officedocument.drawingml.chart+xml"/>
  <Override PartName="/ppt/charts/chart545.xml" ContentType="application/vnd.openxmlformats-officedocument.drawingml.chart+xml"/>
  <Override PartName="/ppt/charts/chart546.xml" ContentType="application/vnd.openxmlformats-officedocument.drawingml.chart+xml"/>
  <Override PartName="/ppt/charts/chart547.xml" ContentType="application/vnd.openxmlformats-officedocument.drawingml.chart+xml"/>
  <Override PartName="/ppt/charts/chart548.xml" ContentType="application/vnd.openxmlformats-officedocument.drawingml.chart+xml"/>
  <Override PartName="/ppt/charts/chart549.xml" ContentType="application/vnd.openxmlformats-officedocument.drawingml.chart+xml"/>
  <Override PartName="/ppt/charts/chart55.xml" ContentType="application/vnd.openxmlformats-officedocument.drawingml.chart+xml"/>
  <Override PartName="/ppt/charts/chart550.xml" ContentType="application/vnd.openxmlformats-officedocument.drawingml.chart+xml"/>
  <Override PartName="/ppt/charts/chart551.xml" ContentType="application/vnd.openxmlformats-officedocument.drawingml.chart+xml"/>
  <Override PartName="/ppt/charts/chart552.xml" ContentType="application/vnd.openxmlformats-officedocument.drawingml.chart+xml"/>
  <Override PartName="/ppt/charts/chart553.xml" ContentType="application/vnd.openxmlformats-officedocument.drawingml.chart+xml"/>
  <Override PartName="/ppt/charts/chart554.xml" ContentType="application/vnd.openxmlformats-officedocument.drawingml.chart+xml"/>
  <Override PartName="/ppt/charts/chart555.xml" ContentType="application/vnd.openxmlformats-officedocument.drawingml.chart+xml"/>
  <Override PartName="/ppt/charts/chart556.xml" ContentType="application/vnd.openxmlformats-officedocument.drawingml.chart+xml"/>
  <Override PartName="/ppt/charts/chart557.xml" ContentType="application/vnd.openxmlformats-officedocument.drawingml.chart+xml"/>
  <Override PartName="/ppt/charts/chart558.xml" ContentType="application/vnd.openxmlformats-officedocument.drawingml.chart+xml"/>
  <Override PartName="/ppt/charts/chart559.xml" ContentType="application/vnd.openxmlformats-officedocument.drawingml.chart+xml"/>
  <Override PartName="/ppt/charts/chart56.xml" ContentType="application/vnd.openxmlformats-officedocument.drawingml.chart+xml"/>
  <Override PartName="/ppt/charts/chart560.xml" ContentType="application/vnd.openxmlformats-officedocument.drawingml.chart+xml"/>
  <Override PartName="/ppt/charts/chart561.xml" ContentType="application/vnd.openxmlformats-officedocument.drawingml.chart+xml"/>
  <Override PartName="/ppt/charts/chart562.xml" ContentType="application/vnd.openxmlformats-officedocument.drawingml.chart+xml"/>
  <Override PartName="/ppt/charts/chart563.xml" ContentType="application/vnd.openxmlformats-officedocument.drawingml.chart+xml"/>
  <Override PartName="/ppt/charts/chart564.xml" ContentType="application/vnd.openxmlformats-officedocument.drawingml.chart+xml"/>
  <Override PartName="/ppt/charts/chart565.xml" ContentType="application/vnd.openxmlformats-officedocument.drawingml.chart+xml"/>
  <Override PartName="/ppt/charts/chart566.xml" ContentType="application/vnd.openxmlformats-officedocument.drawingml.chart+xml"/>
  <Override PartName="/ppt/charts/chart567.xml" ContentType="application/vnd.openxmlformats-officedocument.drawingml.chart+xml"/>
  <Override PartName="/ppt/charts/chart568.xml" ContentType="application/vnd.openxmlformats-officedocument.drawingml.chart+xml"/>
  <Override PartName="/ppt/charts/chart569.xml" ContentType="application/vnd.openxmlformats-officedocument.drawingml.chart+xml"/>
  <Override PartName="/ppt/charts/chart57.xml" ContentType="application/vnd.openxmlformats-officedocument.drawingml.chart+xml"/>
  <Override PartName="/ppt/charts/chart570.xml" ContentType="application/vnd.openxmlformats-officedocument.drawingml.chart+xml"/>
  <Override PartName="/ppt/charts/chart571.xml" ContentType="application/vnd.openxmlformats-officedocument.drawingml.chart+xml"/>
  <Override PartName="/ppt/charts/chart572.xml" ContentType="application/vnd.openxmlformats-officedocument.drawingml.chart+xml"/>
  <Override PartName="/ppt/charts/chart573.xml" ContentType="application/vnd.openxmlformats-officedocument.drawingml.chart+xml"/>
  <Override PartName="/ppt/charts/chart574.xml" ContentType="application/vnd.openxmlformats-officedocument.drawingml.chart+xml"/>
  <Override PartName="/ppt/charts/chart575.xml" ContentType="application/vnd.openxmlformats-officedocument.drawingml.chart+xml"/>
  <Override PartName="/ppt/charts/chart576.xml" ContentType="application/vnd.openxmlformats-officedocument.drawingml.chart+xml"/>
  <Override PartName="/ppt/charts/chart577.xml" ContentType="application/vnd.openxmlformats-officedocument.drawingml.chart+xml"/>
  <Override PartName="/ppt/charts/chart578.xml" ContentType="application/vnd.openxmlformats-officedocument.drawingml.chart+xml"/>
  <Override PartName="/ppt/charts/chart579.xml" ContentType="application/vnd.openxmlformats-officedocument.drawingml.chart+xml"/>
  <Override PartName="/ppt/charts/chart58.xml" ContentType="application/vnd.openxmlformats-officedocument.drawingml.chart+xml"/>
  <Override PartName="/ppt/charts/chart580.xml" ContentType="application/vnd.openxmlformats-officedocument.drawingml.chart+xml"/>
  <Override PartName="/ppt/charts/chart581.xml" ContentType="application/vnd.openxmlformats-officedocument.drawingml.chart+xml"/>
  <Override PartName="/ppt/charts/chart582.xml" ContentType="application/vnd.openxmlformats-officedocument.drawingml.chart+xml"/>
  <Override PartName="/ppt/charts/chart583.xml" ContentType="application/vnd.openxmlformats-officedocument.drawingml.chart+xml"/>
  <Override PartName="/ppt/charts/chart584.xml" ContentType="application/vnd.openxmlformats-officedocument.drawingml.chart+xml"/>
  <Override PartName="/ppt/charts/chart585.xml" ContentType="application/vnd.openxmlformats-officedocument.drawingml.chart+xml"/>
  <Override PartName="/ppt/charts/chart586.xml" ContentType="application/vnd.openxmlformats-officedocument.drawingml.chart+xml"/>
  <Override PartName="/ppt/charts/chart587.xml" ContentType="application/vnd.openxmlformats-officedocument.drawingml.chart+xml"/>
  <Override PartName="/ppt/charts/chart588.xml" ContentType="application/vnd.openxmlformats-officedocument.drawingml.chart+xml"/>
  <Override PartName="/ppt/charts/chart589.xml" ContentType="application/vnd.openxmlformats-officedocument.drawingml.chart+xml"/>
  <Override PartName="/ppt/charts/chart59.xml" ContentType="application/vnd.openxmlformats-officedocument.drawingml.chart+xml"/>
  <Override PartName="/ppt/charts/chart590.xml" ContentType="application/vnd.openxmlformats-officedocument.drawingml.chart+xml"/>
  <Override PartName="/ppt/charts/chart591.xml" ContentType="application/vnd.openxmlformats-officedocument.drawingml.chart+xml"/>
  <Override PartName="/ppt/charts/chart592.xml" ContentType="application/vnd.openxmlformats-officedocument.drawingml.chart+xml"/>
  <Override PartName="/ppt/charts/chart593.xml" ContentType="application/vnd.openxmlformats-officedocument.drawingml.chart+xml"/>
  <Override PartName="/ppt/charts/chart594.xml" ContentType="application/vnd.openxmlformats-officedocument.drawingml.chart+xml"/>
  <Override PartName="/ppt/charts/chart595.xml" ContentType="application/vnd.openxmlformats-officedocument.drawingml.chart+xml"/>
  <Override PartName="/ppt/charts/chart596.xml" ContentType="application/vnd.openxmlformats-officedocument.drawingml.chart+xml"/>
  <Override PartName="/ppt/charts/chart597.xml" ContentType="application/vnd.openxmlformats-officedocument.drawingml.chart+xml"/>
  <Override PartName="/ppt/charts/chart598.xml" ContentType="application/vnd.openxmlformats-officedocument.drawingml.chart+xml"/>
  <Override PartName="/ppt/charts/chart59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00.xml" ContentType="application/vnd.openxmlformats-officedocument.drawingml.chart+xml"/>
  <Override PartName="/ppt/charts/chart601.xml" ContentType="application/vnd.openxmlformats-officedocument.drawingml.chart+xml"/>
  <Override PartName="/ppt/charts/chart602.xml" ContentType="application/vnd.openxmlformats-officedocument.drawingml.chart+xml"/>
  <Override PartName="/ppt/charts/chart603.xml" ContentType="application/vnd.openxmlformats-officedocument.drawingml.chart+xml"/>
  <Override PartName="/ppt/charts/chart604.xml" ContentType="application/vnd.openxmlformats-officedocument.drawingml.chart+xml"/>
  <Override PartName="/ppt/charts/chart605.xml" ContentType="application/vnd.openxmlformats-officedocument.drawingml.chart+xml"/>
  <Override PartName="/ppt/charts/chart606.xml" ContentType="application/vnd.openxmlformats-officedocument.drawingml.chart+xml"/>
  <Override PartName="/ppt/charts/chart607.xml" ContentType="application/vnd.openxmlformats-officedocument.drawingml.chart+xml"/>
  <Override PartName="/ppt/charts/chart608.xml" ContentType="application/vnd.openxmlformats-officedocument.drawingml.chart+xml"/>
  <Override PartName="/ppt/charts/chart609.xml" ContentType="application/vnd.openxmlformats-officedocument.drawingml.chart+xml"/>
  <Override PartName="/ppt/charts/chart61.xml" ContentType="application/vnd.openxmlformats-officedocument.drawingml.chart+xml"/>
  <Override PartName="/ppt/charts/chart610.xml" ContentType="application/vnd.openxmlformats-officedocument.drawingml.chart+xml"/>
  <Override PartName="/ppt/charts/chart611.xml" ContentType="application/vnd.openxmlformats-officedocument.drawingml.chart+xml"/>
  <Override PartName="/ppt/charts/chart612.xml" ContentType="application/vnd.openxmlformats-officedocument.drawingml.chart+xml"/>
  <Override PartName="/ppt/charts/chart613.xml" ContentType="application/vnd.openxmlformats-officedocument.drawingml.chart+xml"/>
  <Override PartName="/ppt/charts/chart614.xml" ContentType="application/vnd.openxmlformats-officedocument.drawingml.chart+xml"/>
  <Override PartName="/ppt/charts/chart615.xml" ContentType="application/vnd.openxmlformats-officedocument.drawingml.chart+xml"/>
  <Override PartName="/ppt/charts/chart616.xml" ContentType="application/vnd.openxmlformats-officedocument.drawingml.chart+xml"/>
  <Override PartName="/ppt/charts/chart617.xml" ContentType="application/vnd.openxmlformats-officedocument.drawingml.chart+xml"/>
  <Override PartName="/ppt/charts/chart618.xml" ContentType="application/vnd.openxmlformats-officedocument.drawingml.chart+xml"/>
  <Override PartName="/ppt/charts/chart619.xml" ContentType="application/vnd.openxmlformats-officedocument.drawingml.chart+xml"/>
  <Override PartName="/ppt/charts/chart62.xml" ContentType="application/vnd.openxmlformats-officedocument.drawingml.chart+xml"/>
  <Override PartName="/ppt/charts/chart620.xml" ContentType="application/vnd.openxmlformats-officedocument.drawingml.chart+xml"/>
  <Override PartName="/ppt/charts/chart621.xml" ContentType="application/vnd.openxmlformats-officedocument.drawingml.chart+xml"/>
  <Override PartName="/ppt/charts/chart622.xml" ContentType="application/vnd.openxmlformats-officedocument.drawingml.chart+xml"/>
  <Override PartName="/ppt/charts/chart623.xml" ContentType="application/vnd.openxmlformats-officedocument.drawingml.chart+xml"/>
  <Override PartName="/ppt/charts/chart624.xml" ContentType="application/vnd.openxmlformats-officedocument.drawingml.chart+xml"/>
  <Override PartName="/ppt/charts/chart625.xml" ContentType="application/vnd.openxmlformats-officedocument.drawingml.chart+xml"/>
  <Override PartName="/ppt/charts/chart626.xml" ContentType="application/vnd.openxmlformats-officedocument.drawingml.chart+xml"/>
  <Override PartName="/ppt/charts/chart627.xml" ContentType="application/vnd.openxmlformats-officedocument.drawingml.chart+xml"/>
  <Override PartName="/ppt/charts/chart628.xml" ContentType="application/vnd.openxmlformats-officedocument.drawingml.chart+xml"/>
  <Override PartName="/ppt/charts/chart629.xml" ContentType="application/vnd.openxmlformats-officedocument.drawingml.chart+xml"/>
  <Override PartName="/ppt/charts/chart63.xml" ContentType="application/vnd.openxmlformats-officedocument.drawingml.chart+xml"/>
  <Override PartName="/ppt/charts/chart630.xml" ContentType="application/vnd.openxmlformats-officedocument.drawingml.chart+xml"/>
  <Override PartName="/ppt/charts/chart631.xml" ContentType="application/vnd.openxmlformats-officedocument.drawingml.chart+xml"/>
  <Override PartName="/ppt/charts/chart632.xml" ContentType="application/vnd.openxmlformats-officedocument.drawingml.chart+xml"/>
  <Override PartName="/ppt/charts/chart633.xml" ContentType="application/vnd.openxmlformats-officedocument.drawingml.chart+xml"/>
  <Override PartName="/ppt/charts/chart634.xml" ContentType="application/vnd.openxmlformats-officedocument.drawingml.chart+xml"/>
  <Override PartName="/ppt/charts/chart635.xml" ContentType="application/vnd.openxmlformats-officedocument.drawingml.chart+xml"/>
  <Override PartName="/ppt/charts/chart636.xml" ContentType="application/vnd.openxmlformats-officedocument.drawingml.chart+xml"/>
  <Override PartName="/ppt/charts/chart637.xml" ContentType="application/vnd.openxmlformats-officedocument.drawingml.chart+xml"/>
  <Override PartName="/ppt/charts/chart638.xml" ContentType="application/vnd.openxmlformats-officedocument.drawingml.chart+xml"/>
  <Override PartName="/ppt/charts/chart639.xml" ContentType="application/vnd.openxmlformats-officedocument.drawingml.chart+xml"/>
  <Override PartName="/ppt/charts/chart64.xml" ContentType="application/vnd.openxmlformats-officedocument.drawingml.chart+xml"/>
  <Override PartName="/ppt/charts/chart640.xml" ContentType="application/vnd.openxmlformats-officedocument.drawingml.chart+xml"/>
  <Override PartName="/ppt/charts/chart641.xml" ContentType="application/vnd.openxmlformats-officedocument.drawingml.chart+xml"/>
  <Override PartName="/ppt/charts/chart642.xml" ContentType="application/vnd.openxmlformats-officedocument.drawingml.chart+xml"/>
  <Override PartName="/ppt/charts/chart643.xml" ContentType="application/vnd.openxmlformats-officedocument.drawingml.chart+xml"/>
  <Override PartName="/ppt/charts/chart644.xml" ContentType="application/vnd.openxmlformats-officedocument.drawingml.chart+xml"/>
  <Override PartName="/ppt/charts/chart645.xml" ContentType="application/vnd.openxmlformats-officedocument.drawingml.chart+xml"/>
  <Override PartName="/ppt/charts/chart646.xml" ContentType="application/vnd.openxmlformats-officedocument.drawingml.chart+xml"/>
  <Override PartName="/ppt/charts/chart647.xml" ContentType="application/vnd.openxmlformats-officedocument.drawingml.chart+xml"/>
  <Override PartName="/ppt/charts/chart648.xml" ContentType="application/vnd.openxmlformats-officedocument.drawingml.chart+xml"/>
  <Override PartName="/ppt/charts/chart649.xml" ContentType="application/vnd.openxmlformats-officedocument.drawingml.chart+xml"/>
  <Override PartName="/ppt/charts/chart65.xml" ContentType="application/vnd.openxmlformats-officedocument.drawingml.chart+xml"/>
  <Override PartName="/ppt/charts/chart650.xml" ContentType="application/vnd.openxmlformats-officedocument.drawingml.chart+xml"/>
  <Override PartName="/ppt/charts/chart651.xml" ContentType="application/vnd.openxmlformats-officedocument.drawingml.chart+xml"/>
  <Override PartName="/ppt/charts/chart652.xml" ContentType="application/vnd.openxmlformats-officedocument.drawingml.chart+xml"/>
  <Override PartName="/ppt/charts/chart653.xml" ContentType="application/vnd.openxmlformats-officedocument.drawingml.chart+xml"/>
  <Override PartName="/ppt/charts/chart654.xml" ContentType="application/vnd.openxmlformats-officedocument.drawingml.chart+xml"/>
  <Override PartName="/ppt/charts/chart655.xml" ContentType="application/vnd.openxmlformats-officedocument.drawingml.chart+xml"/>
  <Override PartName="/ppt/charts/chart656.xml" ContentType="application/vnd.openxmlformats-officedocument.drawingml.chart+xml"/>
  <Override PartName="/ppt/charts/chart657.xml" ContentType="application/vnd.openxmlformats-officedocument.drawingml.chart+xml"/>
  <Override PartName="/ppt/charts/chart658.xml" ContentType="application/vnd.openxmlformats-officedocument.drawingml.chart+xml"/>
  <Override PartName="/ppt/charts/chart659.xml" ContentType="application/vnd.openxmlformats-officedocument.drawingml.chart+xml"/>
  <Override PartName="/ppt/charts/chart66.xml" ContentType="application/vnd.openxmlformats-officedocument.drawingml.chart+xml"/>
  <Override PartName="/ppt/charts/chart660.xml" ContentType="application/vnd.openxmlformats-officedocument.drawingml.chart+xml"/>
  <Override PartName="/ppt/charts/chart661.xml" ContentType="application/vnd.openxmlformats-officedocument.drawingml.chart+xml"/>
  <Override PartName="/ppt/charts/chart662.xml" ContentType="application/vnd.openxmlformats-officedocument.drawingml.chart+xml"/>
  <Override PartName="/ppt/charts/chart663.xml" ContentType="application/vnd.openxmlformats-officedocument.drawingml.chart+xml"/>
  <Override PartName="/ppt/charts/chart664.xml" ContentType="application/vnd.openxmlformats-officedocument.drawingml.chart+xml"/>
  <Override PartName="/ppt/charts/chart665.xml" ContentType="application/vnd.openxmlformats-officedocument.drawingml.chart+xml"/>
  <Override PartName="/ppt/charts/chart666.xml" ContentType="application/vnd.openxmlformats-officedocument.drawingml.chart+xml"/>
  <Override PartName="/ppt/charts/chart667.xml" ContentType="application/vnd.openxmlformats-officedocument.drawingml.chart+xml"/>
  <Override PartName="/ppt/charts/chart668.xml" ContentType="application/vnd.openxmlformats-officedocument.drawingml.chart+xml"/>
  <Override PartName="/ppt/charts/chart669.xml" ContentType="application/vnd.openxmlformats-officedocument.drawingml.chart+xml"/>
  <Override PartName="/ppt/charts/chart67.xml" ContentType="application/vnd.openxmlformats-officedocument.drawingml.chart+xml"/>
  <Override PartName="/ppt/charts/chart670.xml" ContentType="application/vnd.openxmlformats-officedocument.drawingml.chart+xml"/>
  <Override PartName="/ppt/charts/chart671.xml" ContentType="application/vnd.openxmlformats-officedocument.drawingml.chart+xml"/>
  <Override PartName="/ppt/charts/chart672.xml" ContentType="application/vnd.openxmlformats-officedocument.drawingml.chart+xml"/>
  <Override PartName="/ppt/charts/chart673.xml" ContentType="application/vnd.openxmlformats-officedocument.drawingml.chart+xml"/>
  <Override PartName="/ppt/charts/chart674.xml" ContentType="application/vnd.openxmlformats-officedocument.drawingml.chart+xml"/>
  <Override PartName="/ppt/charts/chart675.xml" ContentType="application/vnd.openxmlformats-officedocument.drawingml.chart+xml"/>
  <Override PartName="/ppt/charts/chart676.xml" ContentType="application/vnd.openxmlformats-officedocument.drawingml.chart+xml"/>
  <Override PartName="/ppt/charts/chart677.xml" ContentType="application/vnd.openxmlformats-officedocument.drawingml.chart+xml"/>
  <Override PartName="/ppt/charts/chart678.xml" ContentType="application/vnd.openxmlformats-officedocument.drawingml.chart+xml"/>
  <Override PartName="/ppt/charts/chart679.xml" ContentType="application/vnd.openxmlformats-officedocument.drawingml.chart+xml"/>
  <Override PartName="/ppt/charts/chart68.xml" ContentType="application/vnd.openxmlformats-officedocument.drawingml.chart+xml"/>
  <Override PartName="/ppt/charts/chart680.xml" ContentType="application/vnd.openxmlformats-officedocument.drawingml.chart+xml"/>
  <Override PartName="/ppt/charts/chart681.xml" ContentType="application/vnd.openxmlformats-officedocument.drawingml.chart+xml"/>
  <Override PartName="/ppt/charts/chart682.xml" ContentType="application/vnd.openxmlformats-officedocument.drawingml.chart+xml"/>
  <Override PartName="/ppt/charts/chart683.xml" ContentType="application/vnd.openxmlformats-officedocument.drawingml.chart+xml"/>
  <Override PartName="/ppt/charts/chart684.xml" ContentType="application/vnd.openxmlformats-officedocument.drawingml.chart+xml"/>
  <Override PartName="/ppt/charts/chart685.xml" ContentType="application/vnd.openxmlformats-officedocument.drawingml.chart+xml"/>
  <Override PartName="/ppt/charts/chart686.xml" ContentType="application/vnd.openxmlformats-officedocument.drawingml.chart+xml"/>
  <Override PartName="/ppt/charts/chart687.xml" ContentType="application/vnd.openxmlformats-officedocument.drawingml.chart+xml"/>
  <Override PartName="/ppt/charts/chart688.xml" ContentType="application/vnd.openxmlformats-officedocument.drawingml.chart+xml"/>
  <Override PartName="/ppt/charts/chart689.xml" ContentType="application/vnd.openxmlformats-officedocument.drawingml.chart+xml"/>
  <Override PartName="/ppt/charts/chart69.xml" ContentType="application/vnd.openxmlformats-officedocument.drawingml.chart+xml"/>
  <Override PartName="/ppt/charts/chart690.xml" ContentType="application/vnd.openxmlformats-officedocument.drawingml.chart+xml"/>
  <Override PartName="/ppt/charts/chart691.xml" ContentType="application/vnd.openxmlformats-officedocument.drawingml.chart+xml"/>
  <Override PartName="/ppt/charts/chart692.xml" ContentType="application/vnd.openxmlformats-officedocument.drawingml.chart+xml"/>
  <Override PartName="/ppt/charts/chart693.xml" ContentType="application/vnd.openxmlformats-officedocument.drawingml.chart+xml"/>
  <Override PartName="/ppt/charts/chart694.xml" ContentType="application/vnd.openxmlformats-officedocument.drawingml.chart+xml"/>
  <Override PartName="/ppt/charts/chart695.xml" ContentType="application/vnd.openxmlformats-officedocument.drawingml.chart+xml"/>
  <Override PartName="/ppt/charts/chart696.xml" ContentType="application/vnd.openxmlformats-officedocument.drawingml.chart+xml"/>
  <Override PartName="/ppt/charts/chart697.xml" ContentType="application/vnd.openxmlformats-officedocument.drawingml.chart+xml"/>
  <Override PartName="/ppt/charts/chart698.xml" ContentType="application/vnd.openxmlformats-officedocument.drawingml.chart+xml"/>
  <Override PartName="/ppt/charts/chart69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00.xml" ContentType="application/vnd.openxmlformats-officedocument.drawingml.chart+xml"/>
  <Override PartName="/ppt/charts/chart701.xml" ContentType="application/vnd.openxmlformats-officedocument.drawingml.chart+xml"/>
  <Override PartName="/ppt/charts/chart702.xml" ContentType="application/vnd.openxmlformats-officedocument.drawingml.chart+xml"/>
  <Override PartName="/ppt/charts/chart703.xml" ContentType="application/vnd.openxmlformats-officedocument.drawingml.chart+xml"/>
  <Override PartName="/ppt/charts/chart704.xml" ContentType="application/vnd.openxmlformats-officedocument.drawingml.chart+xml"/>
  <Override PartName="/ppt/charts/chart705.xml" ContentType="application/vnd.openxmlformats-officedocument.drawingml.chart+xml"/>
  <Override PartName="/ppt/charts/chart706.xml" ContentType="application/vnd.openxmlformats-officedocument.drawingml.chart+xml"/>
  <Override PartName="/ppt/charts/chart707.xml" ContentType="application/vnd.openxmlformats-officedocument.drawingml.chart+xml"/>
  <Override PartName="/ppt/charts/chart708.xml" ContentType="application/vnd.openxmlformats-officedocument.drawingml.chart+xml"/>
  <Override PartName="/ppt/charts/chart709.xml" ContentType="application/vnd.openxmlformats-officedocument.drawingml.chart+xml"/>
  <Override PartName="/ppt/charts/chart71.xml" ContentType="application/vnd.openxmlformats-officedocument.drawingml.chart+xml"/>
  <Override PartName="/ppt/charts/chart710.xml" ContentType="application/vnd.openxmlformats-officedocument.drawingml.chart+xml"/>
  <Override PartName="/ppt/charts/chart711.xml" ContentType="application/vnd.openxmlformats-officedocument.drawingml.chart+xml"/>
  <Override PartName="/ppt/charts/chart712.xml" ContentType="application/vnd.openxmlformats-officedocument.drawingml.chart+xml"/>
  <Override PartName="/ppt/charts/chart713.xml" ContentType="application/vnd.openxmlformats-officedocument.drawingml.chart+xml"/>
  <Override PartName="/ppt/charts/chart714.xml" ContentType="application/vnd.openxmlformats-officedocument.drawingml.chart+xml"/>
  <Override PartName="/ppt/charts/chart715.xml" ContentType="application/vnd.openxmlformats-officedocument.drawingml.chart+xml"/>
  <Override PartName="/ppt/charts/chart716.xml" ContentType="application/vnd.openxmlformats-officedocument.drawingml.chart+xml"/>
  <Override PartName="/ppt/charts/chart717.xml" ContentType="application/vnd.openxmlformats-officedocument.drawingml.chart+xml"/>
  <Override PartName="/ppt/charts/chart718.xml" ContentType="application/vnd.openxmlformats-officedocument.drawingml.chart+xml"/>
  <Override PartName="/ppt/charts/chart719.xml" ContentType="application/vnd.openxmlformats-officedocument.drawingml.chart+xml"/>
  <Override PartName="/ppt/charts/chart72.xml" ContentType="application/vnd.openxmlformats-officedocument.drawingml.chart+xml"/>
  <Override PartName="/ppt/charts/chart720.xml" ContentType="application/vnd.openxmlformats-officedocument.drawingml.chart+xml"/>
  <Override PartName="/ppt/charts/chart721.xml" ContentType="application/vnd.openxmlformats-officedocument.drawingml.chart+xml"/>
  <Override PartName="/ppt/charts/chart722.xml" ContentType="application/vnd.openxmlformats-officedocument.drawingml.chart+xml"/>
  <Override PartName="/ppt/charts/chart723.xml" ContentType="application/vnd.openxmlformats-officedocument.drawingml.chart+xml"/>
  <Override PartName="/ppt/charts/chart724.xml" ContentType="application/vnd.openxmlformats-officedocument.drawingml.chart+xml"/>
  <Override PartName="/ppt/charts/chart725.xml" ContentType="application/vnd.openxmlformats-officedocument.drawingml.chart+xml"/>
  <Override PartName="/ppt/charts/chart726.xml" ContentType="application/vnd.openxmlformats-officedocument.drawingml.chart+xml"/>
  <Override PartName="/ppt/charts/chart727.xml" ContentType="application/vnd.openxmlformats-officedocument.drawingml.chart+xml"/>
  <Override PartName="/ppt/charts/chart728.xml" ContentType="application/vnd.openxmlformats-officedocument.drawingml.chart+xml"/>
  <Override PartName="/ppt/charts/chart729.xml" ContentType="application/vnd.openxmlformats-officedocument.drawingml.chart+xml"/>
  <Override PartName="/ppt/charts/chart73.xml" ContentType="application/vnd.openxmlformats-officedocument.drawingml.chart+xml"/>
  <Override PartName="/ppt/charts/chart730.xml" ContentType="application/vnd.openxmlformats-officedocument.drawingml.chart+xml"/>
  <Override PartName="/ppt/charts/chart731.xml" ContentType="application/vnd.openxmlformats-officedocument.drawingml.chart+xml"/>
  <Override PartName="/ppt/charts/chart732.xml" ContentType="application/vnd.openxmlformats-officedocument.drawingml.chart+xml"/>
  <Override PartName="/ppt/charts/chart733.xml" ContentType="application/vnd.openxmlformats-officedocument.drawingml.chart+xml"/>
  <Override PartName="/ppt/charts/chart734.xml" ContentType="application/vnd.openxmlformats-officedocument.drawingml.chart+xml"/>
  <Override PartName="/ppt/charts/chart735.xml" ContentType="application/vnd.openxmlformats-officedocument.drawingml.chart+xml"/>
  <Override PartName="/ppt/charts/chart736.xml" ContentType="application/vnd.openxmlformats-officedocument.drawingml.chart+xml"/>
  <Override PartName="/ppt/charts/chart737.xml" ContentType="application/vnd.openxmlformats-officedocument.drawingml.chart+xml"/>
  <Override PartName="/ppt/charts/chart738.xml" ContentType="application/vnd.openxmlformats-officedocument.drawingml.chart+xml"/>
  <Override PartName="/ppt/charts/chart739.xml" ContentType="application/vnd.openxmlformats-officedocument.drawingml.chart+xml"/>
  <Override PartName="/ppt/charts/chart74.xml" ContentType="application/vnd.openxmlformats-officedocument.drawingml.chart+xml"/>
  <Override PartName="/ppt/charts/chart740.xml" ContentType="application/vnd.openxmlformats-officedocument.drawingml.chart+xml"/>
  <Override PartName="/ppt/charts/chart741.xml" ContentType="application/vnd.openxmlformats-officedocument.drawingml.chart+xml"/>
  <Override PartName="/ppt/charts/chart742.xml" ContentType="application/vnd.openxmlformats-officedocument.drawingml.chart+xml"/>
  <Override PartName="/ppt/charts/chart743.xml" ContentType="application/vnd.openxmlformats-officedocument.drawingml.chart+xml"/>
  <Override PartName="/ppt/charts/chart744.xml" ContentType="application/vnd.openxmlformats-officedocument.drawingml.chart+xml"/>
  <Override PartName="/ppt/charts/chart745.xml" ContentType="application/vnd.openxmlformats-officedocument.drawingml.chart+xml"/>
  <Override PartName="/ppt/charts/chart746.xml" ContentType="application/vnd.openxmlformats-officedocument.drawingml.chart+xml"/>
  <Override PartName="/ppt/charts/chart747.xml" ContentType="application/vnd.openxmlformats-officedocument.drawingml.chart+xml"/>
  <Override PartName="/ppt/charts/chart748.xml" ContentType="application/vnd.openxmlformats-officedocument.drawingml.chart+xml"/>
  <Override PartName="/ppt/charts/chart749.xml" ContentType="application/vnd.openxmlformats-officedocument.drawingml.chart+xml"/>
  <Override PartName="/ppt/charts/chart75.xml" ContentType="application/vnd.openxmlformats-officedocument.drawingml.chart+xml"/>
  <Override PartName="/ppt/charts/chart750.xml" ContentType="application/vnd.openxmlformats-officedocument.drawingml.chart+xml"/>
  <Override PartName="/ppt/charts/chart751.xml" ContentType="application/vnd.openxmlformats-officedocument.drawingml.chart+xml"/>
  <Override PartName="/ppt/charts/chart752.xml" ContentType="application/vnd.openxmlformats-officedocument.drawingml.chart+xml"/>
  <Override PartName="/ppt/charts/chart753.xml" ContentType="application/vnd.openxmlformats-officedocument.drawingml.chart+xml"/>
  <Override PartName="/ppt/charts/chart754.xml" ContentType="application/vnd.openxmlformats-officedocument.drawingml.chart+xml"/>
  <Override PartName="/ppt/charts/chart755.xml" ContentType="application/vnd.openxmlformats-officedocument.drawingml.chart+xml"/>
  <Override PartName="/ppt/charts/chart756.xml" ContentType="application/vnd.openxmlformats-officedocument.drawingml.chart+xml"/>
  <Override PartName="/ppt/charts/chart757.xml" ContentType="application/vnd.openxmlformats-officedocument.drawingml.chart+xml"/>
  <Override PartName="/ppt/charts/chart758.xml" ContentType="application/vnd.openxmlformats-officedocument.drawingml.chart+xml"/>
  <Override PartName="/ppt/charts/chart759.xml" ContentType="application/vnd.openxmlformats-officedocument.drawingml.chart+xml"/>
  <Override PartName="/ppt/charts/chart76.xml" ContentType="application/vnd.openxmlformats-officedocument.drawingml.chart+xml"/>
  <Override PartName="/ppt/charts/chart760.xml" ContentType="application/vnd.openxmlformats-officedocument.drawingml.chart+xml"/>
  <Override PartName="/ppt/charts/chart761.xml" ContentType="application/vnd.openxmlformats-officedocument.drawingml.chart+xml"/>
  <Override PartName="/ppt/charts/chart762.xml" ContentType="application/vnd.openxmlformats-officedocument.drawingml.chart+xml"/>
  <Override PartName="/ppt/charts/chart763.xml" ContentType="application/vnd.openxmlformats-officedocument.drawingml.chart+xml"/>
  <Override PartName="/ppt/charts/chart764.xml" ContentType="application/vnd.openxmlformats-officedocument.drawingml.chart+xml"/>
  <Override PartName="/ppt/charts/chart765.xml" ContentType="application/vnd.openxmlformats-officedocument.drawingml.chart+xml"/>
  <Override PartName="/ppt/charts/chart766.xml" ContentType="application/vnd.openxmlformats-officedocument.drawingml.chart+xml"/>
  <Override PartName="/ppt/charts/chart767.xml" ContentType="application/vnd.openxmlformats-officedocument.drawingml.chart+xml"/>
  <Override PartName="/ppt/charts/chart768.xml" ContentType="application/vnd.openxmlformats-officedocument.drawingml.chart+xml"/>
  <Override PartName="/ppt/charts/chart769.xml" ContentType="application/vnd.openxmlformats-officedocument.drawingml.chart+xml"/>
  <Override PartName="/ppt/charts/chart77.xml" ContentType="application/vnd.openxmlformats-officedocument.drawingml.chart+xml"/>
  <Override PartName="/ppt/charts/chart770.xml" ContentType="application/vnd.openxmlformats-officedocument.drawingml.chart+xml"/>
  <Override PartName="/ppt/charts/chart771.xml" ContentType="application/vnd.openxmlformats-officedocument.drawingml.chart+xml"/>
  <Override PartName="/ppt/charts/chart772.xml" ContentType="application/vnd.openxmlformats-officedocument.drawingml.chart+xml"/>
  <Override PartName="/ppt/charts/chart773.xml" ContentType="application/vnd.openxmlformats-officedocument.drawingml.chart+xml"/>
  <Override PartName="/ppt/charts/chart774.xml" ContentType="application/vnd.openxmlformats-officedocument.drawingml.chart+xml"/>
  <Override PartName="/ppt/charts/chart775.xml" ContentType="application/vnd.openxmlformats-officedocument.drawingml.chart+xml"/>
  <Override PartName="/ppt/charts/chart776.xml" ContentType="application/vnd.openxmlformats-officedocument.drawingml.chart+xml"/>
  <Override PartName="/ppt/charts/chart777.xml" ContentType="application/vnd.openxmlformats-officedocument.drawingml.chart+xml"/>
  <Override PartName="/ppt/charts/chart778.xml" ContentType="application/vnd.openxmlformats-officedocument.drawingml.chart+xml"/>
  <Override PartName="/ppt/charts/chart779.xml" ContentType="application/vnd.openxmlformats-officedocument.drawingml.chart+xml"/>
  <Override PartName="/ppt/charts/chart78.xml" ContentType="application/vnd.openxmlformats-officedocument.drawingml.chart+xml"/>
  <Override PartName="/ppt/charts/chart780.xml" ContentType="application/vnd.openxmlformats-officedocument.drawingml.chart+xml"/>
  <Override PartName="/ppt/charts/chart781.xml" ContentType="application/vnd.openxmlformats-officedocument.drawingml.chart+xml"/>
  <Override PartName="/ppt/charts/chart782.xml" ContentType="application/vnd.openxmlformats-officedocument.drawingml.chart+xml"/>
  <Override PartName="/ppt/charts/chart783.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266" r:id="rId12"/>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_rels/chart270.xml.rels><?xml version='1.0' encoding='UTF-8' standalone='yes'?>
<Relationships xmlns="http://schemas.openxmlformats.org/package/2006/relationships"><Relationship Id="rId1" Type="http://schemas.openxmlformats.org/officeDocument/2006/relationships/package" Target="../embeddings/Microsoft_Excel_Worksheet270.xlsx"/></Relationships>
</file>

<file path=ppt/charts/_rels/chart271.xml.rels><?xml version='1.0' encoding='UTF-8' standalone='yes'?>
<Relationships xmlns="http://schemas.openxmlformats.org/package/2006/relationships"><Relationship Id="rId1" Type="http://schemas.openxmlformats.org/officeDocument/2006/relationships/package" Target="../embeddings/Microsoft_Excel_Worksheet271.xlsx"/></Relationships>
</file>

<file path=ppt/charts/_rels/chart272.xml.rels><?xml version='1.0' encoding='UTF-8' standalone='yes'?>
<Relationships xmlns="http://schemas.openxmlformats.org/package/2006/relationships"><Relationship Id="rId1" Type="http://schemas.openxmlformats.org/officeDocument/2006/relationships/package" Target="../embeddings/Microsoft_Excel_Worksheet272.xlsx"/></Relationships>
</file>

<file path=ppt/charts/_rels/chart273.xml.rels><?xml version='1.0' encoding='UTF-8' standalone='yes'?>
<Relationships xmlns="http://schemas.openxmlformats.org/package/2006/relationships"><Relationship Id="rId1" Type="http://schemas.openxmlformats.org/officeDocument/2006/relationships/package" Target="../embeddings/Microsoft_Excel_Worksheet273.xlsx"/></Relationships>
</file>

<file path=ppt/charts/_rels/chart274.xml.rels><?xml version='1.0' encoding='UTF-8' standalone='yes'?>
<Relationships xmlns="http://schemas.openxmlformats.org/package/2006/relationships"><Relationship Id="rId1" Type="http://schemas.openxmlformats.org/officeDocument/2006/relationships/package" Target="../embeddings/Microsoft_Excel_Worksheet274.xlsx"/></Relationships>
</file>

<file path=ppt/charts/_rels/chart275.xml.rels><?xml version='1.0' encoding='UTF-8' standalone='yes'?>
<Relationships xmlns="http://schemas.openxmlformats.org/package/2006/relationships"><Relationship Id="rId1" Type="http://schemas.openxmlformats.org/officeDocument/2006/relationships/package" Target="../embeddings/Microsoft_Excel_Worksheet275.xlsx"/></Relationships>
</file>

<file path=ppt/charts/_rels/chart276.xml.rels><?xml version='1.0' encoding='UTF-8' standalone='yes'?>
<Relationships xmlns="http://schemas.openxmlformats.org/package/2006/relationships"><Relationship Id="rId1" Type="http://schemas.openxmlformats.org/officeDocument/2006/relationships/package" Target="../embeddings/Microsoft_Excel_Worksheet276.xlsx"/></Relationships>
</file>

<file path=ppt/charts/_rels/chart277.xml.rels><?xml version='1.0' encoding='UTF-8' standalone='yes'?>
<Relationships xmlns="http://schemas.openxmlformats.org/package/2006/relationships"><Relationship Id="rId1" Type="http://schemas.openxmlformats.org/officeDocument/2006/relationships/package" Target="../embeddings/Microsoft_Excel_Worksheet277.xlsx"/></Relationships>
</file>

<file path=ppt/charts/_rels/chart278.xml.rels><?xml version='1.0' encoding='UTF-8' standalone='yes'?>
<Relationships xmlns="http://schemas.openxmlformats.org/package/2006/relationships"><Relationship Id="rId1" Type="http://schemas.openxmlformats.org/officeDocument/2006/relationships/package" Target="../embeddings/Microsoft_Excel_Worksheet278.xlsx"/></Relationships>
</file>

<file path=ppt/charts/_rels/chart279.xml.rels><?xml version='1.0' encoding='UTF-8' standalone='yes'?>
<Relationships xmlns="http://schemas.openxmlformats.org/package/2006/relationships"><Relationship Id="rId1" Type="http://schemas.openxmlformats.org/officeDocument/2006/relationships/package" Target="../embeddings/Microsoft_Excel_Worksheet279.xlsx"/></Relationships>
</file>

<file path=ppt/charts/_rels/chart280.xml.rels><?xml version='1.0' encoding='UTF-8' standalone='yes'?>
<Relationships xmlns="http://schemas.openxmlformats.org/package/2006/relationships"><Relationship Id="rId1" Type="http://schemas.openxmlformats.org/officeDocument/2006/relationships/package" Target="../embeddings/Microsoft_Excel_Worksheet280.xlsx"/></Relationships>
</file>

<file path=ppt/charts/_rels/chart281.xml.rels><?xml version='1.0' encoding='UTF-8' standalone='yes'?>
<Relationships xmlns="http://schemas.openxmlformats.org/package/2006/relationships"><Relationship Id="rId1" Type="http://schemas.openxmlformats.org/officeDocument/2006/relationships/package" Target="../embeddings/Microsoft_Excel_Worksheet281.xlsx"/></Relationships>
</file>

<file path=ppt/charts/_rels/chart282.xml.rels><?xml version='1.0' encoding='UTF-8' standalone='yes'?>
<Relationships xmlns="http://schemas.openxmlformats.org/package/2006/relationships"><Relationship Id="rId1" Type="http://schemas.openxmlformats.org/officeDocument/2006/relationships/package" Target="../embeddings/Microsoft_Excel_Worksheet282.xlsx"/></Relationships>
</file>

<file path=ppt/charts/_rels/chart283.xml.rels><?xml version='1.0' encoding='UTF-8' standalone='yes'?>
<Relationships xmlns="http://schemas.openxmlformats.org/package/2006/relationships"><Relationship Id="rId1" Type="http://schemas.openxmlformats.org/officeDocument/2006/relationships/package" Target="../embeddings/Microsoft_Excel_Worksheet283.xlsx"/></Relationships>
</file>

<file path=ppt/charts/_rels/chart284.xml.rels><?xml version='1.0' encoding='UTF-8' standalone='yes'?>
<Relationships xmlns="http://schemas.openxmlformats.org/package/2006/relationships"><Relationship Id="rId1" Type="http://schemas.openxmlformats.org/officeDocument/2006/relationships/package" Target="../embeddings/Microsoft_Excel_Worksheet284.xlsx"/></Relationships>
</file>

<file path=ppt/charts/_rels/chart285.xml.rels><?xml version='1.0' encoding='UTF-8' standalone='yes'?>
<Relationships xmlns="http://schemas.openxmlformats.org/package/2006/relationships"><Relationship Id="rId1" Type="http://schemas.openxmlformats.org/officeDocument/2006/relationships/package" Target="../embeddings/Microsoft_Excel_Worksheet285.xlsx"/></Relationships>
</file>

<file path=ppt/charts/_rels/chart286.xml.rels><?xml version='1.0' encoding='UTF-8' standalone='yes'?>
<Relationships xmlns="http://schemas.openxmlformats.org/package/2006/relationships"><Relationship Id="rId1" Type="http://schemas.openxmlformats.org/officeDocument/2006/relationships/package" Target="../embeddings/Microsoft_Excel_Worksheet286.xlsx"/></Relationships>
</file>

<file path=ppt/charts/_rels/chart287.xml.rels><?xml version='1.0' encoding='UTF-8' standalone='yes'?>
<Relationships xmlns="http://schemas.openxmlformats.org/package/2006/relationships"><Relationship Id="rId1" Type="http://schemas.openxmlformats.org/officeDocument/2006/relationships/package" Target="../embeddings/Microsoft_Excel_Worksheet287.xlsx"/></Relationships>
</file>

<file path=ppt/charts/_rels/chart288.xml.rels><?xml version='1.0' encoding='UTF-8' standalone='yes'?>
<Relationships xmlns="http://schemas.openxmlformats.org/package/2006/relationships"><Relationship Id="rId1" Type="http://schemas.openxmlformats.org/officeDocument/2006/relationships/package" Target="../embeddings/Microsoft_Excel_Worksheet288.xlsx"/></Relationships>
</file>

<file path=ppt/charts/_rels/chart289.xml.rels><?xml version='1.0' encoding='UTF-8' standalone='yes'?>
<Relationships xmlns="http://schemas.openxmlformats.org/package/2006/relationships"><Relationship Id="rId1" Type="http://schemas.openxmlformats.org/officeDocument/2006/relationships/package" Target="../embeddings/Microsoft_Excel_Worksheet289.xlsx"/></Relationships>
</file>

<file path=ppt/charts/_rels/chart290.xml.rels><?xml version='1.0' encoding='UTF-8' standalone='yes'?>
<Relationships xmlns="http://schemas.openxmlformats.org/package/2006/relationships"><Relationship Id="rId1" Type="http://schemas.openxmlformats.org/officeDocument/2006/relationships/package" Target="../embeddings/Microsoft_Excel_Worksheet290.xlsx"/></Relationships>
</file>

<file path=ppt/charts/_rels/chart291.xml.rels><?xml version='1.0' encoding='UTF-8' standalone='yes'?>
<Relationships xmlns="http://schemas.openxmlformats.org/package/2006/relationships"><Relationship Id="rId1" Type="http://schemas.openxmlformats.org/officeDocument/2006/relationships/package" Target="../embeddings/Microsoft_Excel_Worksheet291.xlsx"/></Relationships>
</file>

<file path=ppt/charts/_rels/chart292.xml.rels><?xml version='1.0' encoding='UTF-8' standalone='yes'?>
<Relationships xmlns="http://schemas.openxmlformats.org/package/2006/relationships"><Relationship Id="rId1" Type="http://schemas.openxmlformats.org/officeDocument/2006/relationships/package" Target="../embeddings/Microsoft_Excel_Worksheet292.xlsx"/></Relationships>
</file>

<file path=ppt/charts/_rels/chart293.xml.rels><?xml version='1.0' encoding='UTF-8' standalone='yes'?>
<Relationships xmlns="http://schemas.openxmlformats.org/package/2006/relationships"><Relationship Id="rId1" Type="http://schemas.openxmlformats.org/officeDocument/2006/relationships/package" Target="../embeddings/Microsoft_Excel_Worksheet293.xlsx"/></Relationships>
</file>

<file path=ppt/charts/_rels/chart294.xml.rels><?xml version='1.0' encoding='UTF-8' standalone='yes'?>
<Relationships xmlns="http://schemas.openxmlformats.org/package/2006/relationships"><Relationship Id="rId1" Type="http://schemas.openxmlformats.org/officeDocument/2006/relationships/package" Target="../embeddings/Microsoft_Excel_Worksheet294.xlsx"/></Relationships>
</file>

<file path=ppt/charts/_rels/chart295.xml.rels><?xml version='1.0' encoding='UTF-8' standalone='yes'?>
<Relationships xmlns="http://schemas.openxmlformats.org/package/2006/relationships"><Relationship Id="rId1" Type="http://schemas.openxmlformats.org/officeDocument/2006/relationships/package" Target="../embeddings/Microsoft_Excel_Worksheet295.xlsx"/></Relationships>
</file>

<file path=ppt/charts/_rels/chart296.xml.rels><?xml version='1.0' encoding='UTF-8' standalone='yes'?>
<Relationships xmlns="http://schemas.openxmlformats.org/package/2006/relationships"><Relationship Id="rId1" Type="http://schemas.openxmlformats.org/officeDocument/2006/relationships/package" Target="../embeddings/Microsoft_Excel_Worksheet296.xlsx"/></Relationships>
</file>

<file path=ppt/charts/_rels/chart297.xml.rels><?xml version='1.0' encoding='UTF-8' standalone='yes'?>
<Relationships xmlns="http://schemas.openxmlformats.org/package/2006/relationships"><Relationship Id="rId1" Type="http://schemas.openxmlformats.org/officeDocument/2006/relationships/package" Target="../embeddings/Microsoft_Excel_Worksheet297.xlsx"/></Relationships>
</file>

<file path=ppt/charts/_rels/chart298.xml.rels><?xml version='1.0' encoding='UTF-8' standalone='yes'?>
<Relationships xmlns="http://schemas.openxmlformats.org/package/2006/relationships"><Relationship Id="rId1" Type="http://schemas.openxmlformats.org/officeDocument/2006/relationships/package" Target="../embeddings/Microsoft_Excel_Worksheet298.xlsx"/></Relationships>
</file>

<file path=ppt/charts/_rels/chart299.xml.rels><?xml version='1.0' encoding='UTF-8' standalone='yes'?>
<Relationships xmlns="http://schemas.openxmlformats.org/package/2006/relationships"><Relationship Id="rId1" Type="http://schemas.openxmlformats.org/officeDocument/2006/relationships/package" Target="../embeddings/Microsoft_Excel_Worksheet299.xlsx"/></Relationships>
</file>

<file path=ppt/charts/_rels/chart300.xml.rels><?xml version='1.0' encoding='UTF-8' standalone='yes'?>
<Relationships xmlns="http://schemas.openxmlformats.org/package/2006/relationships"><Relationship Id="rId1" Type="http://schemas.openxmlformats.org/officeDocument/2006/relationships/package" Target="../embeddings/Microsoft_Excel_Worksheet300.xlsx"/></Relationships>
</file>

<file path=ppt/charts/_rels/chart301.xml.rels><?xml version='1.0' encoding='UTF-8' standalone='yes'?>
<Relationships xmlns="http://schemas.openxmlformats.org/package/2006/relationships"><Relationship Id="rId1" Type="http://schemas.openxmlformats.org/officeDocument/2006/relationships/package" Target="../embeddings/Microsoft_Excel_Worksheet301.xlsx"/></Relationships>
</file>

<file path=ppt/charts/_rels/chart302.xml.rels><?xml version='1.0' encoding='UTF-8' standalone='yes'?>
<Relationships xmlns="http://schemas.openxmlformats.org/package/2006/relationships"><Relationship Id="rId1" Type="http://schemas.openxmlformats.org/officeDocument/2006/relationships/package" Target="../embeddings/Microsoft_Excel_Worksheet302.xlsx"/></Relationships>
</file>

<file path=ppt/charts/_rels/chart303.xml.rels><?xml version='1.0' encoding='UTF-8' standalone='yes'?>
<Relationships xmlns="http://schemas.openxmlformats.org/package/2006/relationships"><Relationship Id="rId1" Type="http://schemas.openxmlformats.org/officeDocument/2006/relationships/package" Target="../embeddings/Microsoft_Excel_Worksheet303.xlsx"/></Relationships>
</file>

<file path=ppt/charts/_rels/chart304.xml.rels><?xml version='1.0' encoding='UTF-8' standalone='yes'?>
<Relationships xmlns="http://schemas.openxmlformats.org/package/2006/relationships"><Relationship Id="rId1" Type="http://schemas.openxmlformats.org/officeDocument/2006/relationships/package" Target="../embeddings/Microsoft_Excel_Worksheet304.xlsx"/></Relationships>
</file>

<file path=ppt/charts/_rels/chart305.xml.rels><?xml version='1.0' encoding='UTF-8' standalone='yes'?>
<Relationships xmlns="http://schemas.openxmlformats.org/package/2006/relationships"><Relationship Id="rId1" Type="http://schemas.openxmlformats.org/officeDocument/2006/relationships/package" Target="../embeddings/Microsoft_Excel_Worksheet305.xlsx"/></Relationships>
</file>

<file path=ppt/charts/_rels/chart306.xml.rels><?xml version='1.0' encoding='UTF-8' standalone='yes'?>
<Relationships xmlns="http://schemas.openxmlformats.org/package/2006/relationships"><Relationship Id="rId1" Type="http://schemas.openxmlformats.org/officeDocument/2006/relationships/package" Target="../embeddings/Microsoft_Excel_Worksheet306.xlsx"/></Relationships>
</file>

<file path=ppt/charts/_rels/chart307.xml.rels><?xml version='1.0' encoding='UTF-8' standalone='yes'?>
<Relationships xmlns="http://schemas.openxmlformats.org/package/2006/relationships"><Relationship Id="rId1" Type="http://schemas.openxmlformats.org/officeDocument/2006/relationships/package" Target="../embeddings/Microsoft_Excel_Worksheet307.xlsx"/></Relationships>
</file>

<file path=ppt/charts/_rels/chart308.xml.rels><?xml version='1.0' encoding='UTF-8' standalone='yes'?>
<Relationships xmlns="http://schemas.openxmlformats.org/package/2006/relationships"><Relationship Id="rId1" Type="http://schemas.openxmlformats.org/officeDocument/2006/relationships/package" Target="../embeddings/Microsoft_Excel_Worksheet308.xlsx"/></Relationships>
</file>

<file path=ppt/charts/_rels/chart309.xml.rels><?xml version='1.0' encoding='UTF-8' standalone='yes'?>
<Relationships xmlns="http://schemas.openxmlformats.org/package/2006/relationships"><Relationship Id="rId1" Type="http://schemas.openxmlformats.org/officeDocument/2006/relationships/package" Target="../embeddings/Microsoft_Excel_Worksheet309.xlsx"/></Relationships>
</file>

<file path=ppt/charts/_rels/chart310.xml.rels><?xml version='1.0' encoding='UTF-8' standalone='yes'?>
<Relationships xmlns="http://schemas.openxmlformats.org/package/2006/relationships"><Relationship Id="rId1" Type="http://schemas.openxmlformats.org/officeDocument/2006/relationships/package" Target="../embeddings/Microsoft_Excel_Worksheet310.xlsx"/></Relationships>
</file>

<file path=ppt/charts/_rels/chart311.xml.rels><?xml version='1.0' encoding='UTF-8' standalone='yes'?>
<Relationships xmlns="http://schemas.openxmlformats.org/package/2006/relationships"><Relationship Id="rId1" Type="http://schemas.openxmlformats.org/officeDocument/2006/relationships/package" Target="../embeddings/Microsoft_Excel_Worksheet311.xlsx"/></Relationships>
</file>

<file path=ppt/charts/_rels/chart312.xml.rels><?xml version='1.0' encoding='UTF-8' standalone='yes'?>
<Relationships xmlns="http://schemas.openxmlformats.org/package/2006/relationships"><Relationship Id="rId1" Type="http://schemas.openxmlformats.org/officeDocument/2006/relationships/package" Target="../embeddings/Microsoft_Excel_Worksheet312.xlsx"/></Relationships>
</file>

<file path=ppt/charts/_rels/chart313.xml.rels><?xml version='1.0' encoding='UTF-8' standalone='yes'?>
<Relationships xmlns="http://schemas.openxmlformats.org/package/2006/relationships"><Relationship Id="rId1" Type="http://schemas.openxmlformats.org/officeDocument/2006/relationships/package" Target="../embeddings/Microsoft_Excel_Worksheet313.xlsx"/></Relationships>
</file>

<file path=ppt/charts/_rels/chart314.xml.rels><?xml version='1.0' encoding='UTF-8' standalone='yes'?>
<Relationships xmlns="http://schemas.openxmlformats.org/package/2006/relationships"><Relationship Id="rId1" Type="http://schemas.openxmlformats.org/officeDocument/2006/relationships/package" Target="../embeddings/Microsoft_Excel_Worksheet314.xlsx"/></Relationships>
</file>

<file path=ppt/charts/_rels/chart315.xml.rels><?xml version='1.0' encoding='UTF-8' standalone='yes'?>
<Relationships xmlns="http://schemas.openxmlformats.org/package/2006/relationships"><Relationship Id="rId1" Type="http://schemas.openxmlformats.org/officeDocument/2006/relationships/package" Target="../embeddings/Microsoft_Excel_Worksheet315.xlsx"/></Relationships>
</file>

<file path=ppt/charts/_rels/chart316.xml.rels><?xml version='1.0' encoding='UTF-8' standalone='yes'?>
<Relationships xmlns="http://schemas.openxmlformats.org/package/2006/relationships"><Relationship Id="rId1" Type="http://schemas.openxmlformats.org/officeDocument/2006/relationships/package" Target="../embeddings/Microsoft_Excel_Worksheet316.xlsx"/></Relationships>
</file>

<file path=ppt/charts/_rels/chart317.xml.rels><?xml version='1.0' encoding='UTF-8' standalone='yes'?>
<Relationships xmlns="http://schemas.openxmlformats.org/package/2006/relationships"><Relationship Id="rId1" Type="http://schemas.openxmlformats.org/officeDocument/2006/relationships/package" Target="../embeddings/Microsoft_Excel_Worksheet317.xlsx"/></Relationships>
</file>

<file path=ppt/charts/_rels/chart318.xml.rels><?xml version='1.0' encoding='UTF-8' standalone='yes'?>
<Relationships xmlns="http://schemas.openxmlformats.org/package/2006/relationships"><Relationship Id="rId1" Type="http://schemas.openxmlformats.org/officeDocument/2006/relationships/package" Target="../embeddings/Microsoft_Excel_Worksheet318.xlsx"/></Relationships>
</file>

<file path=ppt/charts/_rels/chart319.xml.rels><?xml version='1.0' encoding='UTF-8' standalone='yes'?>
<Relationships xmlns="http://schemas.openxmlformats.org/package/2006/relationships"><Relationship Id="rId1" Type="http://schemas.openxmlformats.org/officeDocument/2006/relationships/package" Target="../embeddings/Microsoft_Excel_Worksheet319.xlsx"/></Relationships>
</file>

<file path=ppt/charts/_rels/chart320.xml.rels><?xml version='1.0' encoding='UTF-8' standalone='yes'?>
<Relationships xmlns="http://schemas.openxmlformats.org/package/2006/relationships"><Relationship Id="rId1" Type="http://schemas.openxmlformats.org/officeDocument/2006/relationships/package" Target="../embeddings/Microsoft_Excel_Worksheet320.xlsx"/></Relationships>
</file>

<file path=ppt/charts/_rels/chart321.xml.rels><?xml version='1.0' encoding='UTF-8' standalone='yes'?>
<Relationships xmlns="http://schemas.openxmlformats.org/package/2006/relationships"><Relationship Id="rId1" Type="http://schemas.openxmlformats.org/officeDocument/2006/relationships/package" Target="../embeddings/Microsoft_Excel_Worksheet321.xlsx"/></Relationships>
</file>

<file path=ppt/charts/_rels/chart322.xml.rels><?xml version='1.0' encoding='UTF-8' standalone='yes'?>
<Relationships xmlns="http://schemas.openxmlformats.org/package/2006/relationships"><Relationship Id="rId1" Type="http://schemas.openxmlformats.org/officeDocument/2006/relationships/package" Target="../embeddings/Microsoft_Excel_Worksheet322.xlsx"/></Relationships>
</file>

<file path=ppt/charts/_rels/chart323.xml.rels><?xml version='1.0' encoding='UTF-8' standalone='yes'?>
<Relationships xmlns="http://schemas.openxmlformats.org/package/2006/relationships"><Relationship Id="rId1" Type="http://schemas.openxmlformats.org/officeDocument/2006/relationships/package" Target="../embeddings/Microsoft_Excel_Worksheet323.xlsx"/></Relationships>
</file>

<file path=ppt/charts/_rels/chart324.xml.rels><?xml version='1.0' encoding='UTF-8' standalone='yes'?>
<Relationships xmlns="http://schemas.openxmlformats.org/package/2006/relationships"><Relationship Id="rId1" Type="http://schemas.openxmlformats.org/officeDocument/2006/relationships/package" Target="../embeddings/Microsoft_Excel_Worksheet324.xlsx"/></Relationships>
</file>

<file path=ppt/charts/_rels/chart325.xml.rels><?xml version='1.0' encoding='UTF-8' standalone='yes'?>
<Relationships xmlns="http://schemas.openxmlformats.org/package/2006/relationships"><Relationship Id="rId1" Type="http://schemas.openxmlformats.org/officeDocument/2006/relationships/package" Target="../embeddings/Microsoft_Excel_Worksheet325.xlsx"/></Relationships>
</file>

<file path=ppt/charts/_rels/chart326.xml.rels><?xml version='1.0' encoding='UTF-8' standalone='yes'?>
<Relationships xmlns="http://schemas.openxmlformats.org/package/2006/relationships"><Relationship Id="rId1" Type="http://schemas.openxmlformats.org/officeDocument/2006/relationships/package" Target="../embeddings/Microsoft_Excel_Worksheet326.xlsx"/></Relationships>
</file>

<file path=ppt/charts/_rels/chart327.xml.rels><?xml version='1.0' encoding='UTF-8' standalone='yes'?>
<Relationships xmlns="http://schemas.openxmlformats.org/package/2006/relationships"><Relationship Id="rId1" Type="http://schemas.openxmlformats.org/officeDocument/2006/relationships/package" Target="../embeddings/Microsoft_Excel_Worksheet327.xlsx"/></Relationships>
</file>

<file path=ppt/charts/_rels/chart328.xml.rels><?xml version='1.0' encoding='UTF-8' standalone='yes'?>
<Relationships xmlns="http://schemas.openxmlformats.org/package/2006/relationships"><Relationship Id="rId1" Type="http://schemas.openxmlformats.org/officeDocument/2006/relationships/package" Target="../embeddings/Microsoft_Excel_Worksheet328.xlsx"/></Relationships>
</file>

<file path=ppt/charts/_rels/chart329.xml.rels><?xml version='1.0' encoding='UTF-8' standalone='yes'?>
<Relationships xmlns="http://schemas.openxmlformats.org/package/2006/relationships"><Relationship Id="rId1" Type="http://schemas.openxmlformats.org/officeDocument/2006/relationships/package" Target="../embeddings/Microsoft_Excel_Worksheet329.xlsx"/></Relationships>
</file>

<file path=ppt/charts/_rels/chart330.xml.rels><?xml version='1.0' encoding='UTF-8' standalone='yes'?>
<Relationships xmlns="http://schemas.openxmlformats.org/package/2006/relationships"><Relationship Id="rId1" Type="http://schemas.openxmlformats.org/officeDocument/2006/relationships/package" Target="../embeddings/Microsoft_Excel_Worksheet330.xlsx"/></Relationships>
</file>

<file path=ppt/charts/_rels/chart331.xml.rels><?xml version='1.0' encoding='UTF-8' standalone='yes'?>
<Relationships xmlns="http://schemas.openxmlformats.org/package/2006/relationships"><Relationship Id="rId1" Type="http://schemas.openxmlformats.org/officeDocument/2006/relationships/package" Target="../embeddings/Microsoft_Excel_Worksheet331.xlsx"/></Relationships>
</file>

<file path=ppt/charts/_rels/chart332.xml.rels><?xml version='1.0' encoding='UTF-8' standalone='yes'?>
<Relationships xmlns="http://schemas.openxmlformats.org/package/2006/relationships"><Relationship Id="rId1" Type="http://schemas.openxmlformats.org/officeDocument/2006/relationships/package" Target="../embeddings/Microsoft_Excel_Worksheet332.xlsx"/></Relationships>
</file>

<file path=ppt/charts/_rels/chart333.xml.rels><?xml version='1.0' encoding='UTF-8' standalone='yes'?>
<Relationships xmlns="http://schemas.openxmlformats.org/package/2006/relationships"><Relationship Id="rId1" Type="http://schemas.openxmlformats.org/officeDocument/2006/relationships/package" Target="../embeddings/Microsoft_Excel_Worksheet333.xlsx"/></Relationships>
</file>

<file path=ppt/charts/_rels/chart334.xml.rels><?xml version='1.0' encoding='UTF-8' standalone='yes'?>
<Relationships xmlns="http://schemas.openxmlformats.org/package/2006/relationships"><Relationship Id="rId1" Type="http://schemas.openxmlformats.org/officeDocument/2006/relationships/package" Target="../embeddings/Microsoft_Excel_Worksheet334.xlsx"/></Relationships>
</file>

<file path=ppt/charts/_rels/chart335.xml.rels><?xml version='1.0' encoding='UTF-8' standalone='yes'?>
<Relationships xmlns="http://schemas.openxmlformats.org/package/2006/relationships"><Relationship Id="rId1" Type="http://schemas.openxmlformats.org/officeDocument/2006/relationships/package" Target="../embeddings/Microsoft_Excel_Worksheet335.xlsx"/></Relationships>
</file>

<file path=ppt/charts/_rels/chart336.xml.rels><?xml version='1.0' encoding='UTF-8' standalone='yes'?>
<Relationships xmlns="http://schemas.openxmlformats.org/package/2006/relationships"><Relationship Id="rId1" Type="http://schemas.openxmlformats.org/officeDocument/2006/relationships/package" Target="../embeddings/Microsoft_Excel_Worksheet336.xlsx"/></Relationships>
</file>

<file path=ppt/charts/_rels/chart337.xml.rels><?xml version='1.0' encoding='UTF-8' standalone='yes'?>
<Relationships xmlns="http://schemas.openxmlformats.org/package/2006/relationships"><Relationship Id="rId1" Type="http://schemas.openxmlformats.org/officeDocument/2006/relationships/package" Target="../embeddings/Microsoft_Excel_Worksheet337.xlsx"/></Relationships>
</file>

<file path=ppt/charts/_rels/chart338.xml.rels><?xml version='1.0' encoding='UTF-8' standalone='yes'?>
<Relationships xmlns="http://schemas.openxmlformats.org/package/2006/relationships"><Relationship Id="rId1" Type="http://schemas.openxmlformats.org/officeDocument/2006/relationships/package" Target="../embeddings/Microsoft_Excel_Worksheet338.xlsx"/></Relationships>
</file>

<file path=ppt/charts/_rels/chart339.xml.rels><?xml version='1.0' encoding='UTF-8' standalone='yes'?>
<Relationships xmlns="http://schemas.openxmlformats.org/package/2006/relationships"><Relationship Id="rId1" Type="http://schemas.openxmlformats.org/officeDocument/2006/relationships/package" Target="../embeddings/Microsoft_Excel_Worksheet339.xlsx"/></Relationships>
</file>

<file path=ppt/charts/_rels/chart340.xml.rels><?xml version='1.0' encoding='UTF-8' standalone='yes'?>
<Relationships xmlns="http://schemas.openxmlformats.org/package/2006/relationships"><Relationship Id="rId1" Type="http://schemas.openxmlformats.org/officeDocument/2006/relationships/package" Target="../embeddings/Microsoft_Excel_Worksheet340.xlsx"/></Relationships>
</file>

<file path=ppt/charts/_rels/chart341.xml.rels><?xml version='1.0' encoding='UTF-8' standalone='yes'?>
<Relationships xmlns="http://schemas.openxmlformats.org/package/2006/relationships"><Relationship Id="rId1" Type="http://schemas.openxmlformats.org/officeDocument/2006/relationships/package" Target="../embeddings/Microsoft_Excel_Worksheet341.xlsx"/></Relationships>
</file>

<file path=ppt/charts/_rels/chart342.xml.rels><?xml version='1.0' encoding='UTF-8' standalone='yes'?>
<Relationships xmlns="http://schemas.openxmlformats.org/package/2006/relationships"><Relationship Id="rId1" Type="http://schemas.openxmlformats.org/officeDocument/2006/relationships/package" Target="../embeddings/Microsoft_Excel_Worksheet342.xlsx"/></Relationships>
</file>

<file path=ppt/charts/_rels/chart343.xml.rels><?xml version='1.0' encoding='UTF-8' standalone='yes'?>
<Relationships xmlns="http://schemas.openxmlformats.org/package/2006/relationships"><Relationship Id="rId1" Type="http://schemas.openxmlformats.org/officeDocument/2006/relationships/package" Target="../embeddings/Microsoft_Excel_Worksheet343.xlsx"/></Relationships>
</file>

<file path=ppt/charts/_rels/chart344.xml.rels><?xml version='1.0' encoding='UTF-8' standalone='yes'?>
<Relationships xmlns="http://schemas.openxmlformats.org/package/2006/relationships"><Relationship Id="rId1" Type="http://schemas.openxmlformats.org/officeDocument/2006/relationships/package" Target="../embeddings/Microsoft_Excel_Worksheet344.xlsx"/></Relationships>
</file>

<file path=ppt/charts/_rels/chart345.xml.rels><?xml version='1.0' encoding='UTF-8' standalone='yes'?>
<Relationships xmlns="http://schemas.openxmlformats.org/package/2006/relationships"><Relationship Id="rId1" Type="http://schemas.openxmlformats.org/officeDocument/2006/relationships/package" Target="../embeddings/Microsoft_Excel_Worksheet345.xlsx"/></Relationships>
</file>

<file path=ppt/charts/_rels/chart346.xml.rels><?xml version='1.0' encoding='UTF-8' standalone='yes'?>
<Relationships xmlns="http://schemas.openxmlformats.org/package/2006/relationships"><Relationship Id="rId1" Type="http://schemas.openxmlformats.org/officeDocument/2006/relationships/package" Target="../embeddings/Microsoft_Excel_Worksheet346.xlsx"/></Relationships>
</file>

<file path=ppt/charts/_rels/chart347.xml.rels><?xml version='1.0' encoding='UTF-8' standalone='yes'?>
<Relationships xmlns="http://schemas.openxmlformats.org/package/2006/relationships"><Relationship Id="rId1" Type="http://schemas.openxmlformats.org/officeDocument/2006/relationships/package" Target="../embeddings/Microsoft_Excel_Worksheet347.xlsx"/></Relationships>
</file>

<file path=ppt/charts/_rels/chart348.xml.rels><?xml version='1.0' encoding='UTF-8' standalone='yes'?>
<Relationships xmlns="http://schemas.openxmlformats.org/package/2006/relationships"><Relationship Id="rId1" Type="http://schemas.openxmlformats.org/officeDocument/2006/relationships/package" Target="../embeddings/Microsoft_Excel_Worksheet348.xlsx"/></Relationships>
</file>

<file path=ppt/charts/_rels/chart349.xml.rels><?xml version='1.0' encoding='UTF-8' standalone='yes'?>
<Relationships xmlns="http://schemas.openxmlformats.org/package/2006/relationships"><Relationship Id="rId1" Type="http://schemas.openxmlformats.org/officeDocument/2006/relationships/package" Target="../embeddings/Microsoft_Excel_Worksheet349.xlsx"/></Relationships>
</file>

<file path=ppt/charts/_rels/chart350.xml.rels><?xml version='1.0' encoding='UTF-8' standalone='yes'?>
<Relationships xmlns="http://schemas.openxmlformats.org/package/2006/relationships"><Relationship Id="rId1" Type="http://schemas.openxmlformats.org/officeDocument/2006/relationships/package" Target="../embeddings/Microsoft_Excel_Worksheet350.xlsx"/></Relationships>
</file>

<file path=ppt/charts/_rels/chart351.xml.rels><?xml version='1.0' encoding='UTF-8' standalone='yes'?>
<Relationships xmlns="http://schemas.openxmlformats.org/package/2006/relationships"><Relationship Id="rId1" Type="http://schemas.openxmlformats.org/officeDocument/2006/relationships/package" Target="../embeddings/Microsoft_Excel_Worksheet351.xlsx"/></Relationships>
</file>

<file path=ppt/charts/_rels/chart352.xml.rels><?xml version='1.0' encoding='UTF-8' standalone='yes'?>
<Relationships xmlns="http://schemas.openxmlformats.org/package/2006/relationships"><Relationship Id="rId1" Type="http://schemas.openxmlformats.org/officeDocument/2006/relationships/package" Target="../embeddings/Microsoft_Excel_Worksheet352.xlsx"/></Relationships>
</file>

<file path=ppt/charts/_rels/chart353.xml.rels><?xml version='1.0' encoding='UTF-8' standalone='yes'?>
<Relationships xmlns="http://schemas.openxmlformats.org/package/2006/relationships"><Relationship Id="rId1" Type="http://schemas.openxmlformats.org/officeDocument/2006/relationships/package" Target="../embeddings/Microsoft_Excel_Worksheet353.xlsx"/></Relationships>
</file>

<file path=ppt/charts/_rels/chart354.xml.rels><?xml version='1.0' encoding='UTF-8' standalone='yes'?>
<Relationships xmlns="http://schemas.openxmlformats.org/package/2006/relationships"><Relationship Id="rId1" Type="http://schemas.openxmlformats.org/officeDocument/2006/relationships/package" Target="../embeddings/Microsoft_Excel_Worksheet354.xlsx"/></Relationships>
</file>

<file path=ppt/charts/_rels/chart355.xml.rels><?xml version='1.0' encoding='UTF-8' standalone='yes'?>
<Relationships xmlns="http://schemas.openxmlformats.org/package/2006/relationships"><Relationship Id="rId1" Type="http://schemas.openxmlformats.org/officeDocument/2006/relationships/package" Target="../embeddings/Microsoft_Excel_Worksheet355.xlsx"/></Relationships>
</file>

<file path=ppt/charts/_rels/chart356.xml.rels><?xml version='1.0' encoding='UTF-8' standalone='yes'?>
<Relationships xmlns="http://schemas.openxmlformats.org/package/2006/relationships"><Relationship Id="rId1" Type="http://schemas.openxmlformats.org/officeDocument/2006/relationships/package" Target="../embeddings/Microsoft_Excel_Worksheet356.xlsx"/></Relationships>
</file>

<file path=ppt/charts/_rels/chart357.xml.rels><?xml version='1.0' encoding='UTF-8' standalone='yes'?>
<Relationships xmlns="http://schemas.openxmlformats.org/package/2006/relationships"><Relationship Id="rId1" Type="http://schemas.openxmlformats.org/officeDocument/2006/relationships/package" Target="../embeddings/Microsoft_Excel_Worksheet357.xlsx"/></Relationships>
</file>

<file path=ppt/charts/_rels/chart358.xml.rels><?xml version='1.0' encoding='UTF-8' standalone='yes'?>
<Relationships xmlns="http://schemas.openxmlformats.org/package/2006/relationships"><Relationship Id="rId1" Type="http://schemas.openxmlformats.org/officeDocument/2006/relationships/package" Target="../embeddings/Microsoft_Excel_Worksheet358.xlsx"/></Relationships>
</file>

<file path=ppt/charts/_rels/chart359.xml.rels><?xml version='1.0' encoding='UTF-8' standalone='yes'?>
<Relationships xmlns="http://schemas.openxmlformats.org/package/2006/relationships"><Relationship Id="rId1" Type="http://schemas.openxmlformats.org/officeDocument/2006/relationships/package" Target="../embeddings/Microsoft_Excel_Worksheet359.xlsx"/></Relationships>
</file>

<file path=ppt/charts/_rels/chart360.xml.rels><?xml version='1.0' encoding='UTF-8' standalone='yes'?>
<Relationships xmlns="http://schemas.openxmlformats.org/package/2006/relationships"><Relationship Id="rId1" Type="http://schemas.openxmlformats.org/officeDocument/2006/relationships/package" Target="../embeddings/Microsoft_Excel_Worksheet360.xlsx"/></Relationships>
</file>

<file path=ppt/charts/_rels/chart361.xml.rels><?xml version='1.0' encoding='UTF-8' standalone='yes'?>
<Relationships xmlns="http://schemas.openxmlformats.org/package/2006/relationships"><Relationship Id="rId1" Type="http://schemas.openxmlformats.org/officeDocument/2006/relationships/package" Target="../embeddings/Microsoft_Excel_Worksheet361.xlsx"/></Relationships>
</file>

<file path=ppt/charts/_rels/chart362.xml.rels><?xml version='1.0' encoding='UTF-8' standalone='yes'?>
<Relationships xmlns="http://schemas.openxmlformats.org/package/2006/relationships"><Relationship Id="rId1" Type="http://schemas.openxmlformats.org/officeDocument/2006/relationships/package" Target="../embeddings/Microsoft_Excel_Worksheet362.xlsx"/></Relationships>
</file>

<file path=ppt/charts/_rels/chart363.xml.rels><?xml version='1.0' encoding='UTF-8' standalone='yes'?>
<Relationships xmlns="http://schemas.openxmlformats.org/package/2006/relationships"><Relationship Id="rId1" Type="http://schemas.openxmlformats.org/officeDocument/2006/relationships/package" Target="../embeddings/Microsoft_Excel_Worksheet363.xlsx"/></Relationships>
</file>

<file path=ppt/charts/_rels/chart364.xml.rels><?xml version='1.0' encoding='UTF-8' standalone='yes'?>
<Relationships xmlns="http://schemas.openxmlformats.org/package/2006/relationships"><Relationship Id="rId1" Type="http://schemas.openxmlformats.org/officeDocument/2006/relationships/package" Target="../embeddings/Microsoft_Excel_Worksheet364.xlsx"/></Relationships>
</file>

<file path=ppt/charts/_rels/chart365.xml.rels><?xml version='1.0' encoding='UTF-8' standalone='yes'?>
<Relationships xmlns="http://schemas.openxmlformats.org/package/2006/relationships"><Relationship Id="rId1" Type="http://schemas.openxmlformats.org/officeDocument/2006/relationships/package" Target="../embeddings/Microsoft_Excel_Worksheet365.xlsx"/></Relationships>
</file>

<file path=ppt/charts/_rels/chart366.xml.rels><?xml version='1.0' encoding='UTF-8' standalone='yes'?>
<Relationships xmlns="http://schemas.openxmlformats.org/package/2006/relationships"><Relationship Id="rId1" Type="http://schemas.openxmlformats.org/officeDocument/2006/relationships/package" Target="../embeddings/Microsoft_Excel_Worksheet366.xlsx"/></Relationships>
</file>

<file path=ppt/charts/_rels/chart367.xml.rels><?xml version='1.0' encoding='UTF-8' standalone='yes'?>
<Relationships xmlns="http://schemas.openxmlformats.org/package/2006/relationships"><Relationship Id="rId1" Type="http://schemas.openxmlformats.org/officeDocument/2006/relationships/package" Target="../embeddings/Microsoft_Excel_Worksheet367.xlsx"/></Relationships>
</file>

<file path=ppt/charts/_rels/chart368.xml.rels><?xml version='1.0' encoding='UTF-8' standalone='yes'?>
<Relationships xmlns="http://schemas.openxmlformats.org/package/2006/relationships"><Relationship Id="rId1" Type="http://schemas.openxmlformats.org/officeDocument/2006/relationships/package" Target="../embeddings/Microsoft_Excel_Worksheet368.xlsx"/></Relationships>
</file>

<file path=ppt/charts/_rels/chart369.xml.rels><?xml version='1.0' encoding='UTF-8' standalone='yes'?>
<Relationships xmlns="http://schemas.openxmlformats.org/package/2006/relationships"><Relationship Id="rId1" Type="http://schemas.openxmlformats.org/officeDocument/2006/relationships/package" Target="../embeddings/Microsoft_Excel_Worksheet369.xlsx"/></Relationships>
</file>

<file path=ppt/charts/_rels/chart370.xml.rels><?xml version='1.0' encoding='UTF-8' standalone='yes'?>
<Relationships xmlns="http://schemas.openxmlformats.org/package/2006/relationships"><Relationship Id="rId1" Type="http://schemas.openxmlformats.org/officeDocument/2006/relationships/package" Target="../embeddings/Microsoft_Excel_Worksheet370.xlsx"/></Relationships>
</file>

<file path=ppt/charts/_rels/chart371.xml.rels><?xml version='1.0' encoding='UTF-8' standalone='yes'?>
<Relationships xmlns="http://schemas.openxmlformats.org/package/2006/relationships"><Relationship Id="rId1" Type="http://schemas.openxmlformats.org/officeDocument/2006/relationships/package" Target="../embeddings/Microsoft_Excel_Worksheet371.xlsx"/></Relationships>
</file>

<file path=ppt/charts/_rels/chart372.xml.rels><?xml version='1.0' encoding='UTF-8' standalone='yes'?>
<Relationships xmlns="http://schemas.openxmlformats.org/package/2006/relationships"><Relationship Id="rId1" Type="http://schemas.openxmlformats.org/officeDocument/2006/relationships/package" Target="../embeddings/Microsoft_Excel_Worksheet372.xlsx"/></Relationships>
</file>

<file path=ppt/charts/_rels/chart373.xml.rels><?xml version='1.0' encoding='UTF-8' standalone='yes'?>
<Relationships xmlns="http://schemas.openxmlformats.org/package/2006/relationships"><Relationship Id="rId1" Type="http://schemas.openxmlformats.org/officeDocument/2006/relationships/package" Target="../embeddings/Microsoft_Excel_Worksheet373.xlsx"/></Relationships>
</file>

<file path=ppt/charts/_rels/chart374.xml.rels><?xml version='1.0' encoding='UTF-8' standalone='yes'?>
<Relationships xmlns="http://schemas.openxmlformats.org/package/2006/relationships"><Relationship Id="rId1" Type="http://schemas.openxmlformats.org/officeDocument/2006/relationships/package" Target="../embeddings/Microsoft_Excel_Worksheet374.xlsx"/></Relationships>
</file>

<file path=ppt/charts/_rels/chart375.xml.rels><?xml version='1.0' encoding='UTF-8' standalone='yes'?>
<Relationships xmlns="http://schemas.openxmlformats.org/package/2006/relationships"><Relationship Id="rId1" Type="http://schemas.openxmlformats.org/officeDocument/2006/relationships/package" Target="../embeddings/Microsoft_Excel_Worksheet375.xlsx"/></Relationships>
</file>

<file path=ppt/charts/_rels/chart376.xml.rels><?xml version='1.0' encoding='UTF-8' standalone='yes'?>
<Relationships xmlns="http://schemas.openxmlformats.org/package/2006/relationships"><Relationship Id="rId1" Type="http://schemas.openxmlformats.org/officeDocument/2006/relationships/package" Target="../embeddings/Microsoft_Excel_Worksheet376.xlsx"/></Relationships>
</file>

<file path=ppt/charts/_rels/chart377.xml.rels><?xml version='1.0' encoding='UTF-8' standalone='yes'?>
<Relationships xmlns="http://schemas.openxmlformats.org/package/2006/relationships"><Relationship Id="rId1" Type="http://schemas.openxmlformats.org/officeDocument/2006/relationships/package" Target="../embeddings/Microsoft_Excel_Worksheet377.xlsx"/></Relationships>
</file>

<file path=ppt/charts/_rels/chart378.xml.rels><?xml version='1.0' encoding='UTF-8' standalone='yes'?>
<Relationships xmlns="http://schemas.openxmlformats.org/package/2006/relationships"><Relationship Id="rId1" Type="http://schemas.openxmlformats.org/officeDocument/2006/relationships/package" Target="../embeddings/Microsoft_Excel_Worksheet378.xlsx"/></Relationships>
</file>

<file path=ppt/charts/_rels/chart379.xml.rels><?xml version='1.0' encoding='UTF-8' standalone='yes'?>
<Relationships xmlns="http://schemas.openxmlformats.org/package/2006/relationships"><Relationship Id="rId1" Type="http://schemas.openxmlformats.org/officeDocument/2006/relationships/package" Target="../embeddings/Microsoft_Excel_Worksheet379.xlsx"/></Relationships>
</file>

<file path=ppt/charts/_rels/chart380.xml.rels><?xml version='1.0' encoding='UTF-8' standalone='yes'?>
<Relationships xmlns="http://schemas.openxmlformats.org/package/2006/relationships"><Relationship Id="rId1" Type="http://schemas.openxmlformats.org/officeDocument/2006/relationships/package" Target="../embeddings/Microsoft_Excel_Worksheet380.xlsx"/></Relationships>
</file>

<file path=ppt/charts/_rels/chart381.xml.rels><?xml version='1.0' encoding='UTF-8' standalone='yes'?>
<Relationships xmlns="http://schemas.openxmlformats.org/package/2006/relationships"><Relationship Id="rId1" Type="http://schemas.openxmlformats.org/officeDocument/2006/relationships/package" Target="../embeddings/Microsoft_Excel_Worksheet381.xlsx"/></Relationships>
</file>

<file path=ppt/charts/_rels/chart382.xml.rels><?xml version='1.0' encoding='UTF-8' standalone='yes'?>
<Relationships xmlns="http://schemas.openxmlformats.org/package/2006/relationships"><Relationship Id="rId1" Type="http://schemas.openxmlformats.org/officeDocument/2006/relationships/package" Target="../embeddings/Microsoft_Excel_Worksheet382.xlsx"/></Relationships>
</file>

<file path=ppt/charts/_rels/chart383.xml.rels><?xml version='1.0' encoding='UTF-8' standalone='yes'?>
<Relationships xmlns="http://schemas.openxmlformats.org/package/2006/relationships"><Relationship Id="rId1" Type="http://schemas.openxmlformats.org/officeDocument/2006/relationships/package" Target="../embeddings/Microsoft_Excel_Worksheet383.xlsx"/></Relationships>
</file>

<file path=ppt/charts/_rels/chart384.xml.rels><?xml version='1.0' encoding='UTF-8' standalone='yes'?>
<Relationships xmlns="http://schemas.openxmlformats.org/package/2006/relationships"><Relationship Id="rId1" Type="http://schemas.openxmlformats.org/officeDocument/2006/relationships/package" Target="../embeddings/Microsoft_Excel_Worksheet384.xlsx"/></Relationships>
</file>

<file path=ppt/charts/_rels/chart385.xml.rels><?xml version='1.0' encoding='UTF-8' standalone='yes'?>
<Relationships xmlns="http://schemas.openxmlformats.org/package/2006/relationships"><Relationship Id="rId1" Type="http://schemas.openxmlformats.org/officeDocument/2006/relationships/package" Target="../embeddings/Microsoft_Excel_Worksheet385.xlsx"/></Relationships>
</file>

<file path=ppt/charts/_rels/chart386.xml.rels><?xml version='1.0' encoding='UTF-8' standalone='yes'?>
<Relationships xmlns="http://schemas.openxmlformats.org/package/2006/relationships"><Relationship Id="rId1" Type="http://schemas.openxmlformats.org/officeDocument/2006/relationships/package" Target="../embeddings/Microsoft_Excel_Worksheet386.xlsx"/></Relationships>
</file>

<file path=ppt/charts/_rels/chart387.xml.rels><?xml version='1.0' encoding='UTF-8' standalone='yes'?>
<Relationships xmlns="http://schemas.openxmlformats.org/package/2006/relationships"><Relationship Id="rId1" Type="http://schemas.openxmlformats.org/officeDocument/2006/relationships/package" Target="../embeddings/Microsoft_Excel_Worksheet387.xlsx"/></Relationships>
</file>

<file path=ppt/charts/_rels/chart388.xml.rels><?xml version='1.0' encoding='UTF-8' standalone='yes'?>
<Relationships xmlns="http://schemas.openxmlformats.org/package/2006/relationships"><Relationship Id="rId1" Type="http://schemas.openxmlformats.org/officeDocument/2006/relationships/package" Target="../embeddings/Microsoft_Excel_Worksheet388.xlsx"/></Relationships>
</file>

<file path=ppt/charts/_rels/chart389.xml.rels><?xml version='1.0' encoding='UTF-8' standalone='yes'?>
<Relationships xmlns="http://schemas.openxmlformats.org/package/2006/relationships"><Relationship Id="rId1" Type="http://schemas.openxmlformats.org/officeDocument/2006/relationships/package" Target="../embeddings/Microsoft_Excel_Worksheet389.xlsx"/></Relationships>
</file>

<file path=ppt/charts/_rels/chart390.xml.rels><?xml version='1.0' encoding='UTF-8' standalone='yes'?>
<Relationships xmlns="http://schemas.openxmlformats.org/package/2006/relationships"><Relationship Id="rId1" Type="http://schemas.openxmlformats.org/officeDocument/2006/relationships/package" Target="../embeddings/Microsoft_Excel_Worksheet390.xlsx"/></Relationships>
</file>

<file path=ppt/charts/_rels/chart391.xml.rels><?xml version='1.0' encoding='UTF-8' standalone='yes'?>
<Relationships xmlns="http://schemas.openxmlformats.org/package/2006/relationships"><Relationship Id="rId1" Type="http://schemas.openxmlformats.org/officeDocument/2006/relationships/package" Target="../embeddings/Microsoft_Excel_Worksheet391.xlsx"/></Relationships>
</file>

<file path=ppt/charts/_rels/chart392.xml.rels><?xml version='1.0' encoding='UTF-8' standalone='yes'?>
<Relationships xmlns="http://schemas.openxmlformats.org/package/2006/relationships"><Relationship Id="rId1" Type="http://schemas.openxmlformats.org/officeDocument/2006/relationships/package" Target="../embeddings/Microsoft_Excel_Worksheet392.xlsx"/></Relationships>
</file>

<file path=ppt/charts/_rels/chart393.xml.rels><?xml version='1.0' encoding='UTF-8' standalone='yes'?>
<Relationships xmlns="http://schemas.openxmlformats.org/package/2006/relationships"><Relationship Id="rId1" Type="http://schemas.openxmlformats.org/officeDocument/2006/relationships/package" Target="../embeddings/Microsoft_Excel_Worksheet393.xlsx"/></Relationships>
</file>

<file path=ppt/charts/_rels/chart394.xml.rels><?xml version='1.0' encoding='UTF-8' standalone='yes'?>
<Relationships xmlns="http://schemas.openxmlformats.org/package/2006/relationships"><Relationship Id="rId1" Type="http://schemas.openxmlformats.org/officeDocument/2006/relationships/package" Target="../embeddings/Microsoft_Excel_Worksheet394.xlsx"/></Relationships>
</file>

<file path=ppt/charts/_rels/chart395.xml.rels><?xml version='1.0' encoding='UTF-8' standalone='yes'?>
<Relationships xmlns="http://schemas.openxmlformats.org/package/2006/relationships"><Relationship Id="rId1" Type="http://schemas.openxmlformats.org/officeDocument/2006/relationships/package" Target="../embeddings/Microsoft_Excel_Worksheet395.xlsx"/></Relationships>
</file>

<file path=ppt/charts/_rels/chart396.xml.rels><?xml version='1.0' encoding='UTF-8' standalone='yes'?>
<Relationships xmlns="http://schemas.openxmlformats.org/package/2006/relationships"><Relationship Id="rId1" Type="http://schemas.openxmlformats.org/officeDocument/2006/relationships/package" Target="../embeddings/Microsoft_Excel_Worksheet396.xlsx"/></Relationships>
</file>

<file path=ppt/charts/_rels/chart397.xml.rels><?xml version='1.0' encoding='UTF-8' standalone='yes'?>
<Relationships xmlns="http://schemas.openxmlformats.org/package/2006/relationships"><Relationship Id="rId1" Type="http://schemas.openxmlformats.org/officeDocument/2006/relationships/package" Target="../embeddings/Microsoft_Excel_Worksheet397.xlsx"/></Relationships>
</file>

<file path=ppt/charts/_rels/chart398.xml.rels><?xml version='1.0' encoding='UTF-8' standalone='yes'?>
<Relationships xmlns="http://schemas.openxmlformats.org/package/2006/relationships"><Relationship Id="rId1" Type="http://schemas.openxmlformats.org/officeDocument/2006/relationships/package" Target="../embeddings/Microsoft_Excel_Worksheet398.xlsx"/></Relationships>
</file>

<file path=ppt/charts/_rels/chart399.xml.rels><?xml version='1.0' encoding='UTF-8' standalone='yes'?>
<Relationships xmlns="http://schemas.openxmlformats.org/package/2006/relationships"><Relationship Id="rId1" Type="http://schemas.openxmlformats.org/officeDocument/2006/relationships/package" Target="../embeddings/Microsoft_Excel_Worksheet399.xlsx"/></Relationships>
</file>

<file path=ppt/charts/_rels/chart400.xml.rels><?xml version='1.0' encoding='UTF-8' standalone='yes'?>
<Relationships xmlns="http://schemas.openxmlformats.org/package/2006/relationships"><Relationship Id="rId1" Type="http://schemas.openxmlformats.org/officeDocument/2006/relationships/package" Target="../embeddings/Microsoft_Excel_Worksheet400.xlsx"/></Relationships>
</file>

<file path=ppt/charts/_rels/chart401.xml.rels><?xml version='1.0' encoding='UTF-8' standalone='yes'?>
<Relationships xmlns="http://schemas.openxmlformats.org/package/2006/relationships"><Relationship Id="rId1" Type="http://schemas.openxmlformats.org/officeDocument/2006/relationships/package" Target="../embeddings/Microsoft_Excel_Worksheet401.xlsx"/></Relationships>
</file>

<file path=ppt/charts/_rels/chart402.xml.rels><?xml version='1.0' encoding='UTF-8' standalone='yes'?>
<Relationships xmlns="http://schemas.openxmlformats.org/package/2006/relationships"><Relationship Id="rId1" Type="http://schemas.openxmlformats.org/officeDocument/2006/relationships/package" Target="../embeddings/Microsoft_Excel_Worksheet402.xlsx"/></Relationships>
</file>

<file path=ppt/charts/_rels/chart403.xml.rels><?xml version='1.0' encoding='UTF-8' standalone='yes'?>
<Relationships xmlns="http://schemas.openxmlformats.org/package/2006/relationships"><Relationship Id="rId1" Type="http://schemas.openxmlformats.org/officeDocument/2006/relationships/package" Target="../embeddings/Microsoft_Excel_Worksheet403.xlsx"/></Relationships>
</file>

<file path=ppt/charts/_rels/chart404.xml.rels><?xml version='1.0' encoding='UTF-8' standalone='yes'?>
<Relationships xmlns="http://schemas.openxmlformats.org/package/2006/relationships"><Relationship Id="rId1" Type="http://schemas.openxmlformats.org/officeDocument/2006/relationships/package" Target="../embeddings/Microsoft_Excel_Worksheet404.xlsx"/></Relationships>
</file>

<file path=ppt/charts/_rels/chart405.xml.rels><?xml version='1.0' encoding='UTF-8' standalone='yes'?>
<Relationships xmlns="http://schemas.openxmlformats.org/package/2006/relationships"><Relationship Id="rId1" Type="http://schemas.openxmlformats.org/officeDocument/2006/relationships/package" Target="../embeddings/Microsoft_Excel_Worksheet405.xlsx"/></Relationships>
</file>

<file path=ppt/charts/_rels/chart406.xml.rels><?xml version='1.0' encoding='UTF-8' standalone='yes'?>
<Relationships xmlns="http://schemas.openxmlformats.org/package/2006/relationships"><Relationship Id="rId1" Type="http://schemas.openxmlformats.org/officeDocument/2006/relationships/package" Target="../embeddings/Microsoft_Excel_Worksheet406.xlsx"/></Relationships>
</file>

<file path=ppt/charts/_rels/chart407.xml.rels><?xml version='1.0' encoding='UTF-8' standalone='yes'?>
<Relationships xmlns="http://schemas.openxmlformats.org/package/2006/relationships"><Relationship Id="rId1" Type="http://schemas.openxmlformats.org/officeDocument/2006/relationships/package" Target="../embeddings/Microsoft_Excel_Worksheet407.xlsx"/></Relationships>
</file>

<file path=ppt/charts/_rels/chart408.xml.rels><?xml version='1.0' encoding='UTF-8' standalone='yes'?>
<Relationships xmlns="http://schemas.openxmlformats.org/package/2006/relationships"><Relationship Id="rId1" Type="http://schemas.openxmlformats.org/officeDocument/2006/relationships/package" Target="../embeddings/Microsoft_Excel_Worksheet408.xlsx"/></Relationships>
</file>

<file path=ppt/charts/_rels/chart409.xml.rels><?xml version='1.0' encoding='UTF-8' standalone='yes'?>
<Relationships xmlns="http://schemas.openxmlformats.org/package/2006/relationships"><Relationship Id="rId1" Type="http://schemas.openxmlformats.org/officeDocument/2006/relationships/package" Target="../embeddings/Microsoft_Excel_Worksheet409.xlsx"/></Relationships>
</file>

<file path=ppt/charts/_rels/chart410.xml.rels><?xml version='1.0' encoding='UTF-8' standalone='yes'?>
<Relationships xmlns="http://schemas.openxmlformats.org/package/2006/relationships"><Relationship Id="rId1" Type="http://schemas.openxmlformats.org/officeDocument/2006/relationships/package" Target="../embeddings/Microsoft_Excel_Worksheet410.xlsx"/></Relationships>
</file>

<file path=ppt/charts/_rels/chart411.xml.rels><?xml version='1.0' encoding='UTF-8' standalone='yes'?>
<Relationships xmlns="http://schemas.openxmlformats.org/package/2006/relationships"><Relationship Id="rId1" Type="http://schemas.openxmlformats.org/officeDocument/2006/relationships/package" Target="../embeddings/Microsoft_Excel_Worksheet411.xlsx"/></Relationships>
</file>

<file path=ppt/charts/_rels/chart412.xml.rels><?xml version='1.0' encoding='UTF-8' standalone='yes'?>
<Relationships xmlns="http://schemas.openxmlformats.org/package/2006/relationships"><Relationship Id="rId1" Type="http://schemas.openxmlformats.org/officeDocument/2006/relationships/package" Target="../embeddings/Microsoft_Excel_Worksheet412.xlsx"/></Relationships>
</file>

<file path=ppt/charts/_rels/chart413.xml.rels><?xml version='1.0' encoding='UTF-8' standalone='yes'?>
<Relationships xmlns="http://schemas.openxmlformats.org/package/2006/relationships"><Relationship Id="rId1" Type="http://schemas.openxmlformats.org/officeDocument/2006/relationships/package" Target="../embeddings/Microsoft_Excel_Worksheet413.xlsx"/></Relationships>
</file>

<file path=ppt/charts/_rels/chart414.xml.rels><?xml version='1.0' encoding='UTF-8' standalone='yes'?>
<Relationships xmlns="http://schemas.openxmlformats.org/package/2006/relationships"><Relationship Id="rId1" Type="http://schemas.openxmlformats.org/officeDocument/2006/relationships/package" Target="../embeddings/Microsoft_Excel_Worksheet414.xlsx"/></Relationships>
</file>

<file path=ppt/charts/_rels/chart415.xml.rels><?xml version='1.0' encoding='UTF-8' standalone='yes'?>
<Relationships xmlns="http://schemas.openxmlformats.org/package/2006/relationships"><Relationship Id="rId1" Type="http://schemas.openxmlformats.org/officeDocument/2006/relationships/package" Target="../embeddings/Microsoft_Excel_Worksheet415.xlsx"/></Relationships>
</file>

<file path=ppt/charts/_rels/chart416.xml.rels><?xml version='1.0' encoding='UTF-8' standalone='yes'?>
<Relationships xmlns="http://schemas.openxmlformats.org/package/2006/relationships"><Relationship Id="rId1" Type="http://schemas.openxmlformats.org/officeDocument/2006/relationships/package" Target="../embeddings/Microsoft_Excel_Worksheet416.xlsx"/></Relationships>
</file>

<file path=ppt/charts/_rels/chart417.xml.rels><?xml version='1.0' encoding='UTF-8' standalone='yes'?>
<Relationships xmlns="http://schemas.openxmlformats.org/package/2006/relationships"><Relationship Id="rId1" Type="http://schemas.openxmlformats.org/officeDocument/2006/relationships/package" Target="../embeddings/Microsoft_Excel_Worksheet417.xlsx"/></Relationships>
</file>

<file path=ppt/charts/_rels/chart418.xml.rels><?xml version='1.0' encoding='UTF-8' standalone='yes'?>
<Relationships xmlns="http://schemas.openxmlformats.org/package/2006/relationships"><Relationship Id="rId1" Type="http://schemas.openxmlformats.org/officeDocument/2006/relationships/package" Target="../embeddings/Microsoft_Excel_Worksheet418.xlsx"/></Relationships>
</file>

<file path=ppt/charts/_rels/chart419.xml.rels><?xml version='1.0' encoding='UTF-8' standalone='yes'?>
<Relationships xmlns="http://schemas.openxmlformats.org/package/2006/relationships"><Relationship Id="rId1" Type="http://schemas.openxmlformats.org/officeDocument/2006/relationships/package" Target="../embeddings/Microsoft_Excel_Worksheet419.xlsx"/></Relationships>
</file>

<file path=ppt/charts/_rels/chart420.xml.rels><?xml version='1.0' encoding='UTF-8' standalone='yes'?>
<Relationships xmlns="http://schemas.openxmlformats.org/package/2006/relationships"><Relationship Id="rId1" Type="http://schemas.openxmlformats.org/officeDocument/2006/relationships/package" Target="../embeddings/Microsoft_Excel_Worksheet420.xlsx"/></Relationships>
</file>

<file path=ppt/charts/_rels/chart421.xml.rels><?xml version='1.0' encoding='UTF-8' standalone='yes'?>
<Relationships xmlns="http://schemas.openxmlformats.org/package/2006/relationships"><Relationship Id="rId1" Type="http://schemas.openxmlformats.org/officeDocument/2006/relationships/package" Target="../embeddings/Microsoft_Excel_Worksheet421.xlsx"/></Relationships>
</file>

<file path=ppt/charts/_rels/chart422.xml.rels><?xml version='1.0' encoding='UTF-8' standalone='yes'?>
<Relationships xmlns="http://schemas.openxmlformats.org/package/2006/relationships"><Relationship Id="rId1" Type="http://schemas.openxmlformats.org/officeDocument/2006/relationships/package" Target="../embeddings/Microsoft_Excel_Worksheet422.xlsx"/></Relationships>
</file>

<file path=ppt/charts/_rels/chart423.xml.rels><?xml version='1.0' encoding='UTF-8' standalone='yes'?>
<Relationships xmlns="http://schemas.openxmlformats.org/package/2006/relationships"><Relationship Id="rId1" Type="http://schemas.openxmlformats.org/officeDocument/2006/relationships/package" Target="../embeddings/Microsoft_Excel_Worksheet423.xlsx"/></Relationships>
</file>

<file path=ppt/charts/_rels/chart424.xml.rels><?xml version='1.0' encoding='UTF-8' standalone='yes'?>
<Relationships xmlns="http://schemas.openxmlformats.org/package/2006/relationships"><Relationship Id="rId1" Type="http://schemas.openxmlformats.org/officeDocument/2006/relationships/package" Target="../embeddings/Microsoft_Excel_Worksheet424.xlsx"/></Relationships>
</file>

<file path=ppt/charts/_rels/chart425.xml.rels><?xml version='1.0' encoding='UTF-8' standalone='yes'?>
<Relationships xmlns="http://schemas.openxmlformats.org/package/2006/relationships"><Relationship Id="rId1" Type="http://schemas.openxmlformats.org/officeDocument/2006/relationships/package" Target="../embeddings/Microsoft_Excel_Worksheet425.xlsx"/></Relationships>
</file>

<file path=ppt/charts/_rels/chart426.xml.rels><?xml version='1.0' encoding='UTF-8' standalone='yes'?>
<Relationships xmlns="http://schemas.openxmlformats.org/package/2006/relationships"><Relationship Id="rId1" Type="http://schemas.openxmlformats.org/officeDocument/2006/relationships/package" Target="../embeddings/Microsoft_Excel_Worksheet426.xlsx"/></Relationships>
</file>

<file path=ppt/charts/_rels/chart427.xml.rels><?xml version='1.0' encoding='UTF-8' standalone='yes'?>
<Relationships xmlns="http://schemas.openxmlformats.org/package/2006/relationships"><Relationship Id="rId1" Type="http://schemas.openxmlformats.org/officeDocument/2006/relationships/package" Target="../embeddings/Microsoft_Excel_Worksheet427.xlsx"/></Relationships>
</file>

<file path=ppt/charts/_rels/chart428.xml.rels><?xml version='1.0' encoding='UTF-8' standalone='yes'?>
<Relationships xmlns="http://schemas.openxmlformats.org/package/2006/relationships"><Relationship Id="rId1" Type="http://schemas.openxmlformats.org/officeDocument/2006/relationships/package" Target="../embeddings/Microsoft_Excel_Worksheet428.xlsx"/></Relationships>
</file>

<file path=ppt/charts/_rels/chart429.xml.rels><?xml version='1.0' encoding='UTF-8' standalone='yes'?>
<Relationships xmlns="http://schemas.openxmlformats.org/package/2006/relationships"><Relationship Id="rId1" Type="http://schemas.openxmlformats.org/officeDocument/2006/relationships/package" Target="../embeddings/Microsoft_Excel_Worksheet429.xlsx"/></Relationships>
</file>

<file path=ppt/charts/_rels/chart430.xml.rels><?xml version='1.0' encoding='UTF-8' standalone='yes'?>
<Relationships xmlns="http://schemas.openxmlformats.org/package/2006/relationships"><Relationship Id="rId1" Type="http://schemas.openxmlformats.org/officeDocument/2006/relationships/package" Target="../embeddings/Microsoft_Excel_Worksheet430.xlsx"/></Relationships>
</file>

<file path=ppt/charts/_rels/chart431.xml.rels><?xml version='1.0' encoding='UTF-8' standalone='yes'?>
<Relationships xmlns="http://schemas.openxmlformats.org/package/2006/relationships"><Relationship Id="rId1" Type="http://schemas.openxmlformats.org/officeDocument/2006/relationships/package" Target="../embeddings/Microsoft_Excel_Worksheet431.xlsx"/></Relationships>
</file>

<file path=ppt/charts/_rels/chart432.xml.rels><?xml version='1.0' encoding='UTF-8' standalone='yes'?>
<Relationships xmlns="http://schemas.openxmlformats.org/package/2006/relationships"><Relationship Id="rId1" Type="http://schemas.openxmlformats.org/officeDocument/2006/relationships/package" Target="../embeddings/Microsoft_Excel_Worksheet432.xlsx"/></Relationships>
</file>

<file path=ppt/charts/_rels/chart433.xml.rels><?xml version='1.0' encoding='UTF-8' standalone='yes'?>
<Relationships xmlns="http://schemas.openxmlformats.org/package/2006/relationships"><Relationship Id="rId1" Type="http://schemas.openxmlformats.org/officeDocument/2006/relationships/package" Target="../embeddings/Microsoft_Excel_Worksheet433.xlsx"/></Relationships>
</file>

<file path=ppt/charts/_rels/chart434.xml.rels><?xml version='1.0' encoding='UTF-8' standalone='yes'?>
<Relationships xmlns="http://schemas.openxmlformats.org/package/2006/relationships"><Relationship Id="rId1" Type="http://schemas.openxmlformats.org/officeDocument/2006/relationships/package" Target="../embeddings/Microsoft_Excel_Worksheet434.xlsx"/></Relationships>
</file>

<file path=ppt/charts/_rels/chart435.xml.rels><?xml version='1.0' encoding='UTF-8' standalone='yes'?>
<Relationships xmlns="http://schemas.openxmlformats.org/package/2006/relationships"><Relationship Id="rId1" Type="http://schemas.openxmlformats.org/officeDocument/2006/relationships/package" Target="../embeddings/Microsoft_Excel_Worksheet435.xlsx"/></Relationships>
</file>

<file path=ppt/charts/_rels/chart436.xml.rels><?xml version='1.0' encoding='UTF-8' standalone='yes'?>
<Relationships xmlns="http://schemas.openxmlformats.org/package/2006/relationships"><Relationship Id="rId1" Type="http://schemas.openxmlformats.org/officeDocument/2006/relationships/package" Target="../embeddings/Microsoft_Excel_Worksheet436.xlsx"/></Relationships>
</file>

<file path=ppt/charts/_rels/chart437.xml.rels><?xml version='1.0' encoding='UTF-8' standalone='yes'?>
<Relationships xmlns="http://schemas.openxmlformats.org/package/2006/relationships"><Relationship Id="rId1" Type="http://schemas.openxmlformats.org/officeDocument/2006/relationships/package" Target="../embeddings/Microsoft_Excel_Worksheet437.xlsx"/></Relationships>
</file>

<file path=ppt/charts/_rels/chart438.xml.rels><?xml version='1.0' encoding='UTF-8' standalone='yes'?>
<Relationships xmlns="http://schemas.openxmlformats.org/package/2006/relationships"><Relationship Id="rId1" Type="http://schemas.openxmlformats.org/officeDocument/2006/relationships/package" Target="../embeddings/Microsoft_Excel_Worksheet438.xlsx"/></Relationships>
</file>

<file path=ppt/charts/_rels/chart439.xml.rels><?xml version='1.0' encoding='UTF-8' standalone='yes'?>
<Relationships xmlns="http://schemas.openxmlformats.org/package/2006/relationships"><Relationship Id="rId1" Type="http://schemas.openxmlformats.org/officeDocument/2006/relationships/package" Target="../embeddings/Microsoft_Excel_Worksheet439.xlsx"/></Relationships>
</file>

<file path=ppt/charts/_rels/chart440.xml.rels><?xml version='1.0' encoding='UTF-8' standalone='yes'?>
<Relationships xmlns="http://schemas.openxmlformats.org/package/2006/relationships"><Relationship Id="rId1" Type="http://schemas.openxmlformats.org/officeDocument/2006/relationships/package" Target="../embeddings/Microsoft_Excel_Worksheet440.xlsx"/></Relationships>
</file>

<file path=ppt/charts/_rels/chart441.xml.rels><?xml version='1.0' encoding='UTF-8' standalone='yes'?>
<Relationships xmlns="http://schemas.openxmlformats.org/package/2006/relationships"><Relationship Id="rId1" Type="http://schemas.openxmlformats.org/officeDocument/2006/relationships/package" Target="../embeddings/Microsoft_Excel_Worksheet441.xlsx"/></Relationships>
</file>

<file path=ppt/charts/_rels/chart442.xml.rels><?xml version='1.0' encoding='UTF-8' standalone='yes'?>
<Relationships xmlns="http://schemas.openxmlformats.org/package/2006/relationships"><Relationship Id="rId1" Type="http://schemas.openxmlformats.org/officeDocument/2006/relationships/package" Target="../embeddings/Microsoft_Excel_Worksheet442.xlsx"/></Relationships>
</file>

<file path=ppt/charts/_rels/chart443.xml.rels><?xml version='1.0' encoding='UTF-8' standalone='yes'?>
<Relationships xmlns="http://schemas.openxmlformats.org/package/2006/relationships"><Relationship Id="rId1" Type="http://schemas.openxmlformats.org/officeDocument/2006/relationships/package" Target="../embeddings/Microsoft_Excel_Worksheet443.xlsx"/></Relationships>
</file>

<file path=ppt/charts/_rels/chart444.xml.rels><?xml version='1.0' encoding='UTF-8' standalone='yes'?>
<Relationships xmlns="http://schemas.openxmlformats.org/package/2006/relationships"><Relationship Id="rId1" Type="http://schemas.openxmlformats.org/officeDocument/2006/relationships/package" Target="../embeddings/Microsoft_Excel_Worksheet444.xlsx"/></Relationships>
</file>

<file path=ppt/charts/_rels/chart445.xml.rels><?xml version='1.0' encoding='UTF-8' standalone='yes'?>
<Relationships xmlns="http://schemas.openxmlformats.org/package/2006/relationships"><Relationship Id="rId1" Type="http://schemas.openxmlformats.org/officeDocument/2006/relationships/package" Target="../embeddings/Microsoft_Excel_Worksheet445.xlsx"/></Relationships>
</file>

<file path=ppt/charts/_rels/chart446.xml.rels><?xml version='1.0' encoding='UTF-8' standalone='yes'?>
<Relationships xmlns="http://schemas.openxmlformats.org/package/2006/relationships"><Relationship Id="rId1" Type="http://schemas.openxmlformats.org/officeDocument/2006/relationships/package" Target="../embeddings/Microsoft_Excel_Worksheet446.xlsx"/></Relationships>
</file>

<file path=ppt/charts/_rels/chart447.xml.rels><?xml version='1.0' encoding='UTF-8' standalone='yes'?>
<Relationships xmlns="http://schemas.openxmlformats.org/package/2006/relationships"><Relationship Id="rId1" Type="http://schemas.openxmlformats.org/officeDocument/2006/relationships/package" Target="../embeddings/Microsoft_Excel_Worksheet447.xlsx"/></Relationships>
</file>

<file path=ppt/charts/_rels/chart448.xml.rels><?xml version='1.0' encoding='UTF-8' standalone='yes'?>
<Relationships xmlns="http://schemas.openxmlformats.org/package/2006/relationships"><Relationship Id="rId1" Type="http://schemas.openxmlformats.org/officeDocument/2006/relationships/package" Target="../embeddings/Microsoft_Excel_Worksheet448.xlsx"/></Relationships>
</file>

<file path=ppt/charts/_rels/chart449.xml.rels><?xml version='1.0' encoding='UTF-8' standalone='yes'?>
<Relationships xmlns="http://schemas.openxmlformats.org/package/2006/relationships"><Relationship Id="rId1" Type="http://schemas.openxmlformats.org/officeDocument/2006/relationships/package" Target="../embeddings/Microsoft_Excel_Worksheet449.xlsx"/></Relationships>
</file>

<file path=ppt/charts/_rels/chart450.xml.rels><?xml version='1.0' encoding='UTF-8' standalone='yes'?>
<Relationships xmlns="http://schemas.openxmlformats.org/package/2006/relationships"><Relationship Id="rId1" Type="http://schemas.openxmlformats.org/officeDocument/2006/relationships/package" Target="../embeddings/Microsoft_Excel_Worksheet450.xlsx"/></Relationships>
</file>

<file path=ppt/charts/_rels/chart451.xml.rels><?xml version='1.0' encoding='UTF-8' standalone='yes'?>
<Relationships xmlns="http://schemas.openxmlformats.org/package/2006/relationships"><Relationship Id="rId1" Type="http://schemas.openxmlformats.org/officeDocument/2006/relationships/package" Target="../embeddings/Microsoft_Excel_Worksheet451.xlsx"/></Relationships>
</file>

<file path=ppt/charts/_rels/chart452.xml.rels><?xml version='1.0' encoding='UTF-8' standalone='yes'?>
<Relationships xmlns="http://schemas.openxmlformats.org/package/2006/relationships"><Relationship Id="rId1" Type="http://schemas.openxmlformats.org/officeDocument/2006/relationships/package" Target="../embeddings/Microsoft_Excel_Worksheet452.xlsx"/></Relationships>
</file>

<file path=ppt/charts/_rels/chart453.xml.rels><?xml version='1.0' encoding='UTF-8' standalone='yes'?>
<Relationships xmlns="http://schemas.openxmlformats.org/package/2006/relationships"><Relationship Id="rId1" Type="http://schemas.openxmlformats.org/officeDocument/2006/relationships/package" Target="../embeddings/Microsoft_Excel_Worksheet453.xlsx"/></Relationships>
</file>

<file path=ppt/charts/_rels/chart454.xml.rels><?xml version='1.0' encoding='UTF-8' standalone='yes'?>
<Relationships xmlns="http://schemas.openxmlformats.org/package/2006/relationships"><Relationship Id="rId1" Type="http://schemas.openxmlformats.org/officeDocument/2006/relationships/package" Target="../embeddings/Microsoft_Excel_Worksheet454.xlsx"/></Relationships>
</file>

<file path=ppt/charts/_rels/chart455.xml.rels><?xml version='1.0' encoding='UTF-8' standalone='yes'?>
<Relationships xmlns="http://schemas.openxmlformats.org/package/2006/relationships"><Relationship Id="rId1" Type="http://schemas.openxmlformats.org/officeDocument/2006/relationships/package" Target="../embeddings/Microsoft_Excel_Worksheet455.xlsx"/></Relationships>
</file>

<file path=ppt/charts/_rels/chart456.xml.rels><?xml version='1.0' encoding='UTF-8' standalone='yes'?>
<Relationships xmlns="http://schemas.openxmlformats.org/package/2006/relationships"><Relationship Id="rId1" Type="http://schemas.openxmlformats.org/officeDocument/2006/relationships/package" Target="../embeddings/Microsoft_Excel_Worksheet456.xlsx"/></Relationships>
</file>

<file path=ppt/charts/_rels/chart457.xml.rels><?xml version='1.0' encoding='UTF-8' standalone='yes'?>
<Relationships xmlns="http://schemas.openxmlformats.org/package/2006/relationships"><Relationship Id="rId1" Type="http://schemas.openxmlformats.org/officeDocument/2006/relationships/package" Target="../embeddings/Microsoft_Excel_Worksheet457.xlsx"/></Relationships>
</file>

<file path=ppt/charts/_rels/chart458.xml.rels><?xml version='1.0' encoding='UTF-8' standalone='yes'?>
<Relationships xmlns="http://schemas.openxmlformats.org/package/2006/relationships"><Relationship Id="rId1" Type="http://schemas.openxmlformats.org/officeDocument/2006/relationships/package" Target="../embeddings/Microsoft_Excel_Worksheet458.xlsx"/></Relationships>
</file>

<file path=ppt/charts/_rels/chart459.xml.rels><?xml version='1.0' encoding='UTF-8' standalone='yes'?>
<Relationships xmlns="http://schemas.openxmlformats.org/package/2006/relationships"><Relationship Id="rId1" Type="http://schemas.openxmlformats.org/officeDocument/2006/relationships/package" Target="../embeddings/Microsoft_Excel_Worksheet459.xlsx"/></Relationships>
</file>

<file path=ppt/charts/_rels/chart460.xml.rels><?xml version='1.0' encoding='UTF-8' standalone='yes'?>
<Relationships xmlns="http://schemas.openxmlformats.org/package/2006/relationships"><Relationship Id="rId1" Type="http://schemas.openxmlformats.org/officeDocument/2006/relationships/package" Target="../embeddings/Microsoft_Excel_Worksheet460.xlsx"/></Relationships>
</file>

<file path=ppt/charts/_rels/chart461.xml.rels><?xml version='1.0' encoding='UTF-8' standalone='yes'?>
<Relationships xmlns="http://schemas.openxmlformats.org/package/2006/relationships"><Relationship Id="rId1" Type="http://schemas.openxmlformats.org/officeDocument/2006/relationships/package" Target="../embeddings/Microsoft_Excel_Worksheet461.xlsx"/></Relationships>
</file>

<file path=ppt/charts/_rels/chart462.xml.rels><?xml version='1.0' encoding='UTF-8' standalone='yes'?>
<Relationships xmlns="http://schemas.openxmlformats.org/package/2006/relationships"><Relationship Id="rId1" Type="http://schemas.openxmlformats.org/officeDocument/2006/relationships/package" Target="../embeddings/Microsoft_Excel_Worksheet462.xlsx"/></Relationships>
</file>

<file path=ppt/charts/_rels/chart463.xml.rels><?xml version='1.0' encoding='UTF-8' standalone='yes'?>
<Relationships xmlns="http://schemas.openxmlformats.org/package/2006/relationships"><Relationship Id="rId1" Type="http://schemas.openxmlformats.org/officeDocument/2006/relationships/package" Target="../embeddings/Microsoft_Excel_Worksheet463.xlsx"/></Relationships>
</file>

<file path=ppt/charts/_rels/chart464.xml.rels><?xml version='1.0' encoding='UTF-8' standalone='yes'?>
<Relationships xmlns="http://schemas.openxmlformats.org/package/2006/relationships"><Relationship Id="rId1" Type="http://schemas.openxmlformats.org/officeDocument/2006/relationships/package" Target="../embeddings/Microsoft_Excel_Worksheet464.xlsx"/></Relationships>
</file>

<file path=ppt/charts/_rels/chart465.xml.rels><?xml version='1.0' encoding='UTF-8' standalone='yes'?>
<Relationships xmlns="http://schemas.openxmlformats.org/package/2006/relationships"><Relationship Id="rId1" Type="http://schemas.openxmlformats.org/officeDocument/2006/relationships/package" Target="../embeddings/Microsoft_Excel_Worksheet465.xlsx"/></Relationships>
</file>

<file path=ppt/charts/_rels/chart466.xml.rels><?xml version='1.0' encoding='UTF-8' standalone='yes'?>
<Relationships xmlns="http://schemas.openxmlformats.org/package/2006/relationships"><Relationship Id="rId1" Type="http://schemas.openxmlformats.org/officeDocument/2006/relationships/package" Target="../embeddings/Microsoft_Excel_Worksheet466.xlsx"/></Relationships>
</file>

<file path=ppt/charts/_rels/chart467.xml.rels><?xml version='1.0' encoding='UTF-8' standalone='yes'?>
<Relationships xmlns="http://schemas.openxmlformats.org/package/2006/relationships"><Relationship Id="rId1" Type="http://schemas.openxmlformats.org/officeDocument/2006/relationships/package" Target="../embeddings/Microsoft_Excel_Worksheet467.xlsx"/></Relationships>
</file>

<file path=ppt/charts/_rels/chart468.xml.rels><?xml version='1.0' encoding='UTF-8' standalone='yes'?>
<Relationships xmlns="http://schemas.openxmlformats.org/package/2006/relationships"><Relationship Id="rId1" Type="http://schemas.openxmlformats.org/officeDocument/2006/relationships/package" Target="../embeddings/Microsoft_Excel_Worksheet468.xlsx"/></Relationships>
</file>

<file path=ppt/charts/_rels/chart469.xml.rels><?xml version='1.0' encoding='UTF-8' standalone='yes'?>
<Relationships xmlns="http://schemas.openxmlformats.org/package/2006/relationships"><Relationship Id="rId1" Type="http://schemas.openxmlformats.org/officeDocument/2006/relationships/package" Target="../embeddings/Microsoft_Excel_Worksheet469.xlsx"/></Relationships>
</file>

<file path=ppt/charts/_rels/chart470.xml.rels><?xml version='1.0' encoding='UTF-8' standalone='yes'?>
<Relationships xmlns="http://schemas.openxmlformats.org/package/2006/relationships"><Relationship Id="rId1" Type="http://schemas.openxmlformats.org/officeDocument/2006/relationships/package" Target="../embeddings/Microsoft_Excel_Worksheet470.xlsx"/></Relationships>
</file>

<file path=ppt/charts/_rels/chart471.xml.rels><?xml version='1.0' encoding='UTF-8' standalone='yes'?>
<Relationships xmlns="http://schemas.openxmlformats.org/package/2006/relationships"><Relationship Id="rId1" Type="http://schemas.openxmlformats.org/officeDocument/2006/relationships/package" Target="../embeddings/Microsoft_Excel_Worksheet471.xlsx"/></Relationships>
</file>

<file path=ppt/charts/_rels/chart472.xml.rels><?xml version='1.0' encoding='UTF-8' standalone='yes'?>
<Relationships xmlns="http://schemas.openxmlformats.org/package/2006/relationships"><Relationship Id="rId1" Type="http://schemas.openxmlformats.org/officeDocument/2006/relationships/package" Target="../embeddings/Microsoft_Excel_Worksheet472.xlsx"/></Relationships>
</file>

<file path=ppt/charts/_rels/chart473.xml.rels><?xml version='1.0' encoding='UTF-8' standalone='yes'?>
<Relationships xmlns="http://schemas.openxmlformats.org/package/2006/relationships"><Relationship Id="rId1" Type="http://schemas.openxmlformats.org/officeDocument/2006/relationships/package" Target="../embeddings/Microsoft_Excel_Worksheet473.xlsx"/></Relationships>
</file>

<file path=ppt/charts/_rels/chart474.xml.rels><?xml version='1.0' encoding='UTF-8' standalone='yes'?>
<Relationships xmlns="http://schemas.openxmlformats.org/package/2006/relationships"><Relationship Id="rId1" Type="http://schemas.openxmlformats.org/officeDocument/2006/relationships/package" Target="../embeddings/Microsoft_Excel_Worksheet474.xlsx"/></Relationships>
</file>

<file path=ppt/charts/_rels/chart475.xml.rels><?xml version='1.0' encoding='UTF-8' standalone='yes'?>
<Relationships xmlns="http://schemas.openxmlformats.org/package/2006/relationships"><Relationship Id="rId1" Type="http://schemas.openxmlformats.org/officeDocument/2006/relationships/package" Target="../embeddings/Microsoft_Excel_Worksheet475.xlsx"/></Relationships>
</file>

<file path=ppt/charts/_rels/chart476.xml.rels><?xml version='1.0' encoding='UTF-8' standalone='yes'?>
<Relationships xmlns="http://schemas.openxmlformats.org/package/2006/relationships"><Relationship Id="rId1" Type="http://schemas.openxmlformats.org/officeDocument/2006/relationships/package" Target="../embeddings/Microsoft_Excel_Worksheet476.xlsx"/></Relationships>
</file>

<file path=ppt/charts/_rels/chart477.xml.rels><?xml version='1.0' encoding='UTF-8' standalone='yes'?>
<Relationships xmlns="http://schemas.openxmlformats.org/package/2006/relationships"><Relationship Id="rId1" Type="http://schemas.openxmlformats.org/officeDocument/2006/relationships/package" Target="../embeddings/Microsoft_Excel_Worksheet477.xlsx"/></Relationships>
</file>

<file path=ppt/charts/_rels/chart478.xml.rels><?xml version='1.0' encoding='UTF-8' standalone='yes'?>
<Relationships xmlns="http://schemas.openxmlformats.org/package/2006/relationships"><Relationship Id="rId1" Type="http://schemas.openxmlformats.org/officeDocument/2006/relationships/package" Target="../embeddings/Microsoft_Excel_Worksheet478.xlsx"/></Relationships>
</file>

<file path=ppt/charts/_rels/chart479.xml.rels><?xml version='1.0' encoding='UTF-8' standalone='yes'?>
<Relationships xmlns="http://schemas.openxmlformats.org/package/2006/relationships"><Relationship Id="rId1" Type="http://schemas.openxmlformats.org/officeDocument/2006/relationships/package" Target="../embeddings/Microsoft_Excel_Worksheet479.xlsx"/></Relationships>
</file>

<file path=ppt/charts/_rels/chart480.xml.rels><?xml version='1.0' encoding='UTF-8' standalone='yes'?>
<Relationships xmlns="http://schemas.openxmlformats.org/package/2006/relationships"><Relationship Id="rId1" Type="http://schemas.openxmlformats.org/officeDocument/2006/relationships/package" Target="../embeddings/Microsoft_Excel_Worksheet480.xlsx"/></Relationships>
</file>

<file path=ppt/charts/_rels/chart481.xml.rels><?xml version='1.0' encoding='UTF-8' standalone='yes'?>
<Relationships xmlns="http://schemas.openxmlformats.org/package/2006/relationships"><Relationship Id="rId1" Type="http://schemas.openxmlformats.org/officeDocument/2006/relationships/package" Target="../embeddings/Microsoft_Excel_Worksheet481.xlsx"/></Relationships>
</file>

<file path=ppt/charts/_rels/chart482.xml.rels><?xml version='1.0' encoding='UTF-8' standalone='yes'?>
<Relationships xmlns="http://schemas.openxmlformats.org/package/2006/relationships"><Relationship Id="rId1" Type="http://schemas.openxmlformats.org/officeDocument/2006/relationships/package" Target="../embeddings/Microsoft_Excel_Worksheet482.xlsx"/></Relationships>
</file>

<file path=ppt/charts/_rels/chart483.xml.rels><?xml version='1.0' encoding='UTF-8' standalone='yes'?>
<Relationships xmlns="http://schemas.openxmlformats.org/package/2006/relationships"><Relationship Id="rId1" Type="http://schemas.openxmlformats.org/officeDocument/2006/relationships/package" Target="../embeddings/Microsoft_Excel_Worksheet483.xlsx"/></Relationships>
</file>

<file path=ppt/charts/_rels/chart484.xml.rels><?xml version='1.0' encoding='UTF-8' standalone='yes'?>
<Relationships xmlns="http://schemas.openxmlformats.org/package/2006/relationships"><Relationship Id="rId1" Type="http://schemas.openxmlformats.org/officeDocument/2006/relationships/package" Target="../embeddings/Microsoft_Excel_Worksheet484.xlsx"/></Relationships>
</file>

<file path=ppt/charts/_rels/chart485.xml.rels><?xml version='1.0' encoding='UTF-8' standalone='yes'?>
<Relationships xmlns="http://schemas.openxmlformats.org/package/2006/relationships"><Relationship Id="rId1" Type="http://schemas.openxmlformats.org/officeDocument/2006/relationships/package" Target="../embeddings/Microsoft_Excel_Worksheet485.xlsx"/></Relationships>
</file>

<file path=ppt/charts/_rels/chart486.xml.rels><?xml version='1.0' encoding='UTF-8' standalone='yes'?>
<Relationships xmlns="http://schemas.openxmlformats.org/package/2006/relationships"><Relationship Id="rId1" Type="http://schemas.openxmlformats.org/officeDocument/2006/relationships/package" Target="../embeddings/Microsoft_Excel_Worksheet486.xlsx"/></Relationships>
</file>

<file path=ppt/charts/_rels/chart487.xml.rels><?xml version='1.0' encoding='UTF-8' standalone='yes'?>
<Relationships xmlns="http://schemas.openxmlformats.org/package/2006/relationships"><Relationship Id="rId1" Type="http://schemas.openxmlformats.org/officeDocument/2006/relationships/package" Target="../embeddings/Microsoft_Excel_Worksheet487.xlsx"/></Relationships>
</file>

<file path=ppt/charts/_rels/chart488.xml.rels><?xml version='1.0' encoding='UTF-8' standalone='yes'?>
<Relationships xmlns="http://schemas.openxmlformats.org/package/2006/relationships"><Relationship Id="rId1" Type="http://schemas.openxmlformats.org/officeDocument/2006/relationships/package" Target="../embeddings/Microsoft_Excel_Worksheet488.xlsx"/></Relationships>
</file>

<file path=ppt/charts/_rels/chart489.xml.rels><?xml version='1.0' encoding='UTF-8' standalone='yes'?>
<Relationships xmlns="http://schemas.openxmlformats.org/package/2006/relationships"><Relationship Id="rId1" Type="http://schemas.openxmlformats.org/officeDocument/2006/relationships/package" Target="../embeddings/Microsoft_Excel_Worksheet489.xlsx"/></Relationships>
</file>

<file path=ppt/charts/_rels/chart490.xml.rels><?xml version='1.0' encoding='UTF-8' standalone='yes'?>
<Relationships xmlns="http://schemas.openxmlformats.org/package/2006/relationships"><Relationship Id="rId1" Type="http://schemas.openxmlformats.org/officeDocument/2006/relationships/package" Target="../embeddings/Microsoft_Excel_Worksheet490.xlsx"/></Relationships>
</file>

<file path=ppt/charts/_rels/chart491.xml.rels><?xml version='1.0' encoding='UTF-8' standalone='yes'?>
<Relationships xmlns="http://schemas.openxmlformats.org/package/2006/relationships"><Relationship Id="rId1" Type="http://schemas.openxmlformats.org/officeDocument/2006/relationships/package" Target="../embeddings/Microsoft_Excel_Worksheet491.xlsx"/></Relationships>
</file>

<file path=ppt/charts/_rels/chart492.xml.rels><?xml version='1.0' encoding='UTF-8' standalone='yes'?>
<Relationships xmlns="http://schemas.openxmlformats.org/package/2006/relationships"><Relationship Id="rId1" Type="http://schemas.openxmlformats.org/officeDocument/2006/relationships/package" Target="../embeddings/Microsoft_Excel_Worksheet492.xlsx"/></Relationships>
</file>

<file path=ppt/charts/_rels/chart493.xml.rels><?xml version='1.0' encoding='UTF-8' standalone='yes'?>
<Relationships xmlns="http://schemas.openxmlformats.org/package/2006/relationships"><Relationship Id="rId1" Type="http://schemas.openxmlformats.org/officeDocument/2006/relationships/package" Target="../embeddings/Microsoft_Excel_Worksheet493.xlsx"/></Relationships>
</file>

<file path=ppt/charts/_rels/chart494.xml.rels><?xml version='1.0' encoding='UTF-8' standalone='yes'?>
<Relationships xmlns="http://schemas.openxmlformats.org/package/2006/relationships"><Relationship Id="rId1" Type="http://schemas.openxmlformats.org/officeDocument/2006/relationships/package" Target="../embeddings/Microsoft_Excel_Worksheet494.xlsx"/></Relationships>
</file>

<file path=ppt/charts/_rels/chart495.xml.rels><?xml version='1.0' encoding='UTF-8' standalone='yes'?>
<Relationships xmlns="http://schemas.openxmlformats.org/package/2006/relationships"><Relationship Id="rId1" Type="http://schemas.openxmlformats.org/officeDocument/2006/relationships/package" Target="../embeddings/Microsoft_Excel_Worksheet495.xlsx"/></Relationships>
</file>

<file path=ppt/charts/_rels/chart496.xml.rels><?xml version='1.0' encoding='UTF-8' standalone='yes'?>
<Relationships xmlns="http://schemas.openxmlformats.org/package/2006/relationships"><Relationship Id="rId1" Type="http://schemas.openxmlformats.org/officeDocument/2006/relationships/package" Target="../embeddings/Microsoft_Excel_Worksheet496.xlsx"/></Relationships>
</file>

<file path=ppt/charts/_rels/chart497.xml.rels><?xml version='1.0' encoding='UTF-8' standalone='yes'?>
<Relationships xmlns="http://schemas.openxmlformats.org/package/2006/relationships"><Relationship Id="rId1" Type="http://schemas.openxmlformats.org/officeDocument/2006/relationships/package" Target="../embeddings/Microsoft_Excel_Worksheet497.xlsx"/></Relationships>
</file>

<file path=ppt/charts/_rels/chart498.xml.rels><?xml version='1.0' encoding='UTF-8' standalone='yes'?>
<Relationships xmlns="http://schemas.openxmlformats.org/package/2006/relationships"><Relationship Id="rId1" Type="http://schemas.openxmlformats.org/officeDocument/2006/relationships/package" Target="../embeddings/Microsoft_Excel_Worksheet498.xlsx"/></Relationships>
</file>

<file path=ppt/charts/_rels/chart499.xml.rels><?xml version='1.0' encoding='UTF-8' standalone='yes'?>
<Relationships xmlns="http://schemas.openxmlformats.org/package/2006/relationships"><Relationship Id="rId1" Type="http://schemas.openxmlformats.org/officeDocument/2006/relationships/package" Target="../embeddings/Microsoft_Excel_Worksheet499.xlsx"/></Relationships>
</file>

<file path=ppt/charts/_rels/chart500.xml.rels><?xml version='1.0' encoding='UTF-8' standalone='yes'?>
<Relationships xmlns="http://schemas.openxmlformats.org/package/2006/relationships"><Relationship Id="rId1" Type="http://schemas.openxmlformats.org/officeDocument/2006/relationships/package" Target="../embeddings/Microsoft_Excel_Worksheet500.xlsx"/></Relationships>
</file>

<file path=ppt/charts/_rels/chart501.xml.rels><?xml version='1.0' encoding='UTF-8' standalone='yes'?>
<Relationships xmlns="http://schemas.openxmlformats.org/package/2006/relationships"><Relationship Id="rId1" Type="http://schemas.openxmlformats.org/officeDocument/2006/relationships/package" Target="../embeddings/Microsoft_Excel_Worksheet501.xlsx"/></Relationships>
</file>

<file path=ppt/charts/_rels/chart502.xml.rels><?xml version='1.0' encoding='UTF-8' standalone='yes'?>
<Relationships xmlns="http://schemas.openxmlformats.org/package/2006/relationships"><Relationship Id="rId1" Type="http://schemas.openxmlformats.org/officeDocument/2006/relationships/package" Target="../embeddings/Microsoft_Excel_Worksheet502.xlsx"/></Relationships>
</file>

<file path=ppt/charts/_rels/chart503.xml.rels><?xml version='1.0' encoding='UTF-8' standalone='yes'?>
<Relationships xmlns="http://schemas.openxmlformats.org/package/2006/relationships"><Relationship Id="rId1" Type="http://schemas.openxmlformats.org/officeDocument/2006/relationships/package" Target="../embeddings/Microsoft_Excel_Worksheet503.xlsx"/></Relationships>
</file>

<file path=ppt/charts/_rels/chart504.xml.rels><?xml version='1.0' encoding='UTF-8' standalone='yes'?>
<Relationships xmlns="http://schemas.openxmlformats.org/package/2006/relationships"><Relationship Id="rId1" Type="http://schemas.openxmlformats.org/officeDocument/2006/relationships/package" Target="../embeddings/Microsoft_Excel_Worksheet504.xlsx"/></Relationships>
</file>

<file path=ppt/charts/_rels/chart505.xml.rels><?xml version='1.0' encoding='UTF-8' standalone='yes'?>
<Relationships xmlns="http://schemas.openxmlformats.org/package/2006/relationships"><Relationship Id="rId1" Type="http://schemas.openxmlformats.org/officeDocument/2006/relationships/package" Target="../embeddings/Microsoft_Excel_Worksheet505.xlsx"/></Relationships>
</file>

<file path=ppt/charts/_rels/chart506.xml.rels><?xml version='1.0' encoding='UTF-8' standalone='yes'?>
<Relationships xmlns="http://schemas.openxmlformats.org/package/2006/relationships"><Relationship Id="rId1" Type="http://schemas.openxmlformats.org/officeDocument/2006/relationships/package" Target="../embeddings/Microsoft_Excel_Worksheet506.xlsx"/></Relationships>
</file>

<file path=ppt/charts/_rels/chart507.xml.rels><?xml version='1.0' encoding='UTF-8' standalone='yes'?>
<Relationships xmlns="http://schemas.openxmlformats.org/package/2006/relationships"><Relationship Id="rId1" Type="http://schemas.openxmlformats.org/officeDocument/2006/relationships/package" Target="../embeddings/Microsoft_Excel_Worksheet507.xlsx"/></Relationships>
</file>

<file path=ppt/charts/_rels/chart508.xml.rels><?xml version='1.0' encoding='UTF-8' standalone='yes'?>
<Relationships xmlns="http://schemas.openxmlformats.org/package/2006/relationships"><Relationship Id="rId1" Type="http://schemas.openxmlformats.org/officeDocument/2006/relationships/package" Target="../embeddings/Microsoft_Excel_Worksheet508.xlsx"/></Relationships>
</file>

<file path=ppt/charts/_rels/chart509.xml.rels><?xml version='1.0' encoding='UTF-8' standalone='yes'?>
<Relationships xmlns="http://schemas.openxmlformats.org/package/2006/relationships"><Relationship Id="rId1" Type="http://schemas.openxmlformats.org/officeDocument/2006/relationships/package" Target="../embeddings/Microsoft_Excel_Worksheet509.xlsx"/></Relationships>
</file>

<file path=ppt/charts/_rels/chart510.xml.rels><?xml version='1.0' encoding='UTF-8' standalone='yes'?>
<Relationships xmlns="http://schemas.openxmlformats.org/package/2006/relationships"><Relationship Id="rId1" Type="http://schemas.openxmlformats.org/officeDocument/2006/relationships/package" Target="../embeddings/Microsoft_Excel_Worksheet510.xlsx"/></Relationships>
</file>

<file path=ppt/charts/_rels/chart511.xml.rels><?xml version='1.0' encoding='UTF-8' standalone='yes'?>
<Relationships xmlns="http://schemas.openxmlformats.org/package/2006/relationships"><Relationship Id="rId1" Type="http://schemas.openxmlformats.org/officeDocument/2006/relationships/package" Target="../embeddings/Microsoft_Excel_Worksheet511.xlsx"/></Relationships>
</file>

<file path=ppt/charts/_rels/chart512.xml.rels><?xml version='1.0' encoding='UTF-8' standalone='yes'?>
<Relationships xmlns="http://schemas.openxmlformats.org/package/2006/relationships"><Relationship Id="rId1" Type="http://schemas.openxmlformats.org/officeDocument/2006/relationships/package" Target="../embeddings/Microsoft_Excel_Worksheet512.xlsx"/></Relationships>
</file>

<file path=ppt/charts/_rels/chart513.xml.rels><?xml version='1.0' encoding='UTF-8' standalone='yes'?>
<Relationships xmlns="http://schemas.openxmlformats.org/package/2006/relationships"><Relationship Id="rId1" Type="http://schemas.openxmlformats.org/officeDocument/2006/relationships/package" Target="../embeddings/Microsoft_Excel_Worksheet513.xlsx"/></Relationships>
</file>

<file path=ppt/charts/_rels/chart514.xml.rels><?xml version='1.0' encoding='UTF-8' standalone='yes'?>
<Relationships xmlns="http://schemas.openxmlformats.org/package/2006/relationships"><Relationship Id="rId1" Type="http://schemas.openxmlformats.org/officeDocument/2006/relationships/package" Target="../embeddings/Microsoft_Excel_Worksheet514.xlsx"/></Relationships>
</file>

<file path=ppt/charts/_rels/chart515.xml.rels><?xml version='1.0' encoding='UTF-8' standalone='yes'?>
<Relationships xmlns="http://schemas.openxmlformats.org/package/2006/relationships"><Relationship Id="rId1" Type="http://schemas.openxmlformats.org/officeDocument/2006/relationships/package" Target="../embeddings/Microsoft_Excel_Worksheet515.xlsx"/></Relationships>
</file>

<file path=ppt/charts/_rels/chart516.xml.rels><?xml version='1.0' encoding='UTF-8' standalone='yes'?>
<Relationships xmlns="http://schemas.openxmlformats.org/package/2006/relationships"><Relationship Id="rId1" Type="http://schemas.openxmlformats.org/officeDocument/2006/relationships/package" Target="../embeddings/Microsoft_Excel_Worksheet516.xlsx"/></Relationships>
</file>

<file path=ppt/charts/_rels/chart517.xml.rels><?xml version='1.0' encoding='UTF-8' standalone='yes'?>
<Relationships xmlns="http://schemas.openxmlformats.org/package/2006/relationships"><Relationship Id="rId1" Type="http://schemas.openxmlformats.org/officeDocument/2006/relationships/package" Target="../embeddings/Microsoft_Excel_Worksheet517.xlsx"/></Relationships>
</file>

<file path=ppt/charts/_rels/chart518.xml.rels><?xml version='1.0' encoding='UTF-8' standalone='yes'?>
<Relationships xmlns="http://schemas.openxmlformats.org/package/2006/relationships"><Relationship Id="rId1" Type="http://schemas.openxmlformats.org/officeDocument/2006/relationships/package" Target="../embeddings/Microsoft_Excel_Worksheet518.xlsx"/></Relationships>
</file>

<file path=ppt/charts/_rels/chart519.xml.rels><?xml version='1.0' encoding='UTF-8' standalone='yes'?>
<Relationships xmlns="http://schemas.openxmlformats.org/package/2006/relationships"><Relationship Id="rId1" Type="http://schemas.openxmlformats.org/officeDocument/2006/relationships/package" Target="../embeddings/Microsoft_Excel_Worksheet519.xlsx"/></Relationships>
</file>

<file path=ppt/charts/_rels/chart520.xml.rels><?xml version='1.0' encoding='UTF-8' standalone='yes'?>
<Relationships xmlns="http://schemas.openxmlformats.org/package/2006/relationships"><Relationship Id="rId1" Type="http://schemas.openxmlformats.org/officeDocument/2006/relationships/package" Target="../embeddings/Microsoft_Excel_Worksheet520.xlsx"/></Relationships>
</file>

<file path=ppt/charts/_rels/chart521.xml.rels><?xml version='1.0' encoding='UTF-8' standalone='yes'?>
<Relationships xmlns="http://schemas.openxmlformats.org/package/2006/relationships"><Relationship Id="rId1" Type="http://schemas.openxmlformats.org/officeDocument/2006/relationships/package" Target="../embeddings/Microsoft_Excel_Worksheet521.xlsx"/></Relationships>
</file>

<file path=ppt/charts/_rels/chart522.xml.rels><?xml version='1.0' encoding='UTF-8' standalone='yes'?>
<Relationships xmlns="http://schemas.openxmlformats.org/package/2006/relationships"><Relationship Id="rId1" Type="http://schemas.openxmlformats.org/officeDocument/2006/relationships/package" Target="../embeddings/Microsoft_Excel_Worksheet522.xlsx"/></Relationships>
</file>

<file path=ppt/charts/_rels/chart523.xml.rels><?xml version='1.0' encoding='UTF-8' standalone='yes'?>
<Relationships xmlns="http://schemas.openxmlformats.org/package/2006/relationships"><Relationship Id="rId1" Type="http://schemas.openxmlformats.org/officeDocument/2006/relationships/package" Target="../embeddings/Microsoft_Excel_Worksheet523.xlsx"/></Relationships>
</file>

<file path=ppt/charts/_rels/chart524.xml.rels><?xml version='1.0' encoding='UTF-8' standalone='yes'?>
<Relationships xmlns="http://schemas.openxmlformats.org/package/2006/relationships"><Relationship Id="rId1" Type="http://schemas.openxmlformats.org/officeDocument/2006/relationships/package" Target="../embeddings/Microsoft_Excel_Worksheet524.xlsx"/></Relationships>
</file>

<file path=ppt/charts/_rels/chart525.xml.rels><?xml version='1.0' encoding='UTF-8' standalone='yes'?>
<Relationships xmlns="http://schemas.openxmlformats.org/package/2006/relationships"><Relationship Id="rId1" Type="http://schemas.openxmlformats.org/officeDocument/2006/relationships/package" Target="../embeddings/Microsoft_Excel_Worksheet525.xlsx"/></Relationships>
</file>

<file path=ppt/charts/_rels/chart526.xml.rels><?xml version='1.0' encoding='UTF-8' standalone='yes'?>
<Relationships xmlns="http://schemas.openxmlformats.org/package/2006/relationships"><Relationship Id="rId1" Type="http://schemas.openxmlformats.org/officeDocument/2006/relationships/package" Target="../embeddings/Microsoft_Excel_Worksheet526.xlsx"/></Relationships>
</file>

<file path=ppt/charts/_rels/chart527.xml.rels><?xml version='1.0' encoding='UTF-8' standalone='yes'?>
<Relationships xmlns="http://schemas.openxmlformats.org/package/2006/relationships"><Relationship Id="rId1" Type="http://schemas.openxmlformats.org/officeDocument/2006/relationships/package" Target="../embeddings/Microsoft_Excel_Worksheet527.xlsx"/></Relationships>
</file>

<file path=ppt/charts/_rels/chart528.xml.rels><?xml version='1.0' encoding='UTF-8' standalone='yes'?>
<Relationships xmlns="http://schemas.openxmlformats.org/package/2006/relationships"><Relationship Id="rId1" Type="http://schemas.openxmlformats.org/officeDocument/2006/relationships/package" Target="../embeddings/Microsoft_Excel_Worksheet528.xlsx"/></Relationships>
</file>

<file path=ppt/charts/_rels/chart529.xml.rels><?xml version='1.0' encoding='UTF-8' standalone='yes'?>
<Relationships xmlns="http://schemas.openxmlformats.org/package/2006/relationships"><Relationship Id="rId1" Type="http://schemas.openxmlformats.org/officeDocument/2006/relationships/package" Target="../embeddings/Microsoft_Excel_Worksheet529.xlsx"/></Relationships>
</file>

<file path=ppt/charts/_rels/chart530.xml.rels><?xml version='1.0' encoding='UTF-8' standalone='yes'?>
<Relationships xmlns="http://schemas.openxmlformats.org/package/2006/relationships"><Relationship Id="rId1" Type="http://schemas.openxmlformats.org/officeDocument/2006/relationships/package" Target="../embeddings/Microsoft_Excel_Worksheet530.xlsx"/></Relationships>
</file>

<file path=ppt/charts/_rels/chart531.xml.rels><?xml version='1.0' encoding='UTF-8' standalone='yes'?>
<Relationships xmlns="http://schemas.openxmlformats.org/package/2006/relationships"><Relationship Id="rId1" Type="http://schemas.openxmlformats.org/officeDocument/2006/relationships/package" Target="../embeddings/Microsoft_Excel_Worksheet531.xlsx"/></Relationships>
</file>

<file path=ppt/charts/_rels/chart532.xml.rels><?xml version='1.0' encoding='UTF-8' standalone='yes'?>
<Relationships xmlns="http://schemas.openxmlformats.org/package/2006/relationships"><Relationship Id="rId1" Type="http://schemas.openxmlformats.org/officeDocument/2006/relationships/package" Target="../embeddings/Microsoft_Excel_Worksheet532.xlsx"/></Relationships>
</file>

<file path=ppt/charts/_rels/chart533.xml.rels><?xml version='1.0' encoding='UTF-8' standalone='yes'?>
<Relationships xmlns="http://schemas.openxmlformats.org/package/2006/relationships"><Relationship Id="rId1" Type="http://schemas.openxmlformats.org/officeDocument/2006/relationships/package" Target="../embeddings/Microsoft_Excel_Worksheet533.xlsx"/></Relationships>
</file>

<file path=ppt/charts/_rels/chart534.xml.rels><?xml version='1.0' encoding='UTF-8' standalone='yes'?>
<Relationships xmlns="http://schemas.openxmlformats.org/package/2006/relationships"><Relationship Id="rId1" Type="http://schemas.openxmlformats.org/officeDocument/2006/relationships/package" Target="../embeddings/Microsoft_Excel_Worksheet534.xlsx"/></Relationships>
</file>

<file path=ppt/charts/_rels/chart535.xml.rels><?xml version='1.0' encoding='UTF-8' standalone='yes'?>
<Relationships xmlns="http://schemas.openxmlformats.org/package/2006/relationships"><Relationship Id="rId1" Type="http://schemas.openxmlformats.org/officeDocument/2006/relationships/package" Target="../embeddings/Microsoft_Excel_Worksheet535.xlsx"/></Relationships>
</file>

<file path=ppt/charts/_rels/chart536.xml.rels><?xml version='1.0' encoding='UTF-8' standalone='yes'?>
<Relationships xmlns="http://schemas.openxmlformats.org/package/2006/relationships"><Relationship Id="rId1" Type="http://schemas.openxmlformats.org/officeDocument/2006/relationships/package" Target="../embeddings/Microsoft_Excel_Worksheet536.xlsx"/></Relationships>
</file>

<file path=ppt/charts/_rels/chart537.xml.rels><?xml version='1.0' encoding='UTF-8' standalone='yes'?>
<Relationships xmlns="http://schemas.openxmlformats.org/package/2006/relationships"><Relationship Id="rId1" Type="http://schemas.openxmlformats.org/officeDocument/2006/relationships/package" Target="../embeddings/Microsoft_Excel_Worksheet537.xlsx"/></Relationships>
</file>

<file path=ppt/charts/_rels/chart538.xml.rels><?xml version='1.0' encoding='UTF-8' standalone='yes'?>
<Relationships xmlns="http://schemas.openxmlformats.org/package/2006/relationships"><Relationship Id="rId1" Type="http://schemas.openxmlformats.org/officeDocument/2006/relationships/package" Target="../embeddings/Microsoft_Excel_Worksheet538.xlsx"/></Relationships>
</file>

<file path=ppt/charts/_rels/chart539.xml.rels><?xml version='1.0' encoding='UTF-8' standalone='yes'?>
<Relationships xmlns="http://schemas.openxmlformats.org/package/2006/relationships"><Relationship Id="rId1" Type="http://schemas.openxmlformats.org/officeDocument/2006/relationships/package" Target="../embeddings/Microsoft_Excel_Worksheet539.xlsx"/></Relationships>
</file>

<file path=ppt/charts/_rels/chart540.xml.rels><?xml version='1.0' encoding='UTF-8' standalone='yes'?>
<Relationships xmlns="http://schemas.openxmlformats.org/package/2006/relationships"><Relationship Id="rId1" Type="http://schemas.openxmlformats.org/officeDocument/2006/relationships/package" Target="../embeddings/Microsoft_Excel_Worksheet540.xlsx"/></Relationships>
</file>

<file path=ppt/charts/_rels/chart541.xml.rels><?xml version='1.0' encoding='UTF-8' standalone='yes'?>
<Relationships xmlns="http://schemas.openxmlformats.org/package/2006/relationships"><Relationship Id="rId1" Type="http://schemas.openxmlformats.org/officeDocument/2006/relationships/package" Target="../embeddings/Microsoft_Excel_Worksheet541.xlsx"/></Relationships>
</file>

<file path=ppt/charts/_rels/chart542.xml.rels><?xml version='1.0' encoding='UTF-8' standalone='yes'?>
<Relationships xmlns="http://schemas.openxmlformats.org/package/2006/relationships"><Relationship Id="rId1" Type="http://schemas.openxmlformats.org/officeDocument/2006/relationships/package" Target="../embeddings/Microsoft_Excel_Worksheet542.xlsx"/></Relationships>
</file>

<file path=ppt/charts/_rels/chart543.xml.rels><?xml version='1.0' encoding='UTF-8' standalone='yes'?>
<Relationships xmlns="http://schemas.openxmlformats.org/package/2006/relationships"><Relationship Id="rId1" Type="http://schemas.openxmlformats.org/officeDocument/2006/relationships/package" Target="../embeddings/Microsoft_Excel_Worksheet543.xlsx"/></Relationships>
</file>

<file path=ppt/charts/_rels/chart544.xml.rels><?xml version='1.0' encoding='UTF-8' standalone='yes'?>
<Relationships xmlns="http://schemas.openxmlformats.org/package/2006/relationships"><Relationship Id="rId1" Type="http://schemas.openxmlformats.org/officeDocument/2006/relationships/package" Target="../embeddings/Microsoft_Excel_Worksheet544.xlsx"/></Relationships>
</file>

<file path=ppt/charts/_rels/chart545.xml.rels><?xml version='1.0' encoding='UTF-8' standalone='yes'?>
<Relationships xmlns="http://schemas.openxmlformats.org/package/2006/relationships"><Relationship Id="rId1" Type="http://schemas.openxmlformats.org/officeDocument/2006/relationships/package" Target="../embeddings/Microsoft_Excel_Worksheet545.xlsx"/></Relationships>
</file>

<file path=ppt/charts/_rels/chart546.xml.rels><?xml version='1.0' encoding='UTF-8' standalone='yes'?>
<Relationships xmlns="http://schemas.openxmlformats.org/package/2006/relationships"><Relationship Id="rId1" Type="http://schemas.openxmlformats.org/officeDocument/2006/relationships/package" Target="../embeddings/Microsoft_Excel_Worksheet546.xlsx"/></Relationships>
</file>

<file path=ppt/charts/_rels/chart547.xml.rels><?xml version='1.0' encoding='UTF-8' standalone='yes'?>
<Relationships xmlns="http://schemas.openxmlformats.org/package/2006/relationships"><Relationship Id="rId1" Type="http://schemas.openxmlformats.org/officeDocument/2006/relationships/package" Target="../embeddings/Microsoft_Excel_Worksheet547.xlsx"/></Relationships>
</file>

<file path=ppt/charts/_rels/chart548.xml.rels><?xml version='1.0' encoding='UTF-8' standalone='yes'?>
<Relationships xmlns="http://schemas.openxmlformats.org/package/2006/relationships"><Relationship Id="rId1" Type="http://schemas.openxmlformats.org/officeDocument/2006/relationships/package" Target="../embeddings/Microsoft_Excel_Worksheet548.xlsx"/></Relationships>
</file>

<file path=ppt/charts/_rels/chart549.xml.rels><?xml version='1.0' encoding='UTF-8' standalone='yes'?>
<Relationships xmlns="http://schemas.openxmlformats.org/package/2006/relationships"><Relationship Id="rId1" Type="http://schemas.openxmlformats.org/officeDocument/2006/relationships/package" Target="../embeddings/Microsoft_Excel_Worksheet549.xlsx"/></Relationships>
</file>

<file path=ppt/charts/_rels/chart550.xml.rels><?xml version='1.0' encoding='UTF-8' standalone='yes'?>
<Relationships xmlns="http://schemas.openxmlformats.org/package/2006/relationships"><Relationship Id="rId1" Type="http://schemas.openxmlformats.org/officeDocument/2006/relationships/package" Target="../embeddings/Microsoft_Excel_Worksheet550.xlsx"/></Relationships>
</file>

<file path=ppt/charts/_rels/chart551.xml.rels><?xml version='1.0' encoding='UTF-8' standalone='yes'?>
<Relationships xmlns="http://schemas.openxmlformats.org/package/2006/relationships"><Relationship Id="rId1" Type="http://schemas.openxmlformats.org/officeDocument/2006/relationships/package" Target="../embeddings/Microsoft_Excel_Worksheet551.xlsx"/></Relationships>
</file>

<file path=ppt/charts/_rels/chart552.xml.rels><?xml version='1.0' encoding='UTF-8' standalone='yes'?>
<Relationships xmlns="http://schemas.openxmlformats.org/package/2006/relationships"><Relationship Id="rId1" Type="http://schemas.openxmlformats.org/officeDocument/2006/relationships/package" Target="../embeddings/Microsoft_Excel_Worksheet552.xlsx"/></Relationships>
</file>

<file path=ppt/charts/_rels/chart553.xml.rels><?xml version='1.0' encoding='UTF-8' standalone='yes'?>
<Relationships xmlns="http://schemas.openxmlformats.org/package/2006/relationships"><Relationship Id="rId1" Type="http://schemas.openxmlformats.org/officeDocument/2006/relationships/package" Target="../embeddings/Microsoft_Excel_Worksheet553.xlsx"/></Relationships>
</file>

<file path=ppt/charts/_rels/chart554.xml.rels><?xml version='1.0' encoding='UTF-8' standalone='yes'?>
<Relationships xmlns="http://schemas.openxmlformats.org/package/2006/relationships"><Relationship Id="rId1" Type="http://schemas.openxmlformats.org/officeDocument/2006/relationships/package" Target="../embeddings/Microsoft_Excel_Worksheet554.xlsx"/></Relationships>
</file>

<file path=ppt/charts/_rels/chart555.xml.rels><?xml version='1.0' encoding='UTF-8' standalone='yes'?>
<Relationships xmlns="http://schemas.openxmlformats.org/package/2006/relationships"><Relationship Id="rId1" Type="http://schemas.openxmlformats.org/officeDocument/2006/relationships/package" Target="../embeddings/Microsoft_Excel_Worksheet555.xlsx"/></Relationships>
</file>

<file path=ppt/charts/_rels/chart556.xml.rels><?xml version='1.0' encoding='UTF-8' standalone='yes'?>
<Relationships xmlns="http://schemas.openxmlformats.org/package/2006/relationships"><Relationship Id="rId1" Type="http://schemas.openxmlformats.org/officeDocument/2006/relationships/package" Target="../embeddings/Microsoft_Excel_Worksheet556.xlsx"/></Relationships>
</file>

<file path=ppt/charts/_rels/chart557.xml.rels><?xml version='1.0' encoding='UTF-8' standalone='yes'?>
<Relationships xmlns="http://schemas.openxmlformats.org/package/2006/relationships"><Relationship Id="rId1" Type="http://schemas.openxmlformats.org/officeDocument/2006/relationships/package" Target="../embeddings/Microsoft_Excel_Worksheet557.xlsx"/></Relationships>
</file>

<file path=ppt/charts/_rels/chart558.xml.rels><?xml version='1.0' encoding='UTF-8' standalone='yes'?>
<Relationships xmlns="http://schemas.openxmlformats.org/package/2006/relationships"><Relationship Id="rId1" Type="http://schemas.openxmlformats.org/officeDocument/2006/relationships/package" Target="../embeddings/Microsoft_Excel_Worksheet558.xlsx"/></Relationships>
</file>

<file path=ppt/charts/_rels/chart559.xml.rels><?xml version='1.0' encoding='UTF-8' standalone='yes'?>
<Relationships xmlns="http://schemas.openxmlformats.org/package/2006/relationships"><Relationship Id="rId1" Type="http://schemas.openxmlformats.org/officeDocument/2006/relationships/package" Target="../embeddings/Microsoft_Excel_Worksheet559.xlsx"/></Relationships>
</file>

<file path=ppt/charts/_rels/chart560.xml.rels><?xml version='1.0' encoding='UTF-8' standalone='yes'?>
<Relationships xmlns="http://schemas.openxmlformats.org/package/2006/relationships"><Relationship Id="rId1" Type="http://schemas.openxmlformats.org/officeDocument/2006/relationships/package" Target="../embeddings/Microsoft_Excel_Worksheet560.xlsx"/></Relationships>
</file>

<file path=ppt/charts/_rels/chart561.xml.rels><?xml version='1.0' encoding='UTF-8' standalone='yes'?>
<Relationships xmlns="http://schemas.openxmlformats.org/package/2006/relationships"><Relationship Id="rId1" Type="http://schemas.openxmlformats.org/officeDocument/2006/relationships/package" Target="../embeddings/Microsoft_Excel_Worksheet561.xlsx"/></Relationships>
</file>

<file path=ppt/charts/_rels/chart562.xml.rels><?xml version='1.0' encoding='UTF-8' standalone='yes'?>
<Relationships xmlns="http://schemas.openxmlformats.org/package/2006/relationships"><Relationship Id="rId1" Type="http://schemas.openxmlformats.org/officeDocument/2006/relationships/package" Target="../embeddings/Microsoft_Excel_Worksheet562.xlsx"/></Relationships>
</file>

<file path=ppt/charts/_rels/chart563.xml.rels><?xml version='1.0' encoding='UTF-8' standalone='yes'?>
<Relationships xmlns="http://schemas.openxmlformats.org/package/2006/relationships"><Relationship Id="rId1" Type="http://schemas.openxmlformats.org/officeDocument/2006/relationships/package" Target="../embeddings/Microsoft_Excel_Worksheet563.xlsx"/></Relationships>
</file>

<file path=ppt/charts/_rels/chart564.xml.rels><?xml version='1.0' encoding='UTF-8' standalone='yes'?>
<Relationships xmlns="http://schemas.openxmlformats.org/package/2006/relationships"><Relationship Id="rId1" Type="http://schemas.openxmlformats.org/officeDocument/2006/relationships/package" Target="../embeddings/Microsoft_Excel_Worksheet564.xlsx"/></Relationships>
</file>

<file path=ppt/charts/_rels/chart565.xml.rels><?xml version='1.0' encoding='UTF-8' standalone='yes'?>
<Relationships xmlns="http://schemas.openxmlformats.org/package/2006/relationships"><Relationship Id="rId1" Type="http://schemas.openxmlformats.org/officeDocument/2006/relationships/package" Target="../embeddings/Microsoft_Excel_Worksheet565.xlsx"/></Relationships>
</file>

<file path=ppt/charts/_rels/chart566.xml.rels><?xml version='1.0' encoding='UTF-8' standalone='yes'?>
<Relationships xmlns="http://schemas.openxmlformats.org/package/2006/relationships"><Relationship Id="rId1" Type="http://schemas.openxmlformats.org/officeDocument/2006/relationships/package" Target="../embeddings/Microsoft_Excel_Worksheet566.xlsx"/></Relationships>
</file>

<file path=ppt/charts/_rels/chart567.xml.rels><?xml version='1.0' encoding='UTF-8' standalone='yes'?>
<Relationships xmlns="http://schemas.openxmlformats.org/package/2006/relationships"><Relationship Id="rId1" Type="http://schemas.openxmlformats.org/officeDocument/2006/relationships/package" Target="../embeddings/Microsoft_Excel_Worksheet567.xlsx"/></Relationships>
</file>

<file path=ppt/charts/_rels/chart568.xml.rels><?xml version='1.0' encoding='UTF-8' standalone='yes'?>
<Relationships xmlns="http://schemas.openxmlformats.org/package/2006/relationships"><Relationship Id="rId1" Type="http://schemas.openxmlformats.org/officeDocument/2006/relationships/package" Target="../embeddings/Microsoft_Excel_Worksheet568.xlsx"/></Relationships>
</file>

<file path=ppt/charts/_rels/chart569.xml.rels><?xml version='1.0' encoding='UTF-8' standalone='yes'?>
<Relationships xmlns="http://schemas.openxmlformats.org/package/2006/relationships"><Relationship Id="rId1" Type="http://schemas.openxmlformats.org/officeDocument/2006/relationships/package" Target="../embeddings/Microsoft_Excel_Worksheet569.xlsx"/></Relationships>
</file>

<file path=ppt/charts/_rels/chart570.xml.rels><?xml version='1.0' encoding='UTF-8' standalone='yes'?>
<Relationships xmlns="http://schemas.openxmlformats.org/package/2006/relationships"><Relationship Id="rId1" Type="http://schemas.openxmlformats.org/officeDocument/2006/relationships/package" Target="../embeddings/Microsoft_Excel_Worksheet570.xlsx"/></Relationships>
</file>

<file path=ppt/charts/_rels/chart571.xml.rels><?xml version='1.0' encoding='UTF-8' standalone='yes'?>
<Relationships xmlns="http://schemas.openxmlformats.org/package/2006/relationships"><Relationship Id="rId1" Type="http://schemas.openxmlformats.org/officeDocument/2006/relationships/package" Target="../embeddings/Microsoft_Excel_Worksheet571.xlsx"/></Relationships>
</file>

<file path=ppt/charts/_rels/chart572.xml.rels><?xml version='1.0' encoding='UTF-8' standalone='yes'?>
<Relationships xmlns="http://schemas.openxmlformats.org/package/2006/relationships"><Relationship Id="rId1" Type="http://schemas.openxmlformats.org/officeDocument/2006/relationships/package" Target="../embeddings/Microsoft_Excel_Worksheet572.xlsx"/></Relationships>
</file>

<file path=ppt/charts/_rels/chart573.xml.rels><?xml version='1.0' encoding='UTF-8' standalone='yes'?>
<Relationships xmlns="http://schemas.openxmlformats.org/package/2006/relationships"><Relationship Id="rId1" Type="http://schemas.openxmlformats.org/officeDocument/2006/relationships/package" Target="../embeddings/Microsoft_Excel_Worksheet573.xlsx"/></Relationships>
</file>

<file path=ppt/charts/_rels/chart574.xml.rels><?xml version='1.0' encoding='UTF-8' standalone='yes'?>
<Relationships xmlns="http://schemas.openxmlformats.org/package/2006/relationships"><Relationship Id="rId1" Type="http://schemas.openxmlformats.org/officeDocument/2006/relationships/package" Target="../embeddings/Microsoft_Excel_Worksheet574.xlsx"/></Relationships>
</file>

<file path=ppt/charts/_rels/chart575.xml.rels><?xml version='1.0' encoding='UTF-8' standalone='yes'?>
<Relationships xmlns="http://schemas.openxmlformats.org/package/2006/relationships"><Relationship Id="rId1" Type="http://schemas.openxmlformats.org/officeDocument/2006/relationships/package" Target="../embeddings/Microsoft_Excel_Worksheet575.xlsx"/></Relationships>
</file>

<file path=ppt/charts/_rels/chart576.xml.rels><?xml version='1.0' encoding='UTF-8' standalone='yes'?>
<Relationships xmlns="http://schemas.openxmlformats.org/package/2006/relationships"><Relationship Id="rId1" Type="http://schemas.openxmlformats.org/officeDocument/2006/relationships/package" Target="../embeddings/Microsoft_Excel_Worksheet576.xlsx"/></Relationships>
</file>

<file path=ppt/charts/_rels/chart577.xml.rels><?xml version='1.0' encoding='UTF-8' standalone='yes'?>
<Relationships xmlns="http://schemas.openxmlformats.org/package/2006/relationships"><Relationship Id="rId1" Type="http://schemas.openxmlformats.org/officeDocument/2006/relationships/package" Target="../embeddings/Microsoft_Excel_Worksheet577.xlsx"/></Relationships>
</file>

<file path=ppt/charts/_rels/chart578.xml.rels><?xml version='1.0' encoding='UTF-8' standalone='yes'?>
<Relationships xmlns="http://schemas.openxmlformats.org/package/2006/relationships"><Relationship Id="rId1" Type="http://schemas.openxmlformats.org/officeDocument/2006/relationships/package" Target="../embeddings/Microsoft_Excel_Worksheet578.xlsx"/></Relationships>
</file>

<file path=ppt/charts/_rels/chart579.xml.rels><?xml version='1.0' encoding='UTF-8' standalone='yes'?>
<Relationships xmlns="http://schemas.openxmlformats.org/package/2006/relationships"><Relationship Id="rId1" Type="http://schemas.openxmlformats.org/officeDocument/2006/relationships/package" Target="../embeddings/Microsoft_Excel_Worksheet579.xlsx"/></Relationships>
</file>

<file path=ppt/charts/_rels/chart580.xml.rels><?xml version='1.0' encoding='UTF-8' standalone='yes'?>
<Relationships xmlns="http://schemas.openxmlformats.org/package/2006/relationships"><Relationship Id="rId1" Type="http://schemas.openxmlformats.org/officeDocument/2006/relationships/package" Target="../embeddings/Microsoft_Excel_Worksheet580.xlsx"/></Relationships>
</file>

<file path=ppt/charts/_rels/chart581.xml.rels><?xml version='1.0' encoding='UTF-8' standalone='yes'?>
<Relationships xmlns="http://schemas.openxmlformats.org/package/2006/relationships"><Relationship Id="rId1" Type="http://schemas.openxmlformats.org/officeDocument/2006/relationships/package" Target="../embeddings/Microsoft_Excel_Worksheet581.xlsx"/></Relationships>
</file>

<file path=ppt/charts/_rels/chart582.xml.rels><?xml version='1.0' encoding='UTF-8' standalone='yes'?>
<Relationships xmlns="http://schemas.openxmlformats.org/package/2006/relationships"><Relationship Id="rId1" Type="http://schemas.openxmlformats.org/officeDocument/2006/relationships/package" Target="../embeddings/Microsoft_Excel_Worksheet582.xlsx"/></Relationships>
</file>

<file path=ppt/charts/_rels/chart583.xml.rels><?xml version='1.0' encoding='UTF-8' standalone='yes'?>
<Relationships xmlns="http://schemas.openxmlformats.org/package/2006/relationships"><Relationship Id="rId1" Type="http://schemas.openxmlformats.org/officeDocument/2006/relationships/package" Target="../embeddings/Microsoft_Excel_Worksheet583.xlsx"/></Relationships>
</file>

<file path=ppt/charts/_rels/chart584.xml.rels><?xml version='1.0' encoding='UTF-8' standalone='yes'?>
<Relationships xmlns="http://schemas.openxmlformats.org/package/2006/relationships"><Relationship Id="rId1" Type="http://schemas.openxmlformats.org/officeDocument/2006/relationships/package" Target="../embeddings/Microsoft_Excel_Worksheet584.xlsx"/></Relationships>
</file>

<file path=ppt/charts/_rels/chart585.xml.rels><?xml version='1.0' encoding='UTF-8' standalone='yes'?>
<Relationships xmlns="http://schemas.openxmlformats.org/package/2006/relationships"><Relationship Id="rId1" Type="http://schemas.openxmlformats.org/officeDocument/2006/relationships/package" Target="../embeddings/Microsoft_Excel_Worksheet585.xlsx"/></Relationships>
</file>

<file path=ppt/charts/_rels/chart586.xml.rels><?xml version='1.0' encoding='UTF-8' standalone='yes'?>
<Relationships xmlns="http://schemas.openxmlformats.org/package/2006/relationships"><Relationship Id="rId1" Type="http://schemas.openxmlformats.org/officeDocument/2006/relationships/package" Target="../embeddings/Microsoft_Excel_Worksheet586.xlsx"/></Relationships>
</file>

<file path=ppt/charts/_rels/chart587.xml.rels><?xml version='1.0' encoding='UTF-8' standalone='yes'?>
<Relationships xmlns="http://schemas.openxmlformats.org/package/2006/relationships"><Relationship Id="rId1" Type="http://schemas.openxmlformats.org/officeDocument/2006/relationships/package" Target="../embeddings/Microsoft_Excel_Worksheet587.xlsx"/></Relationships>
</file>

<file path=ppt/charts/_rels/chart588.xml.rels><?xml version='1.0' encoding='UTF-8' standalone='yes'?>
<Relationships xmlns="http://schemas.openxmlformats.org/package/2006/relationships"><Relationship Id="rId1" Type="http://schemas.openxmlformats.org/officeDocument/2006/relationships/package" Target="../embeddings/Microsoft_Excel_Worksheet588.xlsx"/></Relationships>
</file>

<file path=ppt/charts/_rels/chart589.xml.rels><?xml version='1.0' encoding='UTF-8' standalone='yes'?>
<Relationships xmlns="http://schemas.openxmlformats.org/package/2006/relationships"><Relationship Id="rId1" Type="http://schemas.openxmlformats.org/officeDocument/2006/relationships/package" Target="../embeddings/Microsoft_Excel_Worksheet589.xlsx"/></Relationships>
</file>

<file path=ppt/charts/_rels/chart590.xml.rels><?xml version='1.0' encoding='UTF-8' standalone='yes'?>
<Relationships xmlns="http://schemas.openxmlformats.org/package/2006/relationships"><Relationship Id="rId1" Type="http://schemas.openxmlformats.org/officeDocument/2006/relationships/package" Target="../embeddings/Microsoft_Excel_Worksheet590.xlsx"/></Relationships>
</file>

<file path=ppt/charts/_rels/chart591.xml.rels><?xml version='1.0' encoding='UTF-8' standalone='yes'?>
<Relationships xmlns="http://schemas.openxmlformats.org/package/2006/relationships"><Relationship Id="rId1" Type="http://schemas.openxmlformats.org/officeDocument/2006/relationships/package" Target="../embeddings/Microsoft_Excel_Worksheet591.xlsx"/></Relationships>
</file>

<file path=ppt/charts/_rels/chart592.xml.rels><?xml version='1.0' encoding='UTF-8' standalone='yes'?>
<Relationships xmlns="http://schemas.openxmlformats.org/package/2006/relationships"><Relationship Id="rId1" Type="http://schemas.openxmlformats.org/officeDocument/2006/relationships/package" Target="../embeddings/Microsoft_Excel_Worksheet592.xlsx"/></Relationships>
</file>

<file path=ppt/charts/_rels/chart593.xml.rels><?xml version='1.0' encoding='UTF-8' standalone='yes'?>
<Relationships xmlns="http://schemas.openxmlformats.org/package/2006/relationships"><Relationship Id="rId1" Type="http://schemas.openxmlformats.org/officeDocument/2006/relationships/package" Target="../embeddings/Microsoft_Excel_Worksheet593.xlsx"/></Relationships>
</file>

<file path=ppt/charts/_rels/chart594.xml.rels><?xml version='1.0' encoding='UTF-8' standalone='yes'?>
<Relationships xmlns="http://schemas.openxmlformats.org/package/2006/relationships"><Relationship Id="rId1" Type="http://schemas.openxmlformats.org/officeDocument/2006/relationships/package" Target="../embeddings/Microsoft_Excel_Worksheet594.xlsx"/></Relationships>
</file>

<file path=ppt/charts/_rels/chart595.xml.rels><?xml version='1.0' encoding='UTF-8' standalone='yes'?>
<Relationships xmlns="http://schemas.openxmlformats.org/package/2006/relationships"><Relationship Id="rId1" Type="http://schemas.openxmlformats.org/officeDocument/2006/relationships/package" Target="../embeddings/Microsoft_Excel_Worksheet595.xlsx"/></Relationships>
</file>

<file path=ppt/charts/_rels/chart596.xml.rels><?xml version='1.0' encoding='UTF-8' standalone='yes'?>
<Relationships xmlns="http://schemas.openxmlformats.org/package/2006/relationships"><Relationship Id="rId1" Type="http://schemas.openxmlformats.org/officeDocument/2006/relationships/package" Target="../embeddings/Microsoft_Excel_Worksheet596.xlsx"/></Relationships>
</file>

<file path=ppt/charts/_rels/chart597.xml.rels><?xml version='1.0' encoding='UTF-8' standalone='yes'?>
<Relationships xmlns="http://schemas.openxmlformats.org/package/2006/relationships"><Relationship Id="rId1" Type="http://schemas.openxmlformats.org/officeDocument/2006/relationships/package" Target="../embeddings/Microsoft_Excel_Worksheet597.xlsx"/></Relationships>
</file>

<file path=ppt/charts/_rels/chart598.xml.rels><?xml version='1.0' encoding='UTF-8' standalone='yes'?>
<Relationships xmlns="http://schemas.openxmlformats.org/package/2006/relationships"><Relationship Id="rId1" Type="http://schemas.openxmlformats.org/officeDocument/2006/relationships/package" Target="../embeddings/Microsoft_Excel_Worksheet598.xlsx"/></Relationships>
</file>

<file path=ppt/charts/_rels/chart599.xml.rels><?xml version='1.0' encoding='UTF-8' standalone='yes'?>
<Relationships xmlns="http://schemas.openxmlformats.org/package/2006/relationships"><Relationship Id="rId1" Type="http://schemas.openxmlformats.org/officeDocument/2006/relationships/package" Target="../embeddings/Microsoft_Excel_Worksheet599.xlsx"/></Relationships>
</file>

<file path=ppt/charts/_rels/chart600.xml.rels><?xml version='1.0' encoding='UTF-8' standalone='yes'?>
<Relationships xmlns="http://schemas.openxmlformats.org/package/2006/relationships"><Relationship Id="rId1" Type="http://schemas.openxmlformats.org/officeDocument/2006/relationships/package" Target="../embeddings/Microsoft_Excel_Worksheet600.xlsx"/></Relationships>
</file>

<file path=ppt/charts/_rels/chart601.xml.rels><?xml version='1.0' encoding='UTF-8' standalone='yes'?>
<Relationships xmlns="http://schemas.openxmlformats.org/package/2006/relationships"><Relationship Id="rId1" Type="http://schemas.openxmlformats.org/officeDocument/2006/relationships/package" Target="../embeddings/Microsoft_Excel_Worksheet601.xlsx"/></Relationships>
</file>

<file path=ppt/charts/_rels/chart602.xml.rels><?xml version='1.0' encoding='UTF-8' standalone='yes'?>
<Relationships xmlns="http://schemas.openxmlformats.org/package/2006/relationships"><Relationship Id="rId1" Type="http://schemas.openxmlformats.org/officeDocument/2006/relationships/package" Target="../embeddings/Microsoft_Excel_Worksheet602.xlsx"/></Relationships>
</file>

<file path=ppt/charts/_rels/chart603.xml.rels><?xml version='1.0' encoding='UTF-8' standalone='yes'?>
<Relationships xmlns="http://schemas.openxmlformats.org/package/2006/relationships"><Relationship Id="rId1" Type="http://schemas.openxmlformats.org/officeDocument/2006/relationships/package" Target="../embeddings/Microsoft_Excel_Worksheet603.xlsx"/></Relationships>
</file>

<file path=ppt/charts/_rels/chart604.xml.rels><?xml version='1.0' encoding='UTF-8' standalone='yes'?>
<Relationships xmlns="http://schemas.openxmlformats.org/package/2006/relationships"><Relationship Id="rId1" Type="http://schemas.openxmlformats.org/officeDocument/2006/relationships/package" Target="../embeddings/Microsoft_Excel_Worksheet604.xlsx"/></Relationships>
</file>

<file path=ppt/charts/_rels/chart605.xml.rels><?xml version='1.0' encoding='UTF-8' standalone='yes'?>
<Relationships xmlns="http://schemas.openxmlformats.org/package/2006/relationships"><Relationship Id="rId1" Type="http://schemas.openxmlformats.org/officeDocument/2006/relationships/package" Target="../embeddings/Microsoft_Excel_Worksheet605.xlsx"/></Relationships>
</file>

<file path=ppt/charts/_rels/chart606.xml.rels><?xml version='1.0' encoding='UTF-8' standalone='yes'?>
<Relationships xmlns="http://schemas.openxmlformats.org/package/2006/relationships"><Relationship Id="rId1" Type="http://schemas.openxmlformats.org/officeDocument/2006/relationships/package" Target="../embeddings/Microsoft_Excel_Worksheet606.xlsx"/></Relationships>
</file>

<file path=ppt/charts/_rels/chart607.xml.rels><?xml version='1.0' encoding='UTF-8' standalone='yes'?>
<Relationships xmlns="http://schemas.openxmlformats.org/package/2006/relationships"><Relationship Id="rId1" Type="http://schemas.openxmlformats.org/officeDocument/2006/relationships/package" Target="../embeddings/Microsoft_Excel_Worksheet607.xlsx"/></Relationships>
</file>

<file path=ppt/charts/_rels/chart608.xml.rels><?xml version='1.0' encoding='UTF-8' standalone='yes'?>
<Relationships xmlns="http://schemas.openxmlformats.org/package/2006/relationships"><Relationship Id="rId1" Type="http://schemas.openxmlformats.org/officeDocument/2006/relationships/package" Target="../embeddings/Microsoft_Excel_Worksheet608.xlsx"/></Relationships>
</file>

<file path=ppt/charts/_rels/chart609.xml.rels><?xml version='1.0' encoding='UTF-8' standalone='yes'?>
<Relationships xmlns="http://schemas.openxmlformats.org/package/2006/relationships"><Relationship Id="rId1" Type="http://schemas.openxmlformats.org/officeDocument/2006/relationships/package" Target="../embeddings/Microsoft_Excel_Worksheet609.xlsx"/></Relationships>
</file>

<file path=ppt/charts/_rels/chart610.xml.rels><?xml version='1.0' encoding='UTF-8' standalone='yes'?>
<Relationships xmlns="http://schemas.openxmlformats.org/package/2006/relationships"><Relationship Id="rId1" Type="http://schemas.openxmlformats.org/officeDocument/2006/relationships/package" Target="../embeddings/Microsoft_Excel_Worksheet610.xlsx"/></Relationships>
</file>

<file path=ppt/charts/_rels/chart611.xml.rels><?xml version='1.0' encoding='UTF-8' standalone='yes'?>
<Relationships xmlns="http://schemas.openxmlformats.org/package/2006/relationships"><Relationship Id="rId1" Type="http://schemas.openxmlformats.org/officeDocument/2006/relationships/package" Target="../embeddings/Microsoft_Excel_Worksheet611.xlsx"/></Relationships>
</file>

<file path=ppt/charts/_rels/chart612.xml.rels><?xml version='1.0' encoding='UTF-8' standalone='yes'?>
<Relationships xmlns="http://schemas.openxmlformats.org/package/2006/relationships"><Relationship Id="rId1" Type="http://schemas.openxmlformats.org/officeDocument/2006/relationships/package" Target="../embeddings/Microsoft_Excel_Worksheet612.xlsx"/></Relationships>
</file>

<file path=ppt/charts/_rels/chart613.xml.rels><?xml version='1.0' encoding='UTF-8' standalone='yes'?>
<Relationships xmlns="http://schemas.openxmlformats.org/package/2006/relationships"><Relationship Id="rId1" Type="http://schemas.openxmlformats.org/officeDocument/2006/relationships/package" Target="../embeddings/Microsoft_Excel_Worksheet613.xlsx"/></Relationships>
</file>

<file path=ppt/charts/_rels/chart614.xml.rels><?xml version='1.0' encoding='UTF-8' standalone='yes'?>
<Relationships xmlns="http://schemas.openxmlformats.org/package/2006/relationships"><Relationship Id="rId1" Type="http://schemas.openxmlformats.org/officeDocument/2006/relationships/package" Target="../embeddings/Microsoft_Excel_Worksheet614.xlsx"/></Relationships>
</file>

<file path=ppt/charts/_rels/chart615.xml.rels><?xml version='1.0' encoding='UTF-8' standalone='yes'?>
<Relationships xmlns="http://schemas.openxmlformats.org/package/2006/relationships"><Relationship Id="rId1" Type="http://schemas.openxmlformats.org/officeDocument/2006/relationships/package" Target="../embeddings/Microsoft_Excel_Worksheet615.xlsx"/></Relationships>
</file>

<file path=ppt/charts/_rels/chart616.xml.rels><?xml version='1.0' encoding='UTF-8' standalone='yes'?>
<Relationships xmlns="http://schemas.openxmlformats.org/package/2006/relationships"><Relationship Id="rId1" Type="http://schemas.openxmlformats.org/officeDocument/2006/relationships/package" Target="../embeddings/Microsoft_Excel_Worksheet616.xlsx"/></Relationships>
</file>

<file path=ppt/charts/_rels/chart617.xml.rels><?xml version='1.0' encoding='UTF-8' standalone='yes'?>
<Relationships xmlns="http://schemas.openxmlformats.org/package/2006/relationships"><Relationship Id="rId1" Type="http://schemas.openxmlformats.org/officeDocument/2006/relationships/package" Target="../embeddings/Microsoft_Excel_Worksheet617.xlsx"/></Relationships>
</file>

<file path=ppt/charts/_rels/chart618.xml.rels><?xml version='1.0' encoding='UTF-8' standalone='yes'?>
<Relationships xmlns="http://schemas.openxmlformats.org/package/2006/relationships"><Relationship Id="rId1" Type="http://schemas.openxmlformats.org/officeDocument/2006/relationships/package" Target="../embeddings/Microsoft_Excel_Worksheet618.xlsx"/></Relationships>
</file>

<file path=ppt/charts/_rels/chart619.xml.rels><?xml version='1.0' encoding='UTF-8' standalone='yes'?>
<Relationships xmlns="http://schemas.openxmlformats.org/package/2006/relationships"><Relationship Id="rId1" Type="http://schemas.openxmlformats.org/officeDocument/2006/relationships/package" Target="../embeddings/Microsoft_Excel_Worksheet619.xlsx"/></Relationships>
</file>

<file path=ppt/charts/_rels/chart620.xml.rels><?xml version='1.0' encoding='UTF-8' standalone='yes'?>
<Relationships xmlns="http://schemas.openxmlformats.org/package/2006/relationships"><Relationship Id="rId1" Type="http://schemas.openxmlformats.org/officeDocument/2006/relationships/package" Target="../embeddings/Microsoft_Excel_Worksheet620.xlsx"/></Relationships>
</file>

<file path=ppt/charts/_rels/chart621.xml.rels><?xml version='1.0' encoding='UTF-8' standalone='yes'?>
<Relationships xmlns="http://schemas.openxmlformats.org/package/2006/relationships"><Relationship Id="rId1" Type="http://schemas.openxmlformats.org/officeDocument/2006/relationships/package" Target="../embeddings/Microsoft_Excel_Worksheet621.xlsx"/></Relationships>
</file>

<file path=ppt/charts/_rels/chart622.xml.rels><?xml version='1.0' encoding='UTF-8' standalone='yes'?>
<Relationships xmlns="http://schemas.openxmlformats.org/package/2006/relationships"><Relationship Id="rId1" Type="http://schemas.openxmlformats.org/officeDocument/2006/relationships/package" Target="../embeddings/Microsoft_Excel_Worksheet622.xlsx"/></Relationships>
</file>

<file path=ppt/charts/_rels/chart623.xml.rels><?xml version='1.0' encoding='UTF-8' standalone='yes'?>
<Relationships xmlns="http://schemas.openxmlformats.org/package/2006/relationships"><Relationship Id="rId1" Type="http://schemas.openxmlformats.org/officeDocument/2006/relationships/package" Target="../embeddings/Microsoft_Excel_Worksheet623.xlsx"/></Relationships>
</file>

<file path=ppt/charts/_rels/chart624.xml.rels><?xml version='1.0' encoding='UTF-8' standalone='yes'?>
<Relationships xmlns="http://schemas.openxmlformats.org/package/2006/relationships"><Relationship Id="rId1" Type="http://schemas.openxmlformats.org/officeDocument/2006/relationships/package" Target="../embeddings/Microsoft_Excel_Worksheet624.xlsx"/></Relationships>
</file>

<file path=ppt/charts/_rels/chart625.xml.rels><?xml version='1.0' encoding='UTF-8' standalone='yes'?>
<Relationships xmlns="http://schemas.openxmlformats.org/package/2006/relationships"><Relationship Id="rId1" Type="http://schemas.openxmlformats.org/officeDocument/2006/relationships/package" Target="../embeddings/Microsoft_Excel_Worksheet625.xlsx"/></Relationships>
</file>

<file path=ppt/charts/_rels/chart626.xml.rels><?xml version='1.0' encoding='UTF-8' standalone='yes'?>
<Relationships xmlns="http://schemas.openxmlformats.org/package/2006/relationships"><Relationship Id="rId1" Type="http://schemas.openxmlformats.org/officeDocument/2006/relationships/package" Target="../embeddings/Microsoft_Excel_Worksheet626.xlsx"/></Relationships>
</file>

<file path=ppt/charts/_rels/chart627.xml.rels><?xml version='1.0' encoding='UTF-8' standalone='yes'?>
<Relationships xmlns="http://schemas.openxmlformats.org/package/2006/relationships"><Relationship Id="rId1" Type="http://schemas.openxmlformats.org/officeDocument/2006/relationships/package" Target="../embeddings/Microsoft_Excel_Worksheet627.xlsx"/></Relationships>
</file>

<file path=ppt/charts/_rels/chart628.xml.rels><?xml version='1.0' encoding='UTF-8' standalone='yes'?>
<Relationships xmlns="http://schemas.openxmlformats.org/package/2006/relationships"><Relationship Id="rId1" Type="http://schemas.openxmlformats.org/officeDocument/2006/relationships/package" Target="../embeddings/Microsoft_Excel_Worksheet628.xlsx"/></Relationships>
</file>

<file path=ppt/charts/_rels/chart629.xml.rels><?xml version='1.0' encoding='UTF-8' standalone='yes'?>
<Relationships xmlns="http://schemas.openxmlformats.org/package/2006/relationships"><Relationship Id="rId1" Type="http://schemas.openxmlformats.org/officeDocument/2006/relationships/package" Target="../embeddings/Microsoft_Excel_Worksheet629.xlsx"/></Relationships>
</file>

<file path=ppt/charts/_rels/chart630.xml.rels><?xml version='1.0' encoding='UTF-8' standalone='yes'?>
<Relationships xmlns="http://schemas.openxmlformats.org/package/2006/relationships"><Relationship Id="rId1" Type="http://schemas.openxmlformats.org/officeDocument/2006/relationships/package" Target="../embeddings/Microsoft_Excel_Worksheet630.xlsx"/></Relationships>
</file>

<file path=ppt/charts/_rels/chart631.xml.rels><?xml version='1.0' encoding='UTF-8' standalone='yes'?>
<Relationships xmlns="http://schemas.openxmlformats.org/package/2006/relationships"><Relationship Id="rId1" Type="http://schemas.openxmlformats.org/officeDocument/2006/relationships/package" Target="../embeddings/Microsoft_Excel_Worksheet631.xlsx"/></Relationships>
</file>

<file path=ppt/charts/_rels/chart632.xml.rels><?xml version='1.0' encoding='UTF-8' standalone='yes'?>
<Relationships xmlns="http://schemas.openxmlformats.org/package/2006/relationships"><Relationship Id="rId1" Type="http://schemas.openxmlformats.org/officeDocument/2006/relationships/package" Target="../embeddings/Microsoft_Excel_Worksheet632.xlsx"/></Relationships>
</file>

<file path=ppt/charts/_rels/chart633.xml.rels><?xml version='1.0' encoding='UTF-8' standalone='yes'?>
<Relationships xmlns="http://schemas.openxmlformats.org/package/2006/relationships"><Relationship Id="rId1" Type="http://schemas.openxmlformats.org/officeDocument/2006/relationships/package" Target="../embeddings/Microsoft_Excel_Worksheet633.xlsx"/></Relationships>
</file>

<file path=ppt/charts/_rels/chart634.xml.rels><?xml version='1.0' encoding='UTF-8' standalone='yes'?>
<Relationships xmlns="http://schemas.openxmlformats.org/package/2006/relationships"><Relationship Id="rId1" Type="http://schemas.openxmlformats.org/officeDocument/2006/relationships/package" Target="../embeddings/Microsoft_Excel_Worksheet634.xlsx"/></Relationships>
</file>

<file path=ppt/charts/_rels/chart635.xml.rels><?xml version='1.0' encoding='UTF-8' standalone='yes'?>
<Relationships xmlns="http://schemas.openxmlformats.org/package/2006/relationships"><Relationship Id="rId1" Type="http://schemas.openxmlformats.org/officeDocument/2006/relationships/package" Target="../embeddings/Microsoft_Excel_Worksheet635.xlsx"/></Relationships>
</file>

<file path=ppt/charts/_rels/chart636.xml.rels><?xml version='1.0' encoding='UTF-8' standalone='yes'?>
<Relationships xmlns="http://schemas.openxmlformats.org/package/2006/relationships"><Relationship Id="rId1" Type="http://schemas.openxmlformats.org/officeDocument/2006/relationships/package" Target="../embeddings/Microsoft_Excel_Worksheet636.xlsx"/></Relationships>
</file>

<file path=ppt/charts/_rels/chart637.xml.rels><?xml version='1.0' encoding='UTF-8' standalone='yes'?>
<Relationships xmlns="http://schemas.openxmlformats.org/package/2006/relationships"><Relationship Id="rId1" Type="http://schemas.openxmlformats.org/officeDocument/2006/relationships/package" Target="../embeddings/Microsoft_Excel_Worksheet637.xlsx"/></Relationships>
</file>

<file path=ppt/charts/_rels/chart638.xml.rels><?xml version='1.0' encoding='UTF-8' standalone='yes'?>
<Relationships xmlns="http://schemas.openxmlformats.org/package/2006/relationships"><Relationship Id="rId1" Type="http://schemas.openxmlformats.org/officeDocument/2006/relationships/package" Target="../embeddings/Microsoft_Excel_Worksheet638.xlsx"/></Relationships>
</file>

<file path=ppt/charts/_rels/chart639.xml.rels><?xml version='1.0' encoding='UTF-8' standalone='yes'?>
<Relationships xmlns="http://schemas.openxmlformats.org/package/2006/relationships"><Relationship Id="rId1" Type="http://schemas.openxmlformats.org/officeDocument/2006/relationships/package" Target="../embeddings/Microsoft_Excel_Worksheet639.xlsx"/></Relationships>
</file>

<file path=ppt/charts/_rels/chart640.xml.rels><?xml version='1.0' encoding='UTF-8' standalone='yes'?>
<Relationships xmlns="http://schemas.openxmlformats.org/package/2006/relationships"><Relationship Id="rId1" Type="http://schemas.openxmlformats.org/officeDocument/2006/relationships/package" Target="../embeddings/Microsoft_Excel_Worksheet640.xlsx"/></Relationships>
</file>

<file path=ppt/charts/_rels/chart641.xml.rels><?xml version='1.0' encoding='UTF-8' standalone='yes'?>
<Relationships xmlns="http://schemas.openxmlformats.org/package/2006/relationships"><Relationship Id="rId1" Type="http://schemas.openxmlformats.org/officeDocument/2006/relationships/package" Target="../embeddings/Microsoft_Excel_Worksheet641.xlsx"/></Relationships>
</file>

<file path=ppt/charts/_rels/chart642.xml.rels><?xml version='1.0' encoding='UTF-8' standalone='yes'?>
<Relationships xmlns="http://schemas.openxmlformats.org/package/2006/relationships"><Relationship Id="rId1" Type="http://schemas.openxmlformats.org/officeDocument/2006/relationships/package" Target="../embeddings/Microsoft_Excel_Worksheet642.xlsx"/></Relationships>
</file>

<file path=ppt/charts/_rels/chart643.xml.rels><?xml version='1.0' encoding='UTF-8' standalone='yes'?>
<Relationships xmlns="http://schemas.openxmlformats.org/package/2006/relationships"><Relationship Id="rId1" Type="http://schemas.openxmlformats.org/officeDocument/2006/relationships/package" Target="../embeddings/Microsoft_Excel_Worksheet643.xlsx"/></Relationships>
</file>

<file path=ppt/charts/_rels/chart644.xml.rels><?xml version='1.0' encoding='UTF-8' standalone='yes'?>
<Relationships xmlns="http://schemas.openxmlformats.org/package/2006/relationships"><Relationship Id="rId1" Type="http://schemas.openxmlformats.org/officeDocument/2006/relationships/package" Target="../embeddings/Microsoft_Excel_Worksheet644.xlsx"/></Relationships>
</file>

<file path=ppt/charts/_rels/chart645.xml.rels><?xml version='1.0' encoding='UTF-8' standalone='yes'?>
<Relationships xmlns="http://schemas.openxmlformats.org/package/2006/relationships"><Relationship Id="rId1" Type="http://schemas.openxmlformats.org/officeDocument/2006/relationships/package" Target="../embeddings/Microsoft_Excel_Worksheet645.xlsx"/></Relationships>
</file>

<file path=ppt/charts/_rels/chart646.xml.rels><?xml version='1.0' encoding='UTF-8' standalone='yes'?>
<Relationships xmlns="http://schemas.openxmlformats.org/package/2006/relationships"><Relationship Id="rId1" Type="http://schemas.openxmlformats.org/officeDocument/2006/relationships/package" Target="../embeddings/Microsoft_Excel_Worksheet646.xlsx"/></Relationships>
</file>

<file path=ppt/charts/_rels/chart647.xml.rels><?xml version='1.0' encoding='UTF-8' standalone='yes'?>
<Relationships xmlns="http://schemas.openxmlformats.org/package/2006/relationships"><Relationship Id="rId1" Type="http://schemas.openxmlformats.org/officeDocument/2006/relationships/package" Target="../embeddings/Microsoft_Excel_Worksheet647.xlsx"/></Relationships>
</file>

<file path=ppt/charts/_rels/chart648.xml.rels><?xml version='1.0' encoding='UTF-8' standalone='yes'?>
<Relationships xmlns="http://schemas.openxmlformats.org/package/2006/relationships"><Relationship Id="rId1" Type="http://schemas.openxmlformats.org/officeDocument/2006/relationships/package" Target="../embeddings/Microsoft_Excel_Worksheet648.xlsx"/></Relationships>
</file>

<file path=ppt/charts/_rels/chart649.xml.rels><?xml version='1.0' encoding='UTF-8' standalone='yes'?>
<Relationships xmlns="http://schemas.openxmlformats.org/package/2006/relationships"><Relationship Id="rId1" Type="http://schemas.openxmlformats.org/officeDocument/2006/relationships/package" Target="../embeddings/Microsoft_Excel_Worksheet649.xlsx"/></Relationships>
</file>

<file path=ppt/charts/_rels/chart650.xml.rels><?xml version='1.0' encoding='UTF-8' standalone='yes'?>
<Relationships xmlns="http://schemas.openxmlformats.org/package/2006/relationships"><Relationship Id="rId1" Type="http://schemas.openxmlformats.org/officeDocument/2006/relationships/package" Target="../embeddings/Microsoft_Excel_Worksheet650.xlsx"/></Relationships>
</file>

<file path=ppt/charts/_rels/chart651.xml.rels><?xml version='1.0' encoding='UTF-8' standalone='yes'?>
<Relationships xmlns="http://schemas.openxmlformats.org/package/2006/relationships"><Relationship Id="rId1" Type="http://schemas.openxmlformats.org/officeDocument/2006/relationships/package" Target="../embeddings/Microsoft_Excel_Worksheet651.xlsx"/></Relationships>
</file>

<file path=ppt/charts/_rels/chart652.xml.rels><?xml version='1.0' encoding='UTF-8' standalone='yes'?>
<Relationships xmlns="http://schemas.openxmlformats.org/package/2006/relationships"><Relationship Id="rId1" Type="http://schemas.openxmlformats.org/officeDocument/2006/relationships/package" Target="../embeddings/Microsoft_Excel_Worksheet652.xlsx"/></Relationships>
</file>

<file path=ppt/charts/_rels/chart653.xml.rels><?xml version='1.0' encoding='UTF-8' standalone='yes'?>
<Relationships xmlns="http://schemas.openxmlformats.org/package/2006/relationships"><Relationship Id="rId1" Type="http://schemas.openxmlformats.org/officeDocument/2006/relationships/package" Target="../embeddings/Microsoft_Excel_Worksheet653.xlsx"/></Relationships>
</file>

<file path=ppt/charts/_rels/chart654.xml.rels><?xml version='1.0' encoding='UTF-8' standalone='yes'?>
<Relationships xmlns="http://schemas.openxmlformats.org/package/2006/relationships"><Relationship Id="rId1" Type="http://schemas.openxmlformats.org/officeDocument/2006/relationships/package" Target="../embeddings/Microsoft_Excel_Worksheet654.xlsx"/></Relationships>
</file>

<file path=ppt/charts/_rels/chart655.xml.rels><?xml version='1.0' encoding='UTF-8' standalone='yes'?>
<Relationships xmlns="http://schemas.openxmlformats.org/package/2006/relationships"><Relationship Id="rId1" Type="http://schemas.openxmlformats.org/officeDocument/2006/relationships/package" Target="../embeddings/Microsoft_Excel_Worksheet655.xlsx"/></Relationships>
</file>

<file path=ppt/charts/_rels/chart656.xml.rels><?xml version='1.0' encoding='UTF-8' standalone='yes'?>
<Relationships xmlns="http://schemas.openxmlformats.org/package/2006/relationships"><Relationship Id="rId1" Type="http://schemas.openxmlformats.org/officeDocument/2006/relationships/package" Target="../embeddings/Microsoft_Excel_Worksheet656.xlsx"/></Relationships>
</file>

<file path=ppt/charts/_rels/chart657.xml.rels><?xml version='1.0' encoding='UTF-8' standalone='yes'?>
<Relationships xmlns="http://schemas.openxmlformats.org/package/2006/relationships"><Relationship Id="rId1" Type="http://schemas.openxmlformats.org/officeDocument/2006/relationships/package" Target="../embeddings/Microsoft_Excel_Worksheet657.xlsx"/></Relationships>
</file>

<file path=ppt/charts/_rels/chart658.xml.rels><?xml version='1.0' encoding='UTF-8' standalone='yes'?>
<Relationships xmlns="http://schemas.openxmlformats.org/package/2006/relationships"><Relationship Id="rId1" Type="http://schemas.openxmlformats.org/officeDocument/2006/relationships/package" Target="../embeddings/Microsoft_Excel_Worksheet658.xlsx"/></Relationships>
</file>

<file path=ppt/charts/_rels/chart659.xml.rels><?xml version='1.0' encoding='UTF-8' standalone='yes'?>
<Relationships xmlns="http://schemas.openxmlformats.org/package/2006/relationships"><Relationship Id="rId1" Type="http://schemas.openxmlformats.org/officeDocument/2006/relationships/package" Target="../embeddings/Microsoft_Excel_Worksheet659.xlsx"/></Relationships>
</file>

<file path=ppt/charts/_rels/chart660.xml.rels><?xml version='1.0' encoding='UTF-8' standalone='yes'?>
<Relationships xmlns="http://schemas.openxmlformats.org/package/2006/relationships"><Relationship Id="rId1" Type="http://schemas.openxmlformats.org/officeDocument/2006/relationships/package" Target="../embeddings/Microsoft_Excel_Worksheet660.xlsx"/></Relationships>
</file>

<file path=ppt/charts/_rels/chart661.xml.rels><?xml version='1.0' encoding='UTF-8' standalone='yes'?>
<Relationships xmlns="http://schemas.openxmlformats.org/package/2006/relationships"><Relationship Id="rId1" Type="http://schemas.openxmlformats.org/officeDocument/2006/relationships/package" Target="../embeddings/Microsoft_Excel_Worksheet661.xlsx"/></Relationships>
</file>

<file path=ppt/charts/_rels/chart662.xml.rels><?xml version='1.0' encoding='UTF-8' standalone='yes'?>
<Relationships xmlns="http://schemas.openxmlformats.org/package/2006/relationships"><Relationship Id="rId1" Type="http://schemas.openxmlformats.org/officeDocument/2006/relationships/package" Target="../embeddings/Microsoft_Excel_Worksheet662.xlsx"/></Relationships>
</file>

<file path=ppt/charts/_rels/chart663.xml.rels><?xml version='1.0' encoding='UTF-8' standalone='yes'?>
<Relationships xmlns="http://schemas.openxmlformats.org/package/2006/relationships"><Relationship Id="rId1" Type="http://schemas.openxmlformats.org/officeDocument/2006/relationships/package" Target="../embeddings/Microsoft_Excel_Worksheet663.xlsx"/></Relationships>
</file>

<file path=ppt/charts/_rels/chart664.xml.rels><?xml version='1.0' encoding='UTF-8' standalone='yes'?>
<Relationships xmlns="http://schemas.openxmlformats.org/package/2006/relationships"><Relationship Id="rId1" Type="http://schemas.openxmlformats.org/officeDocument/2006/relationships/package" Target="../embeddings/Microsoft_Excel_Worksheet664.xlsx"/></Relationships>
</file>

<file path=ppt/charts/_rels/chart665.xml.rels><?xml version='1.0' encoding='UTF-8' standalone='yes'?>
<Relationships xmlns="http://schemas.openxmlformats.org/package/2006/relationships"><Relationship Id="rId1" Type="http://schemas.openxmlformats.org/officeDocument/2006/relationships/package" Target="../embeddings/Microsoft_Excel_Worksheet665.xlsx"/></Relationships>
</file>

<file path=ppt/charts/_rels/chart666.xml.rels><?xml version='1.0' encoding='UTF-8' standalone='yes'?>
<Relationships xmlns="http://schemas.openxmlformats.org/package/2006/relationships"><Relationship Id="rId1" Type="http://schemas.openxmlformats.org/officeDocument/2006/relationships/package" Target="../embeddings/Microsoft_Excel_Worksheet666.xlsx"/></Relationships>
</file>

<file path=ppt/charts/_rels/chart667.xml.rels><?xml version='1.0' encoding='UTF-8' standalone='yes'?>
<Relationships xmlns="http://schemas.openxmlformats.org/package/2006/relationships"><Relationship Id="rId1" Type="http://schemas.openxmlformats.org/officeDocument/2006/relationships/package" Target="../embeddings/Microsoft_Excel_Worksheet667.xlsx"/></Relationships>
</file>

<file path=ppt/charts/_rels/chart668.xml.rels><?xml version='1.0' encoding='UTF-8' standalone='yes'?>
<Relationships xmlns="http://schemas.openxmlformats.org/package/2006/relationships"><Relationship Id="rId1" Type="http://schemas.openxmlformats.org/officeDocument/2006/relationships/package" Target="../embeddings/Microsoft_Excel_Worksheet668.xlsx"/></Relationships>
</file>

<file path=ppt/charts/_rels/chart669.xml.rels><?xml version='1.0' encoding='UTF-8' standalone='yes'?>
<Relationships xmlns="http://schemas.openxmlformats.org/package/2006/relationships"><Relationship Id="rId1" Type="http://schemas.openxmlformats.org/officeDocument/2006/relationships/package" Target="../embeddings/Microsoft_Excel_Worksheet669.xlsx"/></Relationships>
</file>

<file path=ppt/charts/_rels/chart670.xml.rels><?xml version='1.0' encoding='UTF-8' standalone='yes'?>
<Relationships xmlns="http://schemas.openxmlformats.org/package/2006/relationships"><Relationship Id="rId1" Type="http://schemas.openxmlformats.org/officeDocument/2006/relationships/package" Target="../embeddings/Microsoft_Excel_Worksheet670.xlsx"/></Relationships>
</file>

<file path=ppt/charts/_rels/chart671.xml.rels><?xml version='1.0' encoding='UTF-8' standalone='yes'?>
<Relationships xmlns="http://schemas.openxmlformats.org/package/2006/relationships"><Relationship Id="rId1" Type="http://schemas.openxmlformats.org/officeDocument/2006/relationships/package" Target="../embeddings/Microsoft_Excel_Worksheet671.xlsx"/></Relationships>
</file>

<file path=ppt/charts/_rels/chart672.xml.rels><?xml version='1.0' encoding='UTF-8' standalone='yes'?>
<Relationships xmlns="http://schemas.openxmlformats.org/package/2006/relationships"><Relationship Id="rId1" Type="http://schemas.openxmlformats.org/officeDocument/2006/relationships/package" Target="../embeddings/Microsoft_Excel_Worksheet672.xlsx"/></Relationships>
</file>

<file path=ppt/charts/_rels/chart673.xml.rels><?xml version='1.0' encoding='UTF-8' standalone='yes'?>
<Relationships xmlns="http://schemas.openxmlformats.org/package/2006/relationships"><Relationship Id="rId1" Type="http://schemas.openxmlformats.org/officeDocument/2006/relationships/package" Target="../embeddings/Microsoft_Excel_Worksheet673.xlsx"/></Relationships>
</file>

<file path=ppt/charts/_rels/chart674.xml.rels><?xml version='1.0' encoding='UTF-8' standalone='yes'?>
<Relationships xmlns="http://schemas.openxmlformats.org/package/2006/relationships"><Relationship Id="rId1" Type="http://schemas.openxmlformats.org/officeDocument/2006/relationships/package" Target="../embeddings/Microsoft_Excel_Worksheet674.xlsx"/></Relationships>
</file>

<file path=ppt/charts/_rels/chart675.xml.rels><?xml version='1.0' encoding='UTF-8' standalone='yes'?>
<Relationships xmlns="http://schemas.openxmlformats.org/package/2006/relationships"><Relationship Id="rId1" Type="http://schemas.openxmlformats.org/officeDocument/2006/relationships/package" Target="../embeddings/Microsoft_Excel_Worksheet675.xlsx"/></Relationships>
</file>

<file path=ppt/charts/_rels/chart676.xml.rels><?xml version='1.0' encoding='UTF-8' standalone='yes'?>
<Relationships xmlns="http://schemas.openxmlformats.org/package/2006/relationships"><Relationship Id="rId1" Type="http://schemas.openxmlformats.org/officeDocument/2006/relationships/package" Target="../embeddings/Microsoft_Excel_Worksheet676.xlsx"/></Relationships>
</file>

<file path=ppt/charts/_rels/chart677.xml.rels><?xml version='1.0' encoding='UTF-8' standalone='yes'?>
<Relationships xmlns="http://schemas.openxmlformats.org/package/2006/relationships"><Relationship Id="rId1" Type="http://schemas.openxmlformats.org/officeDocument/2006/relationships/package" Target="../embeddings/Microsoft_Excel_Worksheet677.xlsx"/></Relationships>
</file>

<file path=ppt/charts/_rels/chart678.xml.rels><?xml version='1.0' encoding='UTF-8' standalone='yes'?>
<Relationships xmlns="http://schemas.openxmlformats.org/package/2006/relationships"><Relationship Id="rId1" Type="http://schemas.openxmlformats.org/officeDocument/2006/relationships/package" Target="../embeddings/Microsoft_Excel_Worksheet678.xlsx"/></Relationships>
</file>

<file path=ppt/charts/_rels/chart679.xml.rels><?xml version='1.0' encoding='UTF-8' standalone='yes'?>
<Relationships xmlns="http://schemas.openxmlformats.org/package/2006/relationships"><Relationship Id="rId1" Type="http://schemas.openxmlformats.org/officeDocument/2006/relationships/package" Target="../embeddings/Microsoft_Excel_Worksheet679.xlsx"/></Relationships>
</file>

<file path=ppt/charts/_rels/chart680.xml.rels><?xml version='1.0' encoding='UTF-8' standalone='yes'?>
<Relationships xmlns="http://schemas.openxmlformats.org/package/2006/relationships"><Relationship Id="rId1" Type="http://schemas.openxmlformats.org/officeDocument/2006/relationships/package" Target="../embeddings/Microsoft_Excel_Worksheet680.xlsx"/></Relationships>
</file>

<file path=ppt/charts/_rels/chart681.xml.rels><?xml version='1.0' encoding='UTF-8' standalone='yes'?>
<Relationships xmlns="http://schemas.openxmlformats.org/package/2006/relationships"><Relationship Id="rId1" Type="http://schemas.openxmlformats.org/officeDocument/2006/relationships/package" Target="../embeddings/Microsoft_Excel_Worksheet681.xlsx"/></Relationships>
</file>

<file path=ppt/charts/_rels/chart682.xml.rels><?xml version='1.0' encoding='UTF-8' standalone='yes'?>
<Relationships xmlns="http://schemas.openxmlformats.org/package/2006/relationships"><Relationship Id="rId1" Type="http://schemas.openxmlformats.org/officeDocument/2006/relationships/package" Target="../embeddings/Microsoft_Excel_Worksheet682.xlsx"/></Relationships>
</file>

<file path=ppt/charts/_rels/chart683.xml.rels><?xml version='1.0' encoding='UTF-8' standalone='yes'?>
<Relationships xmlns="http://schemas.openxmlformats.org/package/2006/relationships"><Relationship Id="rId1" Type="http://schemas.openxmlformats.org/officeDocument/2006/relationships/package" Target="../embeddings/Microsoft_Excel_Worksheet683.xlsx"/></Relationships>
</file>

<file path=ppt/charts/_rels/chart684.xml.rels><?xml version='1.0' encoding='UTF-8' standalone='yes'?>
<Relationships xmlns="http://schemas.openxmlformats.org/package/2006/relationships"><Relationship Id="rId1" Type="http://schemas.openxmlformats.org/officeDocument/2006/relationships/package" Target="../embeddings/Microsoft_Excel_Worksheet684.xlsx"/></Relationships>
</file>

<file path=ppt/charts/_rels/chart685.xml.rels><?xml version='1.0' encoding='UTF-8' standalone='yes'?>
<Relationships xmlns="http://schemas.openxmlformats.org/package/2006/relationships"><Relationship Id="rId1" Type="http://schemas.openxmlformats.org/officeDocument/2006/relationships/package" Target="../embeddings/Microsoft_Excel_Worksheet685.xlsx"/></Relationships>
</file>

<file path=ppt/charts/_rels/chart686.xml.rels><?xml version='1.0' encoding='UTF-8' standalone='yes'?>
<Relationships xmlns="http://schemas.openxmlformats.org/package/2006/relationships"><Relationship Id="rId1" Type="http://schemas.openxmlformats.org/officeDocument/2006/relationships/package" Target="../embeddings/Microsoft_Excel_Worksheet686.xlsx"/></Relationships>
</file>

<file path=ppt/charts/_rels/chart687.xml.rels><?xml version='1.0' encoding='UTF-8' standalone='yes'?>
<Relationships xmlns="http://schemas.openxmlformats.org/package/2006/relationships"><Relationship Id="rId1" Type="http://schemas.openxmlformats.org/officeDocument/2006/relationships/package" Target="../embeddings/Microsoft_Excel_Worksheet687.xlsx"/></Relationships>
</file>

<file path=ppt/charts/_rels/chart688.xml.rels><?xml version='1.0' encoding='UTF-8' standalone='yes'?>
<Relationships xmlns="http://schemas.openxmlformats.org/package/2006/relationships"><Relationship Id="rId1" Type="http://schemas.openxmlformats.org/officeDocument/2006/relationships/package" Target="../embeddings/Microsoft_Excel_Worksheet688.xlsx"/></Relationships>
</file>

<file path=ppt/charts/_rels/chart689.xml.rels><?xml version='1.0' encoding='UTF-8' standalone='yes'?>
<Relationships xmlns="http://schemas.openxmlformats.org/package/2006/relationships"><Relationship Id="rId1" Type="http://schemas.openxmlformats.org/officeDocument/2006/relationships/package" Target="../embeddings/Microsoft_Excel_Worksheet689.xlsx"/></Relationships>
</file>

<file path=ppt/charts/_rels/chart690.xml.rels><?xml version='1.0' encoding='UTF-8' standalone='yes'?>
<Relationships xmlns="http://schemas.openxmlformats.org/package/2006/relationships"><Relationship Id="rId1" Type="http://schemas.openxmlformats.org/officeDocument/2006/relationships/package" Target="../embeddings/Microsoft_Excel_Worksheet690.xlsx"/></Relationships>
</file>

<file path=ppt/charts/_rels/chart691.xml.rels><?xml version='1.0' encoding='UTF-8' standalone='yes'?>
<Relationships xmlns="http://schemas.openxmlformats.org/package/2006/relationships"><Relationship Id="rId1" Type="http://schemas.openxmlformats.org/officeDocument/2006/relationships/package" Target="../embeddings/Microsoft_Excel_Worksheet691.xlsx"/></Relationships>
</file>

<file path=ppt/charts/_rels/chart692.xml.rels><?xml version='1.0' encoding='UTF-8' standalone='yes'?>
<Relationships xmlns="http://schemas.openxmlformats.org/package/2006/relationships"><Relationship Id="rId1" Type="http://schemas.openxmlformats.org/officeDocument/2006/relationships/package" Target="../embeddings/Microsoft_Excel_Worksheet692.xlsx"/></Relationships>
</file>

<file path=ppt/charts/_rels/chart693.xml.rels><?xml version='1.0' encoding='UTF-8' standalone='yes'?>
<Relationships xmlns="http://schemas.openxmlformats.org/package/2006/relationships"><Relationship Id="rId1" Type="http://schemas.openxmlformats.org/officeDocument/2006/relationships/package" Target="../embeddings/Microsoft_Excel_Worksheet693.xlsx"/></Relationships>
</file>

<file path=ppt/charts/_rels/chart694.xml.rels><?xml version='1.0' encoding='UTF-8' standalone='yes'?>
<Relationships xmlns="http://schemas.openxmlformats.org/package/2006/relationships"><Relationship Id="rId1" Type="http://schemas.openxmlformats.org/officeDocument/2006/relationships/package" Target="../embeddings/Microsoft_Excel_Worksheet694.xlsx"/></Relationships>
</file>

<file path=ppt/charts/_rels/chart695.xml.rels><?xml version='1.0' encoding='UTF-8' standalone='yes'?>
<Relationships xmlns="http://schemas.openxmlformats.org/package/2006/relationships"><Relationship Id="rId1" Type="http://schemas.openxmlformats.org/officeDocument/2006/relationships/package" Target="../embeddings/Microsoft_Excel_Worksheet695.xlsx"/></Relationships>
</file>

<file path=ppt/charts/_rels/chart696.xml.rels><?xml version='1.0' encoding='UTF-8' standalone='yes'?>
<Relationships xmlns="http://schemas.openxmlformats.org/package/2006/relationships"><Relationship Id="rId1" Type="http://schemas.openxmlformats.org/officeDocument/2006/relationships/package" Target="../embeddings/Microsoft_Excel_Worksheet696.xlsx"/></Relationships>
</file>

<file path=ppt/charts/_rels/chart697.xml.rels><?xml version='1.0' encoding='UTF-8' standalone='yes'?>
<Relationships xmlns="http://schemas.openxmlformats.org/package/2006/relationships"><Relationship Id="rId1" Type="http://schemas.openxmlformats.org/officeDocument/2006/relationships/package" Target="../embeddings/Microsoft_Excel_Worksheet697.xlsx"/></Relationships>
</file>

<file path=ppt/charts/_rels/chart698.xml.rels><?xml version='1.0' encoding='UTF-8' standalone='yes'?>
<Relationships xmlns="http://schemas.openxmlformats.org/package/2006/relationships"><Relationship Id="rId1" Type="http://schemas.openxmlformats.org/officeDocument/2006/relationships/package" Target="../embeddings/Microsoft_Excel_Worksheet698.xlsx"/></Relationships>
</file>

<file path=ppt/charts/_rels/chart699.xml.rels><?xml version='1.0' encoding='UTF-8' standalone='yes'?>
<Relationships xmlns="http://schemas.openxmlformats.org/package/2006/relationships"><Relationship Id="rId1" Type="http://schemas.openxmlformats.org/officeDocument/2006/relationships/package" Target="../embeddings/Microsoft_Excel_Worksheet699.xlsx"/></Relationships>
</file>

<file path=ppt/charts/_rels/chart700.xml.rels><?xml version='1.0' encoding='UTF-8' standalone='yes'?>
<Relationships xmlns="http://schemas.openxmlformats.org/package/2006/relationships"><Relationship Id="rId1" Type="http://schemas.openxmlformats.org/officeDocument/2006/relationships/package" Target="../embeddings/Microsoft_Excel_Worksheet700.xlsx"/></Relationships>
</file>

<file path=ppt/charts/_rels/chart701.xml.rels><?xml version='1.0' encoding='UTF-8' standalone='yes'?>
<Relationships xmlns="http://schemas.openxmlformats.org/package/2006/relationships"><Relationship Id="rId1" Type="http://schemas.openxmlformats.org/officeDocument/2006/relationships/package" Target="../embeddings/Microsoft_Excel_Worksheet701.xlsx"/></Relationships>
</file>

<file path=ppt/charts/_rels/chart702.xml.rels><?xml version='1.0' encoding='UTF-8' standalone='yes'?>
<Relationships xmlns="http://schemas.openxmlformats.org/package/2006/relationships"><Relationship Id="rId1" Type="http://schemas.openxmlformats.org/officeDocument/2006/relationships/package" Target="../embeddings/Microsoft_Excel_Worksheet702.xlsx"/></Relationships>
</file>

<file path=ppt/charts/_rels/chart703.xml.rels><?xml version='1.0' encoding='UTF-8' standalone='yes'?>
<Relationships xmlns="http://schemas.openxmlformats.org/package/2006/relationships"><Relationship Id="rId1" Type="http://schemas.openxmlformats.org/officeDocument/2006/relationships/package" Target="../embeddings/Microsoft_Excel_Worksheet703.xlsx"/></Relationships>
</file>

<file path=ppt/charts/_rels/chart704.xml.rels><?xml version='1.0' encoding='UTF-8' standalone='yes'?>
<Relationships xmlns="http://schemas.openxmlformats.org/package/2006/relationships"><Relationship Id="rId1" Type="http://schemas.openxmlformats.org/officeDocument/2006/relationships/package" Target="../embeddings/Microsoft_Excel_Worksheet704.xlsx"/></Relationships>
</file>

<file path=ppt/charts/_rels/chart705.xml.rels><?xml version='1.0' encoding='UTF-8' standalone='yes'?>
<Relationships xmlns="http://schemas.openxmlformats.org/package/2006/relationships"><Relationship Id="rId1" Type="http://schemas.openxmlformats.org/officeDocument/2006/relationships/package" Target="../embeddings/Microsoft_Excel_Worksheet705.xlsx"/></Relationships>
</file>

<file path=ppt/charts/_rels/chart706.xml.rels><?xml version='1.0' encoding='UTF-8' standalone='yes'?>
<Relationships xmlns="http://schemas.openxmlformats.org/package/2006/relationships"><Relationship Id="rId1" Type="http://schemas.openxmlformats.org/officeDocument/2006/relationships/package" Target="../embeddings/Microsoft_Excel_Worksheet706.xlsx"/></Relationships>
</file>

<file path=ppt/charts/_rels/chart707.xml.rels><?xml version='1.0' encoding='UTF-8' standalone='yes'?>
<Relationships xmlns="http://schemas.openxmlformats.org/package/2006/relationships"><Relationship Id="rId1" Type="http://schemas.openxmlformats.org/officeDocument/2006/relationships/package" Target="../embeddings/Microsoft_Excel_Worksheet707.xlsx"/></Relationships>
</file>

<file path=ppt/charts/_rels/chart708.xml.rels><?xml version='1.0' encoding='UTF-8' standalone='yes'?>
<Relationships xmlns="http://schemas.openxmlformats.org/package/2006/relationships"><Relationship Id="rId1" Type="http://schemas.openxmlformats.org/officeDocument/2006/relationships/package" Target="../embeddings/Microsoft_Excel_Worksheet708.xlsx"/></Relationships>
</file>

<file path=ppt/charts/_rels/chart709.xml.rels><?xml version='1.0' encoding='UTF-8' standalone='yes'?>
<Relationships xmlns="http://schemas.openxmlformats.org/package/2006/relationships"><Relationship Id="rId1" Type="http://schemas.openxmlformats.org/officeDocument/2006/relationships/package" Target="../embeddings/Microsoft_Excel_Worksheet709.xlsx"/></Relationships>
</file>

<file path=ppt/charts/_rels/chart710.xml.rels><?xml version='1.0' encoding='UTF-8' standalone='yes'?>
<Relationships xmlns="http://schemas.openxmlformats.org/package/2006/relationships"><Relationship Id="rId1" Type="http://schemas.openxmlformats.org/officeDocument/2006/relationships/package" Target="../embeddings/Microsoft_Excel_Worksheet710.xlsx"/></Relationships>
</file>

<file path=ppt/charts/_rels/chart711.xml.rels><?xml version='1.0' encoding='UTF-8' standalone='yes'?>
<Relationships xmlns="http://schemas.openxmlformats.org/package/2006/relationships"><Relationship Id="rId1" Type="http://schemas.openxmlformats.org/officeDocument/2006/relationships/package" Target="../embeddings/Microsoft_Excel_Worksheet711.xlsx"/></Relationships>
</file>

<file path=ppt/charts/_rels/chart712.xml.rels><?xml version='1.0' encoding='UTF-8' standalone='yes'?>
<Relationships xmlns="http://schemas.openxmlformats.org/package/2006/relationships"><Relationship Id="rId1" Type="http://schemas.openxmlformats.org/officeDocument/2006/relationships/package" Target="../embeddings/Microsoft_Excel_Worksheet712.xlsx"/></Relationships>
</file>

<file path=ppt/charts/_rels/chart713.xml.rels><?xml version='1.0' encoding='UTF-8' standalone='yes'?>
<Relationships xmlns="http://schemas.openxmlformats.org/package/2006/relationships"><Relationship Id="rId1" Type="http://schemas.openxmlformats.org/officeDocument/2006/relationships/package" Target="../embeddings/Microsoft_Excel_Worksheet713.xlsx"/></Relationships>
</file>

<file path=ppt/charts/_rels/chart714.xml.rels><?xml version='1.0' encoding='UTF-8' standalone='yes'?>
<Relationships xmlns="http://schemas.openxmlformats.org/package/2006/relationships"><Relationship Id="rId1" Type="http://schemas.openxmlformats.org/officeDocument/2006/relationships/package" Target="../embeddings/Microsoft_Excel_Worksheet714.xlsx"/></Relationships>
</file>

<file path=ppt/charts/_rels/chart715.xml.rels><?xml version='1.0' encoding='UTF-8' standalone='yes'?>
<Relationships xmlns="http://schemas.openxmlformats.org/package/2006/relationships"><Relationship Id="rId1" Type="http://schemas.openxmlformats.org/officeDocument/2006/relationships/package" Target="../embeddings/Microsoft_Excel_Worksheet715.xlsx"/></Relationships>
</file>

<file path=ppt/charts/_rels/chart716.xml.rels><?xml version='1.0' encoding='UTF-8' standalone='yes'?>
<Relationships xmlns="http://schemas.openxmlformats.org/package/2006/relationships"><Relationship Id="rId1" Type="http://schemas.openxmlformats.org/officeDocument/2006/relationships/package" Target="../embeddings/Microsoft_Excel_Worksheet716.xlsx"/></Relationships>
</file>

<file path=ppt/charts/_rels/chart717.xml.rels><?xml version='1.0' encoding='UTF-8' standalone='yes'?>
<Relationships xmlns="http://schemas.openxmlformats.org/package/2006/relationships"><Relationship Id="rId1" Type="http://schemas.openxmlformats.org/officeDocument/2006/relationships/package" Target="../embeddings/Microsoft_Excel_Worksheet717.xlsx"/></Relationships>
</file>

<file path=ppt/charts/_rels/chart718.xml.rels><?xml version='1.0' encoding='UTF-8' standalone='yes'?>
<Relationships xmlns="http://schemas.openxmlformats.org/package/2006/relationships"><Relationship Id="rId1" Type="http://schemas.openxmlformats.org/officeDocument/2006/relationships/package" Target="../embeddings/Microsoft_Excel_Worksheet718.xlsx"/></Relationships>
</file>

<file path=ppt/charts/_rels/chart719.xml.rels><?xml version='1.0' encoding='UTF-8' standalone='yes'?>
<Relationships xmlns="http://schemas.openxmlformats.org/package/2006/relationships"><Relationship Id="rId1" Type="http://schemas.openxmlformats.org/officeDocument/2006/relationships/package" Target="../embeddings/Microsoft_Excel_Worksheet719.xlsx"/></Relationships>
</file>

<file path=ppt/charts/_rels/chart720.xml.rels><?xml version='1.0' encoding='UTF-8' standalone='yes'?>
<Relationships xmlns="http://schemas.openxmlformats.org/package/2006/relationships"><Relationship Id="rId1" Type="http://schemas.openxmlformats.org/officeDocument/2006/relationships/package" Target="../embeddings/Microsoft_Excel_Worksheet720.xlsx"/></Relationships>
</file>

<file path=ppt/charts/_rels/chart721.xml.rels><?xml version='1.0' encoding='UTF-8' standalone='yes'?>
<Relationships xmlns="http://schemas.openxmlformats.org/package/2006/relationships"><Relationship Id="rId1" Type="http://schemas.openxmlformats.org/officeDocument/2006/relationships/package" Target="../embeddings/Microsoft_Excel_Worksheet721.xlsx"/></Relationships>
</file>

<file path=ppt/charts/_rels/chart722.xml.rels><?xml version='1.0' encoding='UTF-8' standalone='yes'?>
<Relationships xmlns="http://schemas.openxmlformats.org/package/2006/relationships"><Relationship Id="rId1" Type="http://schemas.openxmlformats.org/officeDocument/2006/relationships/package" Target="../embeddings/Microsoft_Excel_Worksheet722.xlsx"/></Relationships>
</file>

<file path=ppt/charts/_rels/chart723.xml.rels><?xml version='1.0' encoding='UTF-8' standalone='yes'?>
<Relationships xmlns="http://schemas.openxmlformats.org/package/2006/relationships"><Relationship Id="rId1" Type="http://schemas.openxmlformats.org/officeDocument/2006/relationships/package" Target="../embeddings/Microsoft_Excel_Worksheet723.xlsx"/></Relationships>
</file>

<file path=ppt/charts/_rels/chart724.xml.rels><?xml version='1.0' encoding='UTF-8' standalone='yes'?>
<Relationships xmlns="http://schemas.openxmlformats.org/package/2006/relationships"><Relationship Id="rId1" Type="http://schemas.openxmlformats.org/officeDocument/2006/relationships/package" Target="../embeddings/Microsoft_Excel_Worksheet724.xlsx"/></Relationships>
</file>

<file path=ppt/charts/_rels/chart725.xml.rels><?xml version='1.0' encoding='UTF-8' standalone='yes'?>
<Relationships xmlns="http://schemas.openxmlformats.org/package/2006/relationships"><Relationship Id="rId1" Type="http://schemas.openxmlformats.org/officeDocument/2006/relationships/package" Target="../embeddings/Microsoft_Excel_Worksheet725.xlsx"/></Relationships>
</file>

<file path=ppt/charts/_rels/chart726.xml.rels><?xml version='1.0' encoding='UTF-8' standalone='yes'?>
<Relationships xmlns="http://schemas.openxmlformats.org/package/2006/relationships"><Relationship Id="rId1" Type="http://schemas.openxmlformats.org/officeDocument/2006/relationships/package" Target="../embeddings/Microsoft_Excel_Worksheet726.xlsx"/></Relationships>
</file>

<file path=ppt/charts/_rels/chart727.xml.rels><?xml version='1.0' encoding='UTF-8' standalone='yes'?>
<Relationships xmlns="http://schemas.openxmlformats.org/package/2006/relationships"><Relationship Id="rId1" Type="http://schemas.openxmlformats.org/officeDocument/2006/relationships/package" Target="../embeddings/Microsoft_Excel_Worksheet727.xlsx"/></Relationships>
</file>

<file path=ppt/charts/_rels/chart728.xml.rels><?xml version='1.0' encoding='UTF-8' standalone='yes'?>
<Relationships xmlns="http://schemas.openxmlformats.org/package/2006/relationships"><Relationship Id="rId1" Type="http://schemas.openxmlformats.org/officeDocument/2006/relationships/package" Target="../embeddings/Microsoft_Excel_Worksheet728.xlsx"/></Relationships>
</file>

<file path=ppt/charts/_rels/chart729.xml.rels><?xml version='1.0' encoding='UTF-8' standalone='yes'?>
<Relationships xmlns="http://schemas.openxmlformats.org/package/2006/relationships"><Relationship Id="rId1" Type="http://schemas.openxmlformats.org/officeDocument/2006/relationships/package" Target="../embeddings/Microsoft_Excel_Worksheet729.xlsx"/></Relationships>
</file>

<file path=ppt/charts/_rels/chart730.xml.rels><?xml version='1.0' encoding='UTF-8' standalone='yes'?>
<Relationships xmlns="http://schemas.openxmlformats.org/package/2006/relationships"><Relationship Id="rId1" Type="http://schemas.openxmlformats.org/officeDocument/2006/relationships/package" Target="../embeddings/Microsoft_Excel_Worksheet730.xlsx"/></Relationships>
</file>

<file path=ppt/charts/_rels/chart731.xml.rels><?xml version='1.0' encoding='UTF-8' standalone='yes'?>
<Relationships xmlns="http://schemas.openxmlformats.org/package/2006/relationships"><Relationship Id="rId1" Type="http://schemas.openxmlformats.org/officeDocument/2006/relationships/package" Target="../embeddings/Microsoft_Excel_Worksheet731.xlsx"/></Relationships>
</file>

<file path=ppt/charts/_rels/chart732.xml.rels><?xml version='1.0' encoding='UTF-8' standalone='yes'?>
<Relationships xmlns="http://schemas.openxmlformats.org/package/2006/relationships"><Relationship Id="rId1" Type="http://schemas.openxmlformats.org/officeDocument/2006/relationships/package" Target="../embeddings/Microsoft_Excel_Worksheet732.xlsx"/></Relationships>
</file>

<file path=ppt/charts/_rels/chart733.xml.rels><?xml version='1.0' encoding='UTF-8' standalone='yes'?>
<Relationships xmlns="http://schemas.openxmlformats.org/package/2006/relationships"><Relationship Id="rId1" Type="http://schemas.openxmlformats.org/officeDocument/2006/relationships/package" Target="../embeddings/Microsoft_Excel_Worksheet733.xlsx"/></Relationships>
</file>

<file path=ppt/charts/_rels/chart734.xml.rels><?xml version='1.0' encoding='UTF-8' standalone='yes'?>
<Relationships xmlns="http://schemas.openxmlformats.org/package/2006/relationships"><Relationship Id="rId1" Type="http://schemas.openxmlformats.org/officeDocument/2006/relationships/package" Target="../embeddings/Microsoft_Excel_Worksheet734.xlsx"/></Relationships>
</file>

<file path=ppt/charts/_rels/chart735.xml.rels><?xml version='1.0' encoding='UTF-8' standalone='yes'?>
<Relationships xmlns="http://schemas.openxmlformats.org/package/2006/relationships"><Relationship Id="rId1" Type="http://schemas.openxmlformats.org/officeDocument/2006/relationships/package" Target="../embeddings/Microsoft_Excel_Worksheet735.xlsx"/></Relationships>
</file>

<file path=ppt/charts/_rels/chart736.xml.rels><?xml version='1.0' encoding='UTF-8' standalone='yes'?>
<Relationships xmlns="http://schemas.openxmlformats.org/package/2006/relationships"><Relationship Id="rId1" Type="http://schemas.openxmlformats.org/officeDocument/2006/relationships/package" Target="../embeddings/Microsoft_Excel_Worksheet736.xlsx"/></Relationships>
</file>

<file path=ppt/charts/_rels/chart737.xml.rels><?xml version='1.0' encoding='UTF-8' standalone='yes'?>
<Relationships xmlns="http://schemas.openxmlformats.org/package/2006/relationships"><Relationship Id="rId1" Type="http://schemas.openxmlformats.org/officeDocument/2006/relationships/package" Target="../embeddings/Microsoft_Excel_Worksheet737.xlsx"/></Relationships>
</file>

<file path=ppt/charts/_rels/chart738.xml.rels><?xml version='1.0' encoding='UTF-8' standalone='yes'?>
<Relationships xmlns="http://schemas.openxmlformats.org/package/2006/relationships"><Relationship Id="rId1" Type="http://schemas.openxmlformats.org/officeDocument/2006/relationships/package" Target="../embeddings/Microsoft_Excel_Worksheet738.xlsx"/></Relationships>
</file>

<file path=ppt/charts/_rels/chart739.xml.rels><?xml version='1.0' encoding='UTF-8' standalone='yes'?>
<Relationships xmlns="http://schemas.openxmlformats.org/package/2006/relationships"><Relationship Id="rId1" Type="http://schemas.openxmlformats.org/officeDocument/2006/relationships/package" Target="../embeddings/Microsoft_Excel_Worksheet739.xlsx"/></Relationships>
</file>

<file path=ppt/charts/_rels/chart740.xml.rels><?xml version='1.0' encoding='UTF-8' standalone='yes'?>
<Relationships xmlns="http://schemas.openxmlformats.org/package/2006/relationships"><Relationship Id="rId1" Type="http://schemas.openxmlformats.org/officeDocument/2006/relationships/package" Target="../embeddings/Microsoft_Excel_Worksheet740.xlsx"/></Relationships>
</file>

<file path=ppt/charts/_rels/chart741.xml.rels><?xml version='1.0' encoding='UTF-8' standalone='yes'?>
<Relationships xmlns="http://schemas.openxmlformats.org/package/2006/relationships"><Relationship Id="rId1" Type="http://schemas.openxmlformats.org/officeDocument/2006/relationships/package" Target="../embeddings/Microsoft_Excel_Worksheet741.xlsx"/></Relationships>
</file>

<file path=ppt/charts/_rels/chart742.xml.rels><?xml version='1.0' encoding='UTF-8' standalone='yes'?>
<Relationships xmlns="http://schemas.openxmlformats.org/package/2006/relationships"><Relationship Id="rId1" Type="http://schemas.openxmlformats.org/officeDocument/2006/relationships/package" Target="../embeddings/Microsoft_Excel_Worksheet742.xlsx"/></Relationships>
</file>

<file path=ppt/charts/_rels/chart743.xml.rels><?xml version='1.0' encoding='UTF-8' standalone='yes'?>
<Relationships xmlns="http://schemas.openxmlformats.org/package/2006/relationships"><Relationship Id="rId1" Type="http://schemas.openxmlformats.org/officeDocument/2006/relationships/package" Target="../embeddings/Microsoft_Excel_Worksheet743.xlsx"/></Relationships>
</file>

<file path=ppt/charts/_rels/chart744.xml.rels><?xml version='1.0' encoding='UTF-8' standalone='yes'?>
<Relationships xmlns="http://schemas.openxmlformats.org/package/2006/relationships"><Relationship Id="rId1" Type="http://schemas.openxmlformats.org/officeDocument/2006/relationships/package" Target="../embeddings/Microsoft_Excel_Worksheet744.xlsx"/></Relationships>
</file>

<file path=ppt/charts/_rels/chart745.xml.rels><?xml version='1.0' encoding='UTF-8' standalone='yes'?>
<Relationships xmlns="http://schemas.openxmlformats.org/package/2006/relationships"><Relationship Id="rId1" Type="http://schemas.openxmlformats.org/officeDocument/2006/relationships/package" Target="../embeddings/Microsoft_Excel_Worksheet745.xlsx"/></Relationships>
</file>

<file path=ppt/charts/_rels/chart746.xml.rels><?xml version='1.0' encoding='UTF-8' standalone='yes'?>
<Relationships xmlns="http://schemas.openxmlformats.org/package/2006/relationships"><Relationship Id="rId1" Type="http://schemas.openxmlformats.org/officeDocument/2006/relationships/package" Target="../embeddings/Microsoft_Excel_Worksheet746.xlsx"/></Relationships>
</file>

<file path=ppt/charts/_rels/chart747.xml.rels><?xml version='1.0' encoding='UTF-8' standalone='yes'?>
<Relationships xmlns="http://schemas.openxmlformats.org/package/2006/relationships"><Relationship Id="rId1" Type="http://schemas.openxmlformats.org/officeDocument/2006/relationships/package" Target="../embeddings/Microsoft_Excel_Worksheet747.xlsx"/></Relationships>
</file>

<file path=ppt/charts/_rels/chart748.xml.rels><?xml version='1.0' encoding='UTF-8' standalone='yes'?>
<Relationships xmlns="http://schemas.openxmlformats.org/package/2006/relationships"><Relationship Id="rId1" Type="http://schemas.openxmlformats.org/officeDocument/2006/relationships/package" Target="../embeddings/Microsoft_Excel_Worksheet748.xlsx"/></Relationships>
</file>

<file path=ppt/charts/_rels/chart749.xml.rels><?xml version='1.0' encoding='UTF-8' standalone='yes'?>
<Relationships xmlns="http://schemas.openxmlformats.org/package/2006/relationships"><Relationship Id="rId1" Type="http://schemas.openxmlformats.org/officeDocument/2006/relationships/package" Target="../embeddings/Microsoft_Excel_Worksheet749.xlsx"/></Relationships>
</file>

<file path=ppt/charts/_rels/chart750.xml.rels><?xml version='1.0' encoding='UTF-8' standalone='yes'?>
<Relationships xmlns="http://schemas.openxmlformats.org/package/2006/relationships"><Relationship Id="rId1" Type="http://schemas.openxmlformats.org/officeDocument/2006/relationships/package" Target="../embeddings/Microsoft_Excel_Worksheet750.xlsx"/></Relationships>
</file>

<file path=ppt/charts/_rels/chart751.xml.rels><?xml version='1.0' encoding='UTF-8' standalone='yes'?>
<Relationships xmlns="http://schemas.openxmlformats.org/package/2006/relationships"><Relationship Id="rId1" Type="http://schemas.openxmlformats.org/officeDocument/2006/relationships/package" Target="../embeddings/Microsoft_Excel_Worksheet751.xlsx"/></Relationships>
</file>

<file path=ppt/charts/_rels/chart752.xml.rels><?xml version='1.0' encoding='UTF-8' standalone='yes'?>
<Relationships xmlns="http://schemas.openxmlformats.org/package/2006/relationships"><Relationship Id="rId1" Type="http://schemas.openxmlformats.org/officeDocument/2006/relationships/package" Target="../embeddings/Microsoft_Excel_Worksheet752.xlsx"/></Relationships>
</file>

<file path=ppt/charts/_rels/chart753.xml.rels><?xml version='1.0' encoding='UTF-8' standalone='yes'?>
<Relationships xmlns="http://schemas.openxmlformats.org/package/2006/relationships"><Relationship Id="rId1" Type="http://schemas.openxmlformats.org/officeDocument/2006/relationships/package" Target="../embeddings/Microsoft_Excel_Worksheet753.xlsx"/></Relationships>
</file>

<file path=ppt/charts/_rels/chart754.xml.rels><?xml version='1.0' encoding='UTF-8' standalone='yes'?>
<Relationships xmlns="http://schemas.openxmlformats.org/package/2006/relationships"><Relationship Id="rId1" Type="http://schemas.openxmlformats.org/officeDocument/2006/relationships/package" Target="../embeddings/Microsoft_Excel_Worksheet754.xlsx"/></Relationships>
</file>

<file path=ppt/charts/_rels/chart755.xml.rels><?xml version='1.0' encoding='UTF-8' standalone='yes'?>
<Relationships xmlns="http://schemas.openxmlformats.org/package/2006/relationships"><Relationship Id="rId1" Type="http://schemas.openxmlformats.org/officeDocument/2006/relationships/package" Target="../embeddings/Microsoft_Excel_Worksheet755.xlsx"/></Relationships>
</file>

<file path=ppt/charts/_rels/chart756.xml.rels><?xml version='1.0' encoding='UTF-8' standalone='yes'?>
<Relationships xmlns="http://schemas.openxmlformats.org/package/2006/relationships"><Relationship Id="rId1" Type="http://schemas.openxmlformats.org/officeDocument/2006/relationships/package" Target="../embeddings/Microsoft_Excel_Worksheet756.xlsx"/></Relationships>
</file>

<file path=ppt/charts/_rels/chart757.xml.rels><?xml version='1.0' encoding='UTF-8' standalone='yes'?>
<Relationships xmlns="http://schemas.openxmlformats.org/package/2006/relationships"><Relationship Id="rId1" Type="http://schemas.openxmlformats.org/officeDocument/2006/relationships/package" Target="../embeddings/Microsoft_Excel_Worksheet757.xlsx"/></Relationships>
</file>

<file path=ppt/charts/_rels/chart758.xml.rels><?xml version='1.0' encoding='UTF-8' standalone='yes'?>
<Relationships xmlns="http://schemas.openxmlformats.org/package/2006/relationships"><Relationship Id="rId1" Type="http://schemas.openxmlformats.org/officeDocument/2006/relationships/package" Target="../embeddings/Microsoft_Excel_Worksheet758.xlsx"/></Relationships>
</file>

<file path=ppt/charts/_rels/chart759.xml.rels><?xml version='1.0' encoding='UTF-8' standalone='yes'?>
<Relationships xmlns="http://schemas.openxmlformats.org/package/2006/relationships"><Relationship Id="rId1" Type="http://schemas.openxmlformats.org/officeDocument/2006/relationships/package" Target="../embeddings/Microsoft_Excel_Worksheet759.xlsx"/></Relationships>
</file>

<file path=ppt/charts/_rels/chart760.xml.rels><?xml version='1.0' encoding='UTF-8' standalone='yes'?>
<Relationships xmlns="http://schemas.openxmlformats.org/package/2006/relationships"><Relationship Id="rId1" Type="http://schemas.openxmlformats.org/officeDocument/2006/relationships/package" Target="../embeddings/Microsoft_Excel_Worksheet760.xlsx"/></Relationships>
</file>

<file path=ppt/charts/_rels/chart761.xml.rels><?xml version='1.0' encoding='UTF-8' standalone='yes'?>
<Relationships xmlns="http://schemas.openxmlformats.org/package/2006/relationships"><Relationship Id="rId1" Type="http://schemas.openxmlformats.org/officeDocument/2006/relationships/package" Target="../embeddings/Microsoft_Excel_Worksheet761.xlsx"/></Relationships>
</file>

<file path=ppt/charts/_rels/chart762.xml.rels><?xml version='1.0' encoding='UTF-8' standalone='yes'?>
<Relationships xmlns="http://schemas.openxmlformats.org/package/2006/relationships"><Relationship Id="rId1" Type="http://schemas.openxmlformats.org/officeDocument/2006/relationships/package" Target="../embeddings/Microsoft_Excel_Worksheet762.xlsx"/></Relationships>
</file>

<file path=ppt/charts/_rels/chart763.xml.rels><?xml version='1.0' encoding='UTF-8' standalone='yes'?>
<Relationships xmlns="http://schemas.openxmlformats.org/package/2006/relationships"><Relationship Id="rId1" Type="http://schemas.openxmlformats.org/officeDocument/2006/relationships/package" Target="../embeddings/Microsoft_Excel_Worksheet763.xlsx"/></Relationships>
</file>

<file path=ppt/charts/_rels/chart764.xml.rels><?xml version='1.0' encoding='UTF-8' standalone='yes'?>
<Relationships xmlns="http://schemas.openxmlformats.org/package/2006/relationships"><Relationship Id="rId1" Type="http://schemas.openxmlformats.org/officeDocument/2006/relationships/package" Target="../embeddings/Microsoft_Excel_Worksheet764.xlsx"/></Relationships>
</file>

<file path=ppt/charts/_rels/chart765.xml.rels><?xml version='1.0' encoding='UTF-8' standalone='yes'?>
<Relationships xmlns="http://schemas.openxmlformats.org/package/2006/relationships"><Relationship Id="rId1" Type="http://schemas.openxmlformats.org/officeDocument/2006/relationships/package" Target="../embeddings/Microsoft_Excel_Worksheet765.xlsx"/></Relationships>
</file>

<file path=ppt/charts/_rels/chart766.xml.rels><?xml version='1.0' encoding='UTF-8' standalone='yes'?>
<Relationships xmlns="http://schemas.openxmlformats.org/package/2006/relationships"><Relationship Id="rId1" Type="http://schemas.openxmlformats.org/officeDocument/2006/relationships/package" Target="../embeddings/Microsoft_Excel_Worksheet766.xlsx"/></Relationships>
</file>

<file path=ppt/charts/_rels/chart767.xml.rels><?xml version='1.0' encoding='UTF-8' standalone='yes'?>
<Relationships xmlns="http://schemas.openxmlformats.org/package/2006/relationships"><Relationship Id="rId1" Type="http://schemas.openxmlformats.org/officeDocument/2006/relationships/package" Target="../embeddings/Microsoft_Excel_Worksheet767.xlsx"/></Relationships>
</file>

<file path=ppt/charts/_rels/chart768.xml.rels><?xml version='1.0' encoding='UTF-8' standalone='yes'?>
<Relationships xmlns="http://schemas.openxmlformats.org/package/2006/relationships"><Relationship Id="rId1" Type="http://schemas.openxmlformats.org/officeDocument/2006/relationships/package" Target="../embeddings/Microsoft_Excel_Worksheet768.xlsx"/></Relationships>
</file>

<file path=ppt/charts/_rels/chart769.xml.rels><?xml version='1.0' encoding='UTF-8' standalone='yes'?>
<Relationships xmlns="http://schemas.openxmlformats.org/package/2006/relationships"><Relationship Id="rId1" Type="http://schemas.openxmlformats.org/officeDocument/2006/relationships/package" Target="../embeddings/Microsoft_Excel_Worksheet769.xlsx"/></Relationships>
</file>

<file path=ppt/charts/_rels/chart770.xml.rels><?xml version='1.0' encoding='UTF-8' standalone='yes'?>
<Relationships xmlns="http://schemas.openxmlformats.org/package/2006/relationships"><Relationship Id="rId1" Type="http://schemas.openxmlformats.org/officeDocument/2006/relationships/package" Target="../embeddings/Microsoft_Excel_Worksheet770.xlsx"/></Relationships>
</file>

<file path=ppt/charts/_rels/chart771.xml.rels><?xml version='1.0' encoding='UTF-8' standalone='yes'?>
<Relationships xmlns="http://schemas.openxmlformats.org/package/2006/relationships"><Relationship Id="rId1" Type="http://schemas.openxmlformats.org/officeDocument/2006/relationships/package" Target="../embeddings/Microsoft_Excel_Worksheet771.xlsx"/></Relationships>
</file>

<file path=ppt/charts/_rels/chart772.xml.rels><?xml version='1.0' encoding='UTF-8' standalone='yes'?>
<Relationships xmlns="http://schemas.openxmlformats.org/package/2006/relationships"><Relationship Id="rId1" Type="http://schemas.openxmlformats.org/officeDocument/2006/relationships/package" Target="../embeddings/Microsoft_Excel_Worksheet772.xlsx"/></Relationships>
</file>

<file path=ppt/charts/_rels/chart773.xml.rels><?xml version='1.0' encoding='UTF-8' standalone='yes'?>
<Relationships xmlns="http://schemas.openxmlformats.org/package/2006/relationships"><Relationship Id="rId1" Type="http://schemas.openxmlformats.org/officeDocument/2006/relationships/package" Target="../embeddings/Microsoft_Excel_Worksheet773.xlsx"/></Relationships>
</file>

<file path=ppt/charts/_rels/chart774.xml.rels><?xml version='1.0' encoding='UTF-8' standalone='yes'?>
<Relationships xmlns="http://schemas.openxmlformats.org/package/2006/relationships"><Relationship Id="rId1" Type="http://schemas.openxmlformats.org/officeDocument/2006/relationships/package" Target="../embeddings/Microsoft_Excel_Worksheet774.xlsx"/></Relationships>
</file>

<file path=ppt/charts/_rels/chart775.xml.rels><?xml version='1.0' encoding='UTF-8' standalone='yes'?>
<Relationships xmlns="http://schemas.openxmlformats.org/package/2006/relationships"><Relationship Id="rId1" Type="http://schemas.openxmlformats.org/officeDocument/2006/relationships/package" Target="../embeddings/Microsoft_Excel_Worksheet775.xlsx"/></Relationships>
</file>

<file path=ppt/charts/_rels/chart776.xml.rels><?xml version='1.0' encoding='UTF-8' standalone='yes'?>
<Relationships xmlns="http://schemas.openxmlformats.org/package/2006/relationships"><Relationship Id="rId1" Type="http://schemas.openxmlformats.org/officeDocument/2006/relationships/package" Target="../embeddings/Microsoft_Excel_Worksheet776.xlsx"/></Relationships>
</file>

<file path=ppt/charts/_rels/chart777.xml.rels><?xml version='1.0' encoding='UTF-8' standalone='yes'?>
<Relationships xmlns="http://schemas.openxmlformats.org/package/2006/relationships"><Relationship Id="rId1" Type="http://schemas.openxmlformats.org/officeDocument/2006/relationships/package" Target="../embeddings/Microsoft_Excel_Worksheet777.xlsx"/></Relationships>
</file>

<file path=ppt/charts/_rels/chart778.xml.rels><?xml version='1.0' encoding='UTF-8' standalone='yes'?>
<Relationships xmlns="http://schemas.openxmlformats.org/package/2006/relationships"><Relationship Id="rId1" Type="http://schemas.openxmlformats.org/officeDocument/2006/relationships/package" Target="../embeddings/Microsoft_Excel_Worksheet778.xlsx"/></Relationships>
</file>

<file path=ppt/charts/_rels/chart779.xml.rels><?xml version='1.0' encoding='UTF-8' standalone='yes'?>
<Relationships xmlns="http://schemas.openxmlformats.org/package/2006/relationships"><Relationship Id="rId1" Type="http://schemas.openxmlformats.org/officeDocument/2006/relationships/package" Target="../embeddings/Microsoft_Excel_Worksheet779.xlsx"/></Relationships>
</file>

<file path=ppt/charts/_rels/chart780.xml.rels><?xml version='1.0' encoding='UTF-8' standalone='yes'?>
<Relationships xmlns="http://schemas.openxmlformats.org/package/2006/relationships"><Relationship Id="rId1" Type="http://schemas.openxmlformats.org/officeDocument/2006/relationships/package" Target="../embeddings/Microsoft_Excel_Worksheet780.xlsx"/></Relationships>
</file>

<file path=ppt/charts/_rels/chart781.xml.rels><?xml version='1.0' encoding='UTF-8' standalone='yes'?>
<Relationships xmlns="http://schemas.openxmlformats.org/package/2006/relationships"><Relationship Id="rId1" Type="http://schemas.openxmlformats.org/officeDocument/2006/relationships/package" Target="../embeddings/Microsoft_Excel_Worksheet781.xlsx"/></Relationships>
</file>

<file path=ppt/charts/_rels/chart782.xml.rels><?xml version='1.0' encoding='UTF-8' standalone='yes'?>
<Relationships xmlns="http://schemas.openxmlformats.org/package/2006/relationships"><Relationship Id="rId1" Type="http://schemas.openxmlformats.org/officeDocument/2006/relationships/package" Target="../embeddings/Microsoft_Excel_Worksheet782.xlsx"/></Relationships>
</file>

<file path=ppt/charts/_rels/chart783.xml.rels><?xml version='1.0' encoding='UTF-8' standalone='yes'?>
<Relationships xmlns="http://schemas.openxmlformats.org/package/2006/relationships"><Relationship Id="rId1" Type="http://schemas.openxmlformats.org/officeDocument/2006/relationships/package" Target="../embeddings/Microsoft_Excel_Worksheet78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673214.4099999999</c:v>
                </c:pt>
                <c:pt idx="1">
                  <c:v>667043.93</c:v>
                </c:pt>
                <c:pt idx="2">
                  <c:v>660698.5700000001</c:v>
                </c:pt>
                <c:pt idx="3">
                  <c:v>783779.69</c:v>
                </c:pt>
                <c:pt idx="4">
                  <c:v>686251.59</c:v>
                </c:pt>
                <c:pt idx="5">
                  <c:v>762803.78</c:v>
                </c:pt>
                <c:pt idx="6">
                  <c:v>862929.99</c:v>
                </c:pt>
                <c:pt idx="7">
                  <c:v>726104.11</c:v>
                </c:pt>
                <c:pt idx="8">
                  <c:v>591602.85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933.0308000001"/>
          <c:min val="562615.4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426367.52</c:v>
                </c:pt>
                <c:pt idx="1">
                  <c:v>359449.32999999996</c:v>
                </c:pt>
                <c:pt idx="2">
                  <c:v>344941.30000000005</c:v>
                </c:pt>
                <c:pt idx="3">
                  <c:v>467680.61</c:v>
                </c:pt>
                <c:pt idx="4">
                  <c:v>501380.55</c:v>
                </c:pt>
                <c:pt idx="5">
                  <c:v>528913.37</c:v>
                </c:pt>
                <c:pt idx="6">
                  <c:v>498520.88</c:v>
                </c:pt>
                <c:pt idx="7">
                  <c:v>533962.25</c:v>
                </c:pt>
                <c:pt idx="8">
                  <c:v>445357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631319.72</c:v>
                </c:pt>
                <c:pt idx="1">
                  <c:v>546833.85</c:v>
                </c:pt>
                <c:pt idx="2">
                  <c:v>542606.93</c:v>
                </c:pt>
                <c:pt idx="3">
                  <c:v>590782.32</c:v>
                </c:pt>
                <c:pt idx="4">
                  <c:v>414490.05</c:v>
                </c:pt>
                <c:pt idx="5">
                  <c:v>470078.17000000004</c:v>
                </c:pt>
                <c:pt idx="6">
                  <c:v>746155.96</c:v>
                </c:pt>
                <c:pt idx="7">
                  <c:v>500529.55</c:v>
                </c:pt>
                <c:pt idx="8">
                  <c:v>502102.01999999996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78253.1327999999"/>
          <c:min val="312844.1272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174589.61</c:v>
                </c:pt>
                <c:pt idx="1">
                  <c:v>95405.77</c:v>
                </c:pt>
                <c:pt idx="2">
                  <c:v>140625.01</c:v>
                </c:pt>
                <c:pt idx="3">
                  <c:v>203321.24</c:v>
                </c:pt>
                <c:pt idx="4">
                  <c:v>219850.85</c:v>
                </c:pt>
                <c:pt idx="5">
                  <c:v>252107.89</c:v>
                </c:pt>
                <c:pt idx="6">
                  <c:v>232479.66</c:v>
                </c:pt>
                <c:pt idx="7">
                  <c:v>295546.51</c:v>
                </c:pt>
                <c:pt idx="8">
                  <c:v>218835.64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249580.28</c:v>
                </c:pt>
                <c:pt idx="1">
                  <c:v>274924.13</c:v>
                </c:pt>
                <c:pt idx="2">
                  <c:v>284945.48</c:v>
                </c:pt>
                <c:pt idx="3">
                  <c:v>417111.44</c:v>
                </c:pt>
                <c:pt idx="4">
                  <c:v>224022.98</c:v>
                </c:pt>
                <c:pt idx="5">
                  <c:v>244327.32</c:v>
                </c:pt>
                <c:pt idx="6">
                  <c:v>316671.08999999997</c:v>
                </c:pt>
                <c:pt idx="7">
                  <c:v>338493.80000000005</c:v>
                </c:pt>
                <c:pt idx="8">
                  <c:v>248463.19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2847.8936"/>
          <c:min val="69669.31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584689.0700000001</c:v>
                </c:pt>
                <c:pt idx="1">
                  <c:v>558117.13</c:v>
                </c:pt>
                <c:pt idx="2">
                  <c:v>703874.1499999999</c:v>
                </c:pt>
                <c:pt idx="3">
                  <c:v>556698.45</c:v>
                </c:pt>
                <c:pt idx="4">
                  <c:v>677884.43</c:v>
                </c:pt>
                <c:pt idx="5">
                  <c:v>614133.19</c:v>
                </c:pt>
                <c:pt idx="6">
                  <c:v>611029.54</c:v>
                </c:pt>
                <c:pt idx="7">
                  <c:v>629549.39</c:v>
                </c:pt>
                <c:pt idx="8">
                  <c:v>450419.98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-26463.230000000003</c:v>
                </c:pt>
                <c:pt idx="1">
                  <c:v>-44186.57</c:v>
                </c:pt>
                <c:pt idx="2">
                  <c:v>-12549.57</c:v>
                </c:pt>
                <c:pt idx="3">
                  <c:v>-31739.4</c:v>
                </c:pt>
                <c:pt idx="4">
                  <c:v>-31558.960000000003</c:v>
                </c:pt>
                <c:pt idx="5">
                  <c:v>-68943.1</c:v>
                </c:pt>
                <c:pt idx="6">
                  <c:v>-52091.22</c:v>
                </c:pt>
                <c:pt idx="7">
                  <c:v>-26663.800000000003</c:v>
                </c:pt>
                <c:pt idx="8">
                  <c:v>-95108.88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-6470.57</c:v>
                </c:pt>
                <c:pt idx="1">
                  <c:v>-6038.219999999999</c:v>
                </c:pt>
                <c:pt idx="2">
                  <c:v>26901.36</c:v>
                </c:pt>
                <c:pt idx="3">
                  <c:v>372.7600000000002</c:v>
                </c:pt>
                <c:pt idx="4">
                  <c:v>-24119.12000000001</c:v>
                </c:pt>
                <c:pt idx="5">
                  <c:v>-15411.61</c:v>
                </c:pt>
                <c:pt idx="6">
                  <c:v>33968.16</c:v>
                </c:pt>
                <c:pt idx="7">
                  <c:v>42532.58</c:v>
                </c:pt>
                <c:pt idx="8">
                  <c:v>42694.33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718.586800000005"/>
          <c:min val="-106133.136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245650.74</c:v>
                </c:pt>
                <c:pt idx="1">
                  <c:v>205123.04</c:v>
                </c:pt>
                <c:pt idx="2">
                  <c:v>363576.81</c:v>
                </c:pt>
                <c:pt idx="3">
                  <c:v>412964.21</c:v>
                </c:pt>
                <c:pt idx="4">
                  <c:v>375704.95</c:v>
                </c:pt>
                <c:pt idx="5">
                  <c:v>294757.57</c:v>
                </c:pt>
                <c:pt idx="6">
                  <c:v>348013.7</c:v>
                </c:pt>
                <c:pt idx="7">
                  <c:v>340023.29000000004</c:v>
                </c:pt>
                <c:pt idx="8">
                  <c:v>324492.52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6252.89080000005"/>
          <c:min val="98567.01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120502.33</c:v>
                </c:pt>
                <c:pt idx="1">
                  <c:v>137723.4</c:v>
                </c:pt>
                <c:pt idx="2">
                  <c:v>146104.6</c:v>
                </c:pt>
                <c:pt idx="3">
                  <c:v>105201.39</c:v>
                </c:pt>
                <c:pt idx="4">
                  <c:v>223669.27000000002</c:v>
                </c:pt>
                <c:pt idx="5">
                  <c:v>209534.28999999998</c:v>
                </c:pt>
                <c:pt idx="6">
                  <c:v>220370.36000000002</c:v>
                </c:pt>
                <c:pt idx="7">
                  <c:v>220706.81</c:v>
                </c:pt>
                <c:pt idx="8">
                  <c:v>164187.72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140485.17</c:v>
                </c:pt>
                <c:pt idx="1">
                  <c:v>80036.92</c:v>
                </c:pt>
                <c:pt idx="2">
                  <c:v>90158.89</c:v>
                </c:pt>
                <c:pt idx="3">
                  <c:v>132751.79</c:v>
                </c:pt>
                <c:pt idx="4">
                  <c:v>138796.77</c:v>
                </c:pt>
                <c:pt idx="5">
                  <c:v>130956.01000000001</c:v>
                </c:pt>
                <c:pt idx="6">
                  <c:v>162421.52</c:v>
                </c:pt>
                <c:pt idx="7">
                  <c:v>120607.87</c:v>
                </c:pt>
                <c:pt idx="8">
                  <c:v>94286.11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159.858"/>
          <c:min val="68546.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170486.2</c:v>
                </c:pt>
                <c:pt idx="1">
                  <c:v>142584.58</c:v>
                </c:pt>
                <c:pt idx="2">
                  <c:v>169880.13</c:v>
                </c:pt>
                <c:pt idx="3">
                  <c:v>98520.33</c:v>
                </c:pt>
                <c:pt idx="4">
                  <c:v>128191.81</c:v>
                </c:pt>
                <c:pt idx="5">
                  <c:v>56035.07000000001</c:v>
                </c:pt>
                <c:pt idx="6">
                  <c:v>114671.90000000001</c:v>
                </c:pt>
                <c:pt idx="7">
                  <c:v>49038.1900000001</c:v>
                </c:pt>
                <c:pt idx="8">
                  <c:v>37765.13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48124.9100000001</c:v>
                </c:pt>
                <c:pt idx="1">
                  <c:v>67628.62</c:v>
                </c:pt>
                <c:pt idx="2">
                  <c:v>85568.91</c:v>
                </c:pt>
                <c:pt idx="3">
                  <c:v>74715.74</c:v>
                </c:pt>
                <c:pt idx="4">
                  <c:v>77653.98000000001</c:v>
                </c:pt>
                <c:pt idx="5">
                  <c:v>96905.8</c:v>
                </c:pt>
                <c:pt idx="6">
                  <c:v>150361.94</c:v>
                </c:pt>
                <c:pt idx="7">
                  <c:v>56361.46</c:v>
                </c:pt>
                <c:pt idx="8">
                  <c:v>42003.899999999994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1103.8856"/>
          <c:min val="27147.4443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37716.71</c:v>
                </c:pt>
                <c:pt idx="1">
                  <c:v>4642.220000000001</c:v>
                </c:pt>
                <c:pt idx="2">
                  <c:v>11060.24</c:v>
                </c:pt>
                <c:pt idx="3">
                  <c:v>44582.18</c:v>
                </c:pt>
                <c:pt idx="4">
                  <c:v>21382.129999999997</c:v>
                </c:pt>
                <c:pt idx="5">
                  <c:v>10339.22999999999</c:v>
                </c:pt>
                <c:pt idx="6">
                  <c:v>8475.94</c:v>
                </c:pt>
                <c:pt idx="7">
                  <c:v>17071.07</c:v>
                </c:pt>
                <c:pt idx="8">
                  <c:v>-1812.039999999999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8050.36</c:v>
                </c:pt>
                <c:pt idx="1">
                  <c:v>-18682.78</c:v>
                </c:pt>
                <c:pt idx="2">
                  <c:v>-51.42000000000007</c:v>
                </c:pt>
                <c:pt idx="3">
                  <c:v>1084.6799999999994</c:v>
                </c:pt>
                <c:pt idx="4">
                  <c:v>-34679.21</c:v>
                </c:pt>
                <c:pt idx="5">
                  <c:v>8947.710000000001</c:v>
                </c:pt>
                <c:pt idx="6">
                  <c:v>11240.54</c:v>
                </c:pt>
                <c:pt idx="7">
                  <c:v>-30117.020000000004</c:v>
                </c:pt>
                <c:pt idx="8">
                  <c:v>-4436.4000000000015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923.0912"/>
          <c:min val="-4102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219802.3</c:v>
                </c:pt>
                <c:pt idx="1">
                  <c:v>211892.04</c:v>
                </c:pt>
                <c:pt idx="2">
                  <c:v>214300.62</c:v>
                </c:pt>
                <c:pt idx="3">
                  <c:v>228246.07</c:v>
                </c:pt>
                <c:pt idx="4">
                  <c:v>229116.99000000002</c:v>
                </c:pt>
                <c:pt idx="5">
                  <c:v>274971.16000000003</c:v>
                </c:pt>
                <c:pt idx="6">
                  <c:v>253016.14</c:v>
                </c:pt>
                <c:pt idx="7">
                  <c:v>182040.11</c:v>
                </c:pt>
                <c:pt idx="8">
                  <c:v>179843.81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222426</c:v>
                </c:pt>
                <c:pt idx="1">
                  <c:v>169870.58000000002</c:v>
                </c:pt>
                <c:pt idx="2">
                  <c:v>242438.32</c:v>
                </c:pt>
                <c:pt idx="3">
                  <c:v>154932.47999999998</c:v>
                </c:pt>
                <c:pt idx="4">
                  <c:v>212075.43</c:v>
                </c:pt>
                <c:pt idx="5">
                  <c:v>253409.36</c:v>
                </c:pt>
                <c:pt idx="6">
                  <c:v>176333.12</c:v>
                </c:pt>
                <c:pt idx="7">
                  <c:v>218003.21</c:v>
                </c:pt>
                <c:pt idx="8">
                  <c:v>166067.97999999998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574.25440000003"/>
          <c:min val="145329.3855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585853.4766666667</c:v>
                </c:pt>
                <c:pt idx="1">
                  <c:v>585853.4766666667</c:v>
                </c:pt>
                <c:pt idx="2">
                  <c:v>585853.4766666667</c:v>
                </c:pt>
                <c:pt idx="3">
                  <c:v>585853.4766666667</c:v>
                </c:pt>
                <c:pt idx="4">
                  <c:v>585853.4766666667</c:v>
                </c:pt>
                <c:pt idx="5">
                  <c:v>585853.4766666667</c:v>
                </c:pt>
                <c:pt idx="6">
                  <c:v>585853.4766666667</c:v>
                </c:pt>
                <c:pt idx="7">
                  <c:v>585853.4766666667</c:v>
                </c:pt>
                <c:pt idx="8">
                  <c:v>585853.4766666667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795469.33</c:v>
                </c:pt>
                <c:pt idx="1">
                  <c:v>795469.33</c:v>
                </c:pt>
                <c:pt idx="2">
                  <c:v>795469.33</c:v>
                </c:pt>
                <c:pt idx="3">
                  <c:v>795469.33</c:v>
                </c:pt>
                <c:pt idx="4">
                  <c:v>795469.33</c:v>
                </c:pt>
                <c:pt idx="5">
                  <c:v>795469.33</c:v>
                </c:pt>
                <c:pt idx="6">
                  <c:v>795469.33</c:v>
                </c:pt>
                <c:pt idx="7">
                  <c:v>795469.33</c:v>
                </c:pt>
                <c:pt idx="8">
                  <c:v>795469.33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181033.52666666667</c:v>
                </c:pt>
                <c:pt idx="1">
                  <c:v>181033.52666666667</c:v>
                </c:pt>
                <c:pt idx="2">
                  <c:v>181033.52666666667</c:v>
                </c:pt>
                <c:pt idx="3">
                  <c:v>181033.52666666667</c:v>
                </c:pt>
                <c:pt idx="4">
                  <c:v>181033.52666666667</c:v>
                </c:pt>
                <c:pt idx="5">
                  <c:v>181033.52666666667</c:v>
                </c:pt>
                <c:pt idx="6">
                  <c:v>181033.52666666667</c:v>
                </c:pt>
                <c:pt idx="7">
                  <c:v>181033.52666666667</c:v>
                </c:pt>
                <c:pt idx="8">
                  <c:v>181033.52666666667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315935.0233333333</c:v>
                </c:pt>
                <c:pt idx="1">
                  <c:v>315935.0233333333</c:v>
                </c:pt>
                <c:pt idx="2">
                  <c:v>315935.0233333333</c:v>
                </c:pt>
                <c:pt idx="3">
                  <c:v>315935.0233333333</c:v>
                </c:pt>
                <c:pt idx="4">
                  <c:v>315935.0233333333</c:v>
                </c:pt>
                <c:pt idx="5">
                  <c:v>315935.0233333333</c:v>
                </c:pt>
                <c:pt idx="6">
                  <c:v>315935.0233333333</c:v>
                </c:pt>
                <c:pt idx="7">
                  <c:v>315935.0233333333</c:v>
                </c:pt>
                <c:pt idx="8">
                  <c:v>315935.0233333333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273780.38</c:v>
                </c:pt>
                <c:pt idx="1">
                  <c:v>309944.18</c:v>
                </c:pt>
                <c:pt idx="2">
                  <c:v>364080.51</c:v>
                </c:pt>
                <c:pt idx="3">
                  <c:v>354687.55</c:v>
                </c:pt>
                <c:pt idx="4">
                  <c:v>371375.56</c:v>
                </c:pt>
                <c:pt idx="5">
                  <c:v>423629.79</c:v>
                </c:pt>
                <c:pt idx="6">
                  <c:v>394775.23</c:v>
                </c:pt>
                <c:pt idx="7">
                  <c:v>408930.12</c:v>
                </c:pt>
                <c:pt idx="8">
                  <c:v>420860.37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70601.78333333333</c:v>
                </c:pt>
                <c:pt idx="1">
                  <c:v>70601.78333333333</c:v>
                </c:pt>
                <c:pt idx="2">
                  <c:v>70601.78333333333</c:v>
                </c:pt>
                <c:pt idx="3">
                  <c:v>70601.78333333333</c:v>
                </c:pt>
                <c:pt idx="4">
                  <c:v>70601.78333333333</c:v>
                </c:pt>
                <c:pt idx="5">
                  <c:v>70601.78333333333</c:v>
                </c:pt>
                <c:pt idx="6">
                  <c:v>70601.78333333333</c:v>
                </c:pt>
                <c:pt idx="7">
                  <c:v>70601.78333333333</c:v>
                </c:pt>
                <c:pt idx="8">
                  <c:v>70601.78333333333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47136.119999999995</c:v>
                </c:pt>
                <c:pt idx="1">
                  <c:v>26801.659999999996</c:v>
                </c:pt>
                <c:pt idx="2">
                  <c:v>137867.57</c:v>
                </c:pt>
                <c:pt idx="3">
                  <c:v>112157.02</c:v>
                </c:pt>
                <c:pt idx="4">
                  <c:v>82989.38</c:v>
                </c:pt>
                <c:pt idx="5">
                  <c:v>113482.47</c:v>
                </c:pt>
                <c:pt idx="6">
                  <c:v>112178.77</c:v>
                </c:pt>
                <c:pt idx="7">
                  <c:v>151377.61</c:v>
                </c:pt>
                <c:pt idx="8">
                  <c:v>201150.75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313194.3666666667</c:v>
                </c:pt>
                <c:pt idx="1">
                  <c:v>313194.3666666667</c:v>
                </c:pt>
                <c:pt idx="2">
                  <c:v>313194.3666666667</c:v>
                </c:pt>
                <c:pt idx="3">
                  <c:v>313194.3666666667</c:v>
                </c:pt>
                <c:pt idx="4">
                  <c:v>313194.3666666667</c:v>
                </c:pt>
                <c:pt idx="5">
                  <c:v>313194.3666666667</c:v>
                </c:pt>
                <c:pt idx="6">
                  <c:v>313194.3666666667</c:v>
                </c:pt>
                <c:pt idx="7">
                  <c:v>313194.3666666667</c:v>
                </c:pt>
                <c:pt idx="8">
                  <c:v>313194.3666666667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227106.68333333335</c:v>
                </c:pt>
                <c:pt idx="1">
                  <c:v>227106.68333333335</c:v>
                </c:pt>
                <c:pt idx="2">
                  <c:v>227106.68333333335</c:v>
                </c:pt>
                <c:pt idx="3">
                  <c:v>227106.68333333335</c:v>
                </c:pt>
                <c:pt idx="4">
                  <c:v>227106.68333333335</c:v>
                </c:pt>
                <c:pt idx="5">
                  <c:v>227106.68333333335</c:v>
                </c:pt>
                <c:pt idx="6">
                  <c:v>227106.68333333335</c:v>
                </c:pt>
                <c:pt idx="7">
                  <c:v>227106.68333333335</c:v>
                </c:pt>
                <c:pt idx="8">
                  <c:v>227106.68333333335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332331.74333333335</c:v>
                </c:pt>
                <c:pt idx="1">
                  <c:v>332331.74333333335</c:v>
                </c:pt>
                <c:pt idx="2">
                  <c:v>332331.74333333335</c:v>
                </c:pt>
                <c:pt idx="3">
                  <c:v>332331.74333333335</c:v>
                </c:pt>
                <c:pt idx="4">
                  <c:v>332331.74333333335</c:v>
                </c:pt>
                <c:pt idx="5">
                  <c:v>332331.74333333335</c:v>
                </c:pt>
                <c:pt idx="6">
                  <c:v>332331.74333333335</c:v>
                </c:pt>
                <c:pt idx="7">
                  <c:v>332331.74333333335</c:v>
                </c:pt>
                <c:pt idx="8">
                  <c:v>332331.74333333335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363728.57333333336</c:v>
                </c:pt>
                <c:pt idx="1">
                  <c:v>363728.57333333336</c:v>
                </c:pt>
                <c:pt idx="2">
                  <c:v>363728.57333333336</c:v>
                </c:pt>
                <c:pt idx="3">
                  <c:v>363728.57333333336</c:v>
                </c:pt>
                <c:pt idx="4">
                  <c:v>363728.57333333336</c:v>
                </c:pt>
                <c:pt idx="5">
                  <c:v>363728.57333333336</c:v>
                </c:pt>
                <c:pt idx="6">
                  <c:v>363728.57333333336</c:v>
                </c:pt>
                <c:pt idx="7">
                  <c:v>363728.57333333336</c:v>
                </c:pt>
                <c:pt idx="8">
                  <c:v>363728.57333333336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158177.86</c:v>
                </c:pt>
                <c:pt idx="1">
                  <c:v>158177.86</c:v>
                </c:pt>
                <c:pt idx="2">
                  <c:v>158177.86</c:v>
                </c:pt>
                <c:pt idx="3">
                  <c:v>158177.86</c:v>
                </c:pt>
                <c:pt idx="4">
                  <c:v>158177.86</c:v>
                </c:pt>
                <c:pt idx="5">
                  <c:v>158177.86</c:v>
                </c:pt>
                <c:pt idx="6">
                  <c:v>158177.86</c:v>
                </c:pt>
                <c:pt idx="7">
                  <c:v>158177.86</c:v>
                </c:pt>
                <c:pt idx="8">
                  <c:v>158177.86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199414.9533333333</c:v>
                </c:pt>
                <c:pt idx="1">
                  <c:v>199414.9533333333</c:v>
                </c:pt>
                <c:pt idx="2">
                  <c:v>199414.9533333333</c:v>
                </c:pt>
                <c:pt idx="3">
                  <c:v>199414.9533333333</c:v>
                </c:pt>
                <c:pt idx="4">
                  <c:v>199414.9533333333</c:v>
                </c:pt>
                <c:pt idx="5">
                  <c:v>199414.9533333333</c:v>
                </c:pt>
                <c:pt idx="6">
                  <c:v>199414.9533333333</c:v>
                </c:pt>
                <c:pt idx="7">
                  <c:v>199414.9533333333</c:v>
                </c:pt>
                <c:pt idx="8">
                  <c:v>199414.9533333333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132477.43333333335</c:v>
                </c:pt>
                <c:pt idx="1">
                  <c:v>132477.43333333335</c:v>
                </c:pt>
                <c:pt idx="2">
                  <c:v>132477.43333333335</c:v>
                </c:pt>
                <c:pt idx="3">
                  <c:v>132477.43333333335</c:v>
                </c:pt>
                <c:pt idx="4">
                  <c:v>132477.43333333335</c:v>
                </c:pt>
                <c:pt idx="5">
                  <c:v>132477.43333333335</c:v>
                </c:pt>
                <c:pt idx="6">
                  <c:v>132477.43333333335</c:v>
                </c:pt>
                <c:pt idx="7">
                  <c:v>132477.43333333335</c:v>
                </c:pt>
                <c:pt idx="8">
                  <c:v>132477.43333333335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95711.04000000001</c:v>
                </c:pt>
                <c:pt idx="1">
                  <c:v>95711.04000000001</c:v>
                </c:pt>
                <c:pt idx="2">
                  <c:v>95711.04000000001</c:v>
                </c:pt>
                <c:pt idx="3">
                  <c:v>95711.04000000001</c:v>
                </c:pt>
                <c:pt idx="4">
                  <c:v>95711.04000000001</c:v>
                </c:pt>
                <c:pt idx="5">
                  <c:v>95711.04000000001</c:v>
                </c:pt>
                <c:pt idx="6">
                  <c:v>95711.04000000001</c:v>
                </c:pt>
                <c:pt idx="7">
                  <c:v>95711.04000000001</c:v>
                </c:pt>
                <c:pt idx="8">
                  <c:v>95711.04000000001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205994.71333333332</c:v>
                </c:pt>
                <c:pt idx="1">
                  <c:v>205994.71333333332</c:v>
                </c:pt>
                <c:pt idx="2">
                  <c:v>205994.71333333332</c:v>
                </c:pt>
                <c:pt idx="3">
                  <c:v>205994.71333333332</c:v>
                </c:pt>
                <c:pt idx="4">
                  <c:v>205994.71333333332</c:v>
                </c:pt>
                <c:pt idx="5">
                  <c:v>205994.71333333332</c:v>
                </c:pt>
                <c:pt idx="6">
                  <c:v>205994.71333333332</c:v>
                </c:pt>
                <c:pt idx="7">
                  <c:v>205994.71333333332</c:v>
                </c:pt>
                <c:pt idx="8">
                  <c:v>205994.71333333332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235718.37</c:v>
                </c:pt>
                <c:pt idx="1">
                  <c:v>235718.37</c:v>
                </c:pt>
                <c:pt idx="2">
                  <c:v>235718.37</c:v>
                </c:pt>
                <c:pt idx="3">
                  <c:v>235718.37</c:v>
                </c:pt>
                <c:pt idx="4">
                  <c:v>235718.37</c:v>
                </c:pt>
                <c:pt idx="5">
                  <c:v>235718.37</c:v>
                </c:pt>
                <c:pt idx="6">
                  <c:v>235718.37</c:v>
                </c:pt>
                <c:pt idx="7">
                  <c:v>235718.37</c:v>
                </c:pt>
                <c:pt idx="8">
                  <c:v>235718.37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338994.64333333337</c:v>
                </c:pt>
                <c:pt idx="1">
                  <c:v>338994.64333333337</c:v>
                </c:pt>
                <c:pt idx="2">
                  <c:v>338994.64333333337</c:v>
                </c:pt>
                <c:pt idx="3">
                  <c:v>338994.64333333337</c:v>
                </c:pt>
                <c:pt idx="4">
                  <c:v>338994.64333333337</c:v>
                </c:pt>
                <c:pt idx="5">
                  <c:v>338994.64333333337</c:v>
                </c:pt>
                <c:pt idx="6">
                  <c:v>338994.64333333337</c:v>
                </c:pt>
                <c:pt idx="7">
                  <c:v>338994.64333333337</c:v>
                </c:pt>
                <c:pt idx="8">
                  <c:v>338994.64333333337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113779.41333333333</c:v>
                </c:pt>
                <c:pt idx="1">
                  <c:v>113779.41333333333</c:v>
                </c:pt>
                <c:pt idx="2">
                  <c:v>113779.41333333333</c:v>
                </c:pt>
                <c:pt idx="3">
                  <c:v>113779.41333333333</c:v>
                </c:pt>
                <c:pt idx="4">
                  <c:v>113779.41333333333</c:v>
                </c:pt>
                <c:pt idx="5">
                  <c:v>113779.41333333333</c:v>
                </c:pt>
                <c:pt idx="6">
                  <c:v>113779.41333333333</c:v>
                </c:pt>
                <c:pt idx="7">
                  <c:v>113779.41333333333</c:v>
                </c:pt>
                <c:pt idx="8">
                  <c:v>113779.41333333333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51867.87666666666</c:v>
                </c:pt>
                <c:pt idx="1">
                  <c:v>51867.87666666666</c:v>
                </c:pt>
                <c:pt idx="2">
                  <c:v>51867.87666666666</c:v>
                </c:pt>
                <c:pt idx="3">
                  <c:v>51867.87666666666</c:v>
                </c:pt>
                <c:pt idx="4">
                  <c:v>51867.87666666666</c:v>
                </c:pt>
                <c:pt idx="5">
                  <c:v>51867.87666666666</c:v>
                </c:pt>
                <c:pt idx="6">
                  <c:v>51867.87666666666</c:v>
                </c:pt>
                <c:pt idx="7">
                  <c:v>51867.87666666666</c:v>
                </c:pt>
                <c:pt idx="8">
                  <c:v>51867.87666666666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94629.25</c:v>
                </c:pt>
                <c:pt idx="1">
                  <c:v>94629.25</c:v>
                </c:pt>
                <c:pt idx="2">
                  <c:v>94629.25</c:v>
                </c:pt>
                <c:pt idx="3">
                  <c:v>94629.25</c:v>
                </c:pt>
                <c:pt idx="4">
                  <c:v>94629.25</c:v>
                </c:pt>
                <c:pt idx="5">
                  <c:v>94629.25</c:v>
                </c:pt>
                <c:pt idx="6">
                  <c:v>94629.25</c:v>
                </c:pt>
                <c:pt idx="7">
                  <c:v>94629.25</c:v>
                </c:pt>
                <c:pt idx="8">
                  <c:v>94629.25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155185.01333333334</c:v>
                </c:pt>
                <c:pt idx="1">
                  <c:v>155185.01333333334</c:v>
                </c:pt>
                <c:pt idx="2">
                  <c:v>155185.01333333334</c:v>
                </c:pt>
                <c:pt idx="3">
                  <c:v>155185.01333333334</c:v>
                </c:pt>
                <c:pt idx="4">
                  <c:v>155185.01333333334</c:v>
                </c:pt>
                <c:pt idx="5">
                  <c:v>155185.01333333334</c:v>
                </c:pt>
                <c:pt idx="6">
                  <c:v>155185.01333333334</c:v>
                </c:pt>
                <c:pt idx="7">
                  <c:v>155185.01333333334</c:v>
                </c:pt>
                <c:pt idx="8">
                  <c:v>155185.01333333334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0.6900221781972805</c:v>
                </c:pt>
                <c:pt idx="1">
                  <c:v>0.5933247378933056</c:v>
                </c:pt>
                <c:pt idx="2">
                  <c:v>0.7142805125397766</c:v>
                </c:pt>
                <c:pt idx="3">
                  <c:v>0.6570514519637847</c:v>
                </c:pt>
                <c:pt idx="4">
                  <c:v>0.6234843116063218</c:v>
                </c:pt>
                <c:pt idx="5">
                  <c:v>0.9255516501965666</c:v>
                </c:pt>
                <c:pt idx="6">
                  <c:v>0.8503689755576581</c:v>
                </c:pt>
                <c:pt idx="7">
                  <c:v>0.7184182716938973</c:v>
                </c:pt>
                <c:pt idx="8">
                  <c:v>0.8223294946208929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0.7164286429445438</c:v>
                </c:pt>
                <c:pt idx="1">
                  <c:v>0.6252395726683551</c:v>
                </c:pt>
                <c:pt idx="2">
                  <c:v>0.8412022682100951</c:v>
                </c:pt>
                <c:pt idx="3">
                  <c:v>0.7867221155521004</c:v>
                </c:pt>
                <c:pt idx="4">
                  <c:v>0.7755942859235323</c:v>
                </c:pt>
                <c:pt idx="5">
                  <c:v>0.7922355198248646</c:v>
                </c:pt>
                <c:pt idx="6">
                  <c:v>0.7538786629597675</c:v>
                </c:pt>
                <c:pt idx="7">
                  <c:v>0.7919291156345933</c:v>
                </c:pt>
                <c:pt idx="8">
                  <c:v>0.921708275861715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521298031808275"/>
          <c:min val="0.56674658490904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0.7050565150902268</c:v>
                </c:pt>
                <c:pt idx="1">
                  <c:v>0.6972871213226081</c:v>
                </c:pt>
                <c:pt idx="2">
                  <c:v>0.6308768362351774</c:v>
                </c:pt>
                <c:pt idx="3">
                  <c:v>0.7445204586744981</c:v>
                </c:pt>
                <c:pt idx="4">
                  <c:v>0.660415938777662</c:v>
                </c:pt>
                <c:pt idx="5">
                  <c:v>0.700367973810301</c:v>
                </c:pt>
                <c:pt idx="6">
                  <c:v>0.6836058770468785</c:v>
                </c:pt>
                <c:pt idx="7">
                  <c:v>0.7804051689622145</c:v>
                </c:pt>
                <c:pt idx="8">
                  <c:v>0.7106603615435741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0.7403703599119972</c:v>
                </c:pt>
                <c:pt idx="1">
                  <c:v>0.7710928483677514</c:v>
                </c:pt>
                <c:pt idx="2">
                  <c:v>0.826189338680264</c:v>
                </c:pt>
                <c:pt idx="3">
                  <c:v>0.8425333637632726</c:v>
                </c:pt>
                <c:pt idx="4">
                  <c:v>0.6847998583114988</c:v>
                </c:pt>
                <c:pt idx="5">
                  <c:v>0.7168673511984457</c:v>
                </c:pt>
                <c:pt idx="6">
                  <c:v>0.7724004923395711</c:v>
                </c:pt>
                <c:pt idx="7">
                  <c:v>0.7344914599245522</c:v>
                </c:pt>
                <c:pt idx="8">
                  <c:v>0.708305313389445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4658859655202"/>
          <c:min val="0.6139443140329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1.0677903326131248</c:v>
                </c:pt>
                <c:pt idx="1">
                  <c:v>1.0847682962377936</c:v>
                </c:pt>
                <c:pt idx="2">
                  <c:v>1.0822422538888816</c:v>
                </c:pt>
                <c:pt idx="3">
                  <c:v>1.0735954139267194</c:v>
                </c:pt>
                <c:pt idx="4">
                  <c:v>1.1363227240925946</c:v>
                </c:pt>
                <c:pt idx="5">
                  <c:v>1.2311140114650694</c:v>
                </c:pt>
                <c:pt idx="6">
                  <c:v>1.18480172153826</c:v>
                </c:pt>
                <c:pt idx="7">
                  <c:v>1.0277431801947496</c:v>
                </c:pt>
                <c:pt idx="8">
                  <c:v>0.9859766650705274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1.0398617108896582</c:v>
                </c:pt>
                <c:pt idx="1">
                  <c:v>0.9759218070363714</c:v>
                </c:pt>
                <c:pt idx="2">
                  <c:v>1.1814901267275122</c:v>
                </c:pt>
                <c:pt idx="3">
                  <c:v>0.9351336620111177</c:v>
                </c:pt>
                <c:pt idx="4">
                  <c:v>1.074398471161886</c:v>
                </c:pt>
                <c:pt idx="5">
                  <c:v>1.1155718382233792</c:v>
                </c:pt>
                <c:pt idx="6">
                  <c:v>0.9775402112462451</c:v>
                </c:pt>
                <c:pt idx="7">
                  <c:v>1.0513632613479733</c:v>
                </c:pt>
                <c:pt idx="8">
                  <c:v>0.9803497357201435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547924394213854"/>
          <c:min val="0.911455234054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0.8007470085189965</c:v>
                </c:pt>
                <c:pt idx="1">
                  <c:v>0.7960579784701964</c:v>
                </c:pt>
                <c:pt idx="2">
                  <c:v>0.730272221110609</c:v>
                </c:pt>
                <c:pt idx="3">
                  <c:v>0.6090821009943207</c:v>
                </c:pt>
                <c:pt idx="4">
                  <c:v>0.555842407701091</c:v>
                </c:pt>
                <c:pt idx="5">
                  <c:v>0.4954824972707196</c:v>
                </c:pt>
                <c:pt idx="6">
                  <c:v>0.5157238522328759</c:v>
                </c:pt>
                <c:pt idx="7">
                  <c:v>0.6530825104532697</c:v>
                </c:pt>
                <c:pt idx="8">
                  <c:v>0.6420616546090437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0.61103256630774</c:v>
                </c:pt>
                <c:pt idx="1">
                  <c:v>0.6595352694952525</c:v>
                </c:pt>
                <c:pt idx="2">
                  <c:v>0.6666160540213655</c:v>
                </c:pt>
                <c:pt idx="3">
                  <c:v>0.6477156196855707</c:v>
                </c:pt>
                <c:pt idx="4">
                  <c:v>0.6402126082807236</c:v>
                </c:pt>
                <c:pt idx="5">
                  <c:v>0.7202403722831867</c:v>
                </c:pt>
                <c:pt idx="6">
                  <c:v>0.515399791342243</c:v>
                </c:pt>
                <c:pt idx="7">
                  <c:v>0.6113501905317787</c:v>
                </c:pt>
                <c:pt idx="8">
                  <c:v>0.6204992017340641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51681694188586"/>
          <c:min val="0.471061336370857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0.6667101490374474</c:v>
                </c:pt>
                <c:pt idx="1">
                  <c:v>0.6667101490374474</c:v>
                </c:pt>
                <c:pt idx="2">
                  <c:v>0.6667101490374474</c:v>
                </c:pt>
                <c:pt idx="3">
                  <c:v>0.6667101490374474</c:v>
                </c:pt>
                <c:pt idx="4">
                  <c:v>0.6667101490374474</c:v>
                </c:pt>
                <c:pt idx="5">
                  <c:v>0.6667101490374474</c:v>
                </c:pt>
                <c:pt idx="6">
                  <c:v>0.6667101490374474</c:v>
                </c:pt>
                <c:pt idx="7">
                  <c:v>0.6667101490374474</c:v>
                </c:pt>
                <c:pt idx="8">
                  <c:v>0.6667101490374474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0.6953218301011714</c:v>
                </c:pt>
                <c:pt idx="1">
                  <c:v>0.6953218301011714</c:v>
                </c:pt>
                <c:pt idx="2">
                  <c:v>0.6953218301011714</c:v>
                </c:pt>
                <c:pt idx="3">
                  <c:v>0.6953218301011714</c:v>
                </c:pt>
                <c:pt idx="4">
                  <c:v>0.6953218301011714</c:v>
                </c:pt>
                <c:pt idx="5">
                  <c:v>0.6953218301011714</c:v>
                </c:pt>
                <c:pt idx="6">
                  <c:v>0.6953218301011714</c:v>
                </c:pt>
                <c:pt idx="7">
                  <c:v>0.6953218301011714</c:v>
                </c:pt>
                <c:pt idx="8">
                  <c:v>0.6953218301011714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0.6198224052282543</c:v>
                </c:pt>
                <c:pt idx="1">
                  <c:v>0.6198224052282543</c:v>
                </c:pt>
                <c:pt idx="2">
                  <c:v>0.6198224052282543</c:v>
                </c:pt>
                <c:pt idx="3">
                  <c:v>0.6198224052282543</c:v>
                </c:pt>
                <c:pt idx="4">
                  <c:v>0.6198224052282543</c:v>
                </c:pt>
                <c:pt idx="5">
                  <c:v>0.6198224052282543</c:v>
                </c:pt>
                <c:pt idx="6">
                  <c:v>0.6198224052282543</c:v>
                </c:pt>
                <c:pt idx="7">
                  <c:v>0.6198224052282543</c:v>
                </c:pt>
                <c:pt idx="8">
                  <c:v>0.6198224052282543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0.8362740966149049</c:v>
                </c:pt>
                <c:pt idx="1">
                  <c:v>0.8362740966149049</c:v>
                </c:pt>
                <c:pt idx="2">
                  <c:v>0.8362740966149049</c:v>
                </c:pt>
                <c:pt idx="3">
                  <c:v>0.8362740966149049</c:v>
                </c:pt>
                <c:pt idx="4">
                  <c:v>0.8362740966149049</c:v>
                </c:pt>
                <c:pt idx="5">
                  <c:v>0.8362740966149049</c:v>
                </c:pt>
                <c:pt idx="6">
                  <c:v>0.8362740966149049</c:v>
                </c:pt>
                <c:pt idx="7">
                  <c:v>0.8362740966149049</c:v>
                </c:pt>
                <c:pt idx="8">
                  <c:v>0.8362740966149049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0.7890850784940989</c:v>
                </c:pt>
                <c:pt idx="1">
                  <c:v>0.8483271451406758</c:v>
                </c:pt>
                <c:pt idx="2">
                  <c:v>0.8737220091935026</c:v>
                </c:pt>
                <c:pt idx="3">
                  <c:v>0.9031020331212618</c:v>
                </c:pt>
                <c:pt idx="4">
                  <c:v>0.9001049607163213</c:v>
                </c:pt>
                <c:pt idx="5">
                  <c:v>0.9422484395664092</c:v>
                </c:pt>
                <c:pt idx="6">
                  <c:v>0.9441518227810289</c:v>
                </c:pt>
                <c:pt idx="7">
                  <c:v>0.9314098297713501</c:v>
                </c:pt>
                <c:pt idx="8">
                  <c:v>0.9552416387452888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0.7416030867121686</c:v>
                </c:pt>
                <c:pt idx="1">
                  <c:v>0.7416030867121686</c:v>
                </c:pt>
                <c:pt idx="2">
                  <c:v>0.7416030867121686</c:v>
                </c:pt>
                <c:pt idx="3">
                  <c:v>0.7416030867121686</c:v>
                </c:pt>
                <c:pt idx="4">
                  <c:v>0.7416030867121686</c:v>
                </c:pt>
                <c:pt idx="5">
                  <c:v>0.7416030867121686</c:v>
                </c:pt>
                <c:pt idx="6">
                  <c:v>0.7416030867121686</c:v>
                </c:pt>
                <c:pt idx="7">
                  <c:v>0.7416030867121686</c:v>
                </c:pt>
                <c:pt idx="8">
                  <c:v>0.7416030867121686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0.7058377560544787</c:v>
                </c:pt>
                <c:pt idx="1">
                  <c:v>0.6877364833105505</c:v>
                </c:pt>
                <c:pt idx="2">
                  <c:v>0.8351041150379535</c:v>
                </c:pt>
                <c:pt idx="3">
                  <c:v>0.8943640443149931</c:v>
                </c:pt>
                <c:pt idx="4">
                  <c:v>0.829880124754641</c:v>
                </c:pt>
                <c:pt idx="5">
                  <c:v>0.8925481096864348</c:v>
                </c:pt>
                <c:pt idx="6">
                  <c:v>0.8040133913761467</c:v>
                </c:pt>
                <c:pt idx="7">
                  <c:v>0.9003851110168573</c:v>
                </c:pt>
                <c:pt idx="8">
                  <c:v>0.8190054329130878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-0.5100009501385124</c:v>
                </c:pt>
                <c:pt idx="1">
                  <c:v>-0.22902835974671104</c:v>
                </c:pt>
                <c:pt idx="2">
                  <c:v>-0.23244269282926994</c:v>
                </c:pt>
                <c:pt idx="3">
                  <c:v>-0.2717310679998562</c:v>
                </c:pt>
                <c:pt idx="4">
                  <c:v>-0.162550445100814</c:v>
                </c:pt>
                <c:pt idx="5">
                  <c:v>-0.11334443583250313</c:v>
                </c:pt>
                <c:pt idx="6">
                  <c:v>-0.17967861438395932</c:v>
                </c:pt>
                <c:pt idx="7">
                  <c:v>-0.7852095180668983</c:v>
                </c:pt>
                <c:pt idx="8">
                  <c:v>-0.1890797948950349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-0.21167655894476217</c:v>
                </c:pt>
                <c:pt idx="1">
                  <c:v>-0.1167396046776075</c:v>
                </c:pt>
                <c:pt idx="2">
                  <c:v>-0.09243518812128353</c:v>
                </c:pt>
                <c:pt idx="3">
                  <c:v>-0.10010541216226079</c:v>
                </c:pt>
                <c:pt idx="4">
                  <c:v>-0.2539966347571529</c:v>
                </c:pt>
                <c:pt idx="5">
                  <c:v>-0.14376885835792932</c:v>
                </c:pt>
                <c:pt idx="6">
                  <c:v>-0.11155059595020282</c:v>
                </c:pt>
                <c:pt idx="7">
                  <c:v>-0.14895018071801575</c:v>
                </c:pt>
                <c:pt idx="8">
                  <c:v>-0.09104820152013827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3551529619639747"/>
          <c:min val="-0.84074242339063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-0.22453092520590326</c:v>
                </c:pt>
                <c:pt idx="1">
                  <c:v>-0.22957609979577973</c:v>
                </c:pt>
                <c:pt idx="2">
                  <c:v>-0.15304790085864386</c:v>
                </c:pt>
                <c:pt idx="3">
                  <c:v>-0.17713111861881112</c:v>
                </c:pt>
                <c:pt idx="4">
                  <c:v>-0.3081851282039555</c:v>
                </c:pt>
                <c:pt idx="5">
                  <c:v>-0.24597689352262656</c:v>
                </c:pt>
                <c:pt idx="6">
                  <c:v>-0.2721383449096534</c:v>
                </c:pt>
                <c:pt idx="7">
                  <c:v>-0.3398660127422186</c:v>
                </c:pt>
                <c:pt idx="8">
                  <c:v>-0.4320269357032664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-0.23424705872059112</c:v>
                </c:pt>
                <c:pt idx="1">
                  <c:v>-0.07297641673068485</c:v>
                </c:pt>
                <c:pt idx="2">
                  <c:v>-0.11724414543802344</c:v>
                </c:pt>
                <c:pt idx="3">
                  <c:v>-0.14612989902739468</c:v>
                </c:pt>
                <c:pt idx="4">
                  <c:v>-0.12194317594826419</c:v>
                </c:pt>
                <c:pt idx="5">
                  <c:v>-0.1891368150460099</c:v>
                </c:pt>
                <c:pt idx="6">
                  <c:v>-0.16599206320836077</c:v>
                </c:pt>
                <c:pt idx="7">
                  <c:v>-0.16705054683729265</c:v>
                </c:pt>
                <c:pt idx="8">
                  <c:v>-0.09081070320961149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4425237521287832"/>
          <c:min val="-0.46075097722107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0.21932401605255195</c:v>
                </c:pt>
                <c:pt idx="1">
                  <c:v>0.293000892179278</c:v>
                </c:pt>
                <c:pt idx="2">
                  <c:v>0.18462467849803768</c:v>
                </c:pt>
                <c:pt idx="3">
                  <c:v>0.28946425412177107</c:v>
                </c:pt>
                <c:pt idx="4">
                  <c:v>0.2676627339640587</c:v>
                </c:pt>
                <c:pt idx="5">
                  <c:v>0.22840307166795745</c:v>
                </c:pt>
                <c:pt idx="6">
                  <c:v>0.24464926303881138</c:v>
                </c:pt>
                <c:pt idx="7">
                  <c:v>0.23307423007451167</c:v>
                </c:pt>
                <c:pt idx="8">
                  <c:v>0.10556819782685031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0.20097879847393926</c:v>
                </c:pt>
                <c:pt idx="1">
                  <c:v>0.18437097278574174</c:v>
                </c:pt>
                <c:pt idx="2">
                  <c:v>0.2476711981324426</c:v>
                </c:pt>
                <c:pt idx="3">
                  <c:v>0.16553566145891918</c:v>
                </c:pt>
                <c:pt idx="4">
                  <c:v>0.2176638454839057</c:v>
                </c:pt>
                <c:pt idx="5">
                  <c:v>0.16629789543397613</c:v>
                </c:pt>
                <c:pt idx="6">
                  <c:v>0.18266078309733383</c:v>
                </c:pt>
                <c:pt idx="7">
                  <c:v>0.14086532278426317</c:v>
                </c:pt>
                <c:pt idx="8">
                  <c:v>0.1098325759289772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079955077274722"/>
          <c:min val="0.09057358227865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0.19672022483691146</c:v>
                </c:pt>
                <c:pt idx="1">
                  <c:v>0.24163510702258617</c:v>
                </c:pt>
                <c:pt idx="2">
                  <c:v>0.23172171544726894</c:v>
                </c:pt>
                <c:pt idx="3">
                  <c:v>0.22650034703377092</c:v>
                </c:pt>
                <c:pt idx="4">
                  <c:v>0.33204556988476924</c:v>
                </c:pt>
                <c:pt idx="5">
                  <c:v>0.32605837118809444</c:v>
                </c:pt>
                <c:pt idx="6">
                  <c:v>0.37834644582929094</c:v>
                </c:pt>
                <c:pt idx="7">
                  <c:v>0.3628630989263574</c:v>
                </c:pt>
                <c:pt idx="8">
                  <c:v>0.28170357467548146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0.27498553463910325</c:v>
                </c:pt>
                <c:pt idx="1">
                  <c:v>0.20480997019645222</c:v>
                </c:pt>
                <c:pt idx="2">
                  <c:v>0.21048331447154633</c:v>
                </c:pt>
                <c:pt idx="3">
                  <c:v>0.3019619501286136</c:v>
                </c:pt>
                <c:pt idx="4">
                  <c:v>0.3217900893908496</c:v>
                </c:pt>
                <c:pt idx="5">
                  <c:v>0.25819942119437056</c:v>
                </c:pt>
                <c:pt idx="6">
                  <c:v>0.2861763560673644</c:v>
                </c:pt>
                <c:pt idx="7">
                  <c:v>0.2169590241635063</c:v>
                </c:pt>
                <c:pt idx="8">
                  <c:v>0.1842052920391492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387773813250226"/>
          <c:min val="0.16867399973593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-0.31985697087121123</c:v>
                </c:pt>
                <c:pt idx="1">
                  <c:v>-0.31985697087121123</c:v>
                </c:pt>
                <c:pt idx="2">
                  <c:v>-0.31985697087121123</c:v>
                </c:pt>
                <c:pt idx="3">
                  <c:v>-0.31985697087121123</c:v>
                </c:pt>
                <c:pt idx="4">
                  <c:v>-0.31985697087121123</c:v>
                </c:pt>
                <c:pt idx="5">
                  <c:v>-0.31985697087121123</c:v>
                </c:pt>
                <c:pt idx="6">
                  <c:v>-0.31985697087121123</c:v>
                </c:pt>
                <c:pt idx="7">
                  <c:v>-0.31985697087121123</c:v>
                </c:pt>
                <c:pt idx="8">
                  <c:v>-0.31985697087121123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-0.044793139836889664</c:v>
                </c:pt>
                <c:pt idx="1">
                  <c:v>-0.044793139836889664</c:v>
                </c:pt>
                <c:pt idx="2">
                  <c:v>-0.044793139836889664</c:v>
                </c:pt>
                <c:pt idx="3">
                  <c:v>-0.044793139836889664</c:v>
                </c:pt>
                <c:pt idx="4">
                  <c:v>-0.044793139836889664</c:v>
                </c:pt>
                <c:pt idx="5">
                  <c:v>-0.044793139836889664</c:v>
                </c:pt>
                <c:pt idx="6">
                  <c:v>-0.044793139836889664</c:v>
                </c:pt>
                <c:pt idx="7">
                  <c:v>-0.044793139836889664</c:v>
                </c:pt>
                <c:pt idx="8">
                  <c:v>-0.044793139836889664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0.04796827900924639</c:v>
                </c:pt>
                <c:pt idx="1">
                  <c:v>0.04796827900924639</c:v>
                </c:pt>
                <c:pt idx="2">
                  <c:v>0.04796827900924639</c:v>
                </c:pt>
                <c:pt idx="3">
                  <c:v>0.04796827900924639</c:v>
                </c:pt>
                <c:pt idx="4">
                  <c:v>0.04796827900924639</c:v>
                </c:pt>
                <c:pt idx="5">
                  <c:v>0.04796827900924639</c:v>
                </c:pt>
                <c:pt idx="6">
                  <c:v>0.04796827900924639</c:v>
                </c:pt>
                <c:pt idx="7">
                  <c:v>0.04796827900924639</c:v>
                </c:pt>
                <c:pt idx="8">
                  <c:v>0.04796827900924639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0.2160666787843359</c:v>
                </c:pt>
                <c:pt idx="1">
                  <c:v>0.2160666787843359</c:v>
                </c:pt>
                <c:pt idx="2">
                  <c:v>0.2160666787843359</c:v>
                </c:pt>
                <c:pt idx="3">
                  <c:v>0.2160666787843359</c:v>
                </c:pt>
                <c:pt idx="4">
                  <c:v>0.2160666787843359</c:v>
                </c:pt>
                <c:pt idx="5">
                  <c:v>0.2160666787843359</c:v>
                </c:pt>
                <c:pt idx="6">
                  <c:v>0.2160666787843359</c:v>
                </c:pt>
                <c:pt idx="7">
                  <c:v>0.2160666787843359</c:v>
                </c:pt>
                <c:pt idx="8">
                  <c:v>0.2160666787843359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-0.06725276117697293</c:v>
                </c:pt>
                <c:pt idx="1">
                  <c:v>-0.06725276117697293</c:v>
                </c:pt>
                <c:pt idx="2">
                  <c:v>-0.06725276117697293</c:v>
                </c:pt>
                <c:pt idx="3">
                  <c:v>-0.06725276117697293</c:v>
                </c:pt>
                <c:pt idx="4">
                  <c:v>-0.06725276117697293</c:v>
                </c:pt>
                <c:pt idx="5">
                  <c:v>-0.06725276117697293</c:v>
                </c:pt>
                <c:pt idx="6">
                  <c:v>-0.06725276117697293</c:v>
                </c:pt>
                <c:pt idx="7">
                  <c:v>-0.06725276117697293</c:v>
                </c:pt>
                <c:pt idx="8">
                  <c:v>-0.06725276117697293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0.1389378125606195</c:v>
                </c:pt>
                <c:pt idx="1">
                  <c:v>0.09219998275370878</c:v>
                </c:pt>
                <c:pt idx="2">
                  <c:v>0.08143512495482269</c:v>
                </c:pt>
                <c:pt idx="3">
                  <c:v>0.16427319078615907</c:v>
                </c:pt>
                <c:pt idx="4">
                  <c:v>0.22762973081163837</c:v>
                </c:pt>
                <c:pt idx="5">
                  <c:v>0.2808309517857114</c:v>
                </c:pt>
                <c:pt idx="6">
                  <c:v>0.24129445259184354</c:v>
                </c:pt>
                <c:pt idx="7">
                  <c:v>0.2609114993623523</c:v>
                </c:pt>
                <c:pt idx="8">
                  <c:v>0.15181065338522184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0.10402615499547495</c:v>
                </c:pt>
                <c:pt idx="1">
                  <c:v>0.11037555017634161</c:v>
                </c:pt>
                <c:pt idx="2">
                  <c:v>0.2909123375381044</c:v>
                </c:pt>
                <c:pt idx="3">
                  <c:v>0.36387693858890147</c:v>
                </c:pt>
                <c:pt idx="4">
                  <c:v>0.27397635814679505</c:v>
                </c:pt>
                <c:pt idx="5">
                  <c:v>0.31912351751504825</c:v>
                </c:pt>
                <c:pt idx="6">
                  <c:v>0.3029088175768578</c:v>
                </c:pt>
                <c:pt idx="7">
                  <c:v>0.26861225668937844</c:v>
                </c:pt>
                <c:pt idx="8">
                  <c:v>0.27517533355058765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647228367962777"/>
          <c:min val="0.058839779864096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0.32242497532826736</c:v>
                </c:pt>
                <c:pt idx="1">
                  <c:v>0.41504181699393433</c:v>
                </c:pt>
                <c:pt idx="2">
                  <c:v>0.36154879408417834</c:v>
                </c:pt>
                <c:pt idx="3">
                  <c:v>0.3884579279170577</c:v>
                </c:pt>
                <c:pt idx="4">
                  <c:v>0.3644832483426674</c:v>
                </c:pt>
                <c:pt idx="5">
                  <c:v>0.3792483787660109</c:v>
                </c:pt>
                <c:pt idx="6">
                  <c:v>0.36321348799795833</c:v>
                </c:pt>
                <c:pt idx="7">
                  <c:v>0.42779236284872535</c:v>
                </c:pt>
                <c:pt idx="8">
                  <c:v>0.3307234780576886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0.5136376024662985</c:v>
                </c:pt>
                <c:pt idx="1">
                  <c:v>0.3901690181720123</c:v>
                </c:pt>
                <c:pt idx="2">
                  <c:v>0.48881112471576266</c:v>
                </c:pt>
                <c:pt idx="3">
                  <c:v>0.4921578167005118</c:v>
                </c:pt>
                <c:pt idx="4">
                  <c:v>0.4332227503105109</c:v>
                </c:pt>
                <c:pt idx="5">
                  <c:v>0.43640689176120734</c:v>
                </c:pt>
                <c:pt idx="6">
                  <c:v>0.4292825766321664</c:v>
                </c:pt>
                <c:pt idx="7">
                  <c:v>0.33961256553138175</c:v>
                </c:pt>
                <c:pt idx="8">
                  <c:v>0.4372887985988111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28934612637341"/>
          <c:min val="0.30712796515722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0.45443523802491914</c:v>
                </c:pt>
                <c:pt idx="1">
                  <c:v>0.44720595551333997</c:v>
                </c:pt>
                <c:pt idx="2">
                  <c:v>0.3952193976134586</c:v>
                </c:pt>
                <c:pt idx="3">
                  <c:v>0.37017886575864334</c:v>
                </c:pt>
                <c:pt idx="4">
                  <c:v>0.3783209252267361</c:v>
                </c:pt>
                <c:pt idx="5">
                  <c:v>0.24644264146784947</c:v>
                </c:pt>
                <c:pt idx="6">
                  <c:v>0.4237886249244675</c:v>
                </c:pt>
                <c:pt idx="7">
                  <c:v>0.1858519588493732</c:v>
                </c:pt>
                <c:pt idx="8">
                  <c:v>0.21489015930404537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0.22358798751118247</c:v>
                </c:pt>
                <c:pt idx="1">
                  <c:v>0.25821864293615077</c:v>
                </c:pt>
                <c:pt idx="2">
                  <c:v>0.2503195320935833</c:v>
                </c:pt>
                <c:pt idx="3">
                  <c:v>0.22223275125125708</c:v>
                </c:pt>
                <c:pt idx="4">
                  <c:v>0.20603728573135258</c:v>
                </c:pt>
                <c:pt idx="5">
                  <c:v>0.24814212331876656</c:v>
                </c:pt>
                <c:pt idx="6">
                  <c:v>0.3308784834488243</c:v>
                </c:pt>
                <c:pt idx="7">
                  <c:v>0.2492528655961083</c:v>
                </c:pt>
                <c:pt idx="8">
                  <c:v>0.2681249977716271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59219003589628"/>
          <c:min val="0.164365296515329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0.27727979805899433</c:v>
                </c:pt>
                <c:pt idx="1">
                  <c:v>0.27798520307958635</c:v>
                </c:pt>
                <c:pt idx="2">
                  <c:v>0.2657625064786999</c:v>
                </c:pt>
                <c:pt idx="3">
                  <c:v>0.098299894673825</c:v>
                </c:pt>
                <c:pt idx="4">
                  <c:v>0.3235708105116303</c:v>
                </c:pt>
                <c:pt idx="5">
                  <c:v>0.2894813084719808</c:v>
                </c:pt>
                <c:pt idx="6">
                  <c:v>0.15498193154779535</c:v>
                </c:pt>
                <c:pt idx="7">
                  <c:v>0.19634300097218096</c:v>
                </c:pt>
                <c:pt idx="8">
                  <c:v>0.23998250495738216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44689167626678"/>
          <c:min val="0.0414463761226239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0.15664789459525832</c:v>
                </c:pt>
                <c:pt idx="1">
                  <c:v>0.15664789459525832</c:v>
                </c:pt>
                <c:pt idx="2">
                  <c:v>0.15664789459525832</c:v>
                </c:pt>
                <c:pt idx="3">
                  <c:v>0.15664789459525832</c:v>
                </c:pt>
                <c:pt idx="4">
                  <c:v>0.15664789459525832</c:v>
                </c:pt>
                <c:pt idx="5">
                  <c:v>0.15664789459525832</c:v>
                </c:pt>
                <c:pt idx="6">
                  <c:v>0.15664789459525832</c:v>
                </c:pt>
                <c:pt idx="7">
                  <c:v>0.15664789459525832</c:v>
                </c:pt>
                <c:pt idx="8">
                  <c:v>0.15664789459525832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0.17250313460543393</c:v>
                </c:pt>
                <c:pt idx="1">
                  <c:v>0.17250313460543393</c:v>
                </c:pt>
                <c:pt idx="2">
                  <c:v>0.17250313460543393</c:v>
                </c:pt>
                <c:pt idx="3">
                  <c:v>0.17250313460543393</c:v>
                </c:pt>
                <c:pt idx="4">
                  <c:v>0.17250313460543393</c:v>
                </c:pt>
                <c:pt idx="5">
                  <c:v>0.17250313460543393</c:v>
                </c:pt>
                <c:pt idx="6">
                  <c:v>0.17250313460543393</c:v>
                </c:pt>
                <c:pt idx="7">
                  <c:v>0.17250313460543393</c:v>
                </c:pt>
                <c:pt idx="8">
                  <c:v>0.17250313460543393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0.24182631866854415</c:v>
                </c:pt>
                <c:pt idx="1">
                  <c:v>0.24182631866854415</c:v>
                </c:pt>
                <c:pt idx="2">
                  <c:v>0.24182631866854415</c:v>
                </c:pt>
                <c:pt idx="3">
                  <c:v>0.24182631866854415</c:v>
                </c:pt>
                <c:pt idx="4">
                  <c:v>0.24182631866854415</c:v>
                </c:pt>
                <c:pt idx="5">
                  <c:v>0.24182631866854415</c:v>
                </c:pt>
                <c:pt idx="6">
                  <c:v>0.24182631866854415</c:v>
                </c:pt>
                <c:pt idx="7">
                  <c:v>0.24182631866854415</c:v>
                </c:pt>
                <c:pt idx="8">
                  <c:v>0.24182631866854415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0.15594423986382072</c:v>
                </c:pt>
                <c:pt idx="1">
                  <c:v>0.15594423986382072</c:v>
                </c:pt>
                <c:pt idx="2">
                  <c:v>0.15594423986382072</c:v>
                </c:pt>
                <c:pt idx="3">
                  <c:v>0.15594423986382072</c:v>
                </c:pt>
                <c:pt idx="4">
                  <c:v>0.15594423986382072</c:v>
                </c:pt>
                <c:pt idx="5">
                  <c:v>0.15594423986382072</c:v>
                </c:pt>
                <c:pt idx="6">
                  <c:v>0.15594423986382072</c:v>
                </c:pt>
                <c:pt idx="7">
                  <c:v>0.15594423986382072</c:v>
                </c:pt>
                <c:pt idx="8">
                  <c:v>0.15594423986382072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0.0907468969640509</c:v>
                </c:pt>
                <c:pt idx="1">
                  <c:v>0.0907468969640509</c:v>
                </c:pt>
                <c:pt idx="2">
                  <c:v>0.0907468969640509</c:v>
                </c:pt>
                <c:pt idx="3">
                  <c:v>0.0907468969640509</c:v>
                </c:pt>
                <c:pt idx="4">
                  <c:v>0.0907468969640509</c:v>
                </c:pt>
                <c:pt idx="5">
                  <c:v>0.0907468969640509</c:v>
                </c:pt>
                <c:pt idx="6">
                  <c:v>0.0907468969640509</c:v>
                </c:pt>
                <c:pt idx="7">
                  <c:v>0.0907468969640509</c:v>
                </c:pt>
                <c:pt idx="8">
                  <c:v>0.0907468969640509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539</c:v>
                </c:pt>
                <c:pt idx="1">
                  <c:v>524</c:v>
                </c:pt>
                <c:pt idx="2">
                  <c:v>535</c:v>
                </c:pt>
                <c:pt idx="3">
                  <c:v>556</c:v>
                </c:pt>
                <c:pt idx="4">
                  <c:v>574</c:v>
                </c:pt>
                <c:pt idx="5">
                  <c:v>567</c:v>
                </c:pt>
                <c:pt idx="6">
                  <c:v>578</c:v>
                </c:pt>
                <c:pt idx="7">
                  <c:v>585</c:v>
                </c:pt>
                <c:pt idx="8">
                  <c:v>584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9.8"/>
          <c:min val="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163</c:v>
                </c:pt>
                <c:pt idx="1">
                  <c:v>132</c:v>
                </c:pt>
                <c:pt idx="2">
                  <c:v>131</c:v>
                </c:pt>
                <c:pt idx="3">
                  <c:v>143</c:v>
                </c:pt>
                <c:pt idx="4">
                  <c:v>155</c:v>
                </c:pt>
                <c:pt idx="5">
                  <c:v>173</c:v>
                </c:pt>
                <c:pt idx="6">
                  <c:v>164</c:v>
                </c:pt>
                <c:pt idx="7">
                  <c:v>95</c:v>
                </c:pt>
                <c:pt idx="8">
                  <c:v>147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c:v>
                </c:pt>
                <c:pt idx="1">
                  <c:v>136</c:v>
                </c:pt>
                <c:pt idx="2">
                  <c:v>157</c:v>
                </c:pt>
                <c:pt idx="3">
                  <c:v>163</c:v>
                </c:pt>
                <c:pt idx="4">
                  <c:v>140</c:v>
                </c:pt>
                <c:pt idx="5">
                  <c:v>161</c:v>
                </c:pt>
                <c:pt idx="6">
                  <c:v>173</c:v>
                </c:pt>
                <c:pt idx="7">
                  <c:v>188</c:v>
                </c:pt>
                <c:pt idx="8">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44"/>
          <c:min val="87.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1063</c:v>
                </c:pt>
                <c:pt idx="1">
                  <c:v>957</c:v>
                </c:pt>
                <c:pt idx="2">
                  <c:v>1196</c:v>
                </c:pt>
                <c:pt idx="3">
                  <c:v>1174</c:v>
                </c:pt>
                <c:pt idx="4">
                  <c:v>1190</c:v>
                </c:pt>
                <c:pt idx="5">
                  <c:v>1068</c:v>
                </c:pt>
                <c:pt idx="6">
                  <c:v>1147</c:v>
                </c:pt>
                <c:pt idx="7">
                  <c:v>1076</c:v>
                </c:pt>
                <c:pt idx="8">
                  <c:v>1058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1026</c:v>
                </c:pt>
                <c:pt idx="1">
                  <c:v>830</c:v>
                </c:pt>
                <c:pt idx="2">
                  <c:v>979</c:v>
                </c:pt>
                <c:pt idx="3">
                  <c:v>991</c:v>
                </c:pt>
                <c:pt idx="4">
                  <c:v>1007</c:v>
                </c:pt>
                <c:pt idx="5">
                  <c:v>1028</c:v>
                </c:pt>
                <c:pt idx="6">
                  <c:v>1058</c:v>
                </c:pt>
                <c:pt idx="7">
                  <c:v>992</c:v>
                </c:pt>
                <c:pt idx="8">
                  <c:v>1019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5.28"/>
          <c:min val="80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441</c:v>
                </c:pt>
                <c:pt idx="1">
                  <c:v>415</c:v>
                </c:pt>
                <c:pt idx="2">
                  <c:v>442</c:v>
                </c:pt>
                <c:pt idx="3">
                  <c:v>413</c:v>
                </c:pt>
                <c:pt idx="4">
                  <c:v>444</c:v>
                </c:pt>
                <c:pt idx="5">
                  <c:v>456</c:v>
                </c:pt>
                <c:pt idx="6">
                  <c:v>443</c:v>
                </c:pt>
                <c:pt idx="7">
                  <c:v>434</c:v>
                </c:pt>
                <c:pt idx="8">
                  <c:v>422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c:v>
                </c:pt>
                <c:pt idx="1">
                  <c:v>367</c:v>
                </c:pt>
                <c:pt idx="2">
                  <c:v>413</c:v>
                </c:pt>
                <c:pt idx="3">
                  <c:v>393</c:v>
                </c:pt>
                <c:pt idx="4">
                  <c:v>408</c:v>
                </c:pt>
                <c:pt idx="5">
                  <c:v>425</c:v>
                </c:pt>
                <c:pt idx="6">
                  <c:v>448</c:v>
                </c:pt>
                <c:pt idx="7">
                  <c:v>421</c:v>
                </c:pt>
                <c:pt idx="8">
                  <c:v>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3.12"/>
          <c:min val="35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425.33333333333326</c:v>
                </c:pt>
                <c:pt idx="1">
                  <c:v>425.33333333333326</c:v>
                </c:pt>
                <c:pt idx="2">
                  <c:v>425.33333333333326</c:v>
                </c:pt>
                <c:pt idx="3">
                  <c:v>425.33333333333326</c:v>
                </c:pt>
                <c:pt idx="4">
                  <c:v>425.33333333333326</c:v>
                </c:pt>
                <c:pt idx="5">
                  <c:v>425.33333333333326</c:v>
                </c:pt>
                <c:pt idx="6">
                  <c:v>425.33333333333326</c:v>
                </c:pt>
                <c:pt idx="7">
                  <c:v>425.33333333333326</c:v>
                </c:pt>
                <c:pt idx="8">
                  <c:v>425.33333333333326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543.3333333333334</c:v>
                </c:pt>
                <c:pt idx="1">
                  <c:v>543.3333333333334</c:v>
                </c:pt>
                <c:pt idx="2">
                  <c:v>543.3333333333334</c:v>
                </c:pt>
                <c:pt idx="3">
                  <c:v>543.3333333333334</c:v>
                </c:pt>
                <c:pt idx="4">
                  <c:v>543.3333333333334</c:v>
                </c:pt>
                <c:pt idx="5">
                  <c:v>543.3333333333334</c:v>
                </c:pt>
                <c:pt idx="6">
                  <c:v>543.3333333333334</c:v>
                </c:pt>
                <c:pt idx="7">
                  <c:v>543.3333333333334</c:v>
                </c:pt>
                <c:pt idx="8">
                  <c:v>543.3333333333334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350</c:v>
                </c:pt>
                <c:pt idx="2">
                  <c:v>350</c:v>
                </c:pt>
                <c:pt idx="3">
                  <c:v>350</c:v>
                </c:pt>
                <c:pt idx="4">
                  <c:v>350</c:v>
                </c:pt>
                <c:pt idx="5">
                  <c:v>350</c:v>
                </c:pt>
                <c:pt idx="6">
                  <c:v>350</c:v>
                </c:pt>
                <c:pt idx="7">
                  <c:v>350</c:v>
                </c:pt>
                <c:pt idx="8">
                  <c:v>350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578</c:v>
                </c:pt>
                <c:pt idx="2">
                  <c:v>578</c:v>
                </c:pt>
                <c:pt idx="3">
                  <c:v>578</c:v>
                </c:pt>
                <c:pt idx="4">
                  <c:v>578</c:v>
                </c:pt>
                <c:pt idx="5">
                  <c:v>578</c:v>
                </c:pt>
                <c:pt idx="6">
                  <c:v>578</c:v>
                </c:pt>
                <c:pt idx="7">
                  <c:v>578</c:v>
                </c:pt>
                <c:pt idx="8">
                  <c:v>578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397</c:v>
                </c:pt>
                <c:pt idx="1">
                  <c:v>397</c:v>
                </c:pt>
                <c:pt idx="2">
                  <c:v>397</c:v>
                </c:pt>
                <c:pt idx="3">
                  <c:v>397</c:v>
                </c:pt>
                <c:pt idx="4">
                  <c:v>397</c:v>
                </c:pt>
                <c:pt idx="5">
                  <c:v>397</c:v>
                </c:pt>
                <c:pt idx="6">
                  <c:v>397</c:v>
                </c:pt>
                <c:pt idx="7">
                  <c:v>397</c:v>
                </c:pt>
                <c:pt idx="8">
                  <c:v>397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751.51</c:v>
                </c:pt>
                <c:pt idx="1">
                  <c:v>627.41</c:v>
                </c:pt>
                <c:pt idx="2">
                  <c:v>640.72</c:v>
                </c:pt>
                <c:pt idx="3">
                  <c:v>770.3</c:v>
                </c:pt>
                <c:pt idx="4">
                  <c:v>702.42</c:v>
                </c:pt>
                <c:pt idx="5">
                  <c:v>674.32</c:v>
                </c:pt>
                <c:pt idx="6">
                  <c:v>740.83</c:v>
                </c:pt>
                <c:pt idx="7">
                  <c:v>746.02</c:v>
                </c:pt>
                <c:pt idx="8">
                  <c:v>674.68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835.21</c:v>
                </c:pt>
                <c:pt idx="1">
                  <c:v>880.19</c:v>
                </c:pt>
                <c:pt idx="2">
                  <c:v>959.15</c:v>
                </c:pt>
                <c:pt idx="3">
                  <c:v>970.52</c:v>
                </c:pt>
                <c:pt idx="4">
                  <c:v>892.74</c:v>
                </c:pt>
                <c:pt idx="5">
                  <c:v>894.15</c:v>
                </c:pt>
                <c:pt idx="6">
                  <c:v>965.42</c:v>
                </c:pt>
                <c:pt idx="7">
                  <c:v>827.75</c:v>
                </c:pt>
                <c:pt idx="8">
                  <c:v>929.3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7.9688"/>
          <c:min val="599.9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220.3</c:v>
                </c:pt>
                <c:pt idx="1">
                  <c:v>237</c:v>
                </c:pt>
                <c:pt idx="2">
                  <c:v>254.6</c:v>
                </c:pt>
                <c:pt idx="3">
                  <c:v>284</c:v>
                </c:pt>
                <c:pt idx="4">
                  <c:v>253.64</c:v>
                </c:pt>
                <c:pt idx="5">
                  <c:v>223.31</c:v>
                </c:pt>
                <c:pt idx="6">
                  <c:v>390.87</c:v>
                </c:pt>
                <c:pt idx="7">
                  <c:v>360</c:v>
                </c:pt>
                <c:pt idx="8">
                  <c:v>342.3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309.7</c:v>
                </c:pt>
                <c:pt idx="1">
                  <c:v>285.4</c:v>
                </c:pt>
                <c:pt idx="2">
                  <c:v>382.3</c:v>
                </c:pt>
                <c:pt idx="3">
                  <c:v>419.7</c:v>
                </c:pt>
                <c:pt idx="4">
                  <c:v>331.52</c:v>
                </c:pt>
                <c:pt idx="5">
                  <c:v>385.5</c:v>
                </c:pt>
                <c:pt idx="6">
                  <c:v>422.11</c:v>
                </c:pt>
                <c:pt idx="7">
                  <c:v>352.52</c:v>
                </c:pt>
                <c:pt idx="8">
                  <c:v>398.5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2548"/>
          <c:min val="204.15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1967.54</c:v>
                </c:pt>
                <c:pt idx="1">
                  <c:v>1842.2</c:v>
                </c:pt>
                <c:pt idx="2">
                  <c:v>2204.61</c:v>
                </c:pt>
                <c:pt idx="3">
                  <c:v>2366.05</c:v>
                </c:pt>
                <c:pt idx="4">
                  <c:v>2371.8</c:v>
                </c:pt>
                <c:pt idx="5">
                  <c:v>2252.5</c:v>
                </c:pt>
                <c:pt idx="6">
                  <c:v>2208.5</c:v>
                </c:pt>
                <c:pt idx="7">
                  <c:v>2091.6</c:v>
                </c:pt>
                <c:pt idx="8">
                  <c:v>2214.7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1855.71</c:v>
                </c:pt>
                <c:pt idx="1">
                  <c:v>1669.3</c:v>
                </c:pt>
                <c:pt idx="2">
                  <c:v>1966.6</c:v>
                </c:pt>
                <c:pt idx="3">
                  <c:v>2117.6</c:v>
                </c:pt>
                <c:pt idx="4">
                  <c:v>2101.9</c:v>
                </c:pt>
                <c:pt idx="5">
                  <c:v>2084.5</c:v>
                </c:pt>
                <c:pt idx="6">
                  <c:v>2206.5</c:v>
                </c:pt>
                <c:pt idx="7">
                  <c:v>1961.8</c:v>
                </c:pt>
                <c:pt idx="8">
                  <c:v>1961.8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28"/>
          <c:min val="161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5150.45</c:v>
                </c:pt>
                <c:pt idx="1">
                  <c:v>4912</c:v>
                </c:pt>
                <c:pt idx="2">
                  <c:v>5301.4</c:v>
                </c:pt>
                <c:pt idx="3">
                  <c:v>5754.85</c:v>
                </c:pt>
                <c:pt idx="4">
                  <c:v>5638.7</c:v>
                </c:pt>
                <c:pt idx="5">
                  <c:v>5523.35</c:v>
                </c:pt>
                <c:pt idx="6">
                  <c:v>5647.5</c:v>
                </c:pt>
                <c:pt idx="7">
                  <c:v>5532.78</c:v>
                </c:pt>
                <c:pt idx="8">
                  <c:v>5024.81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4936.2</c:v>
                </c:pt>
                <c:pt idx="1">
                  <c:v>4707.4</c:v>
                </c:pt>
                <c:pt idx="2">
                  <c:v>4916.9</c:v>
                </c:pt>
                <c:pt idx="3">
                  <c:v>5419</c:v>
                </c:pt>
                <c:pt idx="4">
                  <c:v>4689.83</c:v>
                </c:pt>
                <c:pt idx="5">
                  <c:v>5194.31</c:v>
                </c:pt>
                <c:pt idx="6">
                  <c:v>5350.5</c:v>
                </c:pt>
                <c:pt idx="7">
                  <c:v>5197.05</c:v>
                </c:pt>
                <c:pt idx="8">
                  <c:v>4471.45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857.522000000001"/>
          <c:min val="4368.777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779</c:v>
                </c:pt>
                <c:pt idx="1">
                  <c:v>779</c:v>
                </c:pt>
                <c:pt idx="2">
                  <c:v>779</c:v>
                </c:pt>
                <c:pt idx="3">
                  <c:v>779</c:v>
                </c:pt>
                <c:pt idx="4">
                  <c:v>779</c:v>
                </c:pt>
                <c:pt idx="5">
                  <c:v>779</c:v>
                </c:pt>
                <c:pt idx="6">
                  <c:v>779</c:v>
                </c:pt>
                <c:pt idx="7">
                  <c:v>779</c:v>
                </c:pt>
                <c:pt idx="8">
                  <c:v>779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1192.55</c:v>
                </c:pt>
                <c:pt idx="1">
                  <c:v>1192.55</c:v>
                </c:pt>
                <c:pt idx="2">
                  <c:v>1192.55</c:v>
                </c:pt>
                <c:pt idx="3">
                  <c:v>1192.55</c:v>
                </c:pt>
                <c:pt idx="4">
                  <c:v>1192.55</c:v>
                </c:pt>
                <c:pt idx="5">
                  <c:v>1192.55</c:v>
                </c:pt>
                <c:pt idx="6">
                  <c:v>1192.55</c:v>
                </c:pt>
                <c:pt idx="7">
                  <c:v>1192.55</c:v>
                </c:pt>
                <c:pt idx="8">
                  <c:v>1192.55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922.0333333333333</c:v>
                </c:pt>
                <c:pt idx="1">
                  <c:v>922.0333333333333</c:v>
                </c:pt>
                <c:pt idx="2">
                  <c:v>922.0333333333333</c:v>
                </c:pt>
                <c:pt idx="3">
                  <c:v>922.0333333333333</c:v>
                </c:pt>
                <c:pt idx="4">
                  <c:v>922.0333333333333</c:v>
                </c:pt>
                <c:pt idx="5">
                  <c:v>922.0333333333333</c:v>
                </c:pt>
                <c:pt idx="6">
                  <c:v>922.0333333333333</c:v>
                </c:pt>
                <c:pt idx="7">
                  <c:v>922.0333333333333</c:v>
                </c:pt>
                <c:pt idx="8">
                  <c:v>922.0333333333333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1366.75</c:v>
                </c:pt>
                <c:pt idx="1">
                  <c:v>1366.75</c:v>
                </c:pt>
                <c:pt idx="2">
                  <c:v>1366.75</c:v>
                </c:pt>
                <c:pt idx="3">
                  <c:v>1366.75</c:v>
                </c:pt>
                <c:pt idx="4">
                  <c:v>1366.75</c:v>
                </c:pt>
                <c:pt idx="5">
                  <c:v>1366.75</c:v>
                </c:pt>
                <c:pt idx="6">
                  <c:v>1366.75</c:v>
                </c:pt>
                <c:pt idx="7">
                  <c:v>1366.75</c:v>
                </c:pt>
                <c:pt idx="8">
                  <c:v>1366.75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1253.2</c:v>
                </c:pt>
                <c:pt idx="1">
                  <c:v>1426.25</c:v>
                </c:pt>
                <c:pt idx="2">
                  <c:v>1420.8</c:v>
                </c:pt>
                <c:pt idx="3">
                  <c:v>1611.95</c:v>
                </c:pt>
                <c:pt idx="4">
                  <c:v>1478.3</c:v>
                </c:pt>
                <c:pt idx="5">
                  <c:v>1671.8</c:v>
                </c:pt>
                <c:pt idx="6">
                  <c:v>1900.15</c:v>
                </c:pt>
                <c:pt idx="7">
                  <c:v>1603.9</c:v>
                </c:pt>
                <c:pt idx="8">
                  <c:v>1573.29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515.4166666666666</c:v>
                </c:pt>
                <c:pt idx="1">
                  <c:v>515.4166666666666</c:v>
                </c:pt>
                <c:pt idx="2">
                  <c:v>515.4166666666666</c:v>
                </c:pt>
                <c:pt idx="3">
                  <c:v>515.4166666666666</c:v>
                </c:pt>
                <c:pt idx="4">
                  <c:v>515.4166666666666</c:v>
                </c:pt>
                <c:pt idx="5">
                  <c:v>515.4166666666666</c:v>
                </c:pt>
                <c:pt idx="6">
                  <c:v>515.4166666666666</c:v>
                </c:pt>
                <c:pt idx="7">
                  <c:v>515.4166666666666</c:v>
                </c:pt>
                <c:pt idx="8">
                  <c:v>515.4166666666666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1.349210053859964</c:v>
                </c:pt>
                <c:pt idx="1">
                  <c:v>1.2989855072463767</c:v>
                </c:pt>
                <c:pt idx="2">
                  <c:v>1.2662450592885377</c:v>
                </c:pt>
                <c:pt idx="3">
                  <c:v>1.3682060390763764</c:v>
                </c:pt>
                <c:pt idx="4">
                  <c:v>1.2476376554174067</c:v>
                </c:pt>
                <c:pt idx="5">
                  <c:v>1.272301886792453</c:v>
                </c:pt>
                <c:pt idx="6">
                  <c:v>1.3977924528301888</c:v>
                </c:pt>
                <c:pt idx="7">
                  <c:v>1.4801984126984127</c:v>
                </c:pt>
                <c:pt idx="8">
                  <c:v>1.3439840637450198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1.5103254972875226</c:v>
                </c:pt>
                <c:pt idx="1">
                  <c:v>1.71912109375</c:v>
                </c:pt>
                <c:pt idx="2">
                  <c:v>1.5672385620915033</c:v>
                </c:pt>
                <c:pt idx="3">
                  <c:v>1.6148419301164725</c:v>
                </c:pt>
                <c:pt idx="4">
                  <c:v>1.635054945054945</c:v>
                </c:pt>
                <c:pt idx="5">
                  <c:v>1.5284615384615383</c:v>
                </c:pt>
                <c:pt idx="6">
                  <c:v>1.6144147157190636</c:v>
                </c:pt>
                <c:pt idx="7">
                  <c:v>1.53003696857671</c:v>
                </c:pt>
                <c:pt idx="8">
                  <c:v>1.6684021543985637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68397688166075"/>
          <c:min val="1.20991898035079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1.5028795811518325</c:v>
                </c:pt>
                <c:pt idx="1">
                  <c:v>1.4103198887343533</c:v>
                </c:pt>
                <c:pt idx="2">
                  <c:v>1.4301129943502826</c:v>
                </c:pt>
                <c:pt idx="3">
                  <c:v>1.1591293833131802</c:v>
                </c:pt>
                <c:pt idx="4">
                  <c:v>1.194305381727159</c:v>
                </c:pt>
                <c:pt idx="5">
                  <c:v>1.1310279187817258</c:v>
                </c:pt>
                <c:pt idx="6">
                  <c:v>1.0749355670103093</c:v>
                </c:pt>
                <c:pt idx="7">
                  <c:v>1.3365868263473053</c:v>
                </c:pt>
                <c:pt idx="8">
                  <c:v>1.6659633027522938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1.6064724919093851</c:v>
                </c:pt>
                <c:pt idx="1">
                  <c:v>1.533418043202033</c:v>
                </c:pt>
                <c:pt idx="2">
                  <c:v>1.4610389610389611</c:v>
                </c:pt>
                <c:pt idx="3">
                  <c:v>1.616239406779661</c:v>
                </c:pt>
                <c:pt idx="4">
                  <c:v>1.4718032786885247</c:v>
                </c:pt>
                <c:pt idx="5">
                  <c:v>1.6527457264957266</c:v>
                </c:pt>
                <c:pt idx="6">
                  <c:v>1.7009375</c:v>
                </c:pt>
                <c:pt idx="7">
                  <c:v>1.5103291713961406</c:v>
                </c:pt>
                <c:pt idx="8">
                  <c:v>1.5466705471478461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10176546391754"/>
          <c:min val="1.0248554123711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2.8143939393939394</c:v>
                </c:pt>
                <c:pt idx="1">
                  <c:v>3.036852300242131</c:v>
                </c:pt>
                <c:pt idx="2">
                  <c:v>3.338382687927107</c:v>
                </c:pt>
                <c:pt idx="3">
                  <c:v>3.026127049180328</c:v>
                </c:pt>
                <c:pt idx="4">
                  <c:v>2.720144329896907</c:v>
                </c:pt>
                <c:pt idx="5">
                  <c:v>2.756501976284585</c:v>
                </c:pt>
                <c:pt idx="6">
                  <c:v>2.8087999999999997</c:v>
                </c:pt>
                <c:pt idx="7">
                  <c:v>2.684561752988048</c:v>
                </c:pt>
                <c:pt idx="8">
                  <c:v>2.824380341880342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21015969627942"/>
          <c:min val="2.2228333849658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2.175021114864865</c:v>
                </c:pt>
                <c:pt idx="1">
                  <c:v>2.2921138590760615</c:v>
                </c:pt>
                <c:pt idx="2">
                  <c:v>2.3343901365037425</c:v>
                </c:pt>
                <c:pt idx="3">
                  <c:v>2.521844872918493</c:v>
                </c:pt>
                <c:pt idx="4">
                  <c:v>2.4752853380158033</c:v>
                </c:pt>
                <c:pt idx="5">
                  <c:v>2.3828084555651423</c:v>
                </c:pt>
                <c:pt idx="6">
                  <c:v>2.4052385008517887</c:v>
                </c:pt>
                <c:pt idx="7">
                  <c:v>2.356379897785349</c:v>
                </c:pt>
                <c:pt idx="8">
                  <c:v>2.3746739130434786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2.2305467690917307</c:v>
                </c:pt>
                <c:pt idx="1">
                  <c:v>2.3595989974937344</c:v>
                </c:pt>
                <c:pt idx="2">
                  <c:v>2.1852888888888886</c:v>
                </c:pt>
                <c:pt idx="3">
                  <c:v>2.4687927107061505</c:v>
                </c:pt>
                <c:pt idx="4">
                  <c:v>2.208017890772128</c:v>
                </c:pt>
                <c:pt idx="5">
                  <c:v>2.3503665158371043</c:v>
                </c:pt>
                <c:pt idx="6">
                  <c:v>2.3685258964143427</c:v>
                </c:pt>
                <c:pt idx="7">
                  <c:v>2.338906390639064</c:v>
                </c:pt>
                <c:pt idx="8">
                  <c:v>2.179069200779727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9590773562783"/>
          <c:min val="2.1472752142205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1.3477508650519032</c:v>
                </c:pt>
                <c:pt idx="1">
                  <c:v>1.3477508650519032</c:v>
                </c:pt>
                <c:pt idx="2">
                  <c:v>1.3477508650519032</c:v>
                </c:pt>
                <c:pt idx="3">
                  <c:v>1.3477508650519032</c:v>
                </c:pt>
                <c:pt idx="4">
                  <c:v>1.3477508650519032</c:v>
                </c:pt>
                <c:pt idx="5">
                  <c:v>1.3477508650519032</c:v>
                </c:pt>
                <c:pt idx="6">
                  <c:v>1.3477508650519032</c:v>
                </c:pt>
                <c:pt idx="7">
                  <c:v>1.3477508650519032</c:v>
                </c:pt>
                <c:pt idx="8">
                  <c:v>1.3477508650519032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1.5588516746411485</c:v>
                </c:pt>
                <c:pt idx="1">
                  <c:v>1.5588516746411485</c:v>
                </c:pt>
                <c:pt idx="2">
                  <c:v>1.5588516746411485</c:v>
                </c:pt>
                <c:pt idx="3">
                  <c:v>1.5588516746411485</c:v>
                </c:pt>
                <c:pt idx="4">
                  <c:v>1.5588516746411485</c:v>
                </c:pt>
                <c:pt idx="5">
                  <c:v>1.5588516746411485</c:v>
                </c:pt>
                <c:pt idx="6">
                  <c:v>1.5588516746411485</c:v>
                </c:pt>
                <c:pt idx="7">
                  <c:v>1.5588516746411485</c:v>
                </c:pt>
                <c:pt idx="8">
                  <c:v>1.5588516746411485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1.374734513274336</c:v>
                </c:pt>
                <c:pt idx="1">
                  <c:v>1.374734513274336</c:v>
                </c:pt>
                <c:pt idx="2">
                  <c:v>1.374734513274336</c:v>
                </c:pt>
                <c:pt idx="3">
                  <c:v>1.374734513274336</c:v>
                </c:pt>
                <c:pt idx="4">
                  <c:v>1.374734513274336</c:v>
                </c:pt>
                <c:pt idx="5">
                  <c:v>1.374734513274336</c:v>
                </c:pt>
                <c:pt idx="6">
                  <c:v>1.374734513274336</c:v>
                </c:pt>
                <c:pt idx="7">
                  <c:v>1.374734513274336</c:v>
                </c:pt>
                <c:pt idx="8">
                  <c:v>1.374734513274336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1.2320717131474106</c:v>
                </c:pt>
                <c:pt idx="1">
                  <c:v>1.2320717131474106</c:v>
                </c:pt>
                <c:pt idx="2">
                  <c:v>1.2320717131474106</c:v>
                </c:pt>
                <c:pt idx="3">
                  <c:v>1.2320717131474106</c:v>
                </c:pt>
                <c:pt idx="4">
                  <c:v>1.2320717131474106</c:v>
                </c:pt>
                <c:pt idx="5">
                  <c:v>1.2320717131474106</c:v>
                </c:pt>
                <c:pt idx="6">
                  <c:v>1.2320717131474106</c:v>
                </c:pt>
                <c:pt idx="7">
                  <c:v>1.2320717131474106</c:v>
                </c:pt>
                <c:pt idx="8">
                  <c:v>1.2320717131474106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1.64759697256386</c:v>
                </c:pt>
                <c:pt idx="1">
                  <c:v>1.64759697256386</c:v>
                </c:pt>
                <c:pt idx="2">
                  <c:v>1.64759697256386</c:v>
                </c:pt>
                <c:pt idx="3">
                  <c:v>1.64759697256386</c:v>
                </c:pt>
                <c:pt idx="4">
                  <c:v>1.64759697256386</c:v>
                </c:pt>
                <c:pt idx="5">
                  <c:v>1.64759697256386</c:v>
                </c:pt>
                <c:pt idx="6">
                  <c:v>1.64759697256386</c:v>
                </c:pt>
                <c:pt idx="7">
                  <c:v>1.64759697256386</c:v>
                </c:pt>
                <c:pt idx="8">
                  <c:v>1.64759697256386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149.32348698651614</c:v>
                </c:pt>
                <c:pt idx="1">
                  <c:v>144.24817730225448</c:v>
                </c:pt>
                <c:pt idx="2">
                  <c:v>146.24885807504077</c:v>
                </c:pt>
                <c:pt idx="3">
                  <c:v>149.52470581099115</c:v>
                </c:pt>
                <c:pt idx="4">
                  <c:v>153.20146664239874</c:v>
                </c:pt>
                <c:pt idx="5">
                  <c:v>161.97568208778173</c:v>
                </c:pt>
                <c:pt idx="6">
                  <c:v>158.05879924780993</c:v>
                </c:pt>
                <c:pt idx="7">
                  <c:v>161.12207531403308</c:v>
                </c:pt>
                <c:pt idx="8">
                  <c:v>160.98694664803955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40171582654924"/>
          <c:min val="141.12569296712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120.28595760535457</c:v>
                </c:pt>
                <c:pt idx="1">
                  <c:v>119.36131078561068</c:v>
                </c:pt>
                <c:pt idx="2">
                  <c:v>116.55148894993131</c:v>
                </c:pt>
                <c:pt idx="3">
                  <c:v>120.82567830715307</c:v>
                </c:pt>
                <c:pt idx="4">
                  <c:v>120.04367757182314</c:v>
                </c:pt>
                <c:pt idx="5">
                  <c:v>125.28135010084232</c:v>
                </c:pt>
                <c:pt idx="6">
                  <c:v>124.02800912490044</c:v>
                </c:pt>
                <c:pt idx="7">
                  <c:v>128.16003592396987</c:v>
                </c:pt>
                <c:pt idx="8">
                  <c:v>124.94907215272427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139.84328492235485</c:v>
                </c:pt>
                <c:pt idx="1">
                  <c:v>139.96295118099502</c:v>
                </c:pt>
                <c:pt idx="2">
                  <c:v>138.48360527550435</c:v>
                </c:pt>
                <c:pt idx="3">
                  <c:v>142.01903103490912</c:v>
                </c:pt>
                <c:pt idx="4">
                  <c:v>138.2017720724959</c:v>
                </c:pt>
                <c:pt idx="5">
                  <c:v>134.06053794106134</c:v>
                </c:pt>
                <c:pt idx="6">
                  <c:v>140.50752004309004</c:v>
                </c:pt>
                <c:pt idx="7">
                  <c:v>139.84048323769255</c:v>
                </c:pt>
                <c:pt idx="8">
                  <c:v>139.0465188851824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4.05643440170735"/>
          <c:min val="114.514085583133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135.95224693599636</c:v>
                </c:pt>
                <c:pt idx="1">
                  <c:v>146.28303797468354</c:v>
                </c:pt>
                <c:pt idx="2">
                  <c:v>137.80938727415554</c:v>
                </c:pt>
                <c:pt idx="3">
                  <c:v>161.6775</c:v>
                </c:pt>
                <c:pt idx="4">
                  <c:v>144.15841349944802</c:v>
                </c:pt>
                <c:pt idx="5">
                  <c:v>134.06040929649365</c:v>
                </c:pt>
                <c:pt idx="6">
                  <c:v>132.43538772481898</c:v>
                </c:pt>
                <c:pt idx="7">
                  <c:v>134.92880555555556</c:v>
                </c:pt>
                <c:pt idx="8">
                  <c:v>112.02649722465672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120.36806587019696</c:v>
                </c:pt>
                <c:pt idx="1">
                  <c:v>139.80581639803785</c:v>
                </c:pt>
                <c:pt idx="2">
                  <c:v>136.80905048391315</c:v>
                </c:pt>
                <c:pt idx="3">
                  <c:v>110.65253752680486</c:v>
                </c:pt>
                <c:pt idx="4">
                  <c:v>133.05447635135135</c:v>
                </c:pt>
                <c:pt idx="5">
                  <c:v>127.42230869001298</c:v>
                </c:pt>
                <c:pt idx="6">
                  <c:v>138.17566511099002</c:v>
                </c:pt>
                <c:pt idx="7">
                  <c:v>137.32795302394192</c:v>
                </c:pt>
                <c:pt idx="8">
                  <c:v>132.88080301129236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75949699785562"/>
          <c:min val="106.570540528949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275.43518541485804</c:v>
                </c:pt>
                <c:pt idx="1">
                  <c:v>278.96533725524125</c:v>
                </c:pt>
                <c:pt idx="2">
                  <c:v>281.04521802806585</c:v>
                </c:pt>
                <c:pt idx="3">
                  <c:v>277.04081048412746</c:v>
                </c:pt>
                <c:pt idx="4">
                  <c:v>280.5210240144993</c:v>
                </c:pt>
                <c:pt idx="5">
                  <c:v>280.0300535169323</c:v>
                </c:pt>
                <c:pt idx="6">
                  <c:v>276.67996197890733</c:v>
                </c:pt>
                <c:pt idx="7">
                  <c:v>279.468018770381</c:v>
                </c:pt>
                <c:pt idx="8">
                  <c:v>282.0193477944388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265.50311630536123</c:v>
                </c:pt>
                <c:pt idx="1">
                  <c:v>278.2414332518731</c:v>
                </c:pt>
                <c:pt idx="2">
                  <c:v>265.00448042586225</c:v>
                </c:pt>
                <c:pt idx="3">
                  <c:v>264.73533636671306</c:v>
                </c:pt>
                <c:pt idx="4">
                  <c:v>263.85041569894645</c:v>
                </c:pt>
                <c:pt idx="5">
                  <c:v>259.2235124785078</c:v>
                </c:pt>
                <c:pt idx="6">
                  <c:v>260.7835021937597</c:v>
                </c:pt>
                <c:pt idx="7">
                  <c:v>272.0381843923673</c:v>
                </c:pt>
                <c:pt idx="8">
                  <c:v>268.1255393717244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3.84301461971324"/>
          <c:min val="257.3998456532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128.27146690100687</c:v>
                </c:pt>
                <c:pt idx="1">
                  <c:v>128.27146690100687</c:v>
                </c:pt>
                <c:pt idx="2">
                  <c:v>128.27146690100687</c:v>
                </c:pt>
                <c:pt idx="3">
                  <c:v>128.27146690100687</c:v>
                </c:pt>
                <c:pt idx="4">
                  <c:v>128.27146690100687</c:v>
                </c:pt>
                <c:pt idx="5">
                  <c:v>128.27146690100687</c:v>
                </c:pt>
                <c:pt idx="6">
                  <c:v>128.27146690100687</c:v>
                </c:pt>
                <c:pt idx="7">
                  <c:v>128.27146690100687</c:v>
                </c:pt>
                <c:pt idx="8">
                  <c:v>128.27146690100687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227.33972938993</c:v>
                </c:pt>
                <c:pt idx="1">
                  <c:v>227.33972938993</c:v>
                </c:pt>
                <c:pt idx="2">
                  <c:v>227.33972938993</c:v>
                </c:pt>
                <c:pt idx="3">
                  <c:v>227.33972938993</c:v>
                </c:pt>
                <c:pt idx="4">
                  <c:v>227.33972938993</c:v>
                </c:pt>
                <c:pt idx="5">
                  <c:v>227.33972938993</c:v>
                </c:pt>
                <c:pt idx="6">
                  <c:v>227.33972938993</c:v>
                </c:pt>
                <c:pt idx="7">
                  <c:v>227.33972938993</c:v>
                </c:pt>
                <c:pt idx="8">
                  <c:v>227.33972938993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139.3981819539261</c:v>
                </c:pt>
                <c:pt idx="1">
                  <c:v>139.3981819539261</c:v>
                </c:pt>
                <c:pt idx="2">
                  <c:v>139.3981819539261</c:v>
                </c:pt>
                <c:pt idx="3">
                  <c:v>139.3981819539261</c:v>
                </c:pt>
                <c:pt idx="4">
                  <c:v>139.3981819539261</c:v>
                </c:pt>
                <c:pt idx="5">
                  <c:v>139.3981819539261</c:v>
                </c:pt>
                <c:pt idx="6">
                  <c:v>139.3981819539261</c:v>
                </c:pt>
                <c:pt idx="7">
                  <c:v>139.3981819539261</c:v>
                </c:pt>
                <c:pt idx="8">
                  <c:v>139.3981819539261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142.55509144834403</c:v>
                </c:pt>
                <c:pt idx="1">
                  <c:v>142.55509144834403</c:v>
                </c:pt>
                <c:pt idx="2">
                  <c:v>142.55509144834403</c:v>
                </c:pt>
                <c:pt idx="3">
                  <c:v>142.55509144834403</c:v>
                </c:pt>
                <c:pt idx="4">
                  <c:v>142.55509144834403</c:v>
                </c:pt>
                <c:pt idx="5">
                  <c:v>142.55509144834403</c:v>
                </c:pt>
                <c:pt idx="6">
                  <c:v>142.55509144834403</c:v>
                </c:pt>
                <c:pt idx="7">
                  <c:v>142.55509144834403</c:v>
                </c:pt>
                <c:pt idx="8">
                  <c:v>142.55509144834403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139.08600161681488</c:v>
                </c:pt>
                <c:pt idx="1">
                  <c:v>139.08600161681488</c:v>
                </c:pt>
                <c:pt idx="2">
                  <c:v>139.08600161681488</c:v>
                </c:pt>
                <c:pt idx="3">
                  <c:v>139.08600161681488</c:v>
                </c:pt>
                <c:pt idx="4">
                  <c:v>139.08600161681488</c:v>
                </c:pt>
                <c:pt idx="5">
                  <c:v>139.08600161681488</c:v>
                </c:pt>
                <c:pt idx="6">
                  <c:v>139.08600161681488</c:v>
                </c:pt>
                <c:pt idx="7">
                  <c:v>139.08600161681488</c:v>
                </c:pt>
                <c:pt idx="8">
                  <c:v>139.08600161681488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135.6815931372549</c:v>
                </c:pt>
                <c:pt idx="1">
                  <c:v>147.02808988764045</c:v>
                </c:pt>
                <c:pt idx="2">
                  <c:v>136.36668202764977</c:v>
                </c:pt>
                <c:pt idx="3">
                  <c:v>154.5056690997567</c:v>
                </c:pt>
                <c:pt idx="4">
                  <c:v>139.04097065462753</c:v>
                </c:pt>
                <c:pt idx="5">
                  <c:v>127.37285382830626</c:v>
                </c:pt>
                <c:pt idx="6">
                  <c:v>135.22974025974025</c:v>
                </c:pt>
                <c:pt idx="7">
                  <c:v>165.37936018957345</c:v>
                </c:pt>
                <c:pt idx="8">
                  <c:v>131.10103524229075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5.29940698785313"/>
          <c:min val="120.11903507574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279.12813599062133</c:v>
                </c:pt>
                <c:pt idx="1">
                  <c:v>245.12823376623376</c:v>
                </c:pt>
                <c:pt idx="2">
                  <c:v>280.15796875</c:v>
                </c:pt>
                <c:pt idx="3">
                  <c:v>279.8029852440409</c:v>
                </c:pt>
                <c:pt idx="4">
                  <c:v>311.00628128724674</c:v>
                </c:pt>
                <c:pt idx="5">
                  <c:v>301.46409090909094</c:v>
                </c:pt>
                <c:pt idx="6">
                  <c:v>296.7169987699877</c:v>
                </c:pt>
                <c:pt idx="7">
                  <c:v>278.3379161816065</c:v>
                </c:pt>
                <c:pt idx="8">
                  <c:v>332.80262086513994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343.9307087628866</c:v>
                </c:pt>
                <c:pt idx="1">
                  <c:v>415.93649468892266</c:v>
                </c:pt>
                <c:pt idx="2">
                  <c:v>374.6610481927711</c:v>
                </c:pt>
                <c:pt idx="3">
                  <c:v>333.4739040207523</c:v>
                </c:pt>
                <c:pt idx="4">
                  <c:v>387.0673605947955</c:v>
                </c:pt>
                <c:pt idx="5">
                  <c:v>376.4515189873418</c:v>
                </c:pt>
                <c:pt idx="6">
                  <c:v>370.5279306071871</c:v>
                </c:pt>
                <c:pt idx="7">
                  <c:v>367.9260272277227</c:v>
                </c:pt>
                <c:pt idx="8">
                  <c:v>376.9737793103448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9.6011555627378"/>
          <c:min val="231.463572892418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244.77371559633028</c:v>
                </c:pt>
                <c:pt idx="1">
                  <c:v>287.37333333333333</c:v>
                </c:pt>
                <c:pt idx="2">
                  <c:v>253.56468085106383</c:v>
                </c:pt>
                <c:pt idx="3">
                  <c:v>285.1451091703057</c:v>
                </c:pt>
                <c:pt idx="4">
                  <c:v>290.9608167330677</c:v>
                </c:pt>
                <c:pt idx="5">
                  <c:v>330.98859060402685</c:v>
                </c:pt>
                <c:pt idx="6">
                  <c:v>290.78504048582994</c:v>
                </c:pt>
                <c:pt idx="7">
                  <c:v>263.88587525150905</c:v>
                </c:pt>
                <c:pt idx="8">
                  <c:v>268.5960532687651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256.01376373626374</c:v>
                </c:pt>
                <c:pt idx="1">
                  <c:v>257.62968</c:v>
                </c:pt>
                <c:pt idx="2">
                  <c:v>318.7755973451328</c:v>
                </c:pt>
                <c:pt idx="3">
                  <c:v>291.4640631163708</c:v>
                </c:pt>
                <c:pt idx="4">
                  <c:v>237.50550755939526</c:v>
                </c:pt>
                <c:pt idx="5">
                  <c:v>251.92837728194726</c:v>
                </c:pt>
                <c:pt idx="6">
                  <c:v>291.90127789046653</c:v>
                </c:pt>
                <c:pt idx="7">
                  <c:v>249.4124672489083</c:v>
                </c:pt>
                <c:pt idx="8">
                  <c:v>279.8449411764706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8.4672372475974"/>
          <c:min val="230.026860915824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239.46704436860065</c:v>
                </c:pt>
                <c:pt idx="1">
                  <c:v>235.62801343744326</c:v>
                </c:pt>
                <c:pt idx="2">
                  <c:v>242.11747619842996</c:v>
                </c:pt>
                <c:pt idx="3">
                  <c:v>246.8423388305847</c:v>
                </c:pt>
                <c:pt idx="4">
                  <c:v>246.268765141319</c:v>
                </c:pt>
                <c:pt idx="5">
                  <c:v>230.12985269217742</c:v>
                </c:pt>
                <c:pt idx="6">
                  <c:v>220.50669986936643</c:v>
                </c:pt>
                <c:pt idx="7">
                  <c:v>227.80347106055535</c:v>
                </c:pt>
                <c:pt idx="8">
                  <c:v>216.22488791593696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215.14026315789474</c:v>
                </c:pt>
                <c:pt idx="1">
                  <c:v>231.7484196394323</c:v>
                </c:pt>
                <c:pt idx="2">
                  <c:v>238.93588157677718</c:v>
                </c:pt>
                <c:pt idx="3">
                  <c:v>242.59414494823275</c:v>
                </c:pt>
                <c:pt idx="4">
                  <c:v>240.32156913516314</c:v>
                </c:pt>
                <c:pt idx="5">
                  <c:v>233.46378905604232</c:v>
                </c:pt>
                <c:pt idx="6">
                  <c:v>210.3945931341386</c:v>
                </c:pt>
                <c:pt idx="7">
                  <c:v>220.89620700486884</c:v>
                </c:pt>
                <c:pt idx="8">
                  <c:v>215.4955898975627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9.7581584863004"/>
          <c:min val="207.47877347842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223.94994809688583</c:v>
                </c:pt>
                <c:pt idx="1">
                  <c:v>223.94994809688583</c:v>
                </c:pt>
                <c:pt idx="2">
                  <c:v>223.94994809688583</c:v>
                </c:pt>
                <c:pt idx="3">
                  <c:v>223.94994809688583</c:v>
                </c:pt>
                <c:pt idx="4">
                  <c:v>223.94994809688583</c:v>
                </c:pt>
                <c:pt idx="5">
                  <c:v>223.94994809688583</c:v>
                </c:pt>
                <c:pt idx="6">
                  <c:v>223.94994809688583</c:v>
                </c:pt>
                <c:pt idx="7">
                  <c:v>223.94994809688583</c:v>
                </c:pt>
                <c:pt idx="8">
                  <c:v>223.94994809688583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171.36392828685263</c:v>
                </c:pt>
                <c:pt idx="1">
                  <c:v>171.36392828685263</c:v>
                </c:pt>
                <c:pt idx="2">
                  <c:v>171.36392828685263</c:v>
                </c:pt>
                <c:pt idx="3">
                  <c:v>171.36392828685263</c:v>
                </c:pt>
                <c:pt idx="4">
                  <c:v>171.36392828685263</c:v>
                </c:pt>
                <c:pt idx="5">
                  <c:v>171.36392828685263</c:v>
                </c:pt>
                <c:pt idx="6">
                  <c:v>171.36392828685263</c:v>
                </c:pt>
                <c:pt idx="7">
                  <c:v>171.36392828685263</c:v>
                </c:pt>
                <c:pt idx="8">
                  <c:v>171.36392828685263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206.5082456140351</c:v>
                </c:pt>
                <c:pt idx="1">
                  <c:v>206.5082456140351</c:v>
                </c:pt>
                <c:pt idx="2">
                  <c:v>206.5082456140351</c:v>
                </c:pt>
                <c:pt idx="3">
                  <c:v>206.5082456140351</c:v>
                </c:pt>
                <c:pt idx="4">
                  <c:v>206.5082456140351</c:v>
                </c:pt>
                <c:pt idx="5">
                  <c:v>206.5082456140351</c:v>
                </c:pt>
                <c:pt idx="6">
                  <c:v>206.5082456140351</c:v>
                </c:pt>
                <c:pt idx="7">
                  <c:v>206.5082456140351</c:v>
                </c:pt>
                <c:pt idx="8">
                  <c:v>206.5082456140351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256.5597918637654</c:v>
                </c:pt>
                <c:pt idx="1">
                  <c:v>256.5597918637654</c:v>
                </c:pt>
                <c:pt idx="2">
                  <c:v>256.5597918637654</c:v>
                </c:pt>
                <c:pt idx="3">
                  <c:v>256.5597918637654</c:v>
                </c:pt>
                <c:pt idx="4">
                  <c:v>256.5597918637654</c:v>
                </c:pt>
                <c:pt idx="5">
                  <c:v>256.5597918637654</c:v>
                </c:pt>
                <c:pt idx="6">
                  <c:v>256.5597918637654</c:v>
                </c:pt>
                <c:pt idx="7">
                  <c:v>256.5597918637654</c:v>
                </c:pt>
                <c:pt idx="8">
                  <c:v>256.5597918637654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241.33218487394956</c:v>
                </c:pt>
                <c:pt idx="1">
                  <c:v>268.2311773700306</c:v>
                </c:pt>
                <c:pt idx="2">
                  <c:v>260.90218498659516</c:v>
                </c:pt>
                <c:pt idx="3">
                  <c:v>305.3991492329149</c:v>
                </c:pt>
                <c:pt idx="4">
                  <c:v>259.8896827794562</c:v>
                </c:pt>
                <c:pt idx="5">
                  <c:v>260.9796888888889</c:v>
                </c:pt>
                <c:pt idx="6">
                  <c:v>298.6050330250991</c:v>
                </c:pt>
                <c:pt idx="7">
                  <c:v>305.1826722925457</c:v>
                </c:pt>
                <c:pt idx="8">
                  <c:v>263.0137147102526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591.0125291828793</c:v>
                </c:pt>
                <c:pt idx="1">
                  <c:v>591.0125291828793</c:v>
                </c:pt>
                <c:pt idx="2">
                  <c:v>591.0125291828793</c:v>
                </c:pt>
                <c:pt idx="3">
                  <c:v>591.0125291828793</c:v>
                </c:pt>
                <c:pt idx="4">
                  <c:v>591.0125291828793</c:v>
                </c:pt>
                <c:pt idx="5">
                  <c:v>591.0125291828793</c:v>
                </c:pt>
                <c:pt idx="6">
                  <c:v>591.0125291828793</c:v>
                </c:pt>
                <c:pt idx="7">
                  <c:v>591.0125291828793</c:v>
                </c:pt>
                <c:pt idx="8">
                  <c:v>591.0125291828793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591.2828635346756</c:v>
                </c:pt>
                <c:pt idx="1">
                  <c:v>531.8325066666666</c:v>
                </c:pt>
                <c:pt idx="2">
                  <c:v>638.6835205183585</c:v>
                </c:pt>
                <c:pt idx="3">
                  <c:v>616.7520512820513</c:v>
                </c:pt>
                <c:pt idx="4">
                  <c:v>589.6969736842105</c:v>
                </c:pt>
                <c:pt idx="5">
                  <c:v>786.4499130434783</c:v>
                </c:pt>
                <c:pt idx="6">
                  <c:v>657.1471229698375</c:v>
                </c:pt>
                <c:pt idx="7">
                  <c:v>701.6400900900901</c:v>
                </c:pt>
                <c:pt idx="8">
                  <c:v>635.5976213592234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0.8060601115568835</c:v>
                </c:pt>
                <c:pt idx="1">
                  <c:v>0.810099025867752</c:v>
                </c:pt>
                <c:pt idx="2">
                  <c:v>0.8234325511979166</c:v>
                </c:pt>
                <c:pt idx="3">
                  <c:v>0.7990612435097568</c:v>
                </c:pt>
                <c:pt idx="4">
                  <c:v>0.819878069496378</c:v>
                </c:pt>
                <c:pt idx="5">
                  <c:v>0.795509290074353</c:v>
                </c:pt>
                <c:pt idx="6">
                  <c:v>0.8169906924190502</c:v>
                </c:pt>
                <c:pt idx="7">
                  <c:v>0.7809198137594865</c:v>
                </c:pt>
                <c:pt idx="8">
                  <c:v>0.7600467647914477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0.8300846372875091</c:v>
                </c:pt>
                <c:pt idx="1">
                  <c:v>0.8430878160289723</c:v>
                </c:pt>
                <c:pt idx="2">
                  <c:v>0.8347178695287913</c:v>
                </c:pt>
                <c:pt idx="3">
                  <c:v>0.8354788355777603</c:v>
                </c:pt>
                <c:pt idx="4">
                  <c:v>0.8229397702290402</c:v>
                </c:pt>
                <c:pt idx="5">
                  <c:v>0.8246389345574898</c:v>
                </c:pt>
                <c:pt idx="6">
                  <c:v>0.8310893971376014</c:v>
                </c:pt>
                <c:pt idx="7">
                  <c:v>0.8383931385949379</c:v>
                </c:pt>
                <c:pt idx="8">
                  <c:v>0.823187956922425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97311001279743"/>
          <c:min val="0.75340348069244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0.7747647118467771</c:v>
                </c:pt>
                <c:pt idx="1">
                  <c:v>0.7771151772513534</c:v>
                </c:pt>
                <c:pt idx="2">
                  <c:v>0.7756358244477545</c:v>
                </c:pt>
                <c:pt idx="3">
                  <c:v>0.7811041015705807</c:v>
                </c:pt>
                <c:pt idx="4">
                  <c:v>0.7843244697927955</c:v>
                </c:pt>
                <c:pt idx="5">
                  <c:v>0.7842486775828857</c:v>
                </c:pt>
                <c:pt idx="6">
                  <c:v>0.7799652080255377</c:v>
                </c:pt>
                <c:pt idx="7">
                  <c:v>0.7816230505627596</c:v>
                </c:pt>
                <c:pt idx="8">
                  <c:v>0.7681523650492434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4546902564399"/>
          <c:min val="0.7647225631820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0.8526824087918208</c:v>
                </c:pt>
                <c:pt idx="1">
                  <c:v>0.851843149540518</c:v>
                </c:pt>
                <c:pt idx="2">
                  <c:v>0.856153141247292</c:v>
                </c:pt>
                <c:pt idx="3">
                  <c:v>0.8460650101011278</c:v>
                </c:pt>
                <c:pt idx="4">
                  <c:v>0.8458385917680976</c:v>
                </c:pt>
                <c:pt idx="5">
                  <c:v>0.8506132938184316</c:v>
                </c:pt>
                <c:pt idx="6">
                  <c:v>0.8467909647814037</c:v>
                </c:pt>
                <c:pt idx="7">
                  <c:v>0.8505776068218754</c:v>
                </c:pt>
                <c:pt idx="8">
                  <c:v>0.8409402912499904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0.8281424356305128</c:v>
                </c:pt>
                <c:pt idx="1">
                  <c:v>0.8342952523586353</c:v>
                </c:pt>
                <c:pt idx="2">
                  <c:v>0.8287758907679993</c:v>
                </c:pt>
                <c:pt idx="3">
                  <c:v>0.8281239388700058</c:v>
                </c:pt>
                <c:pt idx="4">
                  <c:v>0.8346430553077856</c:v>
                </c:pt>
                <c:pt idx="5">
                  <c:v>0.8251619983923825</c:v>
                </c:pt>
                <c:pt idx="6">
                  <c:v>0.8199117705994141</c:v>
                </c:pt>
                <c:pt idx="7">
                  <c:v>0.8334448487499331</c:v>
                </c:pt>
                <c:pt idx="8">
                  <c:v>0.8299994310094244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0524508991223"/>
          <c:min val="0.8170124609475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0.7560216541450152</c:v>
                </c:pt>
                <c:pt idx="1">
                  <c:v>0.7734854669998245</c:v>
                </c:pt>
                <c:pt idx="2">
                  <c:v>0.7623043597923828</c:v>
                </c:pt>
                <c:pt idx="3">
                  <c:v>0.7717072769977836</c:v>
                </c:pt>
                <c:pt idx="4">
                  <c:v>0.765660072028656</c:v>
                </c:pt>
                <c:pt idx="5">
                  <c:v>0.7615661052087651</c:v>
                </c:pt>
                <c:pt idx="6">
                  <c:v>0.7602877212980741</c:v>
                </c:pt>
                <c:pt idx="7">
                  <c:v>0.7434490806526662</c:v>
                </c:pt>
                <c:pt idx="8">
                  <c:v>0.737468200877346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0.7286302533708656</c:v>
                </c:pt>
                <c:pt idx="1">
                  <c:v>0.7412018875057791</c:v>
                </c:pt>
                <c:pt idx="2">
                  <c:v>0.7480755718211226</c:v>
                </c:pt>
                <c:pt idx="3">
                  <c:v>0.735815499345577</c:v>
                </c:pt>
                <c:pt idx="4">
                  <c:v>0.7351432059225737</c:v>
                </c:pt>
                <c:pt idx="5">
                  <c:v>0.7479074446602287</c:v>
                </c:pt>
                <c:pt idx="6">
                  <c:v>0.7376220866753043</c:v>
                </c:pt>
                <c:pt idx="7">
                  <c:v>0.7353299531980134</c:v>
                </c:pt>
                <c:pt idx="8">
                  <c:v>0.7357171516113464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770738840901411"/>
          <c:min val="0.7250418362805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0.769365288747561</c:v>
                </c:pt>
                <c:pt idx="1">
                  <c:v>0.769365288747561</c:v>
                </c:pt>
                <c:pt idx="2">
                  <c:v>0.769365288747561</c:v>
                </c:pt>
                <c:pt idx="3">
                  <c:v>0.769365288747561</c:v>
                </c:pt>
                <c:pt idx="4">
                  <c:v>0.769365288747561</c:v>
                </c:pt>
                <c:pt idx="5">
                  <c:v>0.769365288747561</c:v>
                </c:pt>
                <c:pt idx="6">
                  <c:v>0.769365288747561</c:v>
                </c:pt>
                <c:pt idx="7">
                  <c:v>0.769365288747561</c:v>
                </c:pt>
                <c:pt idx="8">
                  <c:v>0.769365288747561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0.7722319818788754</c:v>
                </c:pt>
                <c:pt idx="1">
                  <c:v>0.7722319818788754</c:v>
                </c:pt>
                <c:pt idx="2">
                  <c:v>0.7722319818788754</c:v>
                </c:pt>
                <c:pt idx="3">
                  <c:v>0.7722319818788754</c:v>
                </c:pt>
                <c:pt idx="4">
                  <c:v>0.7722319818788754</c:v>
                </c:pt>
                <c:pt idx="5">
                  <c:v>0.7722319818788754</c:v>
                </c:pt>
                <c:pt idx="6">
                  <c:v>0.7722319818788754</c:v>
                </c:pt>
                <c:pt idx="7">
                  <c:v>0.7722319818788754</c:v>
                </c:pt>
                <c:pt idx="8">
                  <c:v>0.7722319818788754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0.7779644896197645</c:v>
                </c:pt>
                <c:pt idx="1">
                  <c:v>0.7779644896197645</c:v>
                </c:pt>
                <c:pt idx="2">
                  <c:v>0.7779644896197645</c:v>
                </c:pt>
                <c:pt idx="3">
                  <c:v>0.7779644896197645</c:v>
                </c:pt>
                <c:pt idx="4">
                  <c:v>0.7779644896197645</c:v>
                </c:pt>
                <c:pt idx="5">
                  <c:v>0.7779644896197645</c:v>
                </c:pt>
                <c:pt idx="6">
                  <c:v>0.7779644896197645</c:v>
                </c:pt>
                <c:pt idx="7">
                  <c:v>0.7779644896197645</c:v>
                </c:pt>
                <c:pt idx="8">
                  <c:v>0.7779644896197645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0.7785640851920301</c:v>
                </c:pt>
                <c:pt idx="1">
                  <c:v>0.7785640851920301</c:v>
                </c:pt>
                <c:pt idx="2">
                  <c:v>0.7785640851920301</c:v>
                </c:pt>
                <c:pt idx="3">
                  <c:v>0.7785640851920301</c:v>
                </c:pt>
                <c:pt idx="4">
                  <c:v>0.7785640851920301</c:v>
                </c:pt>
                <c:pt idx="5">
                  <c:v>0.7785640851920301</c:v>
                </c:pt>
                <c:pt idx="6">
                  <c:v>0.7785640851920301</c:v>
                </c:pt>
                <c:pt idx="7">
                  <c:v>0.7785640851920301</c:v>
                </c:pt>
                <c:pt idx="8">
                  <c:v>0.7785640851920301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0.8539121783587758</c:v>
                </c:pt>
                <c:pt idx="1">
                  <c:v>0.8539121783587758</c:v>
                </c:pt>
                <c:pt idx="2">
                  <c:v>0.8539121783587758</c:v>
                </c:pt>
                <c:pt idx="3">
                  <c:v>0.8539121783587758</c:v>
                </c:pt>
                <c:pt idx="4">
                  <c:v>0.8539121783587758</c:v>
                </c:pt>
                <c:pt idx="5">
                  <c:v>0.8539121783587758</c:v>
                </c:pt>
                <c:pt idx="6">
                  <c:v>0.8539121783587758</c:v>
                </c:pt>
                <c:pt idx="7">
                  <c:v>0.8539121783587758</c:v>
                </c:pt>
                <c:pt idx="8">
                  <c:v>0.8539121783587758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0.8531949574316529</c:v>
                </c:pt>
                <c:pt idx="1">
                  <c:v>0.849780624101872</c:v>
                </c:pt>
                <c:pt idx="2">
                  <c:v>0.8578711674397532</c:v>
                </c:pt>
                <c:pt idx="3">
                  <c:v>0.8614678806791845</c:v>
                </c:pt>
                <c:pt idx="4">
                  <c:v>0.8601961904724471</c:v>
                </c:pt>
                <c:pt idx="5">
                  <c:v>0.860323322835417</c:v>
                </c:pt>
                <c:pt idx="6">
                  <c:v>0.8674421104673611</c:v>
                </c:pt>
                <c:pt idx="7">
                  <c:v>0.8664841234335822</c:v>
                </c:pt>
                <c:pt idx="8">
                  <c:v>0.8702864841317522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0.3577528769854739</c:v>
                </c:pt>
                <c:pt idx="1">
                  <c:v>0.3128764521323869</c:v>
                </c:pt>
                <c:pt idx="2">
                  <c:v>0.36281386291104845</c:v>
                </c:pt>
                <c:pt idx="3">
                  <c:v>0.3196182728903373</c:v>
                </c:pt>
                <c:pt idx="4">
                  <c:v>0.35329018725438516</c:v>
                </c:pt>
                <c:pt idx="5">
                  <c:v>0.3352719852592998</c:v>
                </c:pt>
                <c:pt idx="6">
                  <c:v>0.31794925709404914</c:v>
                </c:pt>
                <c:pt idx="7">
                  <c:v>0.3496049069188505</c:v>
                </c:pt>
                <c:pt idx="8">
                  <c:v>0.32093071228172826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0.38979678301129084</c:v>
                </c:pt>
                <c:pt idx="1">
                  <c:v>0.383551095139315</c:v>
                </c:pt>
                <c:pt idx="2">
                  <c:v>0.4166018200345825</c:v>
                </c:pt>
                <c:pt idx="3">
                  <c:v>0.3522053346072349</c:v>
                </c:pt>
                <c:pt idx="4">
                  <c:v>0.36017283576315706</c:v>
                </c:pt>
                <c:pt idx="5">
                  <c:v>0.347603573905152</c:v>
                </c:pt>
                <c:pt idx="6">
                  <c:v>0.3592620598408535</c:v>
                </c:pt>
                <c:pt idx="7">
                  <c:v>0.36697416561412427</c:v>
                </c:pt>
                <c:pt idx="8">
                  <c:v>0.3541123926056448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48998494667582"/>
          <c:min val="0.304578422700211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0.39790894239318125</c:v>
                </c:pt>
                <c:pt idx="1">
                  <c:v>0.37369114559592137</c:v>
                </c:pt>
                <c:pt idx="2">
                  <c:v>0.4500813743646748</c:v>
                </c:pt>
                <c:pt idx="3">
                  <c:v>0.35295297420017363</c:v>
                </c:pt>
                <c:pt idx="4">
                  <c:v>0.43418456023835417</c:v>
                </c:pt>
                <c:pt idx="5">
                  <c:v>0.4233664576504019</c:v>
                </c:pt>
                <c:pt idx="6">
                  <c:v>0.43368873339016123</c:v>
                </c:pt>
                <c:pt idx="7">
                  <c:v>0.43082331342110053</c:v>
                </c:pt>
                <c:pt idx="8">
                  <c:v>0.4432950124259102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11684983546327"/>
          <c:min val="0.34323713156052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0.3917265230228122</c:v>
                </c:pt>
                <c:pt idx="1">
                  <c:v>0.36727750260890596</c:v>
                </c:pt>
                <c:pt idx="2">
                  <c:v>0.3909648266087148</c:v>
                </c:pt>
                <c:pt idx="3">
                  <c:v>0.3420047716578979</c:v>
                </c:pt>
                <c:pt idx="4">
                  <c:v>0.3910091979887504</c:v>
                </c:pt>
                <c:pt idx="5">
                  <c:v>0.3813489785986323</c:v>
                </c:pt>
                <c:pt idx="6">
                  <c:v>0.3561365775750995</c:v>
                </c:pt>
                <c:pt idx="7">
                  <c:v>0.3504855511843184</c:v>
                </c:pt>
                <c:pt idx="8">
                  <c:v>0.396295777216381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0.3562068115727734</c:v>
                </c:pt>
                <c:pt idx="1">
                  <c:v>0.3761033847795089</c:v>
                </c:pt>
                <c:pt idx="2">
                  <c:v>0.37162553760663075</c:v>
                </c:pt>
                <c:pt idx="3">
                  <c:v>0.34823567778781456</c:v>
                </c:pt>
                <c:pt idx="4">
                  <c:v>0.38564302101229647</c:v>
                </c:pt>
                <c:pt idx="5">
                  <c:v>0.37037508214444115</c:v>
                </c:pt>
                <c:pt idx="6">
                  <c:v>0.3678586410851762</c:v>
                </c:pt>
                <c:pt idx="7">
                  <c:v>0.3603698870843597</c:v>
                </c:pt>
                <c:pt idx="8">
                  <c:v>0.38464846720041795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06390576610596"/>
          <c:min val="0.337661491213219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0.4097202105284504</c:v>
                </c:pt>
                <c:pt idx="1">
                  <c:v>0.4154646161510049</c:v>
                </c:pt>
                <c:pt idx="2">
                  <c:v>0.4085336342772244</c:v>
                </c:pt>
                <c:pt idx="3">
                  <c:v>0.40858468546021226</c:v>
                </c:pt>
                <c:pt idx="4">
                  <c:v>0.4257371242463337</c:v>
                </c:pt>
                <c:pt idx="5">
                  <c:v>0.44347310666025064</c:v>
                </c:pt>
                <c:pt idx="6">
                  <c:v>0.4298260502265193</c:v>
                </c:pt>
                <c:pt idx="7">
                  <c:v>0.43424298371494635</c:v>
                </c:pt>
                <c:pt idx="8">
                  <c:v>0.4104143950023527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0.4413286169408319</c:v>
                </c:pt>
                <c:pt idx="1">
                  <c:v>0.4319217794268319</c:v>
                </c:pt>
                <c:pt idx="2">
                  <c:v>0.4534850759247865</c:v>
                </c:pt>
                <c:pt idx="3">
                  <c:v>0.4222273511529398</c:v>
                </c:pt>
                <c:pt idx="4">
                  <c:v>0.4313190184365507</c:v>
                </c:pt>
                <c:pt idx="5">
                  <c:v>0.40651072337706146</c:v>
                </c:pt>
                <c:pt idx="6">
                  <c:v>0.4038532955759655</c:v>
                </c:pt>
                <c:pt idx="7">
                  <c:v>0.3960123317519526</c:v>
                </c:pt>
                <c:pt idx="8">
                  <c:v>0.40067825356475656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580828954586132"/>
          <c:min val="0.39141451221812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0.3936303485160775</c:v>
                </c:pt>
                <c:pt idx="1">
                  <c:v>0.3936303485160775</c:v>
                </c:pt>
                <c:pt idx="2">
                  <c:v>0.3936303485160775</c:v>
                </c:pt>
                <c:pt idx="3">
                  <c:v>0.3936303485160775</c:v>
                </c:pt>
                <c:pt idx="4">
                  <c:v>0.3936303485160775</c:v>
                </c:pt>
                <c:pt idx="5">
                  <c:v>0.3936303485160775</c:v>
                </c:pt>
                <c:pt idx="6">
                  <c:v>0.3936303485160775</c:v>
                </c:pt>
                <c:pt idx="7">
                  <c:v>0.3936303485160775</c:v>
                </c:pt>
                <c:pt idx="8">
                  <c:v>0.3936303485160775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0.3913678558815367</c:v>
                </c:pt>
                <c:pt idx="1">
                  <c:v>0.3913678558815367</c:v>
                </c:pt>
                <c:pt idx="2">
                  <c:v>0.3913678558815367</c:v>
                </c:pt>
                <c:pt idx="3">
                  <c:v>0.3913678558815367</c:v>
                </c:pt>
                <c:pt idx="4">
                  <c:v>0.3913678558815367</c:v>
                </c:pt>
                <c:pt idx="5">
                  <c:v>0.3913678558815367</c:v>
                </c:pt>
                <c:pt idx="6">
                  <c:v>0.3913678558815367</c:v>
                </c:pt>
                <c:pt idx="7">
                  <c:v>0.3913678558815367</c:v>
                </c:pt>
                <c:pt idx="8">
                  <c:v>0.3913678558815367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0.3526553480578478</c:v>
                </c:pt>
                <c:pt idx="1">
                  <c:v>0.3526553480578478</c:v>
                </c:pt>
                <c:pt idx="2">
                  <c:v>0.3526553480578478</c:v>
                </c:pt>
                <c:pt idx="3">
                  <c:v>0.3526553480578478</c:v>
                </c:pt>
                <c:pt idx="4">
                  <c:v>0.3526553480578478</c:v>
                </c:pt>
                <c:pt idx="5">
                  <c:v>0.3526553480578478</c:v>
                </c:pt>
                <c:pt idx="6">
                  <c:v>0.3526553480578478</c:v>
                </c:pt>
                <c:pt idx="7">
                  <c:v>0.3526553480578478</c:v>
                </c:pt>
                <c:pt idx="8">
                  <c:v>0.3526553480578478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0.41058075598302446</c:v>
                </c:pt>
                <c:pt idx="1">
                  <c:v>0.41058075598302446</c:v>
                </c:pt>
                <c:pt idx="2">
                  <c:v>0.41058075598302446</c:v>
                </c:pt>
                <c:pt idx="3">
                  <c:v>0.41058075598302446</c:v>
                </c:pt>
                <c:pt idx="4">
                  <c:v>0.41058075598302446</c:v>
                </c:pt>
                <c:pt idx="5">
                  <c:v>0.41058075598302446</c:v>
                </c:pt>
                <c:pt idx="6">
                  <c:v>0.41058075598302446</c:v>
                </c:pt>
                <c:pt idx="7">
                  <c:v>0.41058075598302446</c:v>
                </c:pt>
                <c:pt idx="8">
                  <c:v>0.41058075598302446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0.39442235024937655</c:v>
                </c:pt>
                <c:pt idx="1">
                  <c:v>0.39442235024937655</c:v>
                </c:pt>
                <c:pt idx="2">
                  <c:v>0.39442235024937655</c:v>
                </c:pt>
                <c:pt idx="3">
                  <c:v>0.39442235024937655</c:v>
                </c:pt>
                <c:pt idx="4">
                  <c:v>0.39442235024937655</c:v>
                </c:pt>
                <c:pt idx="5">
                  <c:v>0.39442235024937655</c:v>
                </c:pt>
                <c:pt idx="6">
                  <c:v>0.39442235024937655</c:v>
                </c:pt>
                <c:pt idx="7">
                  <c:v>0.39442235024937655</c:v>
                </c:pt>
                <c:pt idx="8">
                  <c:v>0.39442235024937655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0.11335403726708075</c:v>
                </c:pt>
                <c:pt idx="1">
                  <c:v>0.11909262759924386</c:v>
                </c:pt>
                <c:pt idx="2">
                  <c:v>0.12057877813504823</c:v>
                </c:pt>
                <c:pt idx="3">
                  <c:v>0.09555189456342669</c:v>
                </c:pt>
                <c:pt idx="4">
                  <c:v>0.1116751269035533</c:v>
                </c:pt>
                <c:pt idx="5">
                  <c:v>0.078125</c:v>
                </c:pt>
                <c:pt idx="6">
                  <c:v>0.09037037037037036</c:v>
                </c:pt>
                <c:pt idx="7">
                  <c:v>0.07201309328968904</c:v>
                </c:pt>
                <c:pt idx="8">
                  <c:v>0.10132890365448505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55402102997557"/>
          <c:min val="0.05634339493855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0.12910798122065728</c:v>
                </c:pt>
                <c:pt idx="1">
                  <c:v>0.14180929095354522</c:v>
                </c:pt>
                <c:pt idx="2">
                  <c:v>0.12661498708010335</c:v>
                </c:pt>
                <c:pt idx="3">
                  <c:v>0.164021164021164</c:v>
                </c:pt>
                <c:pt idx="4">
                  <c:v>0.10582010582010581</c:v>
                </c:pt>
                <c:pt idx="5">
                  <c:v>0.10298102981029811</c:v>
                </c:pt>
                <c:pt idx="6">
                  <c:v>0.09444444444444444</c:v>
                </c:pt>
                <c:pt idx="7">
                  <c:v>0.07323943661971831</c:v>
                </c:pt>
                <c:pt idx="8">
                  <c:v>0.08092485549132948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0.1464088397790055</c:v>
                </c:pt>
                <c:pt idx="2">
                  <c:v>0.16964285714285715</c:v>
                </c:pt>
                <c:pt idx="3">
                  <c:v>0.16666666666666666</c:v>
                </c:pt>
                <c:pt idx="4">
                  <c:v>0.21067415730337077</c:v>
                </c:pt>
                <c:pt idx="5">
                  <c:v>0.20361990950226244</c:v>
                </c:pt>
                <c:pt idx="6">
                  <c:v>0.20044543429844097</c:v>
                </c:pt>
                <c:pt idx="7">
                  <c:v>0.14898989898989898</c:v>
                </c:pt>
                <c:pt idx="8">
                  <c:v>0.1571072319201995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66893495806297"/>
          <c:min val="0.062244658965026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0.11131725417439703</c:v>
                </c:pt>
                <c:pt idx="1">
                  <c:v>0.10305343511450382</c:v>
                </c:pt>
                <c:pt idx="2">
                  <c:v>0.13644859813084112</c:v>
                </c:pt>
                <c:pt idx="3">
                  <c:v>0.12410071942446044</c:v>
                </c:pt>
                <c:pt idx="4">
                  <c:v>0.11149825783972125</c:v>
                </c:pt>
                <c:pt idx="5">
                  <c:v>0.10405643738977072</c:v>
                </c:pt>
                <c:pt idx="6">
                  <c:v>0.14013840830449828</c:v>
                </c:pt>
                <c:pt idx="7">
                  <c:v>0.14017094017094017</c:v>
                </c:pt>
                <c:pt idx="8">
                  <c:v>0.09931506849315068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0.13170731707317074</c:v>
                </c:pt>
                <c:pt idx="1">
                  <c:v>0.1316793893129771</c:v>
                </c:pt>
                <c:pt idx="2">
                  <c:v>0.10214168039538715</c:v>
                </c:pt>
                <c:pt idx="3">
                  <c:v>0.11842105263157894</c:v>
                </c:pt>
                <c:pt idx="4">
                  <c:v>0.10015649452269171</c:v>
                </c:pt>
                <c:pt idx="5">
                  <c:v>0.08634222919937205</c:v>
                </c:pt>
                <c:pt idx="6">
                  <c:v>0.10126582278481013</c:v>
                </c:pt>
                <c:pt idx="7">
                  <c:v>0.12183544303797468</c:v>
                </c:pt>
                <c:pt idx="8">
                  <c:v>0.10773899848254932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7723704866564"/>
          <c:min val="0.08203593232164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0.125</c:v>
                </c:pt>
                <c:pt idx="1">
                  <c:v>0.11339244050396641</c:v>
                </c:pt>
                <c:pt idx="2">
                  <c:v>0.12769704975781593</c:v>
                </c:pt>
                <c:pt idx="3">
                  <c:v>0.1511831726555653</c:v>
                </c:pt>
                <c:pt idx="4">
                  <c:v>0.15539947322212466</c:v>
                </c:pt>
                <c:pt idx="5">
                  <c:v>0.14106988783433994</c:v>
                </c:pt>
                <c:pt idx="6">
                  <c:v>0.1362862010221465</c:v>
                </c:pt>
                <c:pt idx="7">
                  <c:v>0.13458262350936967</c:v>
                </c:pt>
                <c:pt idx="8">
                  <c:v>0.11625708884688091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25144014173627"/>
          <c:min val="0.104916628701594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0.21052631578947367</c:v>
                </c:pt>
                <c:pt idx="1">
                  <c:v>0.21052631578947367</c:v>
                </c:pt>
                <c:pt idx="2">
                  <c:v>0.21052631578947367</c:v>
                </c:pt>
                <c:pt idx="3">
                  <c:v>0.21052631578947367</c:v>
                </c:pt>
                <c:pt idx="4">
                  <c:v>0.21052631578947367</c:v>
                </c:pt>
                <c:pt idx="5">
                  <c:v>0.21052631578947367</c:v>
                </c:pt>
                <c:pt idx="6">
                  <c:v>0.21052631578947367</c:v>
                </c:pt>
                <c:pt idx="7">
                  <c:v>0.21052631578947367</c:v>
                </c:pt>
                <c:pt idx="8">
                  <c:v>0.21052631578947367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0.12629757785467127</c:v>
                </c:pt>
                <c:pt idx="1">
                  <c:v>0.12629757785467127</c:v>
                </c:pt>
                <c:pt idx="2">
                  <c:v>0.12629757785467127</c:v>
                </c:pt>
                <c:pt idx="3">
                  <c:v>0.12629757785467127</c:v>
                </c:pt>
                <c:pt idx="4">
                  <c:v>0.12629757785467127</c:v>
                </c:pt>
                <c:pt idx="5">
                  <c:v>0.12629757785467127</c:v>
                </c:pt>
                <c:pt idx="6">
                  <c:v>0.12629757785467127</c:v>
                </c:pt>
                <c:pt idx="7">
                  <c:v>0.12629757785467127</c:v>
                </c:pt>
                <c:pt idx="8">
                  <c:v>0.12629757785467127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0.040637450199203194</c:v>
                </c:pt>
                <c:pt idx="1">
                  <c:v>0.040637450199203194</c:v>
                </c:pt>
                <c:pt idx="2">
                  <c:v>0.040637450199203194</c:v>
                </c:pt>
                <c:pt idx="3">
                  <c:v>0.040637450199203194</c:v>
                </c:pt>
                <c:pt idx="4">
                  <c:v>0.040637450199203194</c:v>
                </c:pt>
                <c:pt idx="5">
                  <c:v>0.040637450199203194</c:v>
                </c:pt>
                <c:pt idx="6">
                  <c:v>0.040637450199203194</c:v>
                </c:pt>
                <c:pt idx="7">
                  <c:v>0.040637450199203194</c:v>
                </c:pt>
                <c:pt idx="8">
                  <c:v>0.040637450199203194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0.18341307814992028</c:v>
                </c:pt>
                <c:pt idx="1">
                  <c:v>0.18341307814992028</c:v>
                </c:pt>
                <c:pt idx="2">
                  <c:v>0.18341307814992028</c:v>
                </c:pt>
                <c:pt idx="3">
                  <c:v>0.18341307814992028</c:v>
                </c:pt>
                <c:pt idx="4">
                  <c:v>0.18341307814992028</c:v>
                </c:pt>
                <c:pt idx="5">
                  <c:v>0.18341307814992028</c:v>
                </c:pt>
                <c:pt idx="6">
                  <c:v>0.18341307814992028</c:v>
                </c:pt>
                <c:pt idx="7">
                  <c:v>0.18341307814992028</c:v>
                </c:pt>
                <c:pt idx="8">
                  <c:v>0.18341307814992028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0.12831858407079647</c:v>
                </c:pt>
                <c:pt idx="1">
                  <c:v>0.12831858407079647</c:v>
                </c:pt>
                <c:pt idx="2">
                  <c:v>0.12831858407079647</c:v>
                </c:pt>
                <c:pt idx="3">
                  <c:v>0.12831858407079647</c:v>
                </c:pt>
                <c:pt idx="4">
                  <c:v>0.12831858407079647</c:v>
                </c:pt>
                <c:pt idx="5">
                  <c:v>0.12831858407079647</c:v>
                </c:pt>
                <c:pt idx="6">
                  <c:v>0.12831858407079647</c:v>
                </c:pt>
                <c:pt idx="7">
                  <c:v>0.12831858407079647</c:v>
                </c:pt>
                <c:pt idx="8">
                  <c:v>0.12831858407079647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0.004901960784313725</c:v>
                </c:pt>
                <c:pt idx="1">
                  <c:v>0.019662921348314606</c:v>
                </c:pt>
                <c:pt idx="2">
                  <c:v>0.013824884792626729</c:v>
                </c:pt>
                <c:pt idx="3">
                  <c:v>0.0072992700729927005</c:v>
                </c:pt>
                <c:pt idx="4">
                  <c:v>0.004514672686230248</c:v>
                </c:pt>
                <c:pt idx="5">
                  <c:v>0.0069605568445475635</c:v>
                </c:pt>
                <c:pt idx="6">
                  <c:v>0.004329004329004329</c:v>
                </c:pt>
                <c:pt idx="7">
                  <c:v>0.023696682464454975</c:v>
                </c:pt>
                <c:pt idx="8">
                  <c:v>0.01762114537444934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73587143450156"/>
          <c:min val="-0.0055529858269584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0.006191950464396285</c:v>
                </c:pt>
                <c:pt idx="1">
                  <c:v>0.020134228187919462</c:v>
                </c:pt>
                <c:pt idx="2">
                  <c:v>0.0034129692832764505</c:v>
                </c:pt>
                <c:pt idx="3">
                  <c:v>0.003003003003003003</c:v>
                </c:pt>
                <c:pt idx="4">
                  <c:v>0.012232415902140673</c:v>
                </c:pt>
                <c:pt idx="5">
                  <c:v>0.06907894736842106</c:v>
                </c:pt>
                <c:pt idx="6">
                  <c:v>0.01020408163265306</c:v>
                </c:pt>
                <c:pt idx="7">
                  <c:v>0.03858520900321544</c:v>
                </c:pt>
                <c:pt idx="8">
                  <c:v>0.021671826625386997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875058544783316"/>
          <c:min val="-0.0048301512521696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0.13753056234718827</c:v>
                </c:pt>
                <c:pt idx="1">
                  <c:v>0.130779392338177</c:v>
                </c:pt>
                <c:pt idx="2">
                  <c:v>0.1117283950617284</c:v>
                </c:pt>
                <c:pt idx="3">
                  <c:v>0.10540992749581707</c:v>
                </c:pt>
                <c:pt idx="4">
                  <c:v>0.10999408633944412</c:v>
                </c:pt>
                <c:pt idx="5">
                  <c:v>0.10270951480781348</c:v>
                </c:pt>
                <c:pt idx="6">
                  <c:v>0.09576320371445154</c:v>
                </c:pt>
                <c:pt idx="7">
                  <c:v>0.11509543088490456</c:v>
                </c:pt>
                <c:pt idx="8">
                  <c:v>0.11169170476812541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65470045665646"/>
          <c:min val="0.08185469786936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0.11467576791808874</c:v>
                </c:pt>
                <c:pt idx="1">
                  <c:v>0.10768113310332304</c:v>
                </c:pt>
                <c:pt idx="2">
                  <c:v>0.12543844997494571</c:v>
                </c:pt>
                <c:pt idx="3">
                  <c:v>0.12127269698484092</c:v>
                </c:pt>
                <c:pt idx="4">
                  <c:v>0.1303835800807537</c:v>
                </c:pt>
                <c:pt idx="5">
                  <c:v>0.11039620724686759</c:v>
                </c:pt>
                <c:pt idx="6">
                  <c:v>0.10630306988896146</c:v>
                </c:pt>
                <c:pt idx="7">
                  <c:v>0.12378721980595517</c:v>
                </c:pt>
                <c:pt idx="8">
                  <c:v>0.11260945709281961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0.1166832174776564</c:v>
                </c:pt>
                <c:pt idx="1">
                  <c:v>0.11948599923283468</c:v>
                </c:pt>
                <c:pt idx="2">
                  <c:v>0.12007257133432295</c:v>
                </c:pt>
                <c:pt idx="3">
                  <c:v>0.11531595858621921</c:v>
                </c:pt>
                <c:pt idx="4">
                  <c:v>0.10996029691006387</c:v>
                </c:pt>
                <c:pt idx="5">
                  <c:v>0.10762109439576789</c:v>
                </c:pt>
                <c:pt idx="6">
                  <c:v>0.1080737444373808</c:v>
                </c:pt>
                <c:pt idx="7">
                  <c:v>0.1077430501020889</c:v>
                </c:pt>
                <c:pt idx="8">
                  <c:v>0.10649947015188979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231002089609709"/>
          <c:min val="0.104376629073618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0.10149942329873127</c:v>
                </c:pt>
                <c:pt idx="1">
                  <c:v>0.10149942329873127</c:v>
                </c:pt>
                <c:pt idx="2">
                  <c:v>0.10149942329873127</c:v>
                </c:pt>
                <c:pt idx="3">
                  <c:v>0.10149942329873127</c:v>
                </c:pt>
                <c:pt idx="4">
                  <c:v>0.10149942329873127</c:v>
                </c:pt>
                <c:pt idx="5">
                  <c:v>0.10149942329873127</c:v>
                </c:pt>
                <c:pt idx="6">
                  <c:v>0.10149942329873127</c:v>
                </c:pt>
                <c:pt idx="7">
                  <c:v>0.10149942329873127</c:v>
                </c:pt>
                <c:pt idx="8">
                  <c:v>0.10149942329873127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0.10845295055821372</c:v>
                </c:pt>
                <c:pt idx="1">
                  <c:v>0.10845295055821372</c:v>
                </c:pt>
                <c:pt idx="2">
                  <c:v>0.10845295055821372</c:v>
                </c:pt>
                <c:pt idx="3">
                  <c:v>0.10845295055821372</c:v>
                </c:pt>
                <c:pt idx="4">
                  <c:v>0.10845295055821372</c:v>
                </c:pt>
                <c:pt idx="5">
                  <c:v>0.10845295055821372</c:v>
                </c:pt>
                <c:pt idx="6">
                  <c:v>0.10845295055821372</c:v>
                </c:pt>
                <c:pt idx="7">
                  <c:v>0.10845295055821372</c:v>
                </c:pt>
                <c:pt idx="8">
                  <c:v>0.10845295055821372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0.007407407407407408</c:v>
                </c:pt>
                <c:pt idx="1">
                  <c:v>0.007407407407407408</c:v>
                </c:pt>
                <c:pt idx="2">
                  <c:v>0.007407407407407408</c:v>
                </c:pt>
                <c:pt idx="3">
                  <c:v>0.007407407407407408</c:v>
                </c:pt>
                <c:pt idx="4">
                  <c:v>0.007407407407407408</c:v>
                </c:pt>
                <c:pt idx="5">
                  <c:v>0.007407407407407408</c:v>
                </c:pt>
                <c:pt idx="6">
                  <c:v>0.007407407407407408</c:v>
                </c:pt>
                <c:pt idx="7">
                  <c:v>0.007407407407407408</c:v>
                </c:pt>
                <c:pt idx="8">
                  <c:v>0.007407407407407408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0.05338645418326695</c:v>
                </c:pt>
                <c:pt idx="1">
                  <c:v>0.05338645418326695</c:v>
                </c:pt>
                <c:pt idx="2">
                  <c:v>0.05338645418326695</c:v>
                </c:pt>
                <c:pt idx="3">
                  <c:v>0.05338645418326695</c:v>
                </c:pt>
                <c:pt idx="4">
                  <c:v>0.05338645418326695</c:v>
                </c:pt>
                <c:pt idx="5">
                  <c:v>0.05338645418326695</c:v>
                </c:pt>
                <c:pt idx="6">
                  <c:v>0.05338645418326695</c:v>
                </c:pt>
                <c:pt idx="7">
                  <c:v>0.05338645418326695</c:v>
                </c:pt>
                <c:pt idx="8">
                  <c:v>0.05338645418326695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0.0967122117847993</c:v>
                </c:pt>
                <c:pt idx="1">
                  <c:v>0.0967122117847993</c:v>
                </c:pt>
                <c:pt idx="2">
                  <c:v>0.0967122117847993</c:v>
                </c:pt>
                <c:pt idx="3">
                  <c:v>0.0967122117847993</c:v>
                </c:pt>
                <c:pt idx="4">
                  <c:v>0.0967122117847993</c:v>
                </c:pt>
                <c:pt idx="5">
                  <c:v>0.0967122117847993</c:v>
                </c:pt>
                <c:pt idx="6">
                  <c:v>0.0967122117847993</c:v>
                </c:pt>
                <c:pt idx="7">
                  <c:v>0.0967122117847993</c:v>
                </c:pt>
                <c:pt idx="8">
                  <c:v>0.0967122117847993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0.02857142857142857</c:v>
                </c:pt>
                <c:pt idx="1">
                  <c:v>0.018796992481203006</c:v>
                </c:pt>
                <c:pt idx="2">
                  <c:v>0.013986013986013986</c:v>
                </c:pt>
                <c:pt idx="3">
                  <c:v>0.006211180124223602</c:v>
                </c:pt>
                <c:pt idx="4">
                  <c:v>0.01020408163265306</c:v>
                </c:pt>
                <c:pt idx="5">
                  <c:v>0.03731343283582089</c:v>
                </c:pt>
                <c:pt idx="6">
                  <c:v>0.05102040816326531</c:v>
                </c:pt>
                <c:pt idx="7">
                  <c:v>0.03802281368821293</c:v>
                </c:pt>
                <c:pt idx="8">
                  <c:v>0.013100436681222707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0.08421052631578947</c:v>
                </c:pt>
                <c:pt idx="1">
                  <c:v>0.08914728682170543</c:v>
                </c:pt>
                <c:pt idx="2">
                  <c:v>0.05194805194805195</c:v>
                </c:pt>
                <c:pt idx="3">
                  <c:v>0.07220216606498195</c:v>
                </c:pt>
                <c:pt idx="4">
                  <c:v>0.06007067137809187</c:v>
                </c:pt>
                <c:pt idx="5">
                  <c:v>0.06865671641791045</c:v>
                </c:pt>
                <c:pt idx="6">
                  <c:v>0.08832807570977919</c:v>
                </c:pt>
                <c:pt idx="7">
                  <c:v>0.1183206106870229</c:v>
                </c:pt>
                <c:pt idx="8">
                  <c:v>0.05245901639344262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728936513204686"/>
          <c:min val="-0.0027575743208003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0.018404907975460124</c:v>
                </c:pt>
                <c:pt idx="1">
                  <c:v>0.015151515151515152</c:v>
                </c:pt>
                <c:pt idx="2">
                  <c:v>0</c:v>
                </c:pt>
                <c:pt idx="3">
                  <c:v>0</c:v>
                </c:pt>
                <c:pt idx="4">
                  <c:v>0.01935483870967742</c:v>
                </c:pt>
                <c:pt idx="5">
                  <c:v>0.03468208092485549</c:v>
                </c:pt>
                <c:pt idx="6">
                  <c:v>0.04878048780487805</c:v>
                </c:pt>
                <c:pt idx="7">
                  <c:v>0.05263157894736842</c:v>
                </c:pt>
                <c:pt idx="8">
                  <c:v>0.034013605442176874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c:v>
                </c:pt>
                <c:pt idx="1">
                  <c:v>0.058823529411764705</c:v>
                </c:pt>
                <c:pt idx="2">
                  <c:v>0.1337579617834395</c:v>
                </c:pt>
                <c:pt idx="3">
                  <c:v>0.08588957055214724</c:v>
                </c:pt>
                <c:pt idx="4">
                  <c:v>0.1</c:v>
                </c:pt>
                <c:pt idx="5">
                  <c:v>0.055900621118012424</c:v>
                </c:pt>
                <c:pt idx="6">
                  <c:v>0.06358381502890173</c:v>
                </c:pt>
                <c:pt idx="7">
                  <c:v>0.047872340425531915</c:v>
                </c:pt>
                <c:pt idx="8">
                  <c:v>0.078125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5859872611466"/>
          <c:min val="-0.010700636942675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0.12637362637362637</c:v>
                </c:pt>
                <c:pt idx="1">
                  <c:v>0.11075949367088607</c:v>
                </c:pt>
                <c:pt idx="2">
                  <c:v>0.0979381443298969</c:v>
                </c:pt>
                <c:pt idx="3">
                  <c:v>0.13267813267813267</c:v>
                </c:pt>
                <c:pt idx="4">
                  <c:v>0.12947658402203857</c:v>
                </c:pt>
                <c:pt idx="5">
                  <c:v>0.1164021164021164</c:v>
                </c:pt>
                <c:pt idx="6">
                  <c:v>0.16052631578947368</c:v>
                </c:pt>
                <c:pt idx="7">
                  <c:v>0.10336538461538461</c:v>
                </c:pt>
                <c:pt idx="8">
                  <c:v>0.10755813953488372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0.10789473684210527</c:v>
                </c:pt>
                <c:pt idx="1">
                  <c:v>0.12012012012012012</c:v>
                </c:pt>
                <c:pt idx="2">
                  <c:v>0.1348314606741573</c:v>
                </c:pt>
                <c:pt idx="3">
                  <c:v>0.11750599520383694</c:v>
                </c:pt>
                <c:pt idx="4">
                  <c:v>0.0921409214092141</c:v>
                </c:pt>
                <c:pt idx="5">
                  <c:v>0.13711583924349882</c:v>
                </c:pt>
                <c:pt idx="6">
                  <c:v>0.14516129032258066</c:v>
                </c:pt>
                <c:pt idx="7">
                  <c:v>0.11488250652741515</c:v>
                </c:pt>
                <c:pt idx="8">
                  <c:v>0.1002710027100271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714733989446"/>
          <c:min val="0.08667008985879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0.06575185820468839</c:v>
                </c:pt>
                <c:pt idx="1">
                  <c:v>0.07395898073337477</c:v>
                </c:pt>
                <c:pt idx="2">
                  <c:v>0.06994127068873465</c:v>
                </c:pt>
                <c:pt idx="3">
                  <c:v>0.07045215562565721</c:v>
                </c:pt>
                <c:pt idx="4">
                  <c:v>0.0685077004779607</c:v>
                </c:pt>
                <c:pt idx="5">
                  <c:v>0.07049180327868852</c:v>
                </c:pt>
                <c:pt idx="6">
                  <c:v>0.06863780359028511</c:v>
                </c:pt>
                <c:pt idx="7">
                  <c:v>0.05799549549549549</c:v>
                </c:pt>
                <c:pt idx="8">
                  <c:v>0.06695464362850972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0.0572562358276644</c:v>
                </c:pt>
                <c:pt idx="1">
                  <c:v>0.08061647895672792</c:v>
                </c:pt>
                <c:pt idx="2">
                  <c:v>0.0768025078369906</c:v>
                </c:pt>
                <c:pt idx="3">
                  <c:v>0.07243558580456977</c:v>
                </c:pt>
                <c:pt idx="4">
                  <c:v>0.07124284971398856</c:v>
                </c:pt>
                <c:pt idx="5">
                  <c:v>0.07149805447470817</c:v>
                </c:pt>
                <c:pt idx="6">
                  <c:v>0.0711217183770883</c:v>
                </c:pt>
                <c:pt idx="7">
                  <c:v>0.06854410201912858</c:v>
                </c:pt>
                <c:pt idx="8">
                  <c:v>0.06506506506506507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2485298407053"/>
          <c:min val="0.0553874163773393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0.05190311418685121</c:v>
                </c:pt>
                <c:pt idx="1">
                  <c:v>0.05190311418685121</c:v>
                </c:pt>
                <c:pt idx="2">
                  <c:v>0.05190311418685121</c:v>
                </c:pt>
                <c:pt idx="3">
                  <c:v>0.05190311418685121</c:v>
                </c:pt>
                <c:pt idx="4">
                  <c:v>0.05190311418685121</c:v>
                </c:pt>
                <c:pt idx="5">
                  <c:v>0.05190311418685121</c:v>
                </c:pt>
                <c:pt idx="6">
                  <c:v>0.05190311418685121</c:v>
                </c:pt>
                <c:pt idx="7">
                  <c:v>0.05190311418685121</c:v>
                </c:pt>
                <c:pt idx="8">
                  <c:v>0.05190311418685121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0.005249343832020997</c:v>
                </c:pt>
                <c:pt idx="1">
                  <c:v>0.005249343832020997</c:v>
                </c:pt>
                <c:pt idx="2">
                  <c:v>0.005249343832020997</c:v>
                </c:pt>
                <c:pt idx="3">
                  <c:v>0.005249343832020997</c:v>
                </c:pt>
                <c:pt idx="4">
                  <c:v>0.005249343832020997</c:v>
                </c:pt>
                <c:pt idx="5">
                  <c:v>0.005249343832020997</c:v>
                </c:pt>
                <c:pt idx="6">
                  <c:v>0.005249343832020997</c:v>
                </c:pt>
                <c:pt idx="7">
                  <c:v>0.005249343832020997</c:v>
                </c:pt>
                <c:pt idx="8">
                  <c:v>0.005249343832020997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0.03904382470119523</c:v>
                </c:pt>
                <c:pt idx="1">
                  <c:v>0.03904382470119523</c:v>
                </c:pt>
                <c:pt idx="2">
                  <c:v>0.03904382470119523</c:v>
                </c:pt>
                <c:pt idx="3">
                  <c:v>0.03904382470119523</c:v>
                </c:pt>
                <c:pt idx="4">
                  <c:v>0.03904382470119523</c:v>
                </c:pt>
                <c:pt idx="5">
                  <c:v>0.03904382470119523</c:v>
                </c:pt>
                <c:pt idx="6">
                  <c:v>0.03904382470119523</c:v>
                </c:pt>
                <c:pt idx="7">
                  <c:v>0.03904382470119523</c:v>
                </c:pt>
                <c:pt idx="8">
                  <c:v>0.03904382470119523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0.08293460925039872</c:v>
                </c:pt>
                <c:pt idx="1">
                  <c:v>0.08293460925039872</c:v>
                </c:pt>
                <c:pt idx="2">
                  <c:v>0.08293460925039872</c:v>
                </c:pt>
                <c:pt idx="3">
                  <c:v>0.08293460925039872</c:v>
                </c:pt>
                <c:pt idx="4">
                  <c:v>0.08293460925039872</c:v>
                </c:pt>
                <c:pt idx="5">
                  <c:v>0.08293460925039872</c:v>
                </c:pt>
                <c:pt idx="6">
                  <c:v>0.08293460925039872</c:v>
                </c:pt>
                <c:pt idx="7">
                  <c:v>0.08293460925039872</c:v>
                </c:pt>
                <c:pt idx="8">
                  <c:v>0.08293460925039872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0.08074298711144808</c:v>
                </c:pt>
                <c:pt idx="1">
                  <c:v>0.08074298711144808</c:v>
                </c:pt>
                <c:pt idx="2">
                  <c:v>0.08074298711144808</c:v>
                </c:pt>
                <c:pt idx="3">
                  <c:v>0.08074298711144808</c:v>
                </c:pt>
                <c:pt idx="4">
                  <c:v>0.08074298711144808</c:v>
                </c:pt>
                <c:pt idx="5">
                  <c:v>0.08074298711144808</c:v>
                </c:pt>
                <c:pt idx="6">
                  <c:v>0.08074298711144808</c:v>
                </c:pt>
                <c:pt idx="7">
                  <c:v>0.08074298711144808</c:v>
                </c:pt>
                <c:pt idx="8">
                  <c:v>0.08074298711144808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0.02857142857142857</c:v>
                </c:pt>
                <c:pt idx="1">
                  <c:v>0.029411764705882353</c:v>
                </c:pt>
                <c:pt idx="2">
                  <c:v>0.08917197452229299</c:v>
                </c:pt>
                <c:pt idx="3">
                  <c:v>0.06748466257668712</c:v>
                </c:pt>
                <c:pt idx="4">
                  <c:v>0.05714285714285714</c:v>
                </c:pt>
                <c:pt idx="5">
                  <c:v>0.043478260869565216</c:v>
                </c:pt>
                <c:pt idx="6">
                  <c:v>0.03468208092485549</c:v>
                </c:pt>
                <c:pt idx="7">
                  <c:v>0.02127659574468085</c:v>
                </c:pt>
                <c:pt idx="8">
                  <c:v>0.046875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630573248407642"/>
          <c:min val="-0.00713375796178343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0.02947845804988662</c:v>
                </c:pt>
                <c:pt idx="1">
                  <c:v>0.05301204819277108</c:v>
                </c:pt>
                <c:pt idx="2">
                  <c:v>0.06334841628959276</c:v>
                </c:pt>
                <c:pt idx="3">
                  <c:v>0.05569007263922518</c:v>
                </c:pt>
                <c:pt idx="4">
                  <c:v>0.060810810810810814</c:v>
                </c:pt>
                <c:pt idx="5">
                  <c:v>0.04824561403508772</c:v>
                </c:pt>
                <c:pt idx="6">
                  <c:v>0.056433408577878104</c:v>
                </c:pt>
                <c:pt idx="7">
                  <c:v>0.06221198156682028</c:v>
                </c:pt>
                <c:pt idx="8">
                  <c:v>0.054502369668246446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05348806189141"/>
          <c:min val="0.022621048419367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0.019030079803560467</c:v>
                </c:pt>
                <c:pt idx="1">
                  <c:v>0.017543859649122806</c:v>
                </c:pt>
                <c:pt idx="2">
                  <c:v>0.016414970453053186</c:v>
                </c:pt>
                <c:pt idx="3">
                  <c:v>0.016519174041297935</c:v>
                </c:pt>
                <c:pt idx="4">
                  <c:v>0.02074688796680498</c:v>
                </c:pt>
                <c:pt idx="5">
                  <c:v>0.016321406151914627</c:v>
                </c:pt>
                <c:pt idx="6">
                  <c:v>0.0178359096313912</c:v>
                </c:pt>
                <c:pt idx="7">
                  <c:v>0.013309134906231096</c:v>
                </c:pt>
                <c:pt idx="8">
                  <c:v>0.011896893588896233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0.015518311607697082</c:v>
                </c:pt>
                <c:pt idx="1">
                  <c:v>0.012399708242159009</c:v>
                </c:pt>
                <c:pt idx="2">
                  <c:v>0.02286670384829894</c:v>
                </c:pt>
                <c:pt idx="3">
                  <c:v>0.019088669950738917</c:v>
                </c:pt>
                <c:pt idx="4">
                  <c:v>0.02746268656716418</c:v>
                </c:pt>
                <c:pt idx="5">
                  <c:v>0.01788617886178862</c:v>
                </c:pt>
                <c:pt idx="6">
                  <c:v>0.010514665190924184</c:v>
                </c:pt>
                <c:pt idx="7">
                  <c:v>0.01189767995240928</c:v>
                </c:pt>
                <c:pt idx="8">
                  <c:v>0.01384083044982699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8818528277263382"/>
          <c:min val="0.009158823480824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0.05255972696245734</c:v>
                </c:pt>
                <c:pt idx="1">
                  <c:v>0.057018340294171056</c:v>
                </c:pt>
                <c:pt idx="2">
                  <c:v>0.06714548187740103</c:v>
                </c:pt>
                <c:pt idx="3">
                  <c:v>0.07229718474096285</c:v>
                </c:pt>
                <c:pt idx="4">
                  <c:v>0.06258411843876177</c:v>
                </c:pt>
                <c:pt idx="5">
                  <c:v>0.05993904503894345</c:v>
                </c:pt>
                <c:pt idx="6">
                  <c:v>0.056172436316133244</c:v>
                </c:pt>
                <c:pt idx="7">
                  <c:v>0.06172632987621278</c:v>
                </c:pt>
                <c:pt idx="8">
                  <c:v>0.05831873905429072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0.057100297914597815</c:v>
                </c:pt>
                <c:pt idx="1">
                  <c:v>0.06578442654392022</c:v>
                </c:pt>
                <c:pt idx="2">
                  <c:v>0.058881741712023754</c:v>
                </c:pt>
                <c:pt idx="3">
                  <c:v>0.06640485540878258</c:v>
                </c:pt>
                <c:pt idx="4">
                  <c:v>0.06680476437079233</c:v>
                </c:pt>
                <c:pt idx="5">
                  <c:v>0.061167135063646884</c:v>
                </c:pt>
                <c:pt idx="6">
                  <c:v>0.051811824539097266</c:v>
                </c:pt>
                <c:pt idx="7">
                  <c:v>0.055442123449034084</c:v>
                </c:pt>
                <c:pt idx="8">
                  <c:v>0.05934298834334158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93601355711209"/>
          <c:min val="0.050172995722948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0.025374855824682813</c:v>
                </c:pt>
                <c:pt idx="1">
                  <c:v>0.025374855824682813</c:v>
                </c:pt>
                <c:pt idx="2">
                  <c:v>0.025374855824682813</c:v>
                </c:pt>
                <c:pt idx="3">
                  <c:v>0.025374855824682813</c:v>
                </c:pt>
                <c:pt idx="4">
                  <c:v>0.025374855824682813</c:v>
                </c:pt>
                <c:pt idx="5">
                  <c:v>0.025374855824682813</c:v>
                </c:pt>
                <c:pt idx="6">
                  <c:v>0.025374855824682813</c:v>
                </c:pt>
                <c:pt idx="7">
                  <c:v>0.025374855824682813</c:v>
                </c:pt>
                <c:pt idx="8">
                  <c:v>0.025374855824682813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0.0415929203539823</c:v>
                </c:pt>
                <c:pt idx="1">
                  <c:v>0.0415929203539823</c:v>
                </c:pt>
                <c:pt idx="2">
                  <c:v>0.0415929203539823</c:v>
                </c:pt>
                <c:pt idx="3">
                  <c:v>0.0415929203539823</c:v>
                </c:pt>
                <c:pt idx="4">
                  <c:v>0.0415929203539823</c:v>
                </c:pt>
                <c:pt idx="5">
                  <c:v>0.0415929203539823</c:v>
                </c:pt>
                <c:pt idx="6">
                  <c:v>0.0415929203539823</c:v>
                </c:pt>
                <c:pt idx="7">
                  <c:v>0.0415929203539823</c:v>
                </c:pt>
                <c:pt idx="8">
                  <c:v>0.0415929203539823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0.01199294532627866</c:v>
                </c:pt>
                <c:pt idx="1">
                  <c:v>0.01199294532627866</c:v>
                </c:pt>
                <c:pt idx="2">
                  <c:v>0.01199294532627866</c:v>
                </c:pt>
                <c:pt idx="3">
                  <c:v>0.01199294532627866</c:v>
                </c:pt>
                <c:pt idx="4">
                  <c:v>0.01199294532627866</c:v>
                </c:pt>
                <c:pt idx="5">
                  <c:v>0.01199294532627866</c:v>
                </c:pt>
                <c:pt idx="6">
                  <c:v>0.01199294532627866</c:v>
                </c:pt>
                <c:pt idx="7">
                  <c:v>0.01199294532627866</c:v>
                </c:pt>
                <c:pt idx="8">
                  <c:v>0.01199294532627866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0.06698002350176263</c:v>
                </c:pt>
                <c:pt idx="1">
                  <c:v>0.06698002350176263</c:v>
                </c:pt>
                <c:pt idx="2">
                  <c:v>0.06698002350176263</c:v>
                </c:pt>
                <c:pt idx="3">
                  <c:v>0.06698002350176263</c:v>
                </c:pt>
                <c:pt idx="4">
                  <c:v>0.06698002350176263</c:v>
                </c:pt>
                <c:pt idx="5">
                  <c:v>0.06698002350176263</c:v>
                </c:pt>
                <c:pt idx="6">
                  <c:v>0.06698002350176263</c:v>
                </c:pt>
                <c:pt idx="7">
                  <c:v>0.06698002350176263</c:v>
                </c:pt>
                <c:pt idx="8">
                  <c:v>0.06698002350176263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0.06379585326953749</c:v>
                </c:pt>
                <c:pt idx="1">
                  <c:v>0.06379585326953749</c:v>
                </c:pt>
                <c:pt idx="2">
                  <c:v>0.06379585326953749</c:v>
                </c:pt>
                <c:pt idx="3">
                  <c:v>0.06379585326953749</c:v>
                </c:pt>
                <c:pt idx="4">
                  <c:v>0.06379585326953749</c:v>
                </c:pt>
                <c:pt idx="5">
                  <c:v>0.06379585326953749</c:v>
                </c:pt>
                <c:pt idx="6">
                  <c:v>0.06379585326953749</c:v>
                </c:pt>
                <c:pt idx="7">
                  <c:v>0.06379585326953749</c:v>
                </c:pt>
                <c:pt idx="8">
                  <c:v>0.06379585326953749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4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122.58168064163324</c:v>
                </c:pt>
                <c:pt idx="1">
                  <c:v>117.52640423214562</c:v>
                </c:pt>
                <c:pt idx="2">
                  <c:v>111.23336145086462</c:v>
                </c:pt>
                <c:pt idx="3">
                  <c:v>117.85230905861458</c:v>
                </c:pt>
                <c:pt idx="4">
                  <c:v>112.32017661739299</c:v>
                </c:pt>
                <c:pt idx="5">
                  <c:v>114.64485964272693</c:v>
                </c:pt>
                <c:pt idx="6">
                  <c:v>110.71989544895449</c:v>
                </c:pt>
                <c:pt idx="7">
                  <c:v>104.05066496629624</c:v>
                </c:pt>
                <c:pt idx="8">
                  <c:v>113.54065143062803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136.26171531176286</c:v>
                </c:pt>
                <c:pt idx="1">
                  <c:v>133.26594511675472</c:v>
                </c:pt>
                <c:pt idx="2">
                  <c:v>140.11032485831964</c:v>
                </c:pt>
                <c:pt idx="3">
                  <c:v>129.41722343714653</c:v>
                </c:pt>
                <c:pt idx="4">
                  <c:v>128.00904134833183</c:v>
                </c:pt>
                <c:pt idx="5">
                  <c:v>139.7038959288218</c:v>
                </c:pt>
                <c:pt idx="6">
                  <c:v>133.6440097799511</c:v>
                </c:pt>
                <c:pt idx="7">
                  <c:v>132.44499130667378</c:v>
                </c:pt>
                <c:pt idx="8">
                  <c:v>135.95611102591627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2.99509764968153"/>
          <c:min val="101.1658921749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92.880250849019</c:v>
                </c:pt>
                <c:pt idx="1">
                  <c:v>95.84905902227085</c:v>
                </c:pt>
                <c:pt idx="2">
                  <c:v>96.63554468528355</c:v>
                </c:pt>
                <c:pt idx="3">
                  <c:v>94.4279766354856</c:v>
                </c:pt>
                <c:pt idx="4">
                  <c:v>100.89441951658024</c:v>
                </c:pt>
                <c:pt idx="5">
                  <c:v>99.32603506552257</c:v>
                </c:pt>
                <c:pt idx="6">
                  <c:v>99.29664541399629</c:v>
                </c:pt>
                <c:pt idx="7">
                  <c:v>96.71248109122307</c:v>
                </c:pt>
                <c:pt idx="8">
                  <c:v>102.2272950128454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5.51420526255933"/>
          <c:min val="89.722180151719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149.9706485678831</c:v>
                </c:pt>
                <c:pt idx="1">
                  <c:v>172.00720834208133</c:v>
                </c:pt>
                <c:pt idx="2">
                  <c:v>166.39400682391337</c:v>
                </c:pt>
                <c:pt idx="3">
                  <c:v>178.3032138455542</c:v>
                </c:pt>
                <c:pt idx="4">
                  <c:v>178.1761071616463</c:v>
                </c:pt>
                <c:pt idx="5">
                  <c:v>189.14884979702296</c:v>
                </c:pt>
                <c:pt idx="6">
                  <c:v>180.57775255391599</c:v>
                </c:pt>
                <c:pt idx="7">
                  <c:v>172.7758240665551</c:v>
                </c:pt>
                <c:pt idx="8">
                  <c:v>169.02812577268605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8684721654026"/>
          <c:min val="125.433947823897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144.67625445292623</c:v>
                </c:pt>
                <c:pt idx="1">
                  <c:v>160.96337604456826</c:v>
                </c:pt>
                <c:pt idx="2">
                  <c:v>148.61763562711076</c:v>
                </c:pt>
                <c:pt idx="3">
                  <c:v>163.63036573191758</c:v>
                </c:pt>
                <c:pt idx="4">
                  <c:v>158.638249475891</c:v>
                </c:pt>
                <c:pt idx="5">
                  <c:v>161.57829244357214</c:v>
                </c:pt>
                <c:pt idx="6">
                  <c:v>156.0278287840011</c:v>
                </c:pt>
                <c:pt idx="7">
                  <c:v>160.5997293758184</c:v>
                </c:pt>
                <c:pt idx="8">
                  <c:v>160.18754669987547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155.72106828193833</c:v>
                </c:pt>
                <c:pt idx="1">
                  <c:v>145.75028198626615</c:v>
                </c:pt>
                <c:pt idx="2">
                  <c:v>147.99482419818935</c:v>
                </c:pt>
                <c:pt idx="3">
                  <c:v>141.03026612645104</c:v>
                </c:pt>
                <c:pt idx="4">
                  <c:v>139.1263412477101</c:v>
                </c:pt>
                <c:pt idx="5">
                  <c:v>131.02312467377524</c:v>
                </c:pt>
                <c:pt idx="6">
                  <c:v>130.2903637004692</c:v>
                </c:pt>
                <c:pt idx="7">
                  <c:v>124.60342396356685</c:v>
                </c:pt>
                <c:pt idx="8">
                  <c:v>138.82405599593895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75252107338562"/>
          <c:min val="121.4812686220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134.35290516842034</c:v>
                </c:pt>
                <c:pt idx="1">
                  <c:v>134.35290516842034</c:v>
                </c:pt>
                <c:pt idx="2">
                  <c:v>134.35290516842034</c:v>
                </c:pt>
                <c:pt idx="3">
                  <c:v>134.35290516842034</c:v>
                </c:pt>
                <c:pt idx="4">
                  <c:v>134.35290516842034</c:v>
                </c:pt>
                <c:pt idx="5">
                  <c:v>134.35290516842034</c:v>
                </c:pt>
                <c:pt idx="6">
                  <c:v>134.35290516842034</c:v>
                </c:pt>
                <c:pt idx="7">
                  <c:v>134.35290516842034</c:v>
                </c:pt>
                <c:pt idx="8">
                  <c:v>134.35290516842034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176.78841410240437</c:v>
                </c:pt>
                <c:pt idx="1">
                  <c:v>176.78841410240437</c:v>
                </c:pt>
                <c:pt idx="2">
                  <c:v>176.78841410240437</c:v>
                </c:pt>
                <c:pt idx="3">
                  <c:v>176.78841410240437</c:v>
                </c:pt>
                <c:pt idx="4">
                  <c:v>176.78841410240437</c:v>
                </c:pt>
                <c:pt idx="5">
                  <c:v>176.78841410240437</c:v>
                </c:pt>
                <c:pt idx="6">
                  <c:v>176.78841410240437</c:v>
                </c:pt>
                <c:pt idx="7">
                  <c:v>176.78841410240437</c:v>
                </c:pt>
                <c:pt idx="8">
                  <c:v>176.78841410240437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102.7121623243627</c:v>
                </c:pt>
                <c:pt idx="1">
                  <c:v>102.7121623243627</c:v>
                </c:pt>
                <c:pt idx="2">
                  <c:v>102.7121623243627</c:v>
                </c:pt>
                <c:pt idx="3">
                  <c:v>102.7121623243627</c:v>
                </c:pt>
                <c:pt idx="4">
                  <c:v>102.7121623243627</c:v>
                </c:pt>
                <c:pt idx="5">
                  <c:v>102.7121623243627</c:v>
                </c:pt>
                <c:pt idx="6">
                  <c:v>102.7121623243627</c:v>
                </c:pt>
                <c:pt idx="7">
                  <c:v>102.7121623243627</c:v>
                </c:pt>
                <c:pt idx="8">
                  <c:v>102.7121623243627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96.73828452718628</c:v>
                </c:pt>
                <c:pt idx="1">
                  <c:v>96.73828452718628</c:v>
                </c:pt>
                <c:pt idx="2">
                  <c:v>96.73828452718628</c:v>
                </c:pt>
                <c:pt idx="3">
                  <c:v>96.73828452718628</c:v>
                </c:pt>
                <c:pt idx="4">
                  <c:v>96.73828452718628</c:v>
                </c:pt>
                <c:pt idx="5">
                  <c:v>96.73828452718628</c:v>
                </c:pt>
                <c:pt idx="6">
                  <c:v>96.73828452718628</c:v>
                </c:pt>
                <c:pt idx="7">
                  <c:v>96.73828452718628</c:v>
                </c:pt>
                <c:pt idx="8">
                  <c:v>96.73828452718628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92.61027480088403</c:v>
                </c:pt>
                <c:pt idx="1">
                  <c:v>93.13047757929273</c:v>
                </c:pt>
                <c:pt idx="2">
                  <c:v>105.0972046279875</c:v>
                </c:pt>
                <c:pt idx="3">
                  <c:v>93.82475887290849</c:v>
                </c:pt>
                <c:pt idx="4">
                  <c:v>110.21642929370833</c:v>
                </c:pt>
                <c:pt idx="5">
                  <c:v>110.57268252560692</c:v>
                </c:pt>
                <c:pt idx="6">
                  <c:v>115.0152976091913</c:v>
                </c:pt>
                <c:pt idx="7">
                  <c:v>108.92671433788448</c:v>
                </c:pt>
                <c:pt idx="8">
                  <c:v>133.12252283105022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159.33849946742944</c:v>
                </c:pt>
                <c:pt idx="1">
                  <c:v>159.33849946742944</c:v>
                </c:pt>
                <c:pt idx="2">
                  <c:v>159.33849946742944</c:v>
                </c:pt>
                <c:pt idx="3">
                  <c:v>159.33849946742944</c:v>
                </c:pt>
                <c:pt idx="4">
                  <c:v>159.33849946742944</c:v>
                </c:pt>
                <c:pt idx="5">
                  <c:v>159.33849946742944</c:v>
                </c:pt>
                <c:pt idx="6">
                  <c:v>159.33849946742944</c:v>
                </c:pt>
                <c:pt idx="7">
                  <c:v>159.33849946742944</c:v>
                </c:pt>
                <c:pt idx="8">
                  <c:v>159.33849946742944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195.19433955605746</c:v>
                </c:pt>
                <c:pt idx="1">
                  <c:v>128.96612069805988</c:v>
                </c:pt>
                <c:pt idx="2">
                  <c:v>148.0151558808275</c:v>
                </c:pt>
                <c:pt idx="3">
                  <c:v>155.75241501675725</c:v>
                </c:pt>
                <c:pt idx="4">
                  <c:v>183.83668297282964</c:v>
                </c:pt>
                <c:pt idx="5">
                  <c:v>210.9930718516035</c:v>
                </c:pt>
                <c:pt idx="6">
                  <c:v>203.00622398568484</c:v>
                </c:pt>
                <c:pt idx="7">
                  <c:v>185.13596682671323</c:v>
                </c:pt>
                <c:pt idx="8">
                  <c:v>176.51716247139586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0.844029126201906</c:v>
                </c:pt>
                <c:pt idx="1">
                  <c:v>0.8234677348620243</c:v>
                </c:pt>
                <c:pt idx="2">
                  <c:v>0.8211512662648183</c:v>
                </c:pt>
                <c:pt idx="3">
                  <c:v>0.8292120643214128</c:v>
                </c:pt>
                <c:pt idx="4">
                  <c:v>0.8239402913818182</c:v>
                </c:pt>
                <c:pt idx="5">
                  <c:v>0.8224654795836143</c:v>
                </c:pt>
                <c:pt idx="6">
                  <c:v>0.8175181940835012</c:v>
                </c:pt>
                <c:pt idx="7">
                  <c:v>0.8181647520220907</c:v>
                </c:pt>
                <c:pt idx="8">
                  <c:v>0.8091925366833495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0.8207718761422481</c:v>
                </c:pt>
                <c:pt idx="1">
                  <c:v>0.8071626179147107</c:v>
                </c:pt>
                <c:pt idx="2">
                  <c:v>0.7913926437596334</c:v>
                </c:pt>
                <c:pt idx="3">
                  <c:v>0.7976790049354048</c:v>
                </c:pt>
                <c:pt idx="4">
                  <c:v>0.8087052072523045</c:v>
                </c:pt>
                <c:pt idx="5">
                  <c:v>0.8050327990210725</c:v>
                </c:pt>
                <c:pt idx="6">
                  <c:v>0.7945438740960858</c:v>
                </c:pt>
                <c:pt idx="7">
                  <c:v>0.7962894165320278</c:v>
                </c:pt>
                <c:pt idx="8">
                  <c:v>0.8083103086707945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0.8266305730683328</c:v>
                </c:pt>
                <c:pt idx="1">
                  <c:v>0.82581204718767</c:v>
                </c:pt>
                <c:pt idx="2">
                  <c:v>0.813242148066332</c:v>
                </c:pt>
                <c:pt idx="3">
                  <c:v>0.8225578395308619</c:v>
                </c:pt>
                <c:pt idx="4">
                  <c:v>0.8254908809260706</c:v>
                </c:pt>
                <c:pt idx="5">
                  <c:v>0.8329267976839194</c:v>
                </c:pt>
                <c:pt idx="6">
                  <c:v>0.8325181969961581</c:v>
                </c:pt>
                <c:pt idx="7">
                  <c:v>0.8354708924750498</c:v>
                </c:pt>
                <c:pt idx="8">
                  <c:v>0.8367069962349886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32144433017"/>
          <c:min val="0.7877674955616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0.7896089322193962</c:v>
                </c:pt>
                <c:pt idx="1">
                  <c:v>0.7729787145346964</c:v>
                </c:pt>
                <c:pt idx="2">
                  <c:v>0.7872109364932143</c:v>
                </c:pt>
                <c:pt idx="3">
                  <c:v>0.7958548965660284</c:v>
                </c:pt>
                <c:pt idx="4">
                  <c:v>0.7782883482557692</c:v>
                </c:pt>
                <c:pt idx="5">
                  <c:v>0.8076814232997988</c:v>
                </c:pt>
                <c:pt idx="6">
                  <c:v>0.8198671064410783</c:v>
                </c:pt>
                <c:pt idx="7">
                  <c:v>0.7760589130166738</c:v>
                </c:pt>
                <c:pt idx="8">
                  <c:v>0.7236029228764652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0.7328344593374038</c:v>
                </c:pt>
                <c:pt idx="1">
                  <c:v>0.7508096322027134</c:v>
                </c:pt>
                <c:pt idx="2">
                  <c:v>0.7477089608315961</c:v>
                </c:pt>
                <c:pt idx="3">
                  <c:v>0.7387790290566626</c:v>
                </c:pt>
                <c:pt idx="4">
                  <c:v>0.7392904491132696</c:v>
                </c:pt>
                <c:pt idx="5">
                  <c:v>0.7261177822999249</c:v>
                </c:pt>
                <c:pt idx="6">
                  <c:v>0.7368648194383742</c:v>
                </c:pt>
                <c:pt idx="7">
                  <c:v>0.7425785131606314</c:v>
                </c:pt>
                <c:pt idx="8">
                  <c:v>0.7250781215478552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5682411262474"/>
          <c:min val="0.71590178819129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0.752656584028817</c:v>
                </c:pt>
                <c:pt idx="1">
                  <c:v>0.7928606925691013</c:v>
                </c:pt>
                <c:pt idx="2">
                  <c:v>0.773510592145787</c:v>
                </c:pt>
                <c:pt idx="3">
                  <c:v>0.7745801311415709</c:v>
                </c:pt>
                <c:pt idx="4">
                  <c:v>0.8447131954226463</c:v>
                </c:pt>
                <c:pt idx="5">
                  <c:v>0.7622804381219529</c:v>
                </c:pt>
                <c:pt idx="6">
                  <c:v>0.7698851774530271</c:v>
                </c:pt>
                <c:pt idx="7">
                  <c:v>0.7324285273152438</c:v>
                </c:pt>
                <c:pt idx="8">
                  <c:v>0.7393357148183461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0.6444914977155137</c:v>
                </c:pt>
                <c:pt idx="1">
                  <c:v>0.7641318884528808</c:v>
                </c:pt>
                <c:pt idx="2">
                  <c:v>0.7578820485285939</c:v>
                </c:pt>
                <c:pt idx="3">
                  <c:v>0.6984712747383682</c:v>
                </c:pt>
                <c:pt idx="4">
                  <c:v>0.6957563994866627</c:v>
                </c:pt>
                <c:pt idx="5">
                  <c:v>0.7145816409358926</c:v>
                </c:pt>
                <c:pt idx="6">
                  <c:v>0.7279827108179773</c:v>
                </c:pt>
                <c:pt idx="7">
                  <c:v>0.7319628542049779</c:v>
                </c:pt>
                <c:pt idx="8">
                  <c:v>0.7346938622522566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60730931239217"/>
          <c:min val="0.62847376189894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0.6624963107595871</c:v>
                </c:pt>
                <c:pt idx="1">
                  <c:v>0.6624963107595871</c:v>
                </c:pt>
                <c:pt idx="2">
                  <c:v>0.6624963107595871</c:v>
                </c:pt>
                <c:pt idx="3">
                  <c:v>0.6624963107595871</c:v>
                </c:pt>
                <c:pt idx="4">
                  <c:v>0.6624963107595871</c:v>
                </c:pt>
                <c:pt idx="5">
                  <c:v>0.6624963107595871</c:v>
                </c:pt>
                <c:pt idx="6">
                  <c:v>0.6624963107595871</c:v>
                </c:pt>
                <c:pt idx="7">
                  <c:v>0.6624963107595871</c:v>
                </c:pt>
                <c:pt idx="8">
                  <c:v>0.6624963107595871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0.7679559576152816</c:v>
                </c:pt>
                <c:pt idx="1">
                  <c:v>0.7679559576152816</c:v>
                </c:pt>
                <c:pt idx="2">
                  <c:v>0.7679559576152816</c:v>
                </c:pt>
                <c:pt idx="3">
                  <c:v>0.7679559576152816</c:v>
                </c:pt>
                <c:pt idx="4">
                  <c:v>0.7679559576152816</c:v>
                </c:pt>
                <c:pt idx="5">
                  <c:v>0.7679559576152816</c:v>
                </c:pt>
                <c:pt idx="6">
                  <c:v>0.7679559576152816</c:v>
                </c:pt>
                <c:pt idx="7">
                  <c:v>0.7679559576152816</c:v>
                </c:pt>
                <c:pt idx="8">
                  <c:v>0.7679559576152816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0.8296151747828842</c:v>
                </c:pt>
                <c:pt idx="1">
                  <c:v>0.8296151747828842</c:v>
                </c:pt>
                <c:pt idx="2">
                  <c:v>0.8296151747828842</c:v>
                </c:pt>
                <c:pt idx="3">
                  <c:v>0.8296151747828842</c:v>
                </c:pt>
                <c:pt idx="4">
                  <c:v>0.8296151747828842</c:v>
                </c:pt>
                <c:pt idx="5">
                  <c:v>0.8296151747828842</c:v>
                </c:pt>
                <c:pt idx="6">
                  <c:v>0.8296151747828842</c:v>
                </c:pt>
                <c:pt idx="7">
                  <c:v>0.8296151747828842</c:v>
                </c:pt>
                <c:pt idx="8">
                  <c:v>0.8296151747828842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0.7247454932704448</c:v>
                </c:pt>
                <c:pt idx="1">
                  <c:v>0.7247454932704448</c:v>
                </c:pt>
                <c:pt idx="2">
                  <c:v>0.7247454932704448</c:v>
                </c:pt>
                <c:pt idx="3">
                  <c:v>0.7247454932704448</c:v>
                </c:pt>
                <c:pt idx="4">
                  <c:v>0.7247454932704448</c:v>
                </c:pt>
                <c:pt idx="5">
                  <c:v>0.7247454932704448</c:v>
                </c:pt>
                <c:pt idx="6">
                  <c:v>0.7247454932704448</c:v>
                </c:pt>
                <c:pt idx="7">
                  <c:v>0.7247454932704448</c:v>
                </c:pt>
                <c:pt idx="8">
                  <c:v>0.7247454932704448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0.7091698796790782</c:v>
                </c:pt>
                <c:pt idx="1">
                  <c:v>0.7066903681892592</c:v>
                </c:pt>
                <c:pt idx="2">
                  <c:v>0.7525988533616593</c:v>
                </c:pt>
                <c:pt idx="3">
                  <c:v>0.7546154097994816</c:v>
                </c:pt>
                <c:pt idx="4">
                  <c:v>0.7914257782604942</c:v>
                </c:pt>
                <c:pt idx="5">
                  <c:v>0.7478438189230078</c:v>
                </c:pt>
                <c:pt idx="6">
                  <c:v>0.7488199673862302</c:v>
                </c:pt>
                <c:pt idx="7">
                  <c:v>0.7756275467623768</c:v>
                </c:pt>
                <c:pt idx="8">
                  <c:v>0.7667323402256447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0.764081367200984</c:v>
                </c:pt>
                <c:pt idx="1">
                  <c:v>0.764081367200984</c:v>
                </c:pt>
                <c:pt idx="2">
                  <c:v>0.764081367200984</c:v>
                </c:pt>
                <c:pt idx="3">
                  <c:v>0.764081367200984</c:v>
                </c:pt>
                <c:pt idx="4">
                  <c:v>0.764081367200984</c:v>
                </c:pt>
                <c:pt idx="5">
                  <c:v>0.764081367200984</c:v>
                </c:pt>
                <c:pt idx="6">
                  <c:v>0.764081367200984</c:v>
                </c:pt>
                <c:pt idx="7">
                  <c:v>0.764081367200984</c:v>
                </c:pt>
                <c:pt idx="8">
                  <c:v>0.764081367200984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0.7583076648129263</c:v>
                </c:pt>
                <c:pt idx="1">
                  <c:v>0.7630521193842345</c:v>
                </c:pt>
                <c:pt idx="2">
                  <c:v>0.7710994670969925</c:v>
                </c:pt>
                <c:pt idx="3">
                  <c:v>0.7725067556672072</c:v>
                </c:pt>
                <c:pt idx="4">
                  <c:v>0.7857387641511895</c:v>
                </c:pt>
                <c:pt idx="5">
                  <c:v>0.7741261715505878</c:v>
                </c:pt>
                <c:pt idx="6">
                  <c:v>0.8093460237572765</c:v>
                </c:pt>
                <c:pt idx="7">
                  <c:v>0.7894982931192939</c:v>
                </c:pt>
                <c:pt idx="8">
                  <c:v>0.7910871626236404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0.37891095270213265</c:v>
                </c:pt>
                <c:pt idx="1">
                  <c:v>0.3991252395371225</c:v>
                </c:pt>
                <c:pt idx="2">
                  <c:v>0.41902112083962284</c:v>
                </c:pt>
                <c:pt idx="3">
                  <c:v>0.4202262015167772</c:v>
                </c:pt>
                <c:pt idx="4">
                  <c:v>0.43977089104174516</c:v>
                </c:pt>
                <c:pt idx="5">
                  <c:v>0.4136710638326979</c:v>
                </c:pt>
                <c:pt idx="6">
                  <c:v>0.4381268023005255</c:v>
                </c:pt>
                <c:pt idx="7">
                  <c:v>0.4340735399976089</c:v>
                </c:pt>
                <c:pt idx="8">
                  <c:v>0.43486613895523457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46624667082685"/>
          <c:min val="0.368855284997974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0.2586383952673779</c:v>
                </c:pt>
                <c:pt idx="1">
                  <c:v>0.24030759339255026</c:v>
                </c:pt>
                <c:pt idx="2">
                  <c:v>0.00870928028661023</c:v>
                </c:pt>
                <c:pt idx="3">
                  <c:v>0.26240227440841246</c:v>
                </c:pt>
                <c:pt idx="4">
                  <c:v>0.2333345020973162</c:v>
                </c:pt>
                <c:pt idx="5">
                  <c:v>0.26642465510174757</c:v>
                </c:pt>
                <c:pt idx="6">
                  <c:v>0.24147762513955529</c:v>
                </c:pt>
                <c:pt idx="7">
                  <c:v>0.29338684273210636</c:v>
                </c:pt>
                <c:pt idx="8">
                  <c:v>0.2755594522876118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0.2712302993952867</c:v>
                </c:pt>
                <c:pt idx="1">
                  <c:v>0.2676823493663418</c:v>
                </c:pt>
                <c:pt idx="2">
                  <c:v>0.26741016225495146</c:v>
                </c:pt>
                <c:pt idx="3">
                  <c:v>0.25659715206884604</c:v>
                </c:pt>
                <c:pt idx="4">
                  <c:v>0.26514511364028587</c:v>
                </c:pt>
                <c:pt idx="5">
                  <c:v>0.3072235045142705</c:v>
                </c:pt>
                <c:pt idx="6">
                  <c:v>0.27954279934959736</c:v>
                </c:pt>
                <c:pt idx="7">
                  <c:v>0.2442567963739825</c:v>
                </c:pt>
                <c:pt idx="8">
                  <c:v>0.23984444428434668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110464245248333"/>
          <c:min val="-0.0151718576516025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0.2990529280706496</c:v>
                </c:pt>
                <c:pt idx="1">
                  <c:v>0.2727011040063565</c:v>
                </c:pt>
                <c:pt idx="2">
                  <c:v>0.2955503382263501</c:v>
                </c:pt>
                <c:pt idx="3">
                  <c:v>0.2572753917672002</c:v>
                </c:pt>
                <c:pt idx="4">
                  <c:v>0.3124708970998054</c:v>
                </c:pt>
                <c:pt idx="5">
                  <c:v>0.3304492603818829</c:v>
                </c:pt>
                <c:pt idx="6">
                  <c:v>0.3032754021561529</c:v>
                </c:pt>
                <c:pt idx="7">
                  <c:v>0.2891980798911764</c:v>
                </c:pt>
                <c:pt idx="8">
                  <c:v>0.23454824232009366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0.24661742239154738</c:v>
                </c:pt>
                <c:pt idx="1">
                  <c:v>0.24004029508806185</c:v>
                </c:pt>
                <c:pt idx="2">
                  <c:v>0.24940292528925292</c:v>
                </c:pt>
                <c:pt idx="3">
                  <c:v>0.2631586236712383</c:v>
                </c:pt>
                <c:pt idx="4">
                  <c:v>0.2812828205297432</c:v>
                </c:pt>
                <c:pt idx="5">
                  <c:v>0.22543565929735812</c:v>
                </c:pt>
                <c:pt idx="6">
                  <c:v>0.2278646662732851</c:v>
                </c:pt>
                <c:pt idx="7">
                  <c:v>0.24994322964211477</c:v>
                </c:pt>
                <c:pt idx="8">
                  <c:v>0.26827646126436744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885034846864487"/>
          <c:min val="0.21703457121059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0.36930521933756905</c:v>
                </c:pt>
                <c:pt idx="1">
                  <c:v>0.35858243114410887</c:v>
                </c:pt>
                <c:pt idx="2">
                  <c:v>0.3532078996700045</c:v>
                </c:pt>
                <c:pt idx="3">
                  <c:v>0.3524304861402352</c:v>
                </c:pt>
                <c:pt idx="4">
                  <c:v>0.3275130509882466</c:v>
                </c:pt>
                <c:pt idx="5">
                  <c:v>0.31549199683926954</c:v>
                </c:pt>
                <c:pt idx="6">
                  <c:v>0.3185336360543459</c:v>
                </c:pt>
                <c:pt idx="7">
                  <c:v>0.2897951954464396</c:v>
                </c:pt>
                <c:pt idx="8">
                  <c:v>0.33574857371621214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0.30990372868984173</c:v>
                </c:pt>
                <c:pt idx="1">
                  <c:v>0.30192574069543204</c:v>
                </c:pt>
                <c:pt idx="2">
                  <c:v>0.32400278888999823</c:v>
                </c:pt>
                <c:pt idx="3">
                  <c:v>0.30100674148451523</c:v>
                </c:pt>
                <c:pt idx="4">
                  <c:v>0.29188708103859884</c:v>
                </c:pt>
                <c:pt idx="5">
                  <c:v>0.26357335238106544</c:v>
                </c:pt>
                <c:pt idx="6">
                  <c:v>0.3219152134826161</c:v>
                </c:pt>
                <c:pt idx="7">
                  <c:v>0.31313867112875876</c:v>
                </c:pt>
                <c:pt idx="8">
                  <c:v>0.33515577217937664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776376869408934"/>
          <c:min val="0.255114803024545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0.2281900213400286</c:v>
                </c:pt>
                <c:pt idx="1">
                  <c:v>0.2281900213400286</c:v>
                </c:pt>
                <c:pt idx="2">
                  <c:v>0.2281900213400286</c:v>
                </c:pt>
                <c:pt idx="3">
                  <c:v>0.2281900213400286</c:v>
                </c:pt>
                <c:pt idx="4">
                  <c:v>0.2281900213400286</c:v>
                </c:pt>
                <c:pt idx="5">
                  <c:v>0.2281900213400286</c:v>
                </c:pt>
                <c:pt idx="6">
                  <c:v>0.2281900213400286</c:v>
                </c:pt>
                <c:pt idx="7">
                  <c:v>0.2281900213400286</c:v>
                </c:pt>
                <c:pt idx="8">
                  <c:v>0.2281900213400286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0.20214137796041168</c:v>
                </c:pt>
                <c:pt idx="1">
                  <c:v>0.20214137796041168</c:v>
                </c:pt>
                <c:pt idx="2">
                  <c:v>0.20214137796041168</c:v>
                </c:pt>
                <c:pt idx="3">
                  <c:v>0.20214137796041168</c:v>
                </c:pt>
                <c:pt idx="4">
                  <c:v>0.20214137796041168</c:v>
                </c:pt>
                <c:pt idx="5">
                  <c:v>0.20214137796041168</c:v>
                </c:pt>
                <c:pt idx="6">
                  <c:v>0.20214137796041168</c:v>
                </c:pt>
                <c:pt idx="7">
                  <c:v>0.20214137796041168</c:v>
                </c:pt>
                <c:pt idx="8">
                  <c:v>0.20214137796041168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0.3145558207676618</c:v>
                </c:pt>
                <c:pt idx="1">
                  <c:v>0.3145558207676618</c:v>
                </c:pt>
                <c:pt idx="2">
                  <c:v>0.3145558207676618</c:v>
                </c:pt>
                <c:pt idx="3">
                  <c:v>0.3145558207676618</c:v>
                </c:pt>
                <c:pt idx="4">
                  <c:v>0.3145558207676618</c:v>
                </c:pt>
                <c:pt idx="5">
                  <c:v>0.3145558207676618</c:v>
                </c:pt>
                <c:pt idx="6">
                  <c:v>0.3145558207676618</c:v>
                </c:pt>
                <c:pt idx="7">
                  <c:v>0.3145558207676618</c:v>
                </c:pt>
                <c:pt idx="8">
                  <c:v>0.3145558207676618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0.31300758741644685</c:v>
                </c:pt>
                <c:pt idx="1">
                  <c:v>0.31300758741644685</c:v>
                </c:pt>
                <c:pt idx="2">
                  <c:v>0.31300758741644685</c:v>
                </c:pt>
                <c:pt idx="3">
                  <c:v>0.31300758741644685</c:v>
                </c:pt>
                <c:pt idx="4">
                  <c:v>0.31300758741644685</c:v>
                </c:pt>
                <c:pt idx="5">
                  <c:v>0.31300758741644685</c:v>
                </c:pt>
                <c:pt idx="6">
                  <c:v>0.31300758741644685</c:v>
                </c:pt>
                <c:pt idx="7">
                  <c:v>0.31300758741644685</c:v>
                </c:pt>
                <c:pt idx="8">
                  <c:v>0.31300758741644685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0.4203221152109507</c:v>
                </c:pt>
                <c:pt idx="1">
                  <c:v>0.4203221152109507</c:v>
                </c:pt>
                <c:pt idx="2">
                  <c:v>0.4203221152109507</c:v>
                </c:pt>
                <c:pt idx="3">
                  <c:v>0.4203221152109507</c:v>
                </c:pt>
                <c:pt idx="4">
                  <c:v>0.4203221152109507</c:v>
                </c:pt>
                <c:pt idx="5">
                  <c:v>0.4203221152109507</c:v>
                </c:pt>
                <c:pt idx="6">
                  <c:v>0.4203221152109507</c:v>
                </c:pt>
                <c:pt idx="7">
                  <c:v>0.4203221152109507</c:v>
                </c:pt>
                <c:pt idx="8">
                  <c:v>0.4203221152109507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5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10328.754193548388</c:v>
                </c:pt>
                <c:pt idx="1">
                  <c:v>11427.873333333333</c:v>
                </c:pt>
                <c:pt idx="2">
                  <c:v>10489.561935483871</c:v>
                </c:pt>
                <c:pt idx="3">
                  <c:v>13017.831333333334</c:v>
                </c:pt>
                <c:pt idx="4">
                  <c:v>10791.459677419354</c:v>
                </c:pt>
                <c:pt idx="5">
                  <c:v>12399.648888888889</c:v>
                </c:pt>
                <c:pt idx="6">
                  <c:v>12201.710000000001</c:v>
                </c:pt>
                <c:pt idx="7">
                  <c:v>11725.143793103447</c:v>
                </c:pt>
                <c:pt idx="8">
                  <c:v>10448.274333333333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0.352009970677"/>
          <c:min val="9562.70991085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9764.897857142858</c:v>
                </c:pt>
                <c:pt idx="1">
                  <c:v>8678.790769230769</c:v>
                </c:pt>
                <c:pt idx="2">
                  <c:v>9303.0175</c:v>
                </c:pt>
                <c:pt idx="3">
                  <c:v>10658.23076923077</c:v>
                </c:pt>
                <c:pt idx="4">
                  <c:v>7869.699230769231</c:v>
                </c:pt>
                <c:pt idx="5">
                  <c:v>7347.306</c:v>
                </c:pt>
                <c:pt idx="6">
                  <c:v>9855.274705882353</c:v>
                </c:pt>
                <c:pt idx="7">
                  <c:v>7699.027647058823</c:v>
                </c:pt>
                <c:pt idx="8">
                  <c:v>7507.301875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8179.029333333334</c:v>
                </c:pt>
                <c:pt idx="1">
                  <c:v>11351.606</c:v>
                </c:pt>
                <c:pt idx="2">
                  <c:v>11348.378125</c:v>
                </c:pt>
                <c:pt idx="3">
                  <c:v>10600.176666666666</c:v>
                </c:pt>
                <c:pt idx="4">
                  <c:v>11325.422857142858</c:v>
                </c:pt>
                <c:pt idx="5">
                  <c:v>12711.343571428572</c:v>
                </c:pt>
                <c:pt idx="6">
                  <c:v>14741.235</c:v>
                </c:pt>
                <c:pt idx="7">
                  <c:v>12810.621428571429</c:v>
                </c:pt>
                <c:pt idx="8">
                  <c:v>11966.292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332.74932"/>
          <c:min val="6755.79167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9005.116451612903</c:v>
                </c:pt>
                <c:pt idx="1">
                  <c:v>8209.987</c:v>
                </c:pt>
                <c:pt idx="2">
                  <c:v>9264.968666666666</c:v>
                </c:pt>
                <c:pt idx="3">
                  <c:v>9190.243928571428</c:v>
                </c:pt>
                <c:pt idx="4">
                  <c:v>8732.873666666666</c:v>
                </c:pt>
                <c:pt idx="5">
                  <c:v>7422.641290322581</c:v>
                </c:pt>
                <c:pt idx="6">
                  <c:v>8026.841333333333</c:v>
                </c:pt>
                <c:pt idx="7">
                  <c:v>9464.78103448276</c:v>
                </c:pt>
                <c:pt idx="8">
                  <c:v>6550.932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10611.027333333333</c:v>
                </c:pt>
                <c:pt idx="1">
                  <c:v>10414.379666666668</c:v>
                </c:pt>
                <c:pt idx="2">
                  <c:v>11926.784333333335</c:v>
                </c:pt>
                <c:pt idx="3">
                  <c:v>10534.514666666666</c:v>
                </c:pt>
                <c:pt idx="4">
                  <c:v>9907.659666666666</c:v>
                </c:pt>
                <c:pt idx="5">
                  <c:v>10351.077</c:v>
                </c:pt>
                <c:pt idx="6">
                  <c:v>11370.130333333333</c:v>
                </c:pt>
                <c:pt idx="7">
                  <c:v>11587.91</c:v>
                </c:pt>
                <c:pt idx="8">
                  <c:v>11913.973870967742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56.852520000002"/>
          <c:min val="6120.86381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10464.691111111111</c:v>
                </c:pt>
                <c:pt idx="1">
                  <c:v>10598.75791044776</c:v>
                </c:pt>
                <c:pt idx="2">
                  <c:v>9936.139264705882</c:v>
                </c:pt>
                <c:pt idx="3">
                  <c:v>11544.699354838709</c:v>
                </c:pt>
                <c:pt idx="4">
                  <c:v>10406.224166666665</c:v>
                </c:pt>
                <c:pt idx="5">
                  <c:v>10268.630833333333</c:v>
                </c:pt>
                <c:pt idx="6">
                  <c:v>10486.227796610168</c:v>
                </c:pt>
                <c:pt idx="7">
                  <c:v>11912.330677966102</c:v>
                </c:pt>
                <c:pt idx="8">
                  <c:v>12592.016428571429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15299.831063829788</c:v>
                </c:pt>
                <c:pt idx="1">
                  <c:v>12155.488000000001</c:v>
                </c:pt>
                <c:pt idx="2">
                  <c:v>13641.5075</c:v>
                </c:pt>
                <c:pt idx="3">
                  <c:v>13936.715098039214</c:v>
                </c:pt>
                <c:pt idx="4">
                  <c:v>11463.250925925926</c:v>
                </c:pt>
                <c:pt idx="5">
                  <c:v>13330.338269230768</c:v>
                </c:pt>
                <c:pt idx="6">
                  <c:v>13793.457884615385</c:v>
                </c:pt>
                <c:pt idx="7">
                  <c:v>12737.355294117648</c:v>
                </c:pt>
                <c:pt idx="8">
                  <c:v>13461.524629629628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8.9264077597"/>
          <c:min val="9507.04392077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22023.341607142855</c:v>
                </c:pt>
                <c:pt idx="1">
                  <c:v>19217.601607142857</c:v>
                </c:pt>
                <c:pt idx="2">
                  <c:v>18454.186964285713</c:v>
                </c:pt>
                <c:pt idx="3">
                  <c:v>21655.280727272726</c:v>
                </c:pt>
                <c:pt idx="4">
                  <c:v>20391.88298245614</c:v>
                </c:pt>
                <c:pt idx="5">
                  <c:v>22539.512363636364</c:v>
                </c:pt>
                <c:pt idx="6">
                  <c:v>21403.871578947368</c:v>
                </c:pt>
                <c:pt idx="7">
                  <c:v>23294.62290909091</c:v>
                </c:pt>
                <c:pt idx="8">
                  <c:v>21020.890701754386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23475.514915254236</c:v>
                </c:pt>
                <c:pt idx="1">
                  <c:v>23337.72931034483</c:v>
                </c:pt>
                <c:pt idx="2">
                  <c:v>22617.461967213112</c:v>
                </c:pt>
                <c:pt idx="3">
                  <c:v>24611.61254237288</c:v>
                </c:pt>
                <c:pt idx="4">
                  <c:v>21073.333749999998</c:v>
                </c:pt>
                <c:pt idx="5">
                  <c:v>22502.24103448276</c:v>
                </c:pt>
                <c:pt idx="6">
                  <c:v>27668.12448275862</c:v>
                </c:pt>
                <c:pt idx="7">
                  <c:v>21892.897966101693</c:v>
                </c:pt>
                <c:pt idx="8">
                  <c:v>23934.38051724138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05.239484236452"/>
          <c:min val="17717.071962807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14543.932727272728</c:v>
                </c:pt>
                <c:pt idx="1">
                  <c:v>9626.62</c:v>
                </c:pt>
                <c:pt idx="2">
                  <c:v>9889.238333333333</c:v>
                </c:pt>
                <c:pt idx="3">
                  <c:v>13529.358181818183</c:v>
                </c:pt>
                <c:pt idx="4">
                  <c:v>11468.91090909091</c:v>
                </c:pt>
                <c:pt idx="5">
                  <c:v>9941.029166666667</c:v>
                </c:pt>
                <c:pt idx="6">
                  <c:v>12283.417</c:v>
                </c:pt>
                <c:pt idx="7">
                  <c:v>11253.09</c:v>
                </c:pt>
                <c:pt idx="8">
                  <c:v>8708.986363636364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10681.267272727273</c:v>
                </c:pt>
                <c:pt idx="1">
                  <c:v>8268.094000000001</c:v>
                </c:pt>
                <c:pt idx="2">
                  <c:v>10048.831</c:v>
                </c:pt>
                <c:pt idx="3">
                  <c:v>9629.965833333334</c:v>
                </c:pt>
                <c:pt idx="4">
                  <c:v>7816.510833333334</c:v>
                </c:pt>
                <c:pt idx="5">
                  <c:v>10926.842499999999</c:v>
                </c:pt>
                <c:pt idx="6">
                  <c:v>11564.562727272727</c:v>
                </c:pt>
                <c:pt idx="7">
                  <c:v>9953.628999999999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82.126478787879"/>
          <c:min val="7278.31708181818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14196.569411764705</c:v>
                </c:pt>
                <c:pt idx="1">
                  <c:v>14259.261176470589</c:v>
                </c:pt>
                <c:pt idx="2">
                  <c:v>13111.632352941177</c:v>
                </c:pt>
                <c:pt idx="3">
                  <c:v>12927.792222222222</c:v>
                </c:pt>
                <c:pt idx="4">
                  <c:v>11880.529444444444</c:v>
                </c:pt>
                <c:pt idx="5">
                  <c:v>13848.808823529413</c:v>
                </c:pt>
                <c:pt idx="6">
                  <c:v>13785.644705882352</c:v>
                </c:pt>
                <c:pt idx="7">
                  <c:v>12634.707222222223</c:v>
                </c:pt>
                <c:pt idx="8">
                  <c:v>13481.645999999999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11006.317500000001</c:v>
                </c:pt>
                <c:pt idx="1">
                  <c:v>10758.536666666667</c:v>
                </c:pt>
                <c:pt idx="2">
                  <c:v>10693.837727272727</c:v>
                </c:pt>
                <c:pt idx="3">
                  <c:v>12764.419523809524</c:v>
                </c:pt>
                <c:pt idx="4">
                  <c:v>11819.966499999999</c:v>
                </c:pt>
                <c:pt idx="5">
                  <c:v>12314.305</c:v>
                </c:pt>
                <c:pt idx="6">
                  <c:v>13960.412608695651</c:v>
                </c:pt>
                <c:pt idx="7">
                  <c:v>12442.894782608697</c:v>
                </c:pt>
                <c:pt idx="8">
                  <c:v>12896.293913043479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44.495052406417"/>
          <c:min val="10408.6038513368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15285.79923076923</c:v>
                </c:pt>
                <c:pt idx="1">
                  <c:v>14679.894696969697</c:v>
                </c:pt>
                <c:pt idx="2">
                  <c:v>14093.677164179104</c:v>
                </c:pt>
                <c:pt idx="3">
                  <c:v>14364.368939393938</c:v>
                </c:pt>
                <c:pt idx="4">
                  <c:v>14823.901538461538</c:v>
                </c:pt>
                <c:pt idx="5">
                  <c:v>16683.807076923076</c:v>
                </c:pt>
                <c:pt idx="6">
                  <c:v>14813.223823529412</c:v>
                </c:pt>
                <c:pt idx="7">
                  <c:v>14842.673661971832</c:v>
                </c:pt>
                <c:pt idx="8">
                  <c:v>13457.332361111112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14875.225342465752</c:v>
                </c:pt>
                <c:pt idx="1">
                  <c:v>13274.013552631579</c:v>
                </c:pt>
                <c:pt idx="2">
                  <c:v>13958.210789473684</c:v>
                </c:pt>
                <c:pt idx="3">
                  <c:v>16108.256666666666</c:v>
                </c:pt>
                <c:pt idx="4">
                  <c:v>12898.752236842105</c:v>
                </c:pt>
                <c:pt idx="5">
                  <c:v>13809.881066666667</c:v>
                </c:pt>
                <c:pt idx="6">
                  <c:v>14742.652567567568</c:v>
                </c:pt>
                <c:pt idx="7">
                  <c:v>15072.556986301368</c:v>
                </c:pt>
                <c:pt idx="8">
                  <c:v>13680.323733333335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86.611464129553"/>
          <c:min val="12595.9478496356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11668.452765957447</c:v>
                </c:pt>
                <c:pt idx="1">
                  <c:v>11128.054285714286</c:v>
                </c:pt>
                <c:pt idx="2">
                  <c:v>12112.2398</c:v>
                </c:pt>
                <c:pt idx="3">
                  <c:v>10845.1246</c:v>
                </c:pt>
                <c:pt idx="4">
                  <c:v>13849.366734693876</c:v>
                </c:pt>
                <c:pt idx="5">
                  <c:v>13530.346530612245</c:v>
                </c:pt>
                <c:pt idx="6">
                  <c:v>13510.7046</c:v>
                </c:pt>
                <c:pt idx="7">
                  <c:v>13160.911153846155</c:v>
                </c:pt>
                <c:pt idx="8">
                  <c:v>11929.89156862745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12958.15711111111</c:v>
                </c:pt>
                <c:pt idx="1">
                  <c:v>10601.849555555555</c:v>
                </c:pt>
                <c:pt idx="2">
                  <c:v>12266.04261904762</c:v>
                </c:pt>
                <c:pt idx="3">
                  <c:v>12084.168604651162</c:v>
                </c:pt>
                <c:pt idx="4">
                  <c:v>11963.02159090909</c:v>
                </c:pt>
                <c:pt idx="5">
                  <c:v>12504.059777777777</c:v>
                </c:pt>
                <c:pt idx="6">
                  <c:v>13341.907674418606</c:v>
                </c:pt>
                <c:pt idx="7">
                  <c:v>11968.715777777777</c:v>
                </c:pt>
                <c:pt idx="8">
                  <c:v>10509.739787234043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116.536890490663"/>
          <c:min val="10242.56963143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13337.079583333332</c:v>
                </c:pt>
                <c:pt idx="1">
                  <c:v>11994.32090909091</c:v>
                </c:pt>
                <c:pt idx="2">
                  <c:v>17369.523181818182</c:v>
                </c:pt>
                <c:pt idx="3">
                  <c:v>16160.994347826087</c:v>
                </c:pt>
                <c:pt idx="4">
                  <c:v>14564.007727272727</c:v>
                </c:pt>
                <c:pt idx="5">
                  <c:v>19633.36619047619</c:v>
                </c:pt>
                <c:pt idx="6">
                  <c:v>17415.49090909091</c:v>
                </c:pt>
                <c:pt idx="7">
                  <c:v>17534.199047619048</c:v>
                </c:pt>
                <c:pt idx="8">
                  <c:v>17310.04095238095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316.23683116883"/>
          <c:min val="10414.6125411255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15825.321111111112</c:v>
                </c:pt>
                <c:pt idx="1">
                  <c:v>15825.321111111112</c:v>
                </c:pt>
                <c:pt idx="2">
                  <c:v>15825.321111111112</c:v>
                </c:pt>
                <c:pt idx="3">
                  <c:v>15825.321111111112</c:v>
                </c:pt>
                <c:pt idx="4">
                  <c:v>15825.321111111112</c:v>
                </c:pt>
                <c:pt idx="5">
                  <c:v>15825.321111111112</c:v>
                </c:pt>
                <c:pt idx="6">
                  <c:v>15825.321111111112</c:v>
                </c:pt>
                <c:pt idx="7">
                  <c:v>15825.321111111112</c:v>
                </c:pt>
                <c:pt idx="8">
                  <c:v>15825.321111111112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15233.430952380952</c:v>
                </c:pt>
                <c:pt idx="1">
                  <c:v>15843.78</c:v>
                </c:pt>
                <c:pt idx="2">
                  <c:v>16398.75238095238</c:v>
                </c:pt>
                <c:pt idx="3">
                  <c:v>18719.918181818182</c:v>
                </c:pt>
                <c:pt idx="4">
                  <c:v>17110.282857142858</c:v>
                </c:pt>
                <c:pt idx="5">
                  <c:v>18989.871052631577</c:v>
                </c:pt>
                <c:pt idx="6">
                  <c:v>21697.329</c:v>
                </c:pt>
                <c:pt idx="7">
                  <c:v>20235.704285714284</c:v>
                </c:pt>
                <c:pt idx="8">
                  <c:v>20395.156666666666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12440.102127659575</c:v>
                </c:pt>
                <c:pt idx="1">
                  <c:v>12440.102127659575</c:v>
                </c:pt>
                <c:pt idx="2">
                  <c:v>12440.102127659575</c:v>
                </c:pt>
                <c:pt idx="3">
                  <c:v>12440.102127659575</c:v>
                </c:pt>
                <c:pt idx="4">
                  <c:v>12440.102127659575</c:v>
                </c:pt>
                <c:pt idx="5">
                  <c:v>12440.102127659575</c:v>
                </c:pt>
                <c:pt idx="6">
                  <c:v>12440.102127659575</c:v>
                </c:pt>
                <c:pt idx="7">
                  <c:v>12440.102127659575</c:v>
                </c:pt>
                <c:pt idx="8">
                  <c:v>12440.102127659575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13709.45632653061</c:v>
                </c:pt>
                <c:pt idx="1">
                  <c:v>13709.45632653061</c:v>
                </c:pt>
                <c:pt idx="2">
                  <c:v>13709.45632653061</c:v>
                </c:pt>
                <c:pt idx="3">
                  <c:v>13709.45632653061</c:v>
                </c:pt>
                <c:pt idx="4">
                  <c:v>13709.45632653061</c:v>
                </c:pt>
                <c:pt idx="5">
                  <c:v>13709.45632653061</c:v>
                </c:pt>
                <c:pt idx="6">
                  <c:v>13709.45632653061</c:v>
                </c:pt>
                <c:pt idx="7">
                  <c:v>13709.45632653061</c:v>
                </c:pt>
                <c:pt idx="8">
                  <c:v>13709.45632653061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13495.86882352941</c:v>
                </c:pt>
                <c:pt idx="1">
                  <c:v>12043.401333333333</c:v>
                </c:pt>
                <c:pt idx="2">
                  <c:v>15393.092352941178</c:v>
                </c:pt>
                <c:pt idx="3">
                  <c:v>15823.766470588236</c:v>
                </c:pt>
                <c:pt idx="4">
                  <c:v>13089.334705882353</c:v>
                </c:pt>
                <c:pt idx="5">
                  <c:v>15555.78875</c:v>
                </c:pt>
                <c:pt idx="6">
                  <c:v>16042.75</c:v>
                </c:pt>
                <c:pt idx="7">
                  <c:v>20793.92666666667</c:v>
                </c:pt>
                <c:pt idx="8">
                  <c:v>15135.897333333332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8524.888437499998</c:v>
                </c:pt>
                <c:pt idx="1">
                  <c:v>8524.888437499998</c:v>
                </c:pt>
                <c:pt idx="2">
                  <c:v>8524.888437499998</c:v>
                </c:pt>
                <c:pt idx="3">
                  <c:v>8524.888437499998</c:v>
                </c:pt>
                <c:pt idx="4">
                  <c:v>8524.888437499998</c:v>
                </c:pt>
                <c:pt idx="5">
                  <c:v>8524.888437499998</c:v>
                </c:pt>
                <c:pt idx="6">
                  <c:v>8524.888437499998</c:v>
                </c:pt>
                <c:pt idx="7">
                  <c:v>8524.888437499998</c:v>
                </c:pt>
                <c:pt idx="8">
                  <c:v>8524.888437499998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8986.911162790697</c:v>
                </c:pt>
                <c:pt idx="1">
                  <c:v>8043.644761904762</c:v>
                </c:pt>
                <c:pt idx="2">
                  <c:v>8532.917674418604</c:v>
                </c:pt>
                <c:pt idx="3">
                  <c:v>8091.494390243903</c:v>
                </c:pt>
                <c:pt idx="4">
                  <c:v>9611.912368421052</c:v>
                </c:pt>
                <c:pt idx="5">
                  <c:v>11065.696578947367</c:v>
                </c:pt>
                <c:pt idx="6">
                  <c:v>12025.22025</c:v>
                </c:pt>
                <c:pt idx="7">
                  <c:v>12930.489166666666</c:v>
                </c:pt>
                <c:pt idx="8">
                  <c:v>11054.33888888889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14023.628358208958</c:v>
                </c:pt>
                <c:pt idx="1">
                  <c:v>14023.628358208958</c:v>
                </c:pt>
                <c:pt idx="2">
                  <c:v>14023.628358208958</c:v>
                </c:pt>
                <c:pt idx="3">
                  <c:v>14023.628358208958</c:v>
                </c:pt>
                <c:pt idx="4">
                  <c:v>14023.628358208958</c:v>
                </c:pt>
                <c:pt idx="5">
                  <c:v>14023.628358208958</c:v>
                </c:pt>
                <c:pt idx="6">
                  <c:v>14023.628358208958</c:v>
                </c:pt>
                <c:pt idx="7">
                  <c:v>14023.628358208958</c:v>
                </c:pt>
                <c:pt idx="8">
                  <c:v>14023.628358208958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5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73651.42</c:v>
                </c:pt>
                <c:pt idx="1">
                  <c:v>44446.63</c:v>
                </c:pt>
                <c:pt idx="2">
                  <c:v>54084.08</c:v>
                </c:pt>
                <c:pt idx="3">
                  <c:v>37237.91</c:v>
                </c:pt>
                <c:pt idx="4">
                  <c:v>36280.36</c:v>
                </c:pt>
                <c:pt idx="5">
                  <c:v>50377.05</c:v>
                </c:pt>
                <c:pt idx="6">
                  <c:v>56040.72</c:v>
                </c:pt>
                <c:pt idx="7">
                  <c:v>40756.53</c:v>
                </c:pt>
                <c:pt idx="8">
                  <c:v>50217.57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43223.67</c:v>
                </c:pt>
                <c:pt idx="1">
                  <c:v>101043.11</c:v>
                </c:pt>
                <c:pt idx="2">
                  <c:v>67138.2</c:v>
                </c:pt>
                <c:pt idx="3">
                  <c:v>68877.07</c:v>
                </c:pt>
                <c:pt idx="4">
                  <c:v>59268.44</c:v>
                </c:pt>
                <c:pt idx="5">
                  <c:v>65725.26</c:v>
                </c:pt>
                <c:pt idx="6">
                  <c:v>61769.36</c:v>
                </c:pt>
                <c:pt idx="7">
                  <c:v>54211.99</c:v>
                </c:pt>
                <c:pt idx="8">
                  <c:v>50384.42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224.13"/>
          <c:min val="31099.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105547.04</c:v>
                </c:pt>
                <c:pt idx="1">
                  <c:v>71297.75</c:v>
                </c:pt>
                <c:pt idx="2">
                  <c:v>77377.97</c:v>
                </c:pt>
                <c:pt idx="3">
                  <c:v>64364.85</c:v>
                </c:pt>
                <c:pt idx="4">
                  <c:v>87379.45</c:v>
                </c:pt>
                <c:pt idx="5">
                  <c:v>72561.44</c:v>
                </c:pt>
                <c:pt idx="6">
                  <c:v>61232.4</c:v>
                </c:pt>
                <c:pt idx="7">
                  <c:v>64889.43</c:v>
                </c:pt>
                <c:pt idx="8">
                  <c:v>62941.2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105595.38</c:v>
                </c:pt>
                <c:pt idx="1">
                  <c:v>84699.58</c:v>
                </c:pt>
                <c:pt idx="2">
                  <c:v>83648.44</c:v>
                </c:pt>
                <c:pt idx="3">
                  <c:v>76498.23</c:v>
                </c:pt>
                <c:pt idx="4">
                  <c:v>73262.32</c:v>
                </c:pt>
                <c:pt idx="5">
                  <c:v>72186.04</c:v>
                </c:pt>
                <c:pt idx="6">
                  <c:v>112811.38</c:v>
                </c:pt>
                <c:pt idx="7">
                  <c:v>112981.52</c:v>
                </c:pt>
                <c:pt idx="8">
                  <c:v>115508.68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9850.7824"/>
          <c:min val="56890.297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198849.33</c:v>
                </c:pt>
                <c:pt idx="1">
                  <c:v>233817.87</c:v>
                </c:pt>
                <c:pt idx="2">
                  <c:v>221822.74</c:v>
                </c:pt>
                <c:pt idx="3">
                  <c:v>193970.77</c:v>
                </c:pt>
                <c:pt idx="4">
                  <c:v>178283.87</c:v>
                </c:pt>
                <c:pt idx="5">
                  <c:v>177189.59</c:v>
                </c:pt>
                <c:pt idx="6">
                  <c:v>172212.56</c:v>
                </c:pt>
                <c:pt idx="7">
                  <c:v>177031.54</c:v>
                </c:pt>
                <c:pt idx="8">
                  <c:v>129661.4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10.8188"/>
          <c:min val="77313.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84467.92</c:v>
                </c:pt>
                <c:pt idx="1">
                  <c:v>80070.79</c:v>
                </c:pt>
                <c:pt idx="2">
                  <c:v>66487.45</c:v>
                </c:pt>
                <c:pt idx="3">
                  <c:v>57166.42</c:v>
                </c:pt>
                <c:pt idx="4">
                  <c:v>71283.63</c:v>
                </c:pt>
                <c:pt idx="5">
                  <c:v>54617.77</c:v>
                </c:pt>
                <c:pt idx="6">
                  <c:v>57633.96</c:v>
                </c:pt>
                <c:pt idx="7">
                  <c:v>49575.05</c:v>
                </c:pt>
                <c:pt idx="8">
                  <c:v>45640.3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40992.79</c:v>
                </c:pt>
                <c:pt idx="1">
                  <c:v>42474.1</c:v>
                </c:pt>
                <c:pt idx="2">
                  <c:v>44137.37</c:v>
                </c:pt>
                <c:pt idx="3">
                  <c:v>35553.29</c:v>
                </c:pt>
                <c:pt idx="4">
                  <c:v>40450.74</c:v>
                </c:pt>
                <c:pt idx="5">
                  <c:v>56173.94</c:v>
                </c:pt>
                <c:pt idx="6">
                  <c:v>48797.2</c:v>
                </c:pt>
                <c:pt idx="7">
                  <c:v>40534.52</c:v>
                </c:pt>
                <c:pt idx="8">
                  <c:v>53846.05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8381.0904"/>
          <c:min val="31640.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99281.71666666666</c:v>
                </c:pt>
                <c:pt idx="1">
                  <c:v>99281.71666666666</c:v>
                </c:pt>
                <c:pt idx="2">
                  <c:v>99281.71666666666</c:v>
                </c:pt>
                <c:pt idx="3">
                  <c:v>99281.71666666666</c:v>
                </c:pt>
                <c:pt idx="4">
                  <c:v>99281.71666666666</c:v>
                </c:pt>
                <c:pt idx="5">
                  <c:v>99281.71666666666</c:v>
                </c:pt>
                <c:pt idx="6">
                  <c:v>99281.71666666666</c:v>
                </c:pt>
                <c:pt idx="7">
                  <c:v>99281.71666666666</c:v>
                </c:pt>
                <c:pt idx="8">
                  <c:v>99281.71666666666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162898.57</c:v>
                </c:pt>
                <c:pt idx="1">
                  <c:v>162898.57</c:v>
                </c:pt>
                <c:pt idx="2">
                  <c:v>162898.57</c:v>
                </c:pt>
                <c:pt idx="3">
                  <c:v>162898.57</c:v>
                </c:pt>
                <c:pt idx="4">
                  <c:v>162898.57</c:v>
                </c:pt>
                <c:pt idx="5">
                  <c:v>162898.57</c:v>
                </c:pt>
                <c:pt idx="6">
                  <c:v>162898.57</c:v>
                </c:pt>
                <c:pt idx="7">
                  <c:v>162898.57</c:v>
                </c:pt>
                <c:pt idx="8">
                  <c:v>162898.57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95077.78666666667</c:v>
                </c:pt>
                <c:pt idx="1">
                  <c:v>95077.78666666667</c:v>
                </c:pt>
                <c:pt idx="2">
                  <c:v>95077.78666666667</c:v>
                </c:pt>
                <c:pt idx="3">
                  <c:v>95077.78666666667</c:v>
                </c:pt>
                <c:pt idx="4">
                  <c:v>95077.78666666667</c:v>
                </c:pt>
                <c:pt idx="5">
                  <c:v>95077.78666666667</c:v>
                </c:pt>
                <c:pt idx="6">
                  <c:v>95077.78666666667</c:v>
                </c:pt>
                <c:pt idx="7">
                  <c:v>95077.78666666667</c:v>
                </c:pt>
                <c:pt idx="8">
                  <c:v>95077.78666666667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100801.77666666667</c:v>
                </c:pt>
                <c:pt idx="1">
                  <c:v>100801.77666666667</c:v>
                </c:pt>
                <c:pt idx="2">
                  <c:v>100801.77666666667</c:v>
                </c:pt>
                <c:pt idx="3">
                  <c:v>100801.77666666667</c:v>
                </c:pt>
                <c:pt idx="4">
                  <c:v>100801.77666666667</c:v>
                </c:pt>
                <c:pt idx="5">
                  <c:v>100801.77666666667</c:v>
                </c:pt>
                <c:pt idx="6">
                  <c:v>100801.77666666667</c:v>
                </c:pt>
                <c:pt idx="7">
                  <c:v>100801.77666666667</c:v>
                </c:pt>
                <c:pt idx="8">
                  <c:v>100801.77666666667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95605.08</c:v>
                </c:pt>
                <c:pt idx="1">
                  <c:v>101396.39</c:v>
                </c:pt>
                <c:pt idx="2">
                  <c:v>105403.86</c:v>
                </c:pt>
                <c:pt idx="3">
                  <c:v>128271.72</c:v>
                </c:pt>
                <c:pt idx="4">
                  <c:v>96132.72</c:v>
                </c:pt>
                <c:pt idx="5">
                  <c:v>99309.74</c:v>
                </c:pt>
                <c:pt idx="6">
                  <c:v>141617.43</c:v>
                </c:pt>
                <c:pt idx="7">
                  <c:v>132620.84</c:v>
                </c:pt>
                <c:pt idx="8">
                  <c:v>143645.33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94606.52333333333</c:v>
                </c:pt>
                <c:pt idx="1">
                  <c:v>94606.52333333333</c:v>
                </c:pt>
                <c:pt idx="2">
                  <c:v>94606.52333333333</c:v>
                </c:pt>
                <c:pt idx="3">
                  <c:v>94606.52333333333</c:v>
                </c:pt>
                <c:pt idx="4">
                  <c:v>94606.52333333333</c:v>
                </c:pt>
                <c:pt idx="5">
                  <c:v>94606.52333333333</c:v>
                </c:pt>
                <c:pt idx="6">
                  <c:v>94606.52333333333</c:v>
                </c:pt>
                <c:pt idx="7">
                  <c:v>94606.52333333333</c:v>
                </c:pt>
                <c:pt idx="8">
                  <c:v>94606.52333333333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104607.73</c:v>
                </c:pt>
                <c:pt idx="1">
                  <c:v>99509.41</c:v>
                </c:pt>
                <c:pt idx="2">
                  <c:v>79702.43</c:v>
                </c:pt>
                <c:pt idx="3">
                  <c:v>94877.65</c:v>
                </c:pt>
                <c:pt idx="4">
                  <c:v>99214.95</c:v>
                </c:pt>
                <c:pt idx="5">
                  <c:v>108542.08</c:v>
                </c:pt>
                <c:pt idx="6">
                  <c:v>130841.81</c:v>
                </c:pt>
                <c:pt idx="7">
                  <c:v>121775.64</c:v>
                </c:pt>
                <c:pt idx="8">
                  <c:v>123133.99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c:v>
                </c:pt>
                <c:pt idx="1">
                  <c:v>119.8</c:v>
                </c:pt>
                <c:pt idx="2">
                  <c:v>121.2</c:v>
                </c:pt>
                <c:pt idx="3">
                  <c:v>118.6</c:v>
                </c:pt>
                <c:pt idx="4">
                  <c:v>154.25</c:v>
                </c:pt>
                <c:pt idx="5">
                  <c:v>141.75</c:v>
                </c:pt>
                <c:pt idx="6">
                  <c:v>152</c:v>
                </c:pt>
                <c:pt idx="7">
                  <c:v>159.5</c:v>
                </c:pt>
                <c:pt idx="8">
                  <c:v>132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153.33333333333334</c:v>
                </c:pt>
                <c:pt idx="1">
                  <c:v>168.33333333333334</c:v>
                </c:pt>
                <c:pt idx="2">
                  <c:v>187</c:v>
                </c:pt>
                <c:pt idx="3">
                  <c:v>195</c:v>
                </c:pt>
                <c:pt idx="4">
                  <c:v>185.66666666666666</c:v>
                </c:pt>
                <c:pt idx="5">
                  <c:v>196.33333333333334</c:v>
                </c:pt>
                <c:pt idx="6">
                  <c:v>191</c:v>
                </c:pt>
                <c:pt idx="7">
                  <c:v>180.66666666666666</c:v>
                </c:pt>
                <c:pt idx="8">
                  <c:v>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55200000000002"/>
          <c:min val="112.38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c:v>
                </c:pt>
                <c:pt idx="1">
                  <c:v>116.66666666666667</c:v>
                </c:pt>
                <c:pt idx="2">
                  <c:v>106.66666666666667</c:v>
                </c:pt>
                <c:pt idx="3">
                  <c:v>111.66666666666667</c:v>
                </c:pt>
                <c:pt idx="4">
                  <c:v>103</c:v>
                </c:pt>
                <c:pt idx="5">
                  <c:v>103.33333333333333</c:v>
                </c:pt>
                <c:pt idx="6">
                  <c:v>125.33333333333333</c:v>
                </c:pt>
                <c:pt idx="7">
                  <c:v>132</c:v>
                </c:pt>
                <c:pt idx="8">
                  <c:v>142.66666666666666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132</c:v>
                </c:pt>
                <c:pt idx="1">
                  <c:v>140.66666666666666</c:v>
                </c:pt>
                <c:pt idx="2">
                  <c:v>142.66666666666666</c:v>
                </c:pt>
                <c:pt idx="3">
                  <c:v>148.33333333333334</c:v>
                </c:pt>
                <c:pt idx="4">
                  <c:v>160.33333333333334</c:v>
                </c:pt>
                <c:pt idx="5">
                  <c:v>184</c:v>
                </c:pt>
                <c:pt idx="6">
                  <c:v>177.66666666666666</c:v>
                </c:pt>
                <c:pt idx="7">
                  <c:v>147.33333333333334</c:v>
                </c:pt>
                <c:pt idx="8">
                  <c:v>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0.48"/>
          <c:min val="9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216.375</c:v>
                </c:pt>
                <c:pt idx="1">
                  <c:v>183</c:v>
                </c:pt>
                <c:pt idx="2">
                  <c:v>197.5</c:v>
                </c:pt>
                <c:pt idx="3">
                  <c:v>223.375</c:v>
                </c:pt>
                <c:pt idx="4">
                  <c:v>219.625</c:v>
                </c:pt>
                <c:pt idx="5">
                  <c:v>238.14285714285714</c:v>
                </c:pt>
                <c:pt idx="6">
                  <c:v>254.85714285714286</c:v>
                </c:pt>
                <c:pt idx="7">
                  <c:v>246</c:v>
                </c:pt>
                <c:pt idx="8">
                  <c:v>225.28571428571428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243.28571428571428</c:v>
                </c:pt>
                <c:pt idx="1">
                  <c:v>206.42857142857142</c:v>
                </c:pt>
                <c:pt idx="2">
                  <c:v>265.85714285714283</c:v>
                </c:pt>
                <c:pt idx="3">
                  <c:v>245.57142857142858</c:v>
                </c:pt>
                <c:pt idx="4">
                  <c:v>252</c:v>
                </c:pt>
                <c:pt idx="5">
                  <c:v>273.7142857142857</c:v>
                </c:pt>
                <c:pt idx="6">
                  <c:v>273.2857142857143</c:v>
                </c:pt>
                <c:pt idx="7">
                  <c:v>255.71428571428572</c:v>
                </c:pt>
                <c:pt idx="8">
                  <c:v>261.85714285714283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9714285714286"/>
          <c:min val="175.742857142857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c:v>
                </c:pt>
                <c:pt idx="1">
                  <c:v>164</c:v>
                </c:pt>
                <c:pt idx="2">
                  <c:v>194.33333333333334</c:v>
                </c:pt>
                <c:pt idx="3">
                  <c:v>178</c:v>
                </c:pt>
                <c:pt idx="4">
                  <c:v>189.75</c:v>
                </c:pt>
                <c:pt idx="5">
                  <c:v>174.75</c:v>
                </c:pt>
                <c:pt idx="6">
                  <c:v>189.75</c:v>
                </c:pt>
                <c:pt idx="7">
                  <c:v>160.75</c:v>
                </c:pt>
                <c:pt idx="8">
                  <c:v>129.25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197.33333333333334</c:v>
                </c:pt>
                <c:pt idx="1">
                  <c:v>176</c:v>
                </c:pt>
                <c:pt idx="2">
                  <c:v>208.66666666666666</c:v>
                </c:pt>
                <c:pt idx="3">
                  <c:v>212</c:v>
                </c:pt>
                <c:pt idx="4">
                  <c:v>179.66666666666666</c:v>
                </c:pt>
                <c:pt idx="5">
                  <c:v>204.66666666666666</c:v>
                </c:pt>
                <c:pt idx="6">
                  <c:v>196.33333333333334</c:v>
                </c:pt>
                <c:pt idx="7">
                  <c:v>186</c:v>
                </c:pt>
                <c:pt idx="8">
                  <c:v>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8.62"/>
          <c:min val="12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153.28571428571428</c:v>
                </c:pt>
                <c:pt idx="1">
                  <c:v>145.42857142857142</c:v>
                </c:pt>
                <c:pt idx="2">
                  <c:v>169</c:v>
                </c:pt>
                <c:pt idx="3">
                  <c:v>149.14285714285714</c:v>
                </c:pt>
                <c:pt idx="4">
                  <c:v>152.57142857142858</c:v>
                </c:pt>
                <c:pt idx="5">
                  <c:v>188.83333333333334</c:v>
                </c:pt>
                <c:pt idx="6">
                  <c:v>185.5</c:v>
                </c:pt>
                <c:pt idx="7">
                  <c:v>191.83333333333334</c:v>
                </c:pt>
                <c:pt idx="8">
                  <c:v>165.66666666666666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187.8</c:v>
                </c:pt>
                <c:pt idx="1">
                  <c:v>165.6</c:v>
                </c:pt>
                <c:pt idx="2">
                  <c:v>201.2</c:v>
                </c:pt>
                <c:pt idx="3">
                  <c:v>164.66666666666666</c:v>
                </c:pt>
                <c:pt idx="4">
                  <c:v>153.66666666666666</c:v>
                </c:pt>
                <c:pt idx="5">
                  <c:v>187.33333333333334</c:v>
                </c:pt>
                <c:pt idx="6">
                  <c:v>202.2</c:v>
                </c:pt>
                <c:pt idx="7">
                  <c:v>198.8</c:v>
                </c:pt>
                <c:pt idx="8">
                  <c:v>169.16666666666666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4171428571427"/>
          <c:min val="140.886857142857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318</c:v>
                </c:pt>
                <c:pt idx="1">
                  <c:v>290.5</c:v>
                </c:pt>
                <c:pt idx="2">
                  <c:v>337.6666666666667</c:v>
                </c:pt>
                <c:pt idx="3">
                  <c:v>343.3333333333333</c:v>
                </c:pt>
                <c:pt idx="4">
                  <c:v>333</c:v>
                </c:pt>
                <c:pt idx="5">
                  <c:v>323</c:v>
                </c:pt>
                <c:pt idx="6">
                  <c:v>294.7142857142857</c:v>
                </c:pt>
                <c:pt idx="7">
                  <c:v>267</c:v>
                </c:pt>
                <c:pt idx="8">
                  <c:v>242.75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240.875</c:v>
                </c:pt>
                <c:pt idx="1">
                  <c:v>225.25</c:v>
                </c:pt>
                <c:pt idx="2">
                  <c:v>249.875</c:v>
                </c:pt>
                <c:pt idx="3">
                  <c:v>267.125</c:v>
                </c:pt>
                <c:pt idx="4">
                  <c:v>225.66666666666666</c:v>
                </c:pt>
                <c:pt idx="5">
                  <c:v>245.33333333333334</c:v>
                </c:pt>
                <c:pt idx="6">
                  <c:v>246.77777777777777</c:v>
                </c:pt>
                <c:pt idx="7">
                  <c:v>225.55555555555554</c:v>
                </c:pt>
                <c:pt idx="8">
                  <c:v>270.5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2.78"/>
          <c:min val="215.8033333333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c:v>
                </c:pt>
                <c:pt idx="1">
                  <c:v>185.5</c:v>
                </c:pt>
                <c:pt idx="2">
                  <c:v>188</c:v>
                </c:pt>
                <c:pt idx="3">
                  <c:v>205</c:v>
                </c:pt>
                <c:pt idx="4">
                  <c:v>189</c:v>
                </c:pt>
                <c:pt idx="5">
                  <c:v>200</c:v>
                </c:pt>
                <c:pt idx="6">
                  <c:v>213</c:v>
                </c:pt>
                <c:pt idx="7">
                  <c:v>186</c:v>
                </c:pt>
                <c:pt idx="8">
                  <c:v>178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168.5</c:v>
                </c:pt>
                <c:pt idx="1">
                  <c:v>136</c:v>
                </c:pt>
                <c:pt idx="2">
                  <c:v>168.5</c:v>
                </c:pt>
                <c:pt idx="3">
                  <c:v>126</c:v>
                </c:pt>
                <c:pt idx="4">
                  <c:v>112.66666666666667</c:v>
                </c:pt>
                <c:pt idx="5">
                  <c:v>136.33333333333334</c:v>
                </c:pt>
                <c:pt idx="6">
                  <c:v>114.33333333333333</c:v>
                </c:pt>
                <c:pt idx="7">
                  <c:v>172.5</c:v>
                </c:pt>
                <c:pt idx="8">
                  <c:v>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14666666666668"/>
          <c:min val="103.5200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181.33333333333334</c:v>
                </c:pt>
                <c:pt idx="1">
                  <c:v>163.5</c:v>
                </c:pt>
                <c:pt idx="2">
                  <c:v>177.66666666666666</c:v>
                </c:pt>
                <c:pt idx="3">
                  <c:v>182.33333333333334</c:v>
                </c:pt>
                <c:pt idx="4">
                  <c:v>158.42857142857142</c:v>
                </c:pt>
                <c:pt idx="5">
                  <c:v>159.57142857142858</c:v>
                </c:pt>
                <c:pt idx="6">
                  <c:v>159</c:v>
                </c:pt>
                <c:pt idx="7">
                  <c:v>171</c:v>
                </c:pt>
                <c:pt idx="8">
                  <c:v>150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134.25</c:v>
                </c:pt>
                <c:pt idx="1">
                  <c:v>112.25</c:v>
                </c:pt>
                <c:pt idx="2">
                  <c:v>133.77777777777777</c:v>
                </c:pt>
                <c:pt idx="3">
                  <c:v>117.11111111111111</c:v>
                </c:pt>
                <c:pt idx="4">
                  <c:v>117.55555555555556</c:v>
                </c:pt>
                <c:pt idx="5">
                  <c:v>116</c:v>
                </c:pt>
                <c:pt idx="6">
                  <c:v>122</c:v>
                </c:pt>
                <c:pt idx="7">
                  <c:v>131.125</c:v>
                </c:pt>
                <c:pt idx="8">
                  <c:v>122.625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94"/>
          <c:min val="106.643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186</c:v>
                </c:pt>
                <c:pt idx="1">
                  <c:v>202</c:v>
                </c:pt>
                <c:pt idx="2">
                  <c:v>201.33333333333334</c:v>
                </c:pt>
                <c:pt idx="3">
                  <c:v>227</c:v>
                </c:pt>
                <c:pt idx="4">
                  <c:v>230</c:v>
                </c:pt>
                <c:pt idx="5">
                  <c:v>267</c:v>
                </c:pt>
                <c:pt idx="6">
                  <c:v>199.5</c:v>
                </c:pt>
                <c:pt idx="7">
                  <c:v>170.25</c:v>
                </c:pt>
                <c:pt idx="8">
                  <c:v>161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165</c:v>
                </c:pt>
                <c:pt idx="1">
                  <c:v>135.25</c:v>
                </c:pt>
                <c:pt idx="2">
                  <c:v>169.75</c:v>
                </c:pt>
                <c:pt idx="3">
                  <c:v>166.25</c:v>
                </c:pt>
                <c:pt idx="4">
                  <c:v>175.75</c:v>
                </c:pt>
                <c:pt idx="5">
                  <c:v>166.75</c:v>
                </c:pt>
                <c:pt idx="6">
                  <c:v>155.25</c:v>
                </c:pt>
                <c:pt idx="7">
                  <c:v>163.75</c:v>
                </c:pt>
                <c:pt idx="8">
                  <c:v>150.25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7.54"/>
          <c:min val="124.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c:v>
                </c:pt>
                <c:pt idx="1">
                  <c:v>263</c:v>
                </c:pt>
                <c:pt idx="2">
                  <c:v>272.6666666666667</c:v>
                </c:pt>
                <c:pt idx="3">
                  <c:v>297.6666666666667</c:v>
                </c:pt>
                <c:pt idx="4">
                  <c:v>294.3333333333333</c:v>
                </c:pt>
                <c:pt idx="5">
                  <c:v>275.3333333333333</c:v>
                </c:pt>
                <c:pt idx="6">
                  <c:v>285.6666666666667</c:v>
                </c:pt>
                <c:pt idx="7">
                  <c:v>201</c:v>
                </c:pt>
                <c:pt idx="8">
                  <c:v>202.25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217.25</c:v>
                </c:pt>
                <c:pt idx="1">
                  <c:v>203.25</c:v>
                </c:pt>
                <c:pt idx="2">
                  <c:v>237.75</c:v>
                </c:pt>
                <c:pt idx="3">
                  <c:v>236.25</c:v>
                </c:pt>
                <c:pt idx="4">
                  <c:v>213.5</c:v>
                </c:pt>
                <c:pt idx="5">
                  <c:v>235.75</c:v>
                </c:pt>
                <c:pt idx="6">
                  <c:v>244.25</c:v>
                </c:pt>
                <c:pt idx="7">
                  <c:v>218.25</c:v>
                </c:pt>
                <c:pt idx="8">
                  <c:v>214.75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5.40000000000003"/>
          <c:min val="193.2666666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117.41176470588235</c:v>
                </c:pt>
                <c:pt idx="1">
                  <c:v>117.41176470588235</c:v>
                </c:pt>
                <c:pt idx="2">
                  <c:v>117.41176470588235</c:v>
                </c:pt>
                <c:pt idx="3">
                  <c:v>117.41176470588235</c:v>
                </c:pt>
                <c:pt idx="4">
                  <c:v>117.41176470588235</c:v>
                </c:pt>
                <c:pt idx="5">
                  <c:v>117.41176470588235</c:v>
                </c:pt>
                <c:pt idx="6">
                  <c:v>117.41176470588235</c:v>
                </c:pt>
                <c:pt idx="7">
                  <c:v>117.41176470588235</c:v>
                </c:pt>
                <c:pt idx="8">
                  <c:v>117.41176470588235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c:v>
                </c:pt>
                <c:pt idx="1">
                  <c:v>119.4</c:v>
                </c:pt>
                <c:pt idx="2">
                  <c:v>119.16666666666667</c:v>
                </c:pt>
                <c:pt idx="3">
                  <c:v>127</c:v>
                </c:pt>
                <c:pt idx="4">
                  <c:v>126.16666666666667</c:v>
                </c:pt>
                <c:pt idx="5">
                  <c:v>189</c:v>
                </c:pt>
                <c:pt idx="6">
                  <c:v>157.6</c:v>
                </c:pt>
                <c:pt idx="7">
                  <c:v>172.6</c:v>
                </c:pt>
                <c:pt idx="8">
                  <c:v>198.75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165.43589743589743</c:v>
                </c:pt>
                <c:pt idx="1">
                  <c:v>165.43589743589743</c:v>
                </c:pt>
                <c:pt idx="2">
                  <c:v>165.43589743589743</c:v>
                </c:pt>
                <c:pt idx="3">
                  <c:v>165.43589743589743</c:v>
                </c:pt>
                <c:pt idx="4">
                  <c:v>165.43589743589743</c:v>
                </c:pt>
                <c:pt idx="5">
                  <c:v>165.43589743589743</c:v>
                </c:pt>
                <c:pt idx="6">
                  <c:v>165.43589743589743</c:v>
                </c:pt>
                <c:pt idx="7">
                  <c:v>165.43589743589743</c:v>
                </c:pt>
                <c:pt idx="8">
                  <c:v>165.43589743589743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c:v>
                </c:pt>
                <c:pt idx="1">
                  <c:v>155.07692307692307</c:v>
                </c:pt>
                <c:pt idx="2">
                  <c:v>170.23076923076923</c:v>
                </c:pt>
                <c:pt idx="3">
                  <c:v>164.53846153846155</c:v>
                </c:pt>
                <c:pt idx="4">
                  <c:v>193.58333333333334</c:v>
                </c:pt>
                <c:pt idx="5">
                  <c:v>201.75</c:v>
                </c:pt>
                <c:pt idx="6">
                  <c:v>193.75</c:v>
                </c:pt>
                <c:pt idx="7">
                  <c:v>213.16666666666666</c:v>
                </c:pt>
                <c:pt idx="8">
                  <c:v>203.5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211.2</c:v>
                </c:pt>
                <c:pt idx="1">
                  <c:v>211.2</c:v>
                </c:pt>
                <c:pt idx="2">
                  <c:v>211.2</c:v>
                </c:pt>
                <c:pt idx="3">
                  <c:v>211.2</c:v>
                </c:pt>
                <c:pt idx="4">
                  <c:v>211.2</c:v>
                </c:pt>
                <c:pt idx="5">
                  <c:v>211.2</c:v>
                </c:pt>
                <c:pt idx="6">
                  <c:v>211.2</c:v>
                </c:pt>
                <c:pt idx="7">
                  <c:v>211.2</c:v>
                </c:pt>
                <c:pt idx="8">
                  <c:v>211.2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227.6</c:v>
                </c:pt>
                <c:pt idx="1">
                  <c:v>187</c:v>
                </c:pt>
                <c:pt idx="2">
                  <c:v>219</c:v>
                </c:pt>
                <c:pt idx="3">
                  <c:v>220</c:v>
                </c:pt>
                <c:pt idx="4">
                  <c:v>225.8</c:v>
                </c:pt>
                <c:pt idx="5">
                  <c:v>242.8</c:v>
                </c:pt>
                <c:pt idx="6">
                  <c:v>243</c:v>
                </c:pt>
                <c:pt idx="7">
                  <c:v>225.8</c:v>
                </c:pt>
                <c:pt idx="8">
                  <c:v>241.8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160.8</c:v>
                </c:pt>
                <c:pt idx="1">
                  <c:v>160.8</c:v>
                </c:pt>
                <c:pt idx="2">
                  <c:v>160.8</c:v>
                </c:pt>
                <c:pt idx="3">
                  <c:v>160.8</c:v>
                </c:pt>
                <c:pt idx="4">
                  <c:v>160.8</c:v>
                </c:pt>
                <c:pt idx="5">
                  <c:v>160.8</c:v>
                </c:pt>
                <c:pt idx="6">
                  <c:v>160.8</c:v>
                </c:pt>
                <c:pt idx="7">
                  <c:v>160.8</c:v>
                </c:pt>
                <c:pt idx="8">
                  <c:v>160.8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158.6</c:v>
                </c:pt>
                <c:pt idx="1">
                  <c:v>150.6</c:v>
                </c:pt>
                <c:pt idx="2">
                  <c:v>173.2</c:v>
                </c:pt>
                <c:pt idx="3">
                  <c:v>157.2</c:v>
                </c:pt>
                <c:pt idx="4">
                  <c:v>155.2</c:v>
                </c:pt>
                <c:pt idx="5">
                  <c:v>188.4</c:v>
                </c:pt>
                <c:pt idx="6">
                  <c:v>171.83333333333334</c:v>
                </c:pt>
                <c:pt idx="7">
                  <c:v>197.16666666666666</c:v>
                </c:pt>
                <c:pt idx="8">
                  <c:v>190.8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161.58333333333334</c:v>
                </c:pt>
                <c:pt idx="1">
                  <c:v>161.58333333333334</c:v>
                </c:pt>
                <c:pt idx="2">
                  <c:v>161.58333333333334</c:v>
                </c:pt>
                <c:pt idx="3">
                  <c:v>161.58333333333334</c:v>
                </c:pt>
                <c:pt idx="4">
                  <c:v>161.58333333333334</c:v>
                </c:pt>
                <c:pt idx="5">
                  <c:v>161.58333333333334</c:v>
                </c:pt>
                <c:pt idx="6">
                  <c:v>161.58333333333334</c:v>
                </c:pt>
                <c:pt idx="7">
                  <c:v>161.58333333333334</c:v>
                </c:pt>
                <c:pt idx="8">
                  <c:v>161.58333333333334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c:v>
                </c:pt>
                <c:pt idx="1">
                  <c:v>157</c:v>
                </c:pt>
                <c:pt idx="2">
                  <c:v>163</c:v>
                </c:pt>
                <c:pt idx="3">
                  <c:v>226</c:v>
                </c:pt>
                <c:pt idx="4">
                  <c:v>165.5</c:v>
                </c:pt>
                <c:pt idx="5">
                  <c:v>178.75</c:v>
                </c:pt>
                <c:pt idx="6">
                  <c:v>177</c:v>
                </c:pt>
                <c:pt idx="7">
                  <c:v>216</c:v>
                </c:pt>
                <c:pt idx="8">
                  <c:v>175.5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6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788.25</c:v>
                </c:pt>
                <c:pt idx="1">
                  <c:v>743</c:v>
                </c:pt>
                <c:pt idx="2">
                  <c:v>799.875</c:v>
                </c:pt>
                <c:pt idx="3">
                  <c:v>809.375</c:v>
                </c:pt>
                <c:pt idx="4">
                  <c:v>793.75</c:v>
                </c:pt>
                <c:pt idx="5">
                  <c:v>918.4285714285714</c:v>
                </c:pt>
                <c:pt idx="6">
                  <c:v>949.8571428571429</c:v>
                </c:pt>
                <c:pt idx="7">
                  <c:v>917.4285714285714</c:v>
                </c:pt>
                <c:pt idx="8">
                  <c:v>876.7142857142857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4.22"/>
          <c:min val="706.6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477</c:v>
                </c:pt>
                <c:pt idx="1">
                  <c:v>435.75</c:v>
                </c:pt>
                <c:pt idx="2">
                  <c:v>506.5</c:v>
                </c:pt>
                <c:pt idx="3">
                  <c:v>515</c:v>
                </c:pt>
                <c:pt idx="4">
                  <c:v>499.5</c:v>
                </c:pt>
                <c:pt idx="5">
                  <c:v>484.5</c:v>
                </c:pt>
                <c:pt idx="6">
                  <c:v>515.75</c:v>
                </c:pt>
                <c:pt idx="7">
                  <c:v>623</c:v>
                </c:pt>
                <c:pt idx="8">
                  <c:v>647.3333333333334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642.3333333333334</c:v>
                </c:pt>
                <c:pt idx="1">
                  <c:v>600.6666666666666</c:v>
                </c:pt>
                <c:pt idx="2">
                  <c:v>666.3333333333334</c:v>
                </c:pt>
                <c:pt idx="3">
                  <c:v>712.3333333333334</c:v>
                </c:pt>
                <c:pt idx="4">
                  <c:v>677</c:v>
                </c:pt>
                <c:pt idx="5">
                  <c:v>736</c:v>
                </c:pt>
                <c:pt idx="6">
                  <c:v>740.3333333333334</c:v>
                </c:pt>
                <c:pt idx="7">
                  <c:v>676.6666666666666</c:v>
                </c:pt>
                <c:pt idx="8">
                  <c:v>721.3333333333334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64.7"/>
          <c:min val="411.38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544.3333333333334</c:v>
                </c:pt>
                <c:pt idx="1">
                  <c:v>496.3333333333333</c:v>
                </c:pt>
                <c:pt idx="2">
                  <c:v>512.3333333333334</c:v>
                </c:pt>
                <c:pt idx="3">
                  <c:v>563.3333333333334</c:v>
                </c:pt>
                <c:pt idx="4">
                  <c:v>527.3333333333334</c:v>
                </c:pt>
                <c:pt idx="5">
                  <c:v>567</c:v>
                </c:pt>
                <c:pt idx="6">
                  <c:v>579</c:v>
                </c:pt>
                <c:pt idx="7">
                  <c:v>512</c:v>
                </c:pt>
                <c:pt idx="8">
                  <c:v>519.3333333333334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432.75</c:v>
                </c:pt>
                <c:pt idx="1">
                  <c:v>366</c:v>
                </c:pt>
                <c:pt idx="2">
                  <c:v>395</c:v>
                </c:pt>
                <c:pt idx="3">
                  <c:v>446.75</c:v>
                </c:pt>
                <c:pt idx="4">
                  <c:v>439.25</c:v>
                </c:pt>
                <c:pt idx="5">
                  <c:v>555.6666666666666</c:v>
                </c:pt>
                <c:pt idx="6">
                  <c:v>594.6666666666666</c:v>
                </c:pt>
                <c:pt idx="7">
                  <c:v>574</c:v>
                </c:pt>
                <c:pt idx="8">
                  <c:v>525.6666666666666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567.6666666666666</c:v>
                </c:pt>
                <c:pt idx="1">
                  <c:v>481.6666666666667</c:v>
                </c:pt>
                <c:pt idx="2">
                  <c:v>620.3333333333334</c:v>
                </c:pt>
                <c:pt idx="3">
                  <c:v>573</c:v>
                </c:pt>
                <c:pt idx="4">
                  <c:v>588</c:v>
                </c:pt>
                <c:pt idx="5">
                  <c:v>638.6666666666666</c:v>
                </c:pt>
                <c:pt idx="6">
                  <c:v>637.6666666666666</c:v>
                </c:pt>
                <c:pt idx="7">
                  <c:v>596.6666666666666</c:v>
                </c:pt>
                <c:pt idx="8">
                  <c:v>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0.4799999999999"/>
          <c:min val="344.186666666666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639</c:v>
                </c:pt>
                <c:pt idx="1">
                  <c:v>652</c:v>
                </c:pt>
                <c:pt idx="2">
                  <c:v>692.5</c:v>
                </c:pt>
                <c:pt idx="3">
                  <c:v>612.75</c:v>
                </c:pt>
                <c:pt idx="4">
                  <c:v>615.5</c:v>
                </c:pt>
                <c:pt idx="5">
                  <c:v>627.75</c:v>
                </c:pt>
                <c:pt idx="6">
                  <c:v>661.5</c:v>
                </c:pt>
                <c:pt idx="7">
                  <c:v>640</c:v>
                </c:pt>
                <c:pt idx="8">
                  <c:v>713.6666666666666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1.86"/>
          <c:min val="593.55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896</c:v>
                </c:pt>
                <c:pt idx="1">
                  <c:v>672</c:v>
                </c:pt>
                <c:pt idx="2">
                  <c:v>832</c:v>
                </c:pt>
                <c:pt idx="3">
                  <c:v>812</c:v>
                </c:pt>
                <c:pt idx="4">
                  <c:v>779</c:v>
                </c:pt>
                <c:pt idx="5">
                  <c:v>826</c:v>
                </c:pt>
                <c:pt idx="6">
                  <c:v>990</c:v>
                </c:pt>
                <c:pt idx="7">
                  <c:v>920</c:v>
                </c:pt>
                <c:pt idx="8">
                  <c:v>840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684</c:v>
                </c:pt>
                <c:pt idx="1">
                  <c:v>597</c:v>
                </c:pt>
                <c:pt idx="2">
                  <c:v>715</c:v>
                </c:pt>
                <c:pt idx="3">
                  <c:v>762</c:v>
                </c:pt>
                <c:pt idx="4">
                  <c:v>757</c:v>
                </c:pt>
                <c:pt idx="5">
                  <c:v>756</c:v>
                </c:pt>
                <c:pt idx="6">
                  <c:v>394</c:v>
                </c:pt>
                <c:pt idx="7">
                  <c:v>431.5</c:v>
                </c:pt>
                <c:pt idx="8">
                  <c:v>397.5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37.68"/>
          <c:min val="346.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346.6666666666667</c:v>
                </c:pt>
                <c:pt idx="1">
                  <c:v>508</c:v>
                </c:pt>
                <c:pt idx="2">
                  <c:v>492.5</c:v>
                </c:pt>
                <c:pt idx="3">
                  <c:v>528</c:v>
                </c:pt>
                <c:pt idx="4">
                  <c:v>474.5</c:v>
                </c:pt>
                <c:pt idx="5">
                  <c:v>492.5</c:v>
                </c:pt>
                <c:pt idx="6">
                  <c:v>303</c:v>
                </c:pt>
                <c:pt idx="7">
                  <c:v>324</c:v>
                </c:pt>
                <c:pt idx="8">
                  <c:v>316.6666666666667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322.3333333333333</c:v>
                </c:pt>
                <c:pt idx="1">
                  <c:v>277.6666666666667</c:v>
                </c:pt>
                <c:pt idx="2">
                  <c:v>336.6666666666667</c:v>
                </c:pt>
                <c:pt idx="3">
                  <c:v>315.3333333333333</c:v>
                </c:pt>
                <c:pt idx="4">
                  <c:v>313</c:v>
                </c:pt>
                <c:pt idx="5">
                  <c:v>323.6666666666667</c:v>
                </c:pt>
                <c:pt idx="6">
                  <c:v>307</c:v>
                </c:pt>
                <c:pt idx="7">
                  <c:v>283</c:v>
                </c:pt>
                <c:pt idx="8">
                  <c:v>296.3333333333333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48.0266666666666"/>
          <c:min val="257.640000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c:v>
                </c:pt>
                <c:pt idx="1">
                  <c:v>412</c:v>
                </c:pt>
                <c:pt idx="2">
                  <c:v>461</c:v>
                </c:pt>
                <c:pt idx="3">
                  <c:v>444.3333333333333</c:v>
                </c:pt>
                <c:pt idx="4">
                  <c:v>454.6666666666667</c:v>
                </c:pt>
                <c:pt idx="5">
                  <c:v>398.6666666666667</c:v>
                </c:pt>
                <c:pt idx="6">
                  <c:v>433</c:v>
                </c:pt>
                <c:pt idx="7">
                  <c:v>410</c:v>
                </c:pt>
                <c:pt idx="8">
                  <c:v>597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379.3333333333333</c:v>
                </c:pt>
                <c:pt idx="1">
                  <c:v>311.6666666666667</c:v>
                </c:pt>
                <c:pt idx="2">
                  <c:v>365</c:v>
                </c:pt>
                <c:pt idx="3">
                  <c:v>366.6666666666667</c:v>
                </c:pt>
                <c:pt idx="4">
                  <c:v>376.3333333333333</c:v>
                </c:pt>
                <c:pt idx="5">
                  <c:v>404.6666666666667</c:v>
                </c:pt>
                <c:pt idx="6">
                  <c:v>405</c:v>
                </c:pt>
                <c:pt idx="7">
                  <c:v>376.3333333333333</c:v>
                </c:pt>
                <c:pt idx="8">
                  <c:v>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9.8266666666667"/>
          <c:min val="288.840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472.125</c:v>
                </c:pt>
                <c:pt idx="1">
                  <c:v>440.5</c:v>
                </c:pt>
                <c:pt idx="2">
                  <c:v>501.625</c:v>
                </c:pt>
                <c:pt idx="3">
                  <c:v>434.75</c:v>
                </c:pt>
                <c:pt idx="4">
                  <c:v>435.5</c:v>
                </c:pt>
                <c:pt idx="5">
                  <c:v>436.75</c:v>
                </c:pt>
                <c:pt idx="6">
                  <c:v>444.75</c:v>
                </c:pt>
                <c:pt idx="7">
                  <c:v>462.125</c:v>
                </c:pt>
                <c:pt idx="8">
                  <c:v>401.75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409.375</c:v>
                </c:pt>
                <c:pt idx="1">
                  <c:v>331.5</c:v>
                </c:pt>
                <c:pt idx="2">
                  <c:v>389.5</c:v>
                </c:pt>
                <c:pt idx="3">
                  <c:v>368.625</c:v>
                </c:pt>
                <c:pt idx="4">
                  <c:v>387.125</c:v>
                </c:pt>
                <c:pt idx="5">
                  <c:v>415.125</c:v>
                </c:pt>
                <c:pt idx="6">
                  <c:v>417.25</c:v>
                </c:pt>
                <c:pt idx="7">
                  <c:v>403.625</c:v>
                </c:pt>
                <c:pt idx="8">
                  <c:v>406.125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5.235"/>
          <c:min val="31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369.75</c:v>
                </c:pt>
                <c:pt idx="2">
                  <c:v>406</c:v>
                </c:pt>
                <c:pt idx="3">
                  <c:v>389.75</c:v>
                </c:pt>
                <c:pt idx="4">
                  <c:v>479</c:v>
                </c:pt>
                <c:pt idx="5">
                  <c:v>473</c:v>
                </c:pt>
                <c:pt idx="6">
                  <c:v>473.3333333333333</c:v>
                </c:pt>
                <c:pt idx="7">
                  <c:v>407</c:v>
                </c:pt>
                <c:pt idx="8">
                  <c:v>334.5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494</c:v>
                </c:pt>
                <c:pt idx="1">
                  <c:v>343.75</c:v>
                </c:pt>
                <c:pt idx="2">
                  <c:v>404</c:v>
                </c:pt>
                <c:pt idx="3">
                  <c:v>387</c:v>
                </c:pt>
                <c:pt idx="4">
                  <c:v>344.25</c:v>
                </c:pt>
                <c:pt idx="5">
                  <c:v>369.25</c:v>
                </c:pt>
                <c:pt idx="6">
                  <c:v>301.6</c:v>
                </c:pt>
                <c:pt idx="7">
                  <c:v>283.6</c:v>
                </c:pt>
                <c:pt idx="8">
                  <c:v>309.6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0.832"/>
          <c:min val="266.768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515.1111111111112</c:v>
                </c:pt>
                <c:pt idx="1">
                  <c:v>515.1111111111112</c:v>
                </c:pt>
                <c:pt idx="2">
                  <c:v>515.1111111111112</c:v>
                </c:pt>
                <c:pt idx="3">
                  <c:v>515.1111111111112</c:v>
                </c:pt>
                <c:pt idx="4">
                  <c:v>515.1111111111112</c:v>
                </c:pt>
                <c:pt idx="5">
                  <c:v>515.1111111111112</c:v>
                </c:pt>
                <c:pt idx="6">
                  <c:v>515.1111111111112</c:v>
                </c:pt>
                <c:pt idx="7">
                  <c:v>515.1111111111112</c:v>
                </c:pt>
                <c:pt idx="8">
                  <c:v>515.1111111111112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899.1904761904763</c:v>
                </c:pt>
                <c:pt idx="1">
                  <c:v>899.1904761904763</c:v>
                </c:pt>
                <c:pt idx="2">
                  <c:v>899.1904761904763</c:v>
                </c:pt>
                <c:pt idx="3">
                  <c:v>899.1904761904763</c:v>
                </c:pt>
                <c:pt idx="4">
                  <c:v>899.1904761904763</c:v>
                </c:pt>
                <c:pt idx="5">
                  <c:v>899.1904761904763</c:v>
                </c:pt>
                <c:pt idx="6">
                  <c:v>899.1904761904763</c:v>
                </c:pt>
                <c:pt idx="7">
                  <c:v>899.1904761904763</c:v>
                </c:pt>
                <c:pt idx="8">
                  <c:v>899.1904761904763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157.66666666666666</c:v>
                </c:pt>
                <c:pt idx="1">
                  <c:v>157.66666666666666</c:v>
                </c:pt>
                <c:pt idx="2">
                  <c:v>157.66666666666666</c:v>
                </c:pt>
                <c:pt idx="3">
                  <c:v>157.66666666666666</c:v>
                </c:pt>
                <c:pt idx="4">
                  <c:v>157.66666666666666</c:v>
                </c:pt>
                <c:pt idx="5">
                  <c:v>157.66666666666666</c:v>
                </c:pt>
                <c:pt idx="6">
                  <c:v>157.66666666666666</c:v>
                </c:pt>
                <c:pt idx="7">
                  <c:v>157.66666666666666</c:v>
                </c:pt>
                <c:pt idx="8">
                  <c:v>157.66666666666666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168.5</c:v>
                </c:pt>
                <c:pt idx="1">
                  <c:v>136</c:v>
                </c:pt>
                <c:pt idx="2">
                  <c:v>168.5</c:v>
                </c:pt>
                <c:pt idx="3">
                  <c:v>189</c:v>
                </c:pt>
                <c:pt idx="4">
                  <c:v>169</c:v>
                </c:pt>
                <c:pt idx="5">
                  <c:v>204.5</c:v>
                </c:pt>
                <c:pt idx="6">
                  <c:v>343</c:v>
                </c:pt>
                <c:pt idx="7">
                  <c:v>345</c:v>
                </c:pt>
                <c:pt idx="8">
                  <c:v>290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141.88235294117646</c:v>
                </c:pt>
                <c:pt idx="1">
                  <c:v>141.88235294117646</c:v>
                </c:pt>
                <c:pt idx="2">
                  <c:v>141.88235294117646</c:v>
                </c:pt>
                <c:pt idx="3">
                  <c:v>141.88235294117646</c:v>
                </c:pt>
                <c:pt idx="4">
                  <c:v>141.88235294117646</c:v>
                </c:pt>
                <c:pt idx="5">
                  <c:v>141.88235294117646</c:v>
                </c:pt>
                <c:pt idx="6">
                  <c:v>141.88235294117646</c:v>
                </c:pt>
                <c:pt idx="7">
                  <c:v>141.88235294117646</c:v>
                </c:pt>
                <c:pt idx="8">
                  <c:v>141.88235294117646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132.16666666666666</c:v>
                </c:pt>
                <c:pt idx="1">
                  <c:v>125.5</c:v>
                </c:pt>
                <c:pt idx="2">
                  <c:v>173.2</c:v>
                </c:pt>
                <c:pt idx="3">
                  <c:v>157.2</c:v>
                </c:pt>
                <c:pt idx="4">
                  <c:v>194</c:v>
                </c:pt>
                <c:pt idx="5">
                  <c:v>235.5</c:v>
                </c:pt>
                <c:pt idx="6">
                  <c:v>257.75</c:v>
                </c:pt>
                <c:pt idx="7">
                  <c:v>295.75</c:v>
                </c:pt>
                <c:pt idx="8">
                  <c:v>238.5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716.8888888888888</c:v>
                </c:pt>
                <c:pt idx="1">
                  <c:v>716.8888888888888</c:v>
                </c:pt>
                <c:pt idx="2">
                  <c:v>716.8888888888888</c:v>
                </c:pt>
                <c:pt idx="3">
                  <c:v>716.8888888888888</c:v>
                </c:pt>
                <c:pt idx="4">
                  <c:v>716.8888888888888</c:v>
                </c:pt>
                <c:pt idx="5">
                  <c:v>716.8888888888888</c:v>
                </c:pt>
                <c:pt idx="6">
                  <c:v>716.8888888888888</c:v>
                </c:pt>
                <c:pt idx="7">
                  <c:v>716.8888888888888</c:v>
                </c:pt>
                <c:pt idx="8">
                  <c:v>716.8888888888888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26.142857142857142</c:v>
                </c:pt>
                <c:pt idx="1">
                  <c:v>26.923076923076923</c:v>
                </c:pt>
                <c:pt idx="2">
                  <c:v>26.666666666666668</c:v>
                </c:pt>
                <c:pt idx="3">
                  <c:v>25.76923076923077</c:v>
                </c:pt>
                <c:pt idx="4">
                  <c:v>23.76923076923077</c:v>
                </c:pt>
                <c:pt idx="5">
                  <c:v>20.666666666666668</c:v>
                </c:pt>
                <c:pt idx="6">
                  <c:v>22.11764705882353</c:v>
                </c:pt>
                <c:pt idx="7">
                  <c:v>23.294117647058822</c:v>
                </c:pt>
                <c:pt idx="8">
                  <c:v>26.75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929523809523815"/>
          <c:min val="19.165714285714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22.22222222222222</c:v>
                </c:pt>
                <c:pt idx="1">
                  <c:v>22.074626865671643</c:v>
                </c:pt>
                <c:pt idx="2">
                  <c:v>23.88235294117647</c:v>
                </c:pt>
                <c:pt idx="3">
                  <c:v>25.14516129032258</c:v>
                </c:pt>
                <c:pt idx="4">
                  <c:v>23.95</c:v>
                </c:pt>
                <c:pt idx="5">
                  <c:v>23.65</c:v>
                </c:pt>
                <c:pt idx="6">
                  <c:v>24.06779661016949</c:v>
                </c:pt>
                <c:pt idx="7">
                  <c:v>27.593220338983052</c:v>
                </c:pt>
                <c:pt idx="8">
                  <c:v>23.892857142857142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31.53191489361702</c:v>
                </c:pt>
                <c:pt idx="1">
                  <c:v>27.5</c:v>
                </c:pt>
                <c:pt idx="2">
                  <c:v>31.076923076923077</c:v>
                </c:pt>
                <c:pt idx="3">
                  <c:v>30.352941176470587</c:v>
                </c:pt>
                <c:pt idx="4">
                  <c:v>25.5</c:v>
                </c:pt>
                <c:pt idx="5">
                  <c:v>28.403846153846153</c:v>
                </c:pt>
                <c:pt idx="6">
                  <c:v>29</c:v>
                </c:pt>
                <c:pt idx="7">
                  <c:v>27.80392156862745</c:v>
                </c:pt>
                <c:pt idx="8">
                  <c:v>28.666666666666668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288497935852654"/>
          <c:min val="21.318043823436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27.833333333333332</c:v>
                </c:pt>
                <c:pt idx="1">
                  <c:v>22.04</c:v>
                </c:pt>
                <c:pt idx="2">
                  <c:v>27.26086956521739</c:v>
                </c:pt>
                <c:pt idx="3">
                  <c:v>30</c:v>
                </c:pt>
                <c:pt idx="4">
                  <c:v>25.625</c:v>
                </c:pt>
                <c:pt idx="5">
                  <c:v>29.608695652173914</c:v>
                </c:pt>
                <c:pt idx="6">
                  <c:v>25.192307692307693</c:v>
                </c:pt>
                <c:pt idx="7">
                  <c:v>27.583333333333332</c:v>
                </c:pt>
                <c:pt idx="8">
                  <c:v>26.73913043478261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31.38095238095238</c:v>
                </c:pt>
                <c:pt idx="1">
                  <c:v>28.545454545454547</c:v>
                </c:pt>
                <c:pt idx="2">
                  <c:v>29.636363636363637</c:v>
                </c:pt>
                <c:pt idx="3">
                  <c:v>26.076923076923077</c:v>
                </c:pt>
                <c:pt idx="4">
                  <c:v>30.09090909090909</c:v>
                </c:pt>
                <c:pt idx="5">
                  <c:v>34.04761904761905</c:v>
                </c:pt>
                <c:pt idx="6">
                  <c:v>33.714285714285715</c:v>
                </c:pt>
                <c:pt idx="7">
                  <c:v>30.857142857142858</c:v>
                </c:pt>
                <c:pt idx="8">
                  <c:v>31.90909090909091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008228571428575"/>
          <c:min val="21.0793904761904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33.54838709677419</c:v>
                </c:pt>
                <c:pt idx="1">
                  <c:v>33.86666666666667</c:v>
                </c:pt>
                <c:pt idx="2">
                  <c:v>31.774193548387096</c:v>
                </c:pt>
                <c:pt idx="3">
                  <c:v>35.2</c:v>
                </c:pt>
                <c:pt idx="4">
                  <c:v>30.612903225806452</c:v>
                </c:pt>
                <c:pt idx="5">
                  <c:v>36.48148148148148</c:v>
                </c:pt>
                <c:pt idx="6">
                  <c:v>32.464285714285715</c:v>
                </c:pt>
                <c:pt idx="7">
                  <c:v>33.51724137931034</c:v>
                </c:pt>
                <c:pt idx="8">
                  <c:v>31.666666666666668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16.24137931034483</c:v>
                </c:pt>
                <c:pt idx="1">
                  <c:v>14.147540983606557</c:v>
                </c:pt>
                <c:pt idx="2">
                  <c:v>15.6</c:v>
                </c:pt>
                <c:pt idx="3">
                  <c:v>16.879310344827587</c:v>
                </c:pt>
                <c:pt idx="4">
                  <c:v>16.05263157894737</c:v>
                </c:pt>
                <c:pt idx="5">
                  <c:v>16.54385964912281</c:v>
                </c:pt>
                <c:pt idx="6">
                  <c:v>15.60344827586207</c:v>
                </c:pt>
                <c:pt idx="7">
                  <c:v>15.857142857142858</c:v>
                </c:pt>
                <c:pt idx="8">
                  <c:v>16.589285714285715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18.372549019607842</c:v>
                </c:pt>
                <c:pt idx="1">
                  <c:v>17.632653061224488</c:v>
                </c:pt>
                <c:pt idx="2">
                  <c:v>21.395833333333332</c:v>
                </c:pt>
                <c:pt idx="3">
                  <c:v>19.916666666666668</c:v>
                </c:pt>
                <c:pt idx="4">
                  <c:v>18.4375</c:v>
                </c:pt>
                <c:pt idx="5">
                  <c:v>19.145833333333332</c:v>
                </c:pt>
                <c:pt idx="6">
                  <c:v>20.520833333333332</c:v>
                </c:pt>
                <c:pt idx="7">
                  <c:v>18.958333333333332</c:v>
                </c:pt>
                <c:pt idx="8">
                  <c:v>18.416666666666668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975696721311476"/>
          <c:min val="13.567677595628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48.588235294117645</c:v>
                </c:pt>
                <c:pt idx="1">
                  <c:v>47.294117647058826</c:v>
                </c:pt>
                <c:pt idx="2">
                  <c:v>51.470588235294116</c:v>
                </c:pt>
                <c:pt idx="3">
                  <c:v>46.94444444444444</c:v>
                </c:pt>
                <c:pt idx="4">
                  <c:v>46.833333333333336</c:v>
                </c:pt>
                <c:pt idx="5">
                  <c:v>50.1764705882353</c:v>
                </c:pt>
                <c:pt idx="6">
                  <c:v>48.8235294117647</c:v>
                </c:pt>
                <c:pt idx="7">
                  <c:v>40.611111111111114</c:v>
                </c:pt>
                <c:pt idx="8">
                  <c:v>38.5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39.35</c:v>
                </c:pt>
                <c:pt idx="1">
                  <c:v>39.476190476190474</c:v>
                </c:pt>
                <c:pt idx="2">
                  <c:v>39.27272727272727</c:v>
                </c:pt>
                <c:pt idx="3">
                  <c:v>44.857142857142854</c:v>
                </c:pt>
                <c:pt idx="4">
                  <c:v>39.3</c:v>
                </c:pt>
                <c:pt idx="5">
                  <c:v>40.5</c:v>
                </c:pt>
                <c:pt idx="6">
                  <c:v>40.08695652173913</c:v>
                </c:pt>
                <c:pt idx="7">
                  <c:v>36.43478260869565</c:v>
                </c:pt>
                <c:pt idx="8">
                  <c:v>39.65217391304348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67345268542199"/>
          <c:min val="35.23191815856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37.333333333333336</c:v>
                </c:pt>
                <c:pt idx="1">
                  <c:v>30.545454545454547</c:v>
                </c:pt>
                <c:pt idx="2">
                  <c:v>37.81818181818182</c:v>
                </c:pt>
                <c:pt idx="3">
                  <c:v>35.30434782608695</c:v>
                </c:pt>
                <c:pt idx="4">
                  <c:v>35.40909090909091</c:v>
                </c:pt>
                <c:pt idx="5">
                  <c:v>39.333333333333336</c:v>
                </c:pt>
                <c:pt idx="6">
                  <c:v>45</c:v>
                </c:pt>
                <c:pt idx="7">
                  <c:v>43.80952380952381</c:v>
                </c:pt>
                <c:pt idx="8">
                  <c:v>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29.73913043478261</c:v>
                </c:pt>
                <c:pt idx="1">
                  <c:v>27.136363636363637</c:v>
                </c:pt>
                <c:pt idx="2">
                  <c:v>32.5</c:v>
                </c:pt>
                <c:pt idx="3">
                  <c:v>33.130434782608695</c:v>
                </c:pt>
                <c:pt idx="4">
                  <c:v>34.40909090909091</c:v>
                </c:pt>
                <c:pt idx="5">
                  <c:v>37.8</c:v>
                </c:pt>
                <c:pt idx="6">
                  <c:v>34.26086956521739</c:v>
                </c:pt>
                <c:pt idx="7">
                  <c:v>33.19230769230769</c:v>
                </c:pt>
                <c:pt idx="8">
                  <c:v>30.576923076923077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42909090909091"/>
          <c:min val="25.7072727272727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41.27272727272727</c:v>
                </c:pt>
                <c:pt idx="1">
                  <c:v>30.916666666666668</c:v>
                </c:pt>
                <c:pt idx="2">
                  <c:v>31.333333333333332</c:v>
                </c:pt>
                <c:pt idx="3">
                  <c:v>37.27272727272727</c:v>
                </c:pt>
                <c:pt idx="4">
                  <c:v>34.36363636363637</c:v>
                </c:pt>
                <c:pt idx="5">
                  <c:v>33.333333333333336</c:v>
                </c:pt>
                <c:pt idx="6">
                  <c:v>42.6</c:v>
                </c:pt>
                <c:pt idx="7">
                  <c:v>33.81818181818182</c:v>
                </c:pt>
                <c:pt idx="8">
                  <c:v>32.36363636363637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30.636363636363637</c:v>
                </c:pt>
                <c:pt idx="1">
                  <c:v>27.2</c:v>
                </c:pt>
                <c:pt idx="2">
                  <c:v>33.7</c:v>
                </c:pt>
                <c:pt idx="3">
                  <c:v>31.5</c:v>
                </c:pt>
                <c:pt idx="4">
                  <c:v>28.166666666666668</c:v>
                </c:pt>
                <c:pt idx="5">
                  <c:v>34.083333333333336</c:v>
                </c:pt>
                <c:pt idx="6">
                  <c:v>31.181818181818183</c:v>
                </c:pt>
                <c:pt idx="7">
                  <c:v>34.5</c:v>
                </c:pt>
                <c:pt idx="8">
                  <c:v>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32"/>
          <c:min val="25.9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36.66990291262136</c:v>
                </c:pt>
                <c:pt idx="1">
                  <c:v>33.88461538461539</c:v>
                </c:pt>
                <c:pt idx="2">
                  <c:v>38.21904761904762</c:v>
                </c:pt>
                <c:pt idx="3">
                  <c:v>33.12380952380953</c:v>
                </c:pt>
                <c:pt idx="4">
                  <c:v>33.180952380952384</c:v>
                </c:pt>
                <c:pt idx="5">
                  <c:v>33.59615384615385</c:v>
                </c:pt>
                <c:pt idx="6">
                  <c:v>34.21153846153846</c:v>
                </c:pt>
                <c:pt idx="7">
                  <c:v>35.20952380952381</c:v>
                </c:pt>
                <c:pt idx="8">
                  <c:v>30.60952380952381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32.42574257425743</c:v>
                </c:pt>
                <c:pt idx="1">
                  <c:v>27.06122448979592</c:v>
                </c:pt>
                <c:pt idx="2">
                  <c:v>32.8</c:v>
                </c:pt>
                <c:pt idx="3">
                  <c:v>30.4020618556701</c:v>
                </c:pt>
                <c:pt idx="4">
                  <c:v>30.97</c:v>
                </c:pt>
                <c:pt idx="5">
                  <c:v>32.24271844660194</c:v>
                </c:pt>
                <c:pt idx="6">
                  <c:v>32.407766990291265</c:v>
                </c:pt>
                <c:pt idx="7">
                  <c:v>32.61616161616162</c:v>
                </c:pt>
                <c:pt idx="8">
                  <c:v>31.852941176470587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11167346938776"/>
          <c:min val="26.168598639455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21.32</c:v>
                </c:pt>
                <c:pt idx="1">
                  <c:v>20.565217391304348</c:v>
                </c:pt>
                <c:pt idx="2">
                  <c:v>26.347826086956523</c:v>
                </c:pt>
                <c:pt idx="3">
                  <c:v>26.916666666666668</c:v>
                </c:pt>
                <c:pt idx="4">
                  <c:v>28.727272727272727</c:v>
                </c:pt>
                <c:pt idx="5">
                  <c:v>24.91304347826087</c:v>
                </c:pt>
                <c:pt idx="6">
                  <c:v>31</c:v>
                </c:pt>
                <c:pt idx="7">
                  <c:v>26.115384615384617</c:v>
                </c:pt>
                <c:pt idx="8">
                  <c:v>26.77777777777778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23.074074074074073</c:v>
                </c:pt>
                <c:pt idx="1">
                  <c:v>21.037037037037038</c:v>
                </c:pt>
                <c:pt idx="2">
                  <c:v>23.51851851851852</c:v>
                </c:pt>
                <c:pt idx="3">
                  <c:v>25.77777777777778</c:v>
                </c:pt>
                <c:pt idx="4">
                  <c:v>24.384615384615383</c:v>
                </c:pt>
                <c:pt idx="5">
                  <c:v>25.321428571428573</c:v>
                </c:pt>
                <c:pt idx="6">
                  <c:v>26.296296296296298</c:v>
                </c:pt>
                <c:pt idx="7">
                  <c:v>25.25</c:v>
                </c:pt>
                <c:pt idx="8">
                  <c:v>25.321428571428573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83478260869565"/>
          <c:min val="19.730434782608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29.893617021276597</c:v>
                </c:pt>
                <c:pt idx="1">
                  <c:v>29.893617021276597</c:v>
                </c:pt>
                <c:pt idx="2">
                  <c:v>29.893617021276597</c:v>
                </c:pt>
                <c:pt idx="3">
                  <c:v>29.893617021276597</c:v>
                </c:pt>
                <c:pt idx="4">
                  <c:v>29.893617021276597</c:v>
                </c:pt>
                <c:pt idx="5">
                  <c:v>29.893617021276597</c:v>
                </c:pt>
                <c:pt idx="6">
                  <c:v>29.893617021276597</c:v>
                </c:pt>
                <c:pt idx="7">
                  <c:v>29.893617021276597</c:v>
                </c:pt>
                <c:pt idx="8">
                  <c:v>29.893617021276597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18.843749999999996</c:v>
                </c:pt>
                <c:pt idx="1">
                  <c:v>18.843749999999996</c:v>
                </c:pt>
                <c:pt idx="2">
                  <c:v>18.843749999999996</c:v>
                </c:pt>
                <c:pt idx="3">
                  <c:v>18.843749999999996</c:v>
                </c:pt>
                <c:pt idx="4">
                  <c:v>18.843749999999996</c:v>
                </c:pt>
                <c:pt idx="5">
                  <c:v>18.843749999999996</c:v>
                </c:pt>
                <c:pt idx="6">
                  <c:v>18.843749999999996</c:v>
                </c:pt>
                <c:pt idx="7">
                  <c:v>18.843749999999996</c:v>
                </c:pt>
                <c:pt idx="8">
                  <c:v>18.843749999999996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18.441860465116278</c:v>
                </c:pt>
                <c:pt idx="1">
                  <c:v>17.928571428571427</c:v>
                </c:pt>
                <c:pt idx="2">
                  <c:v>20.13953488372093</c:v>
                </c:pt>
                <c:pt idx="3">
                  <c:v>19.170731707317074</c:v>
                </c:pt>
                <c:pt idx="4">
                  <c:v>20.42105263157895</c:v>
                </c:pt>
                <c:pt idx="5">
                  <c:v>24.789473684210527</c:v>
                </c:pt>
                <c:pt idx="6">
                  <c:v>25.775</c:v>
                </c:pt>
                <c:pt idx="7">
                  <c:v>32.861111111111114</c:v>
                </c:pt>
                <c:pt idx="8">
                  <c:v>26.5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27.08695652173913</c:v>
                </c:pt>
                <c:pt idx="1">
                  <c:v>27.08695652173913</c:v>
                </c:pt>
                <c:pt idx="2">
                  <c:v>27.08695652173913</c:v>
                </c:pt>
                <c:pt idx="3">
                  <c:v>27.08695652173913</c:v>
                </c:pt>
                <c:pt idx="4">
                  <c:v>27.08695652173913</c:v>
                </c:pt>
                <c:pt idx="5">
                  <c:v>27.08695652173913</c:v>
                </c:pt>
                <c:pt idx="6">
                  <c:v>27.08695652173913</c:v>
                </c:pt>
                <c:pt idx="7">
                  <c:v>27.08695652173913</c:v>
                </c:pt>
                <c:pt idx="8">
                  <c:v>27.08695652173913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32.91836734693877</c:v>
                </c:pt>
                <c:pt idx="1">
                  <c:v>32.91836734693877</c:v>
                </c:pt>
                <c:pt idx="2">
                  <c:v>32.91836734693877</c:v>
                </c:pt>
                <c:pt idx="3">
                  <c:v>32.91836734693877</c:v>
                </c:pt>
                <c:pt idx="4">
                  <c:v>32.91836734693877</c:v>
                </c:pt>
                <c:pt idx="5">
                  <c:v>32.91836734693877</c:v>
                </c:pt>
                <c:pt idx="6">
                  <c:v>32.91836734693877</c:v>
                </c:pt>
                <c:pt idx="7">
                  <c:v>32.91836734693877</c:v>
                </c:pt>
                <c:pt idx="8">
                  <c:v>32.91836734693877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33.68181818181818</c:v>
                </c:pt>
                <c:pt idx="1">
                  <c:v>30.545454545454547</c:v>
                </c:pt>
                <c:pt idx="2">
                  <c:v>34.578125</c:v>
                </c:pt>
                <c:pt idx="3">
                  <c:v>31.925373134328357</c:v>
                </c:pt>
                <c:pt idx="4">
                  <c:v>35.738461538461536</c:v>
                </c:pt>
                <c:pt idx="5">
                  <c:v>36.68181818181818</c:v>
                </c:pt>
                <c:pt idx="6">
                  <c:v>35.22727272727273</c:v>
                </c:pt>
                <c:pt idx="7">
                  <c:v>38.75757575757576</c:v>
                </c:pt>
                <c:pt idx="8">
                  <c:v>38.15625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13.142857142857142</c:v>
                </c:pt>
                <c:pt idx="1">
                  <c:v>13.142857142857142</c:v>
                </c:pt>
                <c:pt idx="2">
                  <c:v>13.142857142857142</c:v>
                </c:pt>
                <c:pt idx="3">
                  <c:v>13.142857142857142</c:v>
                </c:pt>
                <c:pt idx="4">
                  <c:v>13.142857142857142</c:v>
                </c:pt>
                <c:pt idx="5">
                  <c:v>13.142857142857142</c:v>
                </c:pt>
                <c:pt idx="6">
                  <c:v>13.142857142857142</c:v>
                </c:pt>
                <c:pt idx="7">
                  <c:v>13.142857142857142</c:v>
                </c:pt>
                <c:pt idx="8">
                  <c:v>13.142857142857142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14.117647058823529</c:v>
                </c:pt>
                <c:pt idx="1">
                  <c:v>12.6</c:v>
                </c:pt>
                <c:pt idx="2">
                  <c:v>12.647058823529411</c:v>
                </c:pt>
                <c:pt idx="3">
                  <c:v>13.764705882352942</c:v>
                </c:pt>
                <c:pt idx="4">
                  <c:v>11.647058823529411</c:v>
                </c:pt>
                <c:pt idx="5">
                  <c:v>16.8125</c:v>
                </c:pt>
                <c:pt idx="6">
                  <c:v>16.375</c:v>
                </c:pt>
                <c:pt idx="7">
                  <c:v>20</c:v>
                </c:pt>
                <c:pt idx="8">
                  <c:v>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2 of 2</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3 of 3</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2 of 3</a:t>
            </a:r>
          </a:p>
          <a:p>
            <a:r>
              <a:t>MAZDA: −$28K, −223 opcodes Jan-Sep against the four benchmarks; under 3 of 4</a:t>
            </a:r>
          </a:p>
          <a:p>
            <a:r>
              <a:t>AUDI HENDERSON: −$22K, −661 opcodes Jan-Sep against the four benchmarks; under 1 of 2</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chart" Target="../charts/chart13.xml"/><Relationship Id="rId9" Type="http://schemas.openxmlformats.org/officeDocument/2006/relationships/chart" Target="../charts/chart14.xml"/><Relationship Id="rId10" Type="http://schemas.openxmlformats.org/officeDocument/2006/relationships/chart" Target="../charts/chart15.xml"/><Relationship Id="rId11" Type="http://schemas.openxmlformats.org/officeDocument/2006/relationships/chart" Target="../charts/chart16.xml"/><Relationship Id="rId12" Type="http://schemas.openxmlformats.org/officeDocument/2006/relationships/chart" Target="../charts/chart17.xml"/><Relationship Id="rId13" Type="http://schemas.openxmlformats.org/officeDocument/2006/relationships/chart" Target="../charts/chart18.xml"/><Relationship Id="rId14" Type="http://schemas.openxmlformats.org/officeDocument/2006/relationships/chart" Target="../charts/chart19.xml"/><Relationship Id="rId15" Type="http://schemas.openxmlformats.org/officeDocument/2006/relationships/chart" Target="../charts/chart20.xml"/><Relationship Id="rId16" Type="http://schemas.openxmlformats.org/officeDocument/2006/relationships/chart" Target="../charts/chart21.xml"/><Relationship Id="rId17" Type="http://schemas.openxmlformats.org/officeDocument/2006/relationships/chart" Target="../charts/chart22.xml"/><Relationship Id="rId18" Type="http://schemas.openxmlformats.org/officeDocument/2006/relationships/chart" Target="../charts/chart23.xml"/><Relationship Id="rId19" Type="http://schemas.openxmlformats.org/officeDocument/2006/relationships/chart" Target="../charts/chart24.xml"/><Relationship Id="rId20" Type="http://schemas.openxmlformats.org/officeDocument/2006/relationships/chart" Target="../charts/chart25.xml"/><Relationship Id="rId21" Type="http://schemas.openxmlformats.org/officeDocument/2006/relationships/chart" Target="../charts/chart26.xml"/><Relationship Id="rId2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chart" Target="../charts/chart39.xml"/><Relationship Id="rId9" Type="http://schemas.openxmlformats.org/officeDocument/2006/relationships/chart" Target="../charts/chart40.xml"/><Relationship Id="rId10" Type="http://schemas.openxmlformats.org/officeDocument/2006/relationships/chart" Target="../charts/chart41.xml"/><Relationship Id="rId11" Type="http://schemas.openxmlformats.org/officeDocument/2006/relationships/chart" Target="../charts/chart42.xml"/><Relationship Id="rId12" Type="http://schemas.openxmlformats.org/officeDocument/2006/relationships/chart" Target="../charts/chart43.xml"/><Relationship Id="rId13" Type="http://schemas.openxmlformats.org/officeDocument/2006/relationships/chart" Target="../charts/chart44.xml"/><Relationship Id="rId14" Type="http://schemas.openxmlformats.org/officeDocument/2006/relationships/chart" Target="../charts/chart45.xml"/><Relationship Id="rId15" Type="http://schemas.openxmlformats.org/officeDocument/2006/relationships/chart" Target="../charts/chart46.xml"/><Relationship Id="rId16" Type="http://schemas.openxmlformats.org/officeDocument/2006/relationships/chart" Target="../charts/chart47.xml"/><Relationship Id="rId17" Type="http://schemas.openxmlformats.org/officeDocument/2006/relationships/chart" Target="../charts/chart48.xml"/><Relationship Id="rId18" Type="http://schemas.openxmlformats.org/officeDocument/2006/relationships/chart" Target="../charts/chart49.xml"/><Relationship Id="rId19" Type="http://schemas.openxmlformats.org/officeDocument/2006/relationships/chart" Target="../charts/chart50.xml"/><Relationship Id="rId20" Type="http://schemas.openxmlformats.org/officeDocument/2006/relationships/chart" Target="../charts/chart51.xml"/><Relationship Id="rId21" Type="http://schemas.openxmlformats.org/officeDocument/2006/relationships/chart" Target="../charts/chart52.xml"/><Relationship Id="rId2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chart" Target="../charts/chart63.xml"/><Relationship Id="rId8" Type="http://schemas.openxmlformats.org/officeDocument/2006/relationships/chart" Target="../charts/chart64.xml"/><Relationship Id="rId9" Type="http://schemas.openxmlformats.org/officeDocument/2006/relationships/chart" Target="../charts/chart65.xml"/><Relationship Id="rId10" Type="http://schemas.openxmlformats.org/officeDocument/2006/relationships/chart" Target="../charts/chart66.xml"/><Relationship Id="rId11" Type="http://schemas.openxmlformats.org/officeDocument/2006/relationships/chart" Target="../charts/chart67.xml"/><Relationship Id="rId12" Type="http://schemas.openxmlformats.org/officeDocument/2006/relationships/chart" Target="../charts/chart68.xml"/><Relationship Id="rId13" Type="http://schemas.openxmlformats.org/officeDocument/2006/relationships/chart" Target="../charts/chart69.xml"/><Relationship Id="rId14" Type="http://schemas.openxmlformats.org/officeDocument/2006/relationships/chart" Target="../charts/chart70.xml"/><Relationship Id="rId15" Type="http://schemas.openxmlformats.org/officeDocument/2006/relationships/chart" Target="../charts/chart71.xml"/><Relationship Id="rId16" Type="http://schemas.openxmlformats.org/officeDocument/2006/relationships/chart" Target="../charts/chart72.xml"/><Relationship Id="rId17" Type="http://schemas.openxmlformats.org/officeDocument/2006/relationships/chart" Target="../charts/chart73.xml"/><Relationship Id="rId18" Type="http://schemas.openxmlformats.org/officeDocument/2006/relationships/chart" Target="../charts/chart74.xml"/><Relationship Id="rId19" Type="http://schemas.openxmlformats.org/officeDocument/2006/relationships/chart" Target="../charts/chart75.xml"/><Relationship Id="rId20" Type="http://schemas.openxmlformats.org/officeDocument/2006/relationships/chart" Target="../charts/chart76.xml"/><Relationship Id="rId21" Type="http://schemas.openxmlformats.org/officeDocument/2006/relationships/chart" Target="../charts/chart77.xml"/><Relationship Id="rId2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chart" Target="../charts/chart88.xml"/><Relationship Id="rId7" Type="http://schemas.openxmlformats.org/officeDocument/2006/relationships/chart" Target="../charts/chart89.xml"/><Relationship Id="rId8" Type="http://schemas.openxmlformats.org/officeDocument/2006/relationships/chart" Target="../charts/chart90.xml"/><Relationship Id="rId9" Type="http://schemas.openxmlformats.org/officeDocument/2006/relationships/chart" Target="../charts/chart91.xml"/><Relationship Id="rId10" Type="http://schemas.openxmlformats.org/officeDocument/2006/relationships/chart" Target="../charts/chart92.xml"/><Relationship Id="rId11" Type="http://schemas.openxmlformats.org/officeDocument/2006/relationships/chart" Target="../charts/chart93.xml"/><Relationship Id="rId12" Type="http://schemas.openxmlformats.org/officeDocument/2006/relationships/chart" Target="../charts/chart94.xml"/><Relationship Id="rId13" Type="http://schemas.openxmlformats.org/officeDocument/2006/relationships/chart" Target="../charts/chart95.xml"/><Relationship Id="rId14" Type="http://schemas.openxmlformats.org/officeDocument/2006/relationships/chart" Target="../charts/chart96.xml"/><Relationship Id="rId15" Type="http://schemas.openxmlformats.org/officeDocument/2006/relationships/chart" Target="../charts/chart97.xml"/><Relationship Id="rId16" Type="http://schemas.openxmlformats.org/officeDocument/2006/relationships/chart" Target="../charts/chart98.xml"/><Relationship Id="rId17" Type="http://schemas.openxmlformats.org/officeDocument/2006/relationships/chart" Target="../charts/chart99.xml"/><Relationship Id="rId18" Type="http://schemas.openxmlformats.org/officeDocument/2006/relationships/chart" Target="../charts/chart100.xml"/><Relationship Id="rId19" Type="http://schemas.openxmlformats.org/officeDocument/2006/relationships/chart" Target="../charts/chart101.xml"/><Relationship Id="rId20" Type="http://schemas.openxmlformats.org/officeDocument/2006/relationships/chart" Target="../charts/chart102.xml"/><Relationship Id="rId21" Type="http://schemas.openxmlformats.org/officeDocument/2006/relationships/chart" Target="../charts/chart103.xml"/><Relationship Id="rId2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4.xml"/><Relationship Id="rId3" Type="http://schemas.openxmlformats.org/officeDocument/2006/relationships/chart" Target="../charts/chart105.xml"/><Relationship Id="rId4" Type="http://schemas.openxmlformats.org/officeDocument/2006/relationships/chart" Target="../charts/chart106.xml"/><Relationship Id="rId5" Type="http://schemas.openxmlformats.org/officeDocument/2006/relationships/chart" Target="../charts/chart107.xml"/><Relationship Id="rId6" Type="http://schemas.openxmlformats.org/officeDocument/2006/relationships/chart" Target="../charts/chart108.xml"/><Relationship Id="rId7" Type="http://schemas.openxmlformats.org/officeDocument/2006/relationships/chart" Target="../charts/chart10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0.xml"/><Relationship Id="rId3" Type="http://schemas.openxmlformats.org/officeDocument/2006/relationships/chart" Target="../charts/chart111.xml"/><Relationship Id="rId4" Type="http://schemas.openxmlformats.org/officeDocument/2006/relationships/chart" Target="../charts/chart112.xml"/><Relationship Id="rId5" Type="http://schemas.openxmlformats.org/officeDocument/2006/relationships/chart" Target="../charts/chart113.xml"/><Relationship Id="rId6" Type="http://schemas.openxmlformats.org/officeDocument/2006/relationships/chart" Target="../charts/chart114.xml"/><Relationship Id="rId7" Type="http://schemas.openxmlformats.org/officeDocument/2006/relationships/chart" Target="../charts/chart115.xml"/><Relationship Id="rId8" Type="http://schemas.openxmlformats.org/officeDocument/2006/relationships/chart" Target="../charts/chart116.xml"/><Relationship Id="rId9" Type="http://schemas.openxmlformats.org/officeDocument/2006/relationships/chart" Target="../charts/chart117.xml"/><Relationship Id="rId10" Type="http://schemas.openxmlformats.org/officeDocument/2006/relationships/chart" Target="../charts/chart118.xml"/><Relationship Id="rId11" Type="http://schemas.openxmlformats.org/officeDocument/2006/relationships/chart" Target="../charts/chart119.xml"/><Relationship Id="rId12" Type="http://schemas.openxmlformats.org/officeDocument/2006/relationships/chart" Target="../charts/chart120.xml"/><Relationship Id="rId13" Type="http://schemas.openxmlformats.org/officeDocument/2006/relationships/chart" Target="../charts/chart121.xml"/><Relationship Id="rId14" Type="http://schemas.openxmlformats.org/officeDocument/2006/relationships/chart" Target="../charts/chart122.xml"/><Relationship Id="rId15" Type="http://schemas.openxmlformats.org/officeDocument/2006/relationships/chart" Target="../charts/chart123.xml"/><Relationship Id="rId16" Type="http://schemas.openxmlformats.org/officeDocument/2006/relationships/chart" Target="../charts/chart124.xml"/><Relationship Id="rId17" Type="http://schemas.openxmlformats.org/officeDocument/2006/relationships/chart" Target="../charts/chart125.xml"/><Relationship Id="rId18" Type="http://schemas.openxmlformats.org/officeDocument/2006/relationships/chart" Target="../charts/chart126.xml"/><Relationship Id="rId19" Type="http://schemas.openxmlformats.org/officeDocument/2006/relationships/chart" Target="../charts/chart127.xml"/><Relationship Id="rId20" Type="http://schemas.openxmlformats.org/officeDocument/2006/relationships/chart" Target="../charts/chart128.xml"/><Relationship Id="rId21" Type="http://schemas.openxmlformats.org/officeDocument/2006/relationships/chart" Target="../charts/chart129.xml"/><Relationship Id="rId2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0.xml"/><Relationship Id="rId3" Type="http://schemas.openxmlformats.org/officeDocument/2006/relationships/chart" Target="../charts/chart131.xml"/><Relationship Id="rId4" Type="http://schemas.openxmlformats.org/officeDocument/2006/relationships/chart" Target="../charts/chart132.xml"/><Relationship Id="rId5" Type="http://schemas.openxmlformats.org/officeDocument/2006/relationships/chart" Target="../charts/chart133.xml"/><Relationship Id="rId6" Type="http://schemas.openxmlformats.org/officeDocument/2006/relationships/chart" Target="../charts/chart1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chart" Target="../charts/chart141.xml"/><Relationship Id="rId9" Type="http://schemas.openxmlformats.org/officeDocument/2006/relationships/chart" Target="../charts/chart142.xml"/><Relationship Id="rId10" Type="http://schemas.openxmlformats.org/officeDocument/2006/relationships/chart" Target="../charts/chart143.xml"/><Relationship Id="rId11" Type="http://schemas.openxmlformats.org/officeDocument/2006/relationships/chart" Target="../charts/chart144.xml"/><Relationship Id="rId12" Type="http://schemas.openxmlformats.org/officeDocument/2006/relationships/chart" Target="../charts/chart145.xml"/><Relationship Id="rId13" Type="http://schemas.openxmlformats.org/officeDocument/2006/relationships/chart" Target="../charts/chart146.xml"/><Relationship Id="rId14" Type="http://schemas.openxmlformats.org/officeDocument/2006/relationships/chart" Target="../charts/chart147.xml"/><Relationship Id="rId15" Type="http://schemas.openxmlformats.org/officeDocument/2006/relationships/chart" Target="../charts/chart148.xml"/><Relationship Id="rId16" Type="http://schemas.openxmlformats.org/officeDocument/2006/relationships/chart" Target="../charts/chart149.xml"/><Relationship Id="rId17" Type="http://schemas.openxmlformats.org/officeDocument/2006/relationships/chart" Target="../charts/chart150.xml"/><Relationship Id="rId18" Type="http://schemas.openxmlformats.org/officeDocument/2006/relationships/chart" Target="../charts/chart151.xml"/><Relationship Id="rId19" Type="http://schemas.openxmlformats.org/officeDocument/2006/relationships/chart" Target="../charts/chart152.xml"/><Relationship Id="rId20" Type="http://schemas.openxmlformats.org/officeDocument/2006/relationships/chart" Target="../charts/chart153.xml"/><Relationship Id="rId21" Type="http://schemas.openxmlformats.org/officeDocument/2006/relationships/chart" Target="../charts/chart154.xml"/><Relationship Id="rId2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chart" Target="../charts/chart156.xml"/><Relationship Id="rId4" Type="http://schemas.openxmlformats.org/officeDocument/2006/relationships/chart" Target="../charts/chart157.xml"/><Relationship Id="rId5" Type="http://schemas.openxmlformats.org/officeDocument/2006/relationships/chart" Target="../charts/chart158.xml"/><Relationship Id="rId6" Type="http://schemas.openxmlformats.org/officeDocument/2006/relationships/chart" Target="../charts/chart159.xml"/><Relationship Id="rId7" Type="http://schemas.openxmlformats.org/officeDocument/2006/relationships/chart" Target="../charts/chart16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chart" Target="../charts/chart171.xml"/><Relationship Id="rId13" Type="http://schemas.openxmlformats.org/officeDocument/2006/relationships/chart" Target="../charts/chart172.xml"/><Relationship Id="rId14" Type="http://schemas.openxmlformats.org/officeDocument/2006/relationships/chart" Target="../charts/chart173.xml"/><Relationship Id="rId15" Type="http://schemas.openxmlformats.org/officeDocument/2006/relationships/chart" Target="../charts/chart174.xml"/><Relationship Id="rId16" Type="http://schemas.openxmlformats.org/officeDocument/2006/relationships/chart" Target="../charts/chart175.xml"/><Relationship Id="rId17" Type="http://schemas.openxmlformats.org/officeDocument/2006/relationships/chart" Target="../charts/chart176.xml"/><Relationship Id="rId18" Type="http://schemas.openxmlformats.org/officeDocument/2006/relationships/chart" Target="../charts/chart177.xml"/><Relationship Id="rId19" Type="http://schemas.openxmlformats.org/officeDocument/2006/relationships/chart" Target="../charts/chart178.xml"/><Relationship Id="rId20" Type="http://schemas.openxmlformats.org/officeDocument/2006/relationships/chart" Target="../charts/chart179.xml"/><Relationship Id="rId21" Type="http://schemas.openxmlformats.org/officeDocument/2006/relationships/chart" Target="../charts/chart180.xml"/><Relationship Id="rId2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chart" Target="../charts/chart18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chart" Target="../charts/chart188.xml"/><Relationship Id="rId4" Type="http://schemas.openxmlformats.org/officeDocument/2006/relationships/chart" Target="../charts/chart189.xml"/><Relationship Id="rId5" Type="http://schemas.openxmlformats.org/officeDocument/2006/relationships/chart" Target="../charts/chart190.xml"/><Relationship Id="rId6" Type="http://schemas.openxmlformats.org/officeDocument/2006/relationships/chart" Target="../charts/chart191.xml"/><Relationship Id="rId7" Type="http://schemas.openxmlformats.org/officeDocument/2006/relationships/chart" Target="../charts/chart192.xml"/><Relationship Id="rId8" Type="http://schemas.openxmlformats.org/officeDocument/2006/relationships/chart" Target="../charts/chart193.xml"/><Relationship Id="rId9" Type="http://schemas.openxmlformats.org/officeDocument/2006/relationships/chart" Target="../charts/chart194.xml"/><Relationship Id="rId10" Type="http://schemas.openxmlformats.org/officeDocument/2006/relationships/chart" Target="../charts/chart195.xml"/><Relationship Id="rId11" Type="http://schemas.openxmlformats.org/officeDocument/2006/relationships/chart" Target="../charts/chart196.xml"/><Relationship Id="rId12" Type="http://schemas.openxmlformats.org/officeDocument/2006/relationships/chart" Target="../charts/chart197.xml"/><Relationship Id="rId13" Type="http://schemas.openxmlformats.org/officeDocument/2006/relationships/chart" Target="../charts/chart198.xml"/><Relationship Id="rId14" Type="http://schemas.openxmlformats.org/officeDocument/2006/relationships/chart" Target="../charts/chart199.xml"/><Relationship Id="rId15" Type="http://schemas.openxmlformats.org/officeDocument/2006/relationships/chart" Target="../charts/chart200.xml"/><Relationship Id="rId16" Type="http://schemas.openxmlformats.org/officeDocument/2006/relationships/chart" Target="../charts/chart201.xml"/><Relationship Id="rId17" Type="http://schemas.openxmlformats.org/officeDocument/2006/relationships/chart" Target="../charts/chart202.xml"/><Relationship Id="rId18" Type="http://schemas.openxmlformats.org/officeDocument/2006/relationships/chart" Target="../charts/chart203.xml"/><Relationship Id="rId19" Type="http://schemas.openxmlformats.org/officeDocument/2006/relationships/chart" Target="../charts/chart204.xml"/><Relationship Id="rId20" Type="http://schemas.openxmlformats.org/officeDocument/2006/relationships/chart" Target="../charts/chart205.xml"/><Relationship Id="rId21" Type="http://schemas.openxmlformats.org/officeDocument/2006/relationships/chart" Target="../charts/chart206.xml"/><Relationship Id="rId2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chart" Target="../charts/chart208.xml"/><Relationship Id="rId4" Type="http://schemas.openxmlformats.org/officeDocument/2006/relationships/chart" Target="../charts/chart209.xml"/><Relationship Id="rId5" Type="http://schemas.openxmlformats.org/officeDocument/2006/relationships/chart" Target="../charts/chart210.xml"/><Relationship Id="rId6" Type="http://schemas.openxmlformats.org/officeDocument/2006/relationships/chart" Target="../charts/chart211.xml"/><Relationship Id="rId7" Type="http://schemas.openxmlformats.org/officeDocument/2006/relationships/chart" Target="../charts/chart21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3.xml"/><Relationship Id="rId3" Type="http://schemas.openxmlformats.org/officeDocument/2006/relationships/chart" Target="../charts/chart214.xml"/><Relationship Id="rId4" Type="http://schemas.openxmlformats.org/officeDocument/2006/relationships/chart" Target="../charts/chart215.xml"/><Relationship Id="rId5" Type="http://schemas.openxmlformats.org/officeDocument/2006/relationships/chart" Target="../charts/chart216.xml"/><Relationship Id="rId6" Type="http://schemas.openxmlformats.org/officeDocument/2006/relationships/chart" Target="../charts/chart217.xml"/><Relationship Id="rId7" Type="http://schemas.openxmlformats.org/officeDocument/2006/relationships/chart" Target="../charts/chart218.xml"/><Relationship Id="rId8" Type="http://schemas.openxmlformats.org/officeDocument/2006/relationships/chart" Target="../charts/chart219.xml"/><Relationship Id="rId9" Type="http://schemas.openxmlformats.org/officeDocument/2006/relationships/chart" Target="../charts/chart220.xml"/><Relationship Id="rId10" Type="http://schemas.openxmlformats.org/officeDocument/2006/relationships/chart" Target="../charts/chart221.xml"/><Relationship Id="rId11" Type="http://schemas.openxmlformats.org/officeDocument/2006/relationships/chart" Target="../charts/chart222.xml"/><Relationship Id="rId12" Type="http://schemas.openxmlformats.org/officeDocument/2006/relationships/chart" Target="../charts/chart223.xml"/><Relationship Id="rId13" Type="http://schemas.openxmlformats.org/officeDocument/2006/relationships/chart" Target="../charts/chart224.xml"/><Relationship Id="rId14" Type="http://schemas.openxmlformats.org/officeDocument/2006/relationships/chart" Target="../charts/chart225.xml"/><Relationship Id="rId15" Type="http://schemas.openxmlformats.org/officeDocument/2006/relationships/chart" Target="../charts/chart226.xml"/><Relationship Id="rId16" Type="http://schemas.openxmlformats.org/officeDocument/2006/relationships/chart" Target="../charts/chart227.xml"/><Relationship Id="rId17" Type="http://schemas.openxmlformats.org/officeDocument/2006/relationships/chart" Target="../charts/chart228.xml"/><Relationship Id="rId18" Type="http://schemas.openxmlformats.org/officeDocument/2006/relationships/chart" Target="../charts/chart229.xml"/><Relationship Id="rId19" Type="http://schemas.openxmlformats.org/officeDocument/2006/relationships/chart" Target="../charts/chart230.xml"/><Relationship Id="rId20" Type="http://schemas.openxmlformats.org/officeDocument/2006/relationships/chart" Target="../charts/chart231.xml"/><Relationship Id="rId21" Type="http://schemas.openxmlformats.org/officeDocument/2006/relationships/chart" Target="../charts/chart232.xml"/><Relationship Id="rId2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3.xml"/><Relationship Id="rId3" Type="http://schemas.openxmlformats.org/officeDocument/2006/relationships/chart" Target="../charts/chart234.xml"/><Relationship Id="rId4" Type="http://schemas.openxmlformats.org/officeDocument/2006/relationships/chart" Target="../charts/chart235.xml"/><Relationship Id="rId5" Type="http://schemas.openxmlformats.org/officeDocument/2006/relationships/chart" Target="../charts/chart236.xml"/><Relationship Id="rId6" Type="http://schemas.openxmlformats.org/officeDocument/2006/relationships/chart" Target="../charts/chart23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chart" Target="../charts/chart243.xml"/><Relationship Id="rId8" Type="http://schemas.openxmlformats.org/officeDocument/2006/relationships/chart" Target="../charts/chart244.xml"/><Relationship Id="rId9" Type="http://schemas.openxmlformats.org/officeDocument/2006/relationships/chart" Target="../charts/chart245.xml"/><Relationship Id="rId10" Type="http://schemas.openxmlformats.org/officeDocument/2006/relationships/chart" Target="../charts/chart246.xml"/><Relationship Id="rId11" Type="http://schemas.openxmlformats.org/officeDocument/2006/relationships/chart" Target="../charts/chart247.xml"/><Relationship Id="rId12" Type="http://schemas.openxmlformats.org/officeDocument/2006/relationships/chart" Target="../charts/chart248.xml"/><Relationship Id="rId13" Type="http://schemas.openxmlformats.org/officeDocument/2006/relationships/chart" Target="../charts/chart249.xml"/><Relationship Id="rId14" Type="http://schemas.openxmlformats.org/officeDocument/2006/relationships/chart" Target="../charts/chart250.xml"/><Relationship Id="rId15" Type="http://schemas.openxmlformats.org/officeDocument/2006/relationships/chart" Target="../charts/chart251.xml"/><Relationship Id="rId16" Type="http://schemas.openxmlformats.org/officeDocument/2006/relationships/chart" Target="../charts/chart252.xml"/><Relationship Id="rId17" Type="http://schemas.openxmlformats.org/officeDocument/2006/relationships/chart" Target="../charts/chart253.xml"/><Relationship Id="rId18" Type="http://schemas.openxmlformats.org/officeDocument/2006/relationships/chart" Target="../charts/chart254.xml"/><Relationship Id="rId19" Type="http://schemas.openxmlformats.org/officeDocument/2006/relationships/chart" Target="../charts/chart255.xml"/><Relationship Id="rId20" Type="http://schemas.openxmlformats.org/officeDocument/2006/relationships/chart" Target="../charts/chart256.xml"/><Relationship Id="rId21" Type="http://schemas.openxmlformats.org/officeDocument/2006/relationships/chart" Target="../charts/chart257.xml"/><Relationship Id="rId2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8.xml"/><Relationship Id="rId3" Type="http://schemas.openxmlformats.org/officeDocument/2006/relationships/chart" Target="../charts/chart259.xml"/><Relationship Id="rId4" Type="http://schemas.openxmlformats.org/officeDocument/2006/relationships/chart" Target="../charts/chart260.xml"/><Relationship Id="rId5" Type="http://schemas.openxmlformats.org/officeDocument/2006/relationships/chart" Target="../charts/chart261.xml"/><Relationship Id="rId6" Type="http://schemas.openxmlformats.org/officeDocument/2006/relationships/chart" Target="../charts/chart2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3.xml"/><Relationship Id="rId3" Type="http://schemas.openxmlformats.org/officeDocument/2006/relationships/chart" Target="../charts/chart264.xml"/><Relationship Id="rId4" Type="http://schemas.openxmlformats.org/officeDocument/2006/relationships/chart" Target="../charts/chart265.xml"/><Relationship Id="rId5" Type="http://schemas.openxmlformats.org/officeDocument/2006/relationships/chart" Target="../charts/chart266.xml"/><Relationship Id="rId6" Type="http://schemas.openxmlformats.org/officeDocument/2006/relationships/chart" Target="../charts/chart267.xml"/><Relationship Id="rId7" Type="http://schemas.openxmlformats.org/officeDocument/2006/relationships/chart" Target="../charts/chart268.xml"/><Relationship Id="rId8" Type="http://schemas.openxmlformats.org/officeDocument/2006/relationships/chart" Target="../charts/chart269.xml"/><Relationship Id="rId9" Type="http://schemas.openxmlformats.org/officeDocument/2006/relationships/chart" Target="../charts/chart270.xml"/><Relationship Id="rId10" Type="http://schemas.openxmlformats.org/officeDocument/2006/relationships/chart" Target="../charts/chart271.xml"/><Relationship Id="rId11" Type="http://schemas.openxmlformats.org/officeDocument/2006/relationships/chart" Target="../charts/chart272.xml"/><Relationship Id="rId12" Type="http://schemas.openxmlformats.org/officeDocument/2006/relationships/chart" Target="../charts/chart273.xml"/><Relationship Id="rId13" Type="http://schemas.openxmlformats.org/officeDocument/2006/relationships/chart" Target="../charts/chart274.xml"/><Relationship Id="rId14" Type="http://schemas.openxmlformats.org/officeDocument/2006/relationships/chart" Target="../charts/chart275.xml"/><Relationship Id="rId15" Type="http://schemas.openxmlformats.org/officeDocument/2006/relationships/chart" Target="../charts/chart276.xml"/><Relationship Id="rId16" Type="http://schemas.openxmlformats.org/officeDocument/2006/relationships/chart" Target="../charts/chart277.xml"/><Relationship Id="rId17" Type="http://schemas.openxmlformats.org/officeDocument/2006/relationships/chart" Target="../charts/chart278.xml"/><Relationship Id="rId18" Type="http://schemas.openxmlformats.org/officeDocument/2006/relationships/chart" Target="../charts/chart279.xml"/><Relationship Id="rId19" Type="http://schemas.openxmlformats.org/officeDocument/2006/relationships/chart" Target="../charts/chart280.xml"/><Relationship Id="rId20" Type="http://schemas.openxmlformats.org/officeDocument/2006/relationships/chart" Target="../charts/chart281.xml"/><Relationship Id="rId21" Type="http://schemas.openxmlformats.org/officeDocument/2006/relationships/chart" Target="../charts/chart282.xml"/><Relationship Id="rId2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3.xml"/><Relationship Id="rId3" Type="http://schemas.openxmlformats.org/officeDocument/2006/relationships/chart" Target="../charts/chart284.xml"/><Relationship Id="rId4" Type="http://schemas.openxmlformats.org/officeDocument/2006/relationships/chart" Target="../charts/chart285.xml"/><Relationship Id="rId5" Type="http://schemas.openxmlformats.org/officeDocument/2006/relationships/chart" Target="../charts/chart286.xml"/><Relationship Id="rId6" Type="http://schemas.openxmlformats.org/officeDocument/2006/relationships/chart" Target="../charts/chart28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8.xml"/><Relationship Id="rId3" Type="http://schemas.openxmlformats.org/officeDocument/2006/relationships/chart" Target="../charts/chart289.xml"/><Relationship Id="rId4" Type="http://schemas.openxmlformats.org/officeDocument/2006/relationships/chart" Target="../charts/chart290.xml"/><Relationship Id="rId5" Type="http://schemas.openxmlformats.org/officeDocument/2006/relationships/chart" Target="../charts/chart291.xml"/><Relationship Id="rId6" Type="http://schemas.openxmlformats.org/officeDocument/2006/relationships/chart" Target="../charts/chart292.xml"/><Relationship Id="rId7" Type="http://schemas.openxmlformats.org/officeDocument/2006/relationships/chart" Target="../charts/chart293.xml"/><Relationship Id="rId8" Type="http://schemas.openxmlformats.org/officeDocument/2006/relationships/chart" Target="../charts/chart294.xml"/><Relationship Id="rId9" Type="http://schemas.openxmlformats.org/officeDocument/2006/relationships/chart" Target="../charts/chart295.xml"/><Relationship Id="rId10" Type="http://schemas.openxmlformats.org/officeDocument/2006/relationships/chart" Target="../charts/chart296.xml"/><Relationship Id="rId11" Type="http://schemas.openxmlformats.org/officeDocument/2006/relationships/chart" Target="../charts/chart297.xml"/><Relationship Id="rId12" Type="http://schemas.openxmlformats.org/officeDocument/2006/relationships/chart" Target="../charts/chart298.xml"/><Relationship Id="rId13" Type="http://schemas.openxmlformats.org/officeDocument/2006/relationships/chart" Target="../charts/chart299.xml"/><Relationship Id="rId14" Type="http://schemas.openxmlformats.org/officeDocument/2006/relationships/chart" Target="../charts/chart300.xml"/><Relationship Id="rId15" Type="http://schemas.openxmlformats.org/officeDocument/2006/relationships/chart" Target="../charts/chart301.xml"/><Relationship Id="rId16" Type="http://schemas.openxmlformats.org/officeDocument/2006/relationships/chart" Target="../charts/chart302.xml"/><Relationship Id="rId17" Type="http://schemas.openxmlformats.org/officeDocument/2006/relationships/chart" Target="../charts/chart303.xml"/><Relationship Id="rId18" Type="http://schemas.openxmlformats.org/officeDocument/2006/relationships/chart" Target="../charts/chart304.xml"/><Relationship Id="rId19" Type="http://schemas.openxmlformats.org/officeDocument/2006/relationships/chart" Target="../charts/chart305.xml"/><Relationship Id="rId20" Type="http://schemas.openxmlformats.org/officeDocument/2006/relationships/chart" Target="../charts/chart306.xml"/><Relationship Id="rId21" Type="http://schemas.openxmlformats.org/officeDocument/2006/relationships/chart" Target="../charts/chart307.xml"/><Relationship Id="rId2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8.xml"/><Relationship Id="rId3" Type="http://schemas.openxmlformats.org/officeDocument/2006/relationships/chart" Target="../charts/chart309.xml"/><Relationship Id="rId4" Type="http://schemas.openxmlformats.org/officeDocument/2006/relationships/chart" Target="../charts/chart310.xml"/><Relationship Id="rId5" Type="http://schemas.openxmlformats.org/officeDocument/2006/relationships/chart" Target="../charts/chart311.xml"/><Relationship Id="rId6" Type="http://schemas.openxmlformats.org/officeDocument/2006/relationships/chart" Target="../charts/chart312.xml"/><Relationship Id="rId7" Type="http://schemas.openxmlformats.org/officeDocument/2006/relationships/chart" Target="../charts/chart313.xml"/><Relationship Id="rId8" Type="http://schemas.openxmlformats.org/officeDocument/2006/relationships/chart" Target="../charts/chart314.xml"/><Relationship Id="rId9" Type="http://schemas.openxmlformats.org/officeDocument/2006/relationships/chart" Target="../charts/chart31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6.xml"/><Relationship Id="rId3" Type="http://schemas.openxmlformats.org/officeDocument/2006/relationships/chart" Target="../charts/chart317.xml"/><Relationship Id="rId4" Type="http://schemas.openxmlformats.org/officeDocument/2006/relationships/chart" Target="../charts/chart318.xml"/><Relationship Id="rId5" Type="http://schemas.openxmlformats.org/officeDocument/2006/relationships/chart" Target="../charts/chart319.xml"/><Relationship Id="rId6" Type="http://schemas.openxmlformats.org/officeDocument/2006/relationships/chart" Target="../charts/chart320.xml"/><Relationship Id="rId7" Type="http://schemas.openxmlformats.org/officeDocument/2006/relationships/chart" Target="../charts/chart321.xml"/><Relationship Id="rId8" Type="http://schemas.openxmlformats.org/officeDocument/2006/relationships/chart" Target="../charts/chart322.xml"/><Relationship Id="rId9" Type="http://schemas.openxmlformats.org/officeDocument/2006/relationships/chart" Target="../charts/chart323.xml"/><Relationship Id="rId10" Type="http://schemas.openxmlformats.org/officeDocument/2006/relationships/chart" Target="../charts/chart324.xml"/><Relationship Id="rId11" Type="http://schemas.openxmlformats.org/officeDocument/2006/relationships/chart" Target="../charts/chart325.xml"/><Relationship Id="rId12" Type="http://schemas.openxmlformats.org/officeDocument/2006/relationships/chart" Target="../charts/chart326.xml"/><Relationship Id="rId13" Type="http://schemas.openxmlformats.org/officeDocument/2006/relationships/chart" Target="../charts/chart327.xml"/><Relationship Id="rId14" Type="http://schemas.openxmlformats.org/officeDocument/2006/relationships/chart" Target="../charts/chart328.xml"/><Relationship Id="rId15" Type="http://schemas.openxmlformats.org/officeDocument/2006/relationships/chart" Target="../charts/chart329.xml"/><Relationship Id="rId16" Type="http://schemas.openxmlformats.org/officeDocument/2006/relationships/chart" Target="../charts/chart330.xml"/><Relationship Id="rId17" Type="http://schemas.openxmlformats.org/officeDocument/2006/relationships/chart" Target="../charts/chart331.xml"/><Relationship Id="rId18" Type="http://schemas.openxmlformats.org/officeDocument/2006/relationships/chart" Target="../charts/chart332.xml"/><Relationship Id="rId19" Type="http://schemas.openxmlformats.org/officeDocument/2006/relationships/chart" Target="../charts/chart333.xml"/><Relationship Id="rId20" Type="http://schemas.openxmlformats.org/officeDocument/2006/relationships/chart" Target="../charts/chart334.xml"/><Relationship Id="rId21" Type="http://schemas.openxmlformats.org/officeDocument/2006/relationships/chart" Target="../charts/chart335.xml"/><Relationship Id="rId2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6.xml"/><Relationship Id="rId3" Type="http://schemas.openxmlformats.org/officeDocument/2006/relationships/chart" Target="../charts/chart337.xml"/><Relationship Id="rId4" Type="http://schemas.openxmlformats.org/officeDocument/2006/relationships/chart" Target="../charts/chart338.xml"/><Relationship Id="rId5" Type="http://schemas.openxmlformats.org/officeDocument/2006/relationships/chart" Target="../charts/chart339.xml"/><Relationship Id="rId6" Type="http://schemas.openxmlformats.org/officeDocument/2006/relationships/chart" Target="../charts/chart34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41.xml"/><Relationship Id="rId3" Type="http://schemas.openxmlformats.org/officeDocument/2006/relationships/chart" Target="../charts/chart342.xml"/><Relationship Id="rId4" Type="http://schemas.openxmlformats.org/officeDocument/2006/relationships/chart" Target="../charts/chart343.xml"/><Relationship Id="rId5" Type="http://schemas.openxmlformats.org/officeDocument/2006/relationships/chart" Target="../charts/chart344.xml"/><Relationship Id="rId6" Type="http://schemas.openxmlformats.org/officeDocument/2006/relationships/chart" Target="../charts/chart345.xml"/><Relationship Id="rId7" Type="http://schemas.openxmlformats.org/officeDocument/2006/relationships/chart" Target="../charts/chart346.xml"/><Relationship Id="rId8" Type="http://schemas.openxmlformats.org/officeDocument/2006/relationships/chart" Target="../charts/chart347.xml"/><Relationship Id="rId9" Type="http://schemas.openxmlformats.org/officeDocument/2006/relationships/chart" Target="../charts/chart348.xml"/><Relationship Id="rId10" Type="http://schemas.openxmlformats.org/officeDocument/2006/relationships/chart" Target="../charts/chart349.xml"/><Relationship Id="rId11" Type="http://schemas.openxmlformats.org/officeDocument/2006/relationships/chart" Target="../charts/chart350.xml"/><Relationship Id="rId12" Type="http://schemas.openxmlformats.org/officeDocument/2006/relationships/chart" Target="../charts/chart351.xml"/><Relationship Id="rId13" Type="http://schemas.openxmlformats.org/officeDocument/2006/relationships/chart" Target="../charts/chart352.xml"/><Relationship Id="rId14" Type="http://schemas.openxmlformats.org/officeDocument/2006/relationships/chart" Target="../charts/chart353.xml"/><Relationship Id="rId15" Type="http://schemas.openxmlformats.org/officeDocument/2006/relationships/chart" Target="../charts/chart354.xml"/><Relationship Id="rId16" Type="http://schemas.openxmlformats.org/officeDocument/2006/relationships/chart" Target="../charts/chart355.xml"/><Relationship Id="rId17" Type="http://schemas.openxmlformats.org/officeDocument/2006/relationships/chart" Target="../charts/chart356.xml"/><Relationship Id="rId18" Type="http://schemas.openxmlformats.org/officeDocument/2006/relationships/chart" Target="../charts/chart357.xml"/><Relationship Id="rId19" Type="http://schemas.openxmlformats.org/officeDocument/2006/relationships/chart" Target="../charts/chart358.xml"/><Relationship Id="rId20" Type="http://schemas.openxmlformats.org/officeDocument/2006/relationships/chart" Target="../charts/chart359.xml"/><Relationship Id="rId21" Type="http://schemas.openxmlformats.org/officeDocument/2006/relationships/chart" Target="../charts/chart360.xml"/><Relationship Id="rId2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1.xml"/><Relationship Id="rId3" Type="http://schemas.openxmlformats.org/officeDocument/2006/relationships/chart" Target="../charts/chart362.xml"/><Relationship Id="rId4" Type="http://schemas.openxmlformats.org/officeDocument/2006/relationships/chart" Target="../charts/chart363.xml"/><Relationship Id="rId5" Type="http://schemas.openxmlformats.org/officeDocument/2006/relationships/chart" Target="../charts/chart364.xml"/><Relationship Id="rId6" Type="http://schemas.openxmlformats.org/officeDocument/2006/relationships/chart" Target="../charts/chart365.xml"/><Relationship Id="rId7" Type="http://schemas.openxmlformats.org/officeDocument/2006/relationships/chart" Target="../charts/chart36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7.xml"/><Relationship Id="rId3" Type="http://schemas.openxmlformats.org/officeDocument/2006/relationships/chart" Target="../charts/chart368.xml"/><Relationship Id="rId4" Type="http://schemas.openxmlformats.org/officeDocument/2006/relationships/chart" Target="../charts/chart369.xml"/><Relationship Id="rId5" Type="http://schemas.openxmlformats.org/officeDocument/2006/relationships/chart" Target="../charts/chart370.xml"/><Relationship Id="rId6" Type="http://schemas.openxmlformats.org/officeDocument/2006/relationships/chart" Target="../charts/chart371.xml"/><Relationship Id="rId7" Type="http://schemas.openxmlformats.org/officeDocument/2006/relationships/chart" Target="../charts/chart372.xml"/><Relationship Id="rId8" Type="http://schemas.openxmlformats.org/officeDocument/2006/relationships/chart" Target="../charts/chart373.xml"/><Relationship Id="rId9" Type="http://schemas.openxmlformats.org/officeDocument/2006/relationships/chart" Target="../charts/chart374.xml"/><Relationship Id="rId10" Type="http://schemas.openxmlformats.org/officeDocument/2006/relationships/chart" Target="../charts/chart375.xml"/><Relationship Id="rId11" Type="http://schemas.openxmlformats.org/officeDocument/2006/relationships/chart" Target="../charts/chart376.xml"/><Relationship Id="rId12" Type="http://schemas.openxmlformats.org/officeDocument/2006/relationships/chart" Target="../charts/chart377.xml"/><Relationship Id="rId13" Type="http://schemas.openxmlformats.org/officeDocument/2006/relationships/chart" Target="../charts/chart378.xml"/><Relationship Id="rId14" Type="http://schemas.openxmlformats.org/officeDocument/2006/relationships/chart" Target="../charts/chart379.xml"/><Relationship Id="rId15" Type="http://schemas.openxmlformats.org/officeDocument/2006/relationships/chart" Target="../charts/chart380.xml"/><Relationship Id="rId16" Type="http://schemas.openxmlformats.org/officeDocument/2006/relationships/chart" Target="../charts/chart381.xml"/><Relationship Id="rId17" Type="http://schemas.openxmlformats.org/officeDocument/2006/relationships/chart" Target="../charts/chart382.xml"/><Relationship Id="rId18" Type="http://schemas.openxmlformats.org/officeDocument/2006/relationships/chart" Target="../charts/chart383.xml"/><Relationship Id="rId19" Type="http://schemas.openxmlformats.org/officeDocument/2006/relationships/chart" Target="../charts/chart384.xml"/><Relationship Id="rId20" Type="http://schemas.openxmlformats.org/officeDocument/2006/relationships/chart" Target="../charts/chart385.xml"/><Relationship Id="rId21" Type="http://schemas.openxmlformats.org/officeDocument/2006/relationships/chart" Target="../charts/chart386.xml"/><Relationship Id="rId2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7.xml"/><Relationship Id="rId3" Type="http://schemas.openxmlformats.org/officeDocument/2006/relationships/chart" Target="../charts/chart388.xml"/><Relationship Id="rId4" Type="http://schemas.openxmlformats.org/officeDocument/2006/relationships/chart" Target="../charts/chart389.xml"/><Relationship Id="rId5" Type="http://schemas.openxmlformats.org/officeDocument/2006/relationships/chart" Target="../charts/chart390.xml"/><Relationship Id="rId6" Type="http://schemas.openxmlformats.org/officeDocument/2006/relationships/chart" Target="../charts/chart391.xml"/><Relationship Id="rId7" Type="http://schemas.openxmlformats.org/officeDocument/2006/relationships/chart" Target="../charts/chart3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3.xml"/><Relationship Id="rId3" Type="http://schemas.openxmlformats.org/officeDocument/2006/relationships/chart" Target="../charts/chart394.xml"/><Relationship Id="rId4" Type="http://schemas.openxmlformats.org/officeDocument/2006/relationships/chart" Target="../charts/chart395.xml"/><Relationship Id="rId5" Type="http://schemas.openxmlformats.org/officeDocument/2006/relationships/chart" Target="../charts/chart396.xml"/><Relationship Id="rId6" Type="http://schemas.openxmlformats.org/officeDocument/2006/relationships/chart" Target="../charts/chart397.xml"/><Relationship Id="rId7" Type="http://schemas.openxmlformats.org/officeDocument/2006/relationships/chart" Target="../charts/chart398.xml"/><Relationship Id="rId8" Type="http://schemas.openxmlformats.org/officeDocument/2006/relationships/chart" Target="../charts/chart399.xml"/><Relationship Id="rId9" Type="http://schemas.openxmlformats.org/officeDocument/2006/relationships/chart" Target="../charts/chart400.xml"/><Relationship Id="rId10" Type="http://schemas.openxmlformats.org/officeDocument/2006/relationships/chart" Target="../charts/chart401.xml"/><Relationship Id="rId11" Type="http://schemas.openxmlformats.org/officeDocument/2006/relationships/chart" Target="../charts/chart402.xml"/><Relationship Id="rId12" Type="http://schemas.openxmlformats.org/officeDocument/2006/relationships/chart" Target="../charts/chart403.xml"/><Relationship Id="rId13" Type="http://schemas.openxmlformats.org/officeDocument/2006/relationships/chart" Target="../charts/chart404.xml"/><Relationship Id="rId14" Type="http://schemas.openxmlformats.org/officeDocument/2006/relationships/chart" Target="../charts/chart405.xml"/><Relationship Id="rId15" Type="http://schemas.openxmlformats.org/officeDocument/2006/relationships/chart" Target="../charts/chart406.xml"/><Relationship Id="rId16" Type="http://schemas.openxmlformats.org/officeDocument/2006/relationships/chart" Target="../charts/chart407.xml"/><Relationship Id="rId17" Type="http://schemas.openxmlformats.org/officeDocument/2006/relationships/chart" Target="../charts/chart408.xml"/><Relationship Id="rId18" Type="http://schemas.openxmlformats.org/officeDocument/2006/relationships/chart" Target="../charts/chart409.xml"/><Relationship Id="rId19" Type="http://schemas.openxmlformats.org/officeDocument/2006/relationships/chart" Target="../charts/chart410.xml"/><Relationship Id="rId20" Type="http://schemas.openxmlformats.org/officeDocument/2006/relationships/chart" Target="../charts/chart411.xml"/><Relationship Id="rId21" Type="http://schemas.openxmlformats.org/officeDocument/2006/relationships/chart" Target="../charts/chart412.xml"/><Relationship Id="rId2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3.xml"/><Relationship Id="rId3" Type="http://schemas.openxmlformats.org/officeDocument/2006/relationships/chart" Target="../charts/chart414.xml"/><Relationship Id="rId4" Type="http://schemas.openxmlformats.org/officeDocument/2006/relationships/chart" Target="../charts/chart415.xml"/><Relationship Id="rId5" Type="http://schemas.openxmlformats.org/officeDocument/2006/relationships/chart" Target="../charts/chart416.xml"/><Relationship Id="rId6" Type="http://schemas.openxmlformats.org/officeDocument/2006/relationships/chart" Target="../charts/chart417.xml"/><Relationship Id="rId7" Type="http://schemas.openxmlformats.org/officeDocument/2006/relationships/chart" Target="../charts/chart41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9.xml"/><Relationship Id="rId3" Type="http://schemas.openxmlformats.org/officeDocument/2006/relationships/chart" Target="../charts/chart420.xml"/><Relationship Id="rId4" Type="http://schemas.openxmlformats.org/officeDocument/2006/relationships/chart" Target="../charts/chart421.xml"/><Relationship Id="rId5" Type="http://schemas.openxmlformats.org/officeDocument/2006/relationships/chart" Target="../charts/chart422.xml"/><Relationship Id="rId6" Type="http://schemas.openxmlformats.org/officeDocument/2006/relationships/chart" Target="../charts/chart423.xml"/><Relationship Id="rId7" Type="http://schemas.openxmlformats.org/officeDocument/2006/relationships/chart" Target="../charts/chart424.xml"/><Relationship Id="rId8" Type="http://schemas.openxmlformats.org/officeDocument/2006/relationships/chart" Target="../charts/chart425.xml"/><Relationship Id="rId9" Type="http://schemas.openxmlformats.org/officeDocument/2006/relationships/chart" Target="../charts/chart426.xml"/><Relationship Id="rId10" Type="http://schemas.openxmlformats.org/officeDocument/2006/relationships/chart" Target="../charts/chart427.xml"/><Relationship Id="rId11" Type="http://schemas.openxmlformats.org/officeDocument/2006/relationships/chart" Target="../charts/chart428.xml"/><Relationship Id="rId12" Type="http://schemas.openxmlformats.org/officeDocument/2006/relationships/chart" Target="../charts/chart429.xml"/><Relationship Id="rId13" Type="http://schemas.openxmlformats.org/officeDocument/2006/relationships/chart" Target="../charts/chart430.xml"/><Relationship Id="rId14" Type="http://schemas.openxmlformats.org/officeDocument/2006/relationships/chart" Target="../charts/chart431.xml"/><Relationship Id="rId15" Type="http://schemas.openxmlformats.org/officeDocument/2006/relationships/chart" Target="../charts/chart432.xml"/><Relationship Id="rId16" Type="http://schemas.openxmlformats.org/officeDocument/2006/relationships/chart" Target="../charts/chart433.xml"/><Relationship Id="rId17" Type="http://schemas.openxmlformats.org/officeDocument/2006/relationships/chart" Target="../charts/chart434.xml"/><Relationship Id="rId18" Type="http://schemas.openxmlformats.org/officeDocument/2006/relationships/chart" Target="../charts/chart435.xml"/><Relationship Id="rId19" Type="http://schemas.openxmlformats.org/officeDocument/2006/relationships/chart" Target="../charts/chart436.xml"/><Relationship Id="rId20" Type="http://schemas.openxmlformats.org/officeDocument/2006/relationships/chart" Target="../charts/chart437.xml"/><Relationship Id="rId21" Type="http://schemas.openxmlformats.org/officeDocument/2006/relationships/chart" Target="../charts/chart438.xml"/><Relationship Id="rId2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39.xml"/><Relationship Id="rId3" Type="http://schemas.openxmlformats.org/officeDocument/2006/relationships/chart" Target="../charts/chart440.xml"/><Relationship Id="rId4" Type="http://schemas.openxmlformats.org/officeDocument/2006/relationships/chart" Target="../charts/chart441.xml"/><Relationship Id="rId5" Type="http://schemas.openxmlformats.org/officeDocument/2006/relationships/chart" Target="../charts/chart442.xml"/><Relationship Id="rId6" Type="http://schemas.openxmlformats.org/officeDocument/2006/relationships/chart" Target="../charts/chart443.xml"/><Relationship Id="rId7" Type="http://schemas.openxmlformats.org/officeDocument/2006/relationships/chart" Target="../charts/chart44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5.xml"/><Relationship Id="rId3" Type="http://schemas.openxmlformats.org/officeDocument/2006/relationships/chart" Target="../charts/chart446.xml"/><Relationship Id="rId4" Type="http://schemas.openxmlformats.org/officeDocument/2006/relationships/chart" Target="../charts/chart447.xml"/><Relationship Id="rId5" Type="http://schemas.openxmlformats.org/officeDocument/2006/relationships/chart" Target="../charts/chart448.xml"/><Relationship Id="rId6" Type="http://schemas.openxmlformats.org/officeDocument/2006/relationships/chart" Target="../charts/chart449.xml"/><Relationship Id="rId7" Type="http://schemas.openxmlformats.org/officeDocument/2006/relationships/chart" Target="../charts/chart450.xml"/><Relationship Id="rId8" Type="http://schemas.openxmlformats.org/officeDocument/2006/relationships/chart" Target="../charts/chart451.xml"/><Relationship Id="rId9" Type="http://schemas.openxmlformats.org/officeDocument/2006/relationships/chart" Target="../charts/chart452.xml"/><Relationship Id="rId10" Type="http://schemas.openxmlformats.org/officeDocument/2006/relationships/chart" Target="../charts/chart453.xml"/><Relationship Id="rId11" Type="http://schemas.openxmlformats.org/officeDocument/2006/relationships/chart" Target="../charts/chart454.xml"/><Relationship Id="rId12" Type="http://schemas.openxmlformats.org/officeDocument/2006/relationships/chart" Target="../charts/chart455.xml"/><Relationship Id="rId13" Type="http://schemas.openxmlformats.org/officeDocument/2006/relationships/chart" Target="../charts/chart456.xml"/><Relationship Id="rId14" Type="http://schemas.openxmlformats.org/officeDocument/2006/relationships/chart" Target="../charts/chart457.xml"/><Relationship Id="rId15" Type="http://schemas.openxmlformats.org/officeDocument/2006/relationships/chart" Target="../charts/chart458.xml"/><Relationship Id="rId16" Type="http://schemas.openxmlformats.org/officeDocument/2006/relationships/chart" Target="../charts/chart459.xml"/><Relationship Id="rId17" Type="http://schemas.openxmlformats.org/officeDocument/2006/relationships/chart" Target="../charts/chart460.xml"/><Relationship Id="rId18" Type="http://schemas.openxmlformats.org/officeDocument/2006/relationships/chart" Target="../charts/chart461.xml"/><Relationship Id="rId19" Type="http://schemas.openxmlformats.org/officeDocument/2006/relationships/chart" Target="../charts/chart462.xml"/><Relationship Id="rId20" Type="http://schemas.openxmlformats.org/officeDocument/2006/relationships/chart" Target="../charts/chart463.xml"/><Relationship Id="rId21" Type="http://schemas.openxmlformats.org/officeDocument/2006/relationships/chart" Target="../charts/chart464.xml"/><Relationship Id="rId2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5.xml"/><Relationship Id="rId3" Type="http://schemas.openxmlformats.org/officeDocument/2006/relationships/chart" Target="../charts/chart466.xml"/><Relationship Id="rId4" Type="http://schemas.openxmlformats.org/officeDocument/2006/relationships/chart" Target="../charts/chart467.xml"/><Relationship Id="rId5" Type="http://schemas.openxmlformats.org/officeDocument/2006/relationships/chart" Target="../charts/chart468.xml"/><Relationship Id="rId6" Type="http://schemas.openxmlformats.org/officeDocument/2006/relationships/chart" Target="../charts/chart469.xml"/><Relationship Id="rId7" Type="http://schemas.openxmlformats.org/officeDocument/2006/relationships/chart" Target="../charts/chart47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1.xml"/><Relationship Id="rId3" Type="http://schemas.openxmlformats.org/officeDocument/2006/relationships/chart" Target="../charts/chart472.xml"/><Relationship Id="rId4" Type="http://schemas.openxmlformats.org/officeDocument/2006/relationships/chart" Target="../charts/chart473.xml"/><Relationship Id="rId5" Type="http://schemas.openxmlformats.org/officeDocument/2006/relationships/chart" Target="../charts/chart474.xml"/><Relationship Id="rId6" Type="http://schemas.openxmlformats.org/officeDocument/2006/relationships/chart" Target="../charts/chart475.xml"/><Relationship Id="rId7" Type="http://schemas.openxmlformats.org/officeDocument/2006/relationships/chart" Target="../charts/chart476.xml"/><Relationship Id="rId8" Type="http://schemas.openxmlformats.org/officeDocument/2006/relationships/chart" Target="../charts/chart477.xml"/><Relationship Id="rId9" Type="http://schemas.openxmlformats.org/officeDocument/2006/relationships/chart" Target="../charts/chart478.xml"/><Relationship Id="rId10" Type="http://schemas.openxmlformats.org/officeDocument/2006/relationships/chart" Target="../charts/chart479.xml"/><Relationship Id="rId11" Type="http://schemas.openxmlformats.org/officeDocument/2006/relationships/chart" Target="../charts/chart480.xml"/><Relationship Id="rId12" Type="http://schemas.openxmlformats.org/officeDocument/2006/relationships/chart" Target="../charts/chart481.xml"/><Relationship Id="rId13" Type="http://schemas.openxmlformats.org/officeDocument/2006/relationships/chart" Target="../charts/chart482.xml"/><Relationship Id="rId14" Type="http://schemas.openxmlformats.org/officeDocument/2006/relationships/chart" Target="../charts/chart483.xml"/><Relationship Id="rId15" Type="http://schemas.openxmlformats.org/officeDocument/2006/relationships/chart" Target="../charts/chart484.xml"/><Relationship Id="rId16" Type="http://schemas.openxmlformats.org/officeDocument/2006/relationships/chart" Target="../charts/chart485.xml"/><Relationship Id="rId17" Type="http://schemas.openxmlformats.org/officeDocument/2006/relationships/chart" Target="../charts/chart486.xml"/><Relationship Id="rId18" Type="http://schemas.openxmlformats.org/officeDocument/2006/relationships/chart" Target="../charts/chart487.xml"/><Relationship Id="rId19" Type="http://schemas.openxmlformats.org/officeDocument/2006/relationships/chart" Target="../charts/chart488.xml"/><Relationship Id="rId20" Type="http://schemas.openxmlformats.org/officeDocument/2006/relationships/chart" Target="../charts/chart489.xml"/><Relationship Id="rId21" Type="http://schemas.openxmlformats.org/officeDocument/2006/relationships/chart" Target="../charts/chart490.xml"/><Relationship Id="rId2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1.xml"/><Relationship Id="rId3" Type="http://schemas.openxmlformats.org/officeDocument/2006/relationships/chart" Target="../charts/chart492.xml"/><Relationship Id="rId4" Type="http://schemas.openxmlformats.org/officeDocument/2006/relationships/chart" Target="../charts/chart493.xml"/><Relationship Id="rId5" Type="http://schemas.openxmlformats.org/officeDocument/2006/relationships/chart" Target="../charts/chart494.xml"/><Relationship Id="rId6" Type="http://schemas.openxmlformats.org/officeDocument/2006/relationships/chart" Target="../charts/chart495.xml"/><Relationship Id="rId7" Type="http://schemas.openxmlformats.org/officeDocument/2006/relationships/chart" Target="../charts/chart49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7.xml"/><Relationship Id="rId3" Type="http://schemas.openxmlformats.org/officeDocument/2006/relationships/chart" Target="../charts/chart498.xml"/><Relationship Id="rId4" Type="http://schemas.openxmlformats.org/officeDocument/2006/relationships/chart" Target="../charts/chart499.xml"/><Relationship Id="rId5" Type="http://schemas.openxmlformats.org/officeDocument/2006/relationships/chart" Target="../charts/chart500.xml"/><Relationship Id="rId6" Type="http://schemas.openxmlformats.org/officeDocument/2006/relationships/chart" Target="../charts/chart501.xml"/><Relationship Id="rId7" Type="http://schemas.openxmlformats.org/officeDocument/2006/relationships/chart" Target="../charts/chart502.xml"/><Relationship Id="rId8" Type="http://schemas.openxmlformats.org/officeDocument/2006/relationships/chart" Target="../charts/chart503.xml"/><Relationship Id="rId9" Type="http://schemas.openxmlformats.org/officeDocument/2006/relationships/chart" Target="../charts/chart504.xml"/><Relationship Id="rId10" Type="http://schemas.openxmlformats.org/officeDocument/2006/relationships/chart" Target="../charts/chart505.xml"/><Relationship Id="rId11" Type="http://schemas.openxmlformats.org/officeDocument/2006/relationships/chart" Target="../charts/chart506.xml"/><Relationship Id="rId12" Type="http://schemas.openxmlformats.org/officeDocument/2006/relationships/chart" Target="../charts/chart507.xml"/><Relationship Id="rId13" Type="http://schemas.openxmlformats.org/officeDocument/2006/relationships/chart" Target="../charts/chart508.xml"/><Relationship Id="rId14" Type="http://schemas.openxmlformats.org/officeDocument/2006/relationships/chart" Target="../charts/chart509.xml"/><Relationship Id="rId15" Type="http://schemas.openxmlformats.org/officeDocument/2006/relationships/chart" Target="../charts/chart510.xml"/><Relationship Id="rId16" Type="http://schemas.openxmlformats.org/officeDocument/2006/relationships/chart" Target="../charts/chart511.xml"/><Relationship Id="rId17" Type="http://schemas.openxmlformats.org/officeDocument/2006/relationships/chart" Target="../charts/chart512.xml"/><Relationship Id="rId18" Type="http://schemas.openxmlformats.org/officeDocument/2006/relationships/chart" Target="../charts/chart513.xml"/><Relationship Id="rId19" Type="http://schemas.openxmlformats.org/officeDocument/2006/relationships/chart" Target="../charts/chart514.xml"/><Relationship Id="rId20" Type="http://schemas.openxmlformats.org/officeDocument/2006/relationships/chart" Target="../charts/chart515.xml"/><Relationship Id="rId21" Type="http://schemas.openxmlformats.org/officeDocument/2006/relationships/chart" Target="../charts/chart516.xml"/><Relationship Id="rId2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17.xml"/><Relationship Id="rId3" Type="http://schemas.openxmlformats.org/officeDocument/2006/relationships/chart" Target="../charts/chart518.xml"/><Relationship Id="rId4" Type="http://schemas.openxmlformats.org/officeDocument/2006/relationships/chart" Target="../charts/chart519.xml"/><Relationship Id="rId5" Type="http://schemas.openxmlformats.org/officeDocument/2006/relationships/chart" Target="../charts/chart520.xml"/><Relationship Id="rId6" Type="http://schemas.openxmlformats.org/officeDocument/2006/relationships/chart" Target="../charts/chart521.xml"/><Relationship Id="rId7" Type="http://schemas.openxmlformats.org/officeDocument/2006/relationships/chart" Target="../charts/chart5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3.xml"/><Relationship Id="rId3" Type="http://schemas.openxmlformats.org/officeDocument/2006/relationships/chart" Target="../charts/chart524.xml"/><Relationship Id="rId4" Type="http://schemas.openxmlformats.org/officeDocument/2006/relationships/chart" Target="../charts/chart525.xml"/><Relationship Id="rId5" Type="http://schemas.openxmlformats.org/officeDocument/2006/relationships/chart" Target="../charts/chart526.xml"/><Relationship Id="rId6" Type="http://schemas.openxmlformats.org/officeDocument/2006/relationships/chart" Target="../charts/chart527.xml"/><Relationship Id="rId7" Type="http://schemas.openxmlformats.org/officeDocument/2006/relationships/chart" Target="../charts/chart528.xml"/><Relationship Id="rId8" Type="http://schemas.openxmlformats.org/officeDocument/2006/relationships/chart" Target="../charts/chart529.xml"/><Relationship Id="rId9" Type="http://schemas.openxmlformats.org/officeDocument/2006/relationships/chart" Target="../charts/chart530.xml"/><Relationship Id="rId10" Type="http://schemas.openxmlformats.org/officeDocument/2006/relationships/chart" Target="../charts/chart531.xml"/><Relationship Id="rId11" Type="http://schemas.openxmlformats.org/officeDocument/2006/relationships/chart" Target="../charts/chart532.xml"/><Relationship Id="rId12" Type="http://schemas.openxmlformats.org/officeDocument/2006/relationships/chart" Target="../charts/chart533.xml"/><Relationship Id="rId13" Type="http://schemas.openxmlformats.org/officeDocument/2006/relationships/chart" Target="../charts/chart534.xml"/><Relationship Id="rId14" Type="http://schemas.openxmlformats.org/officeDocument/2006/relationships/chart" Target="../charts/chart535.xml"/><Relationship Id="rId15" Type="http://schemas.openxmlformats.org/officeDocument/2006/relationships/chart" Target="../charts/chart536.xml"/><Relationship Id="rId16" Type="http://schemas.openxmlformats.org/officeDocument/2006/relationships/chart" Target="../charts/chart537.xml"/><Relationship Id="rId17" Type="http://schemas.openxmlformats.org/officeDocument/2006/relationships/chart" Target="../charts/chart538.xml"/><Relationship Id="rId18" Type="http://schemas.openxmlformats.org/officeDocument/2006/relationships/chart" Target="../charts/chart539.xml"/><Relationship Id="rId19" Type="http://schemas.openxmlformats.org/officeDocument/2006/relationships/chart" Target="../charts/chart540.xml"/><Relationship Id="rId20" Type="http://schemas.openxmlformats.org/officeDocument/2006/relationships/chart" Target="../charts/chart541.xml"/><Relationship Id="rId21" Type="http://schemas.openxmlformats.org/officeDocument/2006/relationships/chart" Target="../charts/chart542.xml"/><Relationship Id="rId2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3.xml"/><Relationship Id="rId3" Type="http://schemas.openxmlformats.org/officeDocument/2006/relationships/chart" Target="../charts/chart544.xml"/><Relationship Id="rId4" Type="http://schemas.openxmlformats.org/officeDocument/2006/relationships/chart" Target="../charts/chart545.xml"/><Relationship Id="rId5" Type="http://schemas.openxmlformats.org/officeDocument/2006/relationships/chart" Target="../charts/chart546.xml"/><Relationship Id="rId6" Type="http://schemas.openxmlformats.org/officeDocument/2006/relationships/chart" Target="../charts/chart54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8.xml"/><Relationship Id="rId3" Type="http://schemas.openxmlformats.org/officeDocument/2006/relationships/chart" Target="../charts/chart549.xml"/><Relationship Id="rId4" Type="http://schemas.openxmlformats.org/officeDocument/2006/relationships/chart" Target="../charts/chart550.xml"/><Relationship Id="rId5" Type="http://schemas.openxmlformats.org/officeDocument/2006/relationships/chart" Target="../charts/chart551.xml"/><Relationship Id="rId6" Type="http://schemas.openxmlformats.org/officeDocument/2006/relationships/chart" Target="../charts/chart55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53.xml"/><Relationship Id="rId3" Type="http://schemas.openxmlformats.org/officeDocument/2006/relationships/chart" Target="../charts/chart554.xml"/><Relationship Id="rId4" Type="http://schemas.openxmlformats.org/officeDocument/2006/relationships/chart" Target="../charts/chart555.xml"/><Relationship Id="rId5" Type="http://schemas.openxmlformats.org/officeDocument/2006/relationships/chart" Target="../charts/chart556.xml"/><Relationship Id="rId6" Type="http://schemas.openxmlformats.org/officeDocument/2006/relationships/chart" Target="../charts/chart557.xml"/><Relationship Id="rId7" Type="http://schemas.openxmlformats.org/officeDocument/2006/relationships/chart" Target="../charts/chart558.xml"/><Relationship Id="rId8" Type="http://schemas.openxmlformats.org/officeDocument/2006/relationships/chart" Target="../charts/chart559.xml"/><Relationship Id="rId9" Type="http://schemas.openxmlformats.org/officeDocument/2006/relationships/chart" Target="../charts/chart560.xml"/><Relationship Id="rId10" Type="http://schemas.openxmlformats.org/officeDocument/2006/relationships/chart" Target="../charts/chart561.xml"/><Relationship Id="rId11" Type="http://schemas.openxmlformats.org/officeDocument/2006/relationships/chart" Target="../charts/chart562.xml"/><Relationship Id="rId12" Type="http://schemas.openxmlformats.org/officeDocument/2006/relationships/chart" Target="../charts/chart563.xml"/><Relationship Id="rId13" Type="http://schemas.openxmlformats.org/officeDocument/2006/relationships/chart" Target="../charts/chart564.xml"/><Relationship Id="rId14" Type="http://schemas.openxmlformats.org/officeDocument/2006/relationships/chart" Target="../charts/chart565.xml"/><Relationship Id="rId15" Type="http://schemas.openxmlformats.org/officeDocument/2006/relationships/chart" Target="../charts/chart566.xml"/><Relationship Id="rId16" Type="http://schemas.openxmlformats.org/officeDocument/2006/relationships/chart" Target="../charts/chart567.xml"/><Relationship Id="rId17" Type="http://schemas.openxmlformats.org/officeDocument/2006/relationships/chart" Target="../charts/chart568.xml"/><Relationship Id="rId18" Type="http://schemas.openxmlformats.org/officeDocument/2006/relationships/chart" Target="../charts/chart569.xml"/><Relationship Id="rId19" Type="http://schemas.openxmlformats.org/officeDocument/2006/relationships/chart" Target="../charts/chart570.xml"/><Relationship Id="rId20" Type="http://schemas.openxmlformats.org/officeDocument/2006/relationships/chart" Target="../charts/chart571.xml"/><Relationship Id="rId21" Type="http://schemas.openxmlformats.org/officeDocument/2006/relationships/chart" Target="../charts/chart572.xml"/><Relationship Id="rId2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3.xml"/><Relationship Id="rId3" Type="http://schemas.openxmlformats.org/officeDocument/2006/relationships/chart" Target="../charts/chart57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5.xml"/><Relationship Id="rId3" Type="http://schemas.openxmlformats.org/officeDocument/2006/relationships/chart" Target="../charts/chart576.xml"/><Relationship Id="rId4" Type="http://schemas.openxmlformats.org/officeDocument/2006/relationships/chart" Target="../charts/chart577.xml"/><Relationship Id="rId5" Type="http://schemas.openxmlformats.org/officeDocument/2006/relationships/chart" Target="../charts/chart578.xml"/><Relationship Id="rId6" Type="http://schemas.openxmlformats.org/officeDocument/2006/relationships/chart" Target="../charts/chart579.xml"/><Relationship Id="rId7" Type="http://schemas.openxmlformats.org/officeDocument/2006/relationships/chart" Target="../charts/chart58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1.xml"/><Relationship Id="rId3" Type="http://schemas.openxmlformats.org/officeDocument/2006/relationships/chart" Target="../charts/chart582.xml"/><Relationship Id="rId4" Type="http://schemas.openxmlformats.org/officeDocument/2006/relationships/chart" Target="../charts/chart583.xml"/><Relationship Id="rId5" Type="http://schemas.openxmlformats.org/officeDocument/2006/relationships/chart" Target="../charts/chart584.xml"/><Relationship Id="rId6" Type="http://schemas.openxmlformats.org/officeDocument/2006/relationships/chart" Target="../charts/chart585.xml"/><Relationship Id="rId7" Type="http://schemas.openxmlformats.org/officeDocument/2006/relationships/chart" Target="../charts/chart586.xml"/><Relationship Id="rId8" Type="http://schemas.openxmlformats.org/officeDocument/2006/relationships/chart" Target="../charts/chart587.xml"/><Relationship Id="rId9" Type="http://schemas.openxmlformats.org/officeDocument/2006/relationships/chart" Target="../charts/chart588.xml"/><Relationship Id="rId10" Type="http://schemas.openxmlformats.org/officeDocument/2006/relationships/chart" Target="../charts/chart589.xml"/><Relationship Id="rId11" Type="http://schemas.openxmlformats.org/officeDocument/2006/relationships/chart" Target="../charts/chart590.xml"/><Relationship Id="rId12" Type="http://schemas.openxmlformats.org/officeDocument/2006/relationships/chart" Target="../charts/chart591.xml"/><Relationship Id="rId13" Type="http://schemas.openxmlformats.org/officeDocument/2006/relationships/chart" Target="../charts/chart592.xml"/><Relationship Id="rId14" Type="http://schemas.openxmlformats.org/officeDocument/2006/relationships/chart" Target="../charts/chart593.xml"/><Relationship Id="rId15" Type="http://schemas.openxmlformats.org/officeDocument/2006/relationships/chart" Target="../charts/chart594.xml"/><Relationship Id="rId16" Type="http://schemas.openxmlformats.org/officeDocument/2006/relationships/chart" Target="../charts/chart595.xml"/><Relationship Id="rId17" Type="http://schemas.openxmlformats.org/officeDocument/2006/relationships/chart" Target="../charts/chart596.xml"/><Relationship Id="rId18" Type="http://schemas.openxmlformats.org/officeDocument/2006/relationships/chart" Target="../charts/chart597.xml"/><Relationship Id="rId19" Type="http://schemas.openxmlformats.org/officeDocument/2006/relationships/chart" Target="../charts/chart598.xml"/><Relationship Id="rId20" Type="http://schemas.openxmlformats.org/officeDocument/2006/relationships/chart" Target="../charts/chart599.xml"/><Relationship Id="rId21" Type="http://schemas.openxmlformats.org/officeDocument/2006/relationships/chart" Target="../charts/chart600.xml"/><Relationship Id="rId2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1.xml"/><Relationship Id="rId3" Type="http://schemas.openxmlformats.org/officeDocument/2006/relationships/chart" Target="../charts/chart602.xml"/><Relationship Id="rId4" Type="http://schemas.openxmlformats.org/officeDocument/2006/relationships/chart" Target="../charts/chart603.xml"/><Relationship Id="rId5" Type="http://schemas.openxmlformats.org/officeDocument/2006/relationships/chart" Target="../charts/chart604.xml"/><Relationship Id="rId6" Type="http://schemas.openxmlformats.org/officeDocument/2006/relationships/chart" Target="../charts/chart605.xml"/><Relationship Id="rId7" Type="http://schemas.openxmlformats.org/officeDocument/2006/relationships/chart" Target="../charts/chart606.xml"/><Relationship Id="rId8"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7.xml"/><Relationship Id="rId3" Type="http://schemas.openxmlformats.org/officeDocument/2006/relationships/chart" Target="../charts/chart608.xml"/><Relationship Id="rId4" Type="http://schemas.openxmlformats.org/officeDocument/2006/relationships/chart" Target="../charts/chart609.xml"/><Relationship Id="rId5" Type="http://schemas.openxmlformats.org/officeDocument/2006/relationships/chart" Target="../charts/chart610.xml"/><Relationship Id="rId6" Type="http://schemas.openxmlformats.org/officeDocument/2006/relationships/chart" Target="../charts/chart611.xml"/><Relationship Id="rId7" Type="http://schemas.openxmlformats.org/officeDocument/2006/relationships/chart" Target="../charts/chart612.xml"/><Relationship Id="rId8" Type="http://schemas.openxmlformats.org/officeDocument/2006/relationships/chart" Target="../charts/chart613.xml"/><Relationship Id="rId9" Type="http://schemas.openxmlformats.org/officeDocument/2006/relationships/chart" Target="../charts/chart614.xml"/><Relationship Id="rId10" Type="http://schemas.openxmlformats.org/officeDocument/2006/relationships/chart" Target="../charts/chart615.xml"/><Relationship Id="rId11" Type="http://schemas.openxmlformats.org/officeDocument/2006/relationships/chart" Target="../charts/chart616.xml"/><Relationship Id="rId12" Type="http://schemas.openxmlformats.org/officeDocument/2006/relationships/chart" Target="../charts/chart617.xml"/><Relationship Id="rId13" Type="http://schemas.openxmlformats.org/officeDocument/2006/relationships/chart" Target="../charts/chart618.xml"/><Relationship Id="rId14" Type="http://schemas.openxmlformats.org/officeDocument/2006/relationships/chart" Target="../charts/chart619.xml"/><Relationship Id="rId15" Type="http://schemas.openxmlformats.org/officeDocument/2006/relationships/chart" Target="../charts/chart620.xml"/><Relationship Id="rId16" Type="http://schemas.openxmlformats.org/officeDocument/2006/relationships/chart" Target="../charts/chart621.xml"/><Relationship Id="rId17" Type="http://schemas.openxmlformats.org/officeDocument/2006/relationships/chart" Target="../charts/chart622.xml"/><Relationship Id="rId18" Type="http://schemas.openxmlformats.org/officeDocument/2006/relationships/chart" Target="../charts/chart623.xml"/><Relationship Id="rId19" Type="http://schemas.openxmlformats.org/officeDocument/2006/relationships/chart" Target="../charts/chart624.xml"/><Relationship Id="rId20" Type="http://schemas.openxmlformats.org/officeDocument/2006/relationships/chart" Target="../charts/chart625.xml"/><Relationship Id="rId21" Type="http://schemas.openxmlformats.org/officeDocument/2006/relationships/chart" Target="../charts/chart626.xml"/><Relationship Id="rId2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7.xml"/><Relationship Id="rId3" Type="http://schemas.openxmlformats.org/officeDocument/2006/relationships/chart" Target="../charts/chart628.xml"/><Relationship Id="rId4" Type="http://schemas.openxmlformats.org/officeDocument/2006/relationships/chart" Target="../charts/chart629.xml"/><Relationship Id="rId5" Type="http://schemas.openxmlformats.org/officeDocument/2006/relationships/chart" Target="../charts/chart630.xml"/><Relationship Id="rId6" Type="http://schemas.openxmlformats.org/officeDocument/2006/relationships/chart" Target="../charts/chart631.xml"/><Relationship Id="rId7" Type="http://schemas.openxmlformats.org/officeDocument/2006/relationships/chart" Target="../charts/chart632.xml"/><Relationship Id="rId8"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3.xml"/><Relationship Id="rId3" Type="http://schemas.openxmlformats.org/officeDocument/2006/relationships/chart" Target="../charts/chart634.xml"/><Relationship Id="rId4" Type="http://schemas.openxmlformats.org/officeDocument/2006/relationships/chart" Target="../charts/chart635.xml"/><Relationship Id="rId5" Type="http://schemas.openxmlformats.org/officeDocument/2006/relationships/chart" Target="../charts/chart636.xml"/><Relationship Id="rId6" Type="http://schemas.openxmlformats.org/officeDocument/2006/relationships/chart" Target="../charts/chart637.xml"/><Relationship Id="rId7" Type="http://schemas.openxmlformats.org/officeDocument/2006/relationships/chart" Target="../charts/chart638.xml"/><Relationship Id="rId8" Type="http://schemas.openxmlformats.org/officeDocument/2006/relationships/chart" Target="../charts/chart639.xml"/><Relationship Id="rId9" Type="http://schemas.openxmlformats.org/officeDocument/2006/relationships/chart" Target="../charts/chart640.xml"/><Relationship Id="rId10" Type="http://schemas.openxmlformats.org/officeDocument/2006/relationships/chart" Target="../charts/chart641.xml"/><Relationship Id="rId11" Type="http://schemas.openxmlformats.org/officeDocument/2006/relationships/chart" Target="../charts/chart642.xml"/><Relationship Id="rId12" Type="http://schemas.openxmlformats.org/officeDocument/2006/relationships/chart" Target="../charts/chart643.xml"/><Relationship Id="rId13" Type="http://schemas.openxmlformats.org/officeDocument/2006/relationships/chart" Target="../charts/chart644.xml"/><Relationship Id="rId14" Type="http://schemas.openxmlformats.org/officeDocument/2006/relationships/chart" Target="../charts/chart645.xml"/><Relationship Id="rId15" Type="http://schemas.openxmlformats.org/officeDocument/2006/relationships/chart" Target="../charts/chart646.xml"/><Relationship Id="rId16" Type="http://schemas.openxmlformats.org/officeDocument/2006/relationships/chart" Target="../charts/chart647.xml"/><Relationship Id="rId17" Type="http://schemas.openxmlformats.org/officeDocument/2006/relationships/chart" Target="../charts/chart648.xml"/><Relationship Id="rId18" Type="http://schemas.openxmlformats.org/officeDocument/2006/relationships/chart" Target="../charts/chart649.xml"/><Relationship Id="rId19" Type="http://schemas.openxmlformats.org/officeDocument/2006/relationships/chart" Target="../charts/chart650.xml"/><Relationship Id="rId20" Type="http://schemas.openxmlformats.org/officeDocument/2006/relationships/chart" Target="../charts/chart651.xml"/><Relationship Id="rId21" Type="http://schemas.openxmlformats.org/officeDocument/2006/relationships/chart" Target="../charts/chart652.xml"/><Relationship Id="rId2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3.xml"/><Relationship Id="rId3" Type="http://schemas.openxmlformats.org/officeDocument/2006/relationships/chart" Target="../charts/chart654.xml"/><Relationship Id="rId4" Type="http://schemas.openxmlformats.org/officeDocument/2006/relationships/chart" Target="../charts/chart655.xml"/><Relationship Id="rId5" Type="http://schemas.openxmlformats.org/officeDocument/2006/relationships/chart" Target="../charts/chart656.xml"/><Relationship Id="rId6" Type="http://schemas.openxmlformats.org/officeDocument/2006/relationships/chart" Target="../charts/chart657.xml"/><Relationship Id="rId7" Type="http://schemas.openxmlformats.org/officeDocument/2006/relationships/chart" Target="../charts/chart658.xml"/><Relationship Id="rId8"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9.xml"/><Relationship Id="rId3" Type="http://schemas.openxmlformats.org/officeDocument/2006/relationships/chart" Target="../charts/chart660.xml"/><Relationship Id="rId4" Type="http://schemas.openxmlformats.org/officeDocument/2006/relationships/chart" Target="../charts/chart661.xml"/><Relationship Id="rId5" Type="http://schemas.openxmlformats.org/officeDocument/2006/relationships/chart" Target="../charts/chart662.xml"/><Relationship Id="rId6" Type="http://schemas.openxmlformats.org/officeDocument/2006/relationships/chart" Target="../charts/chart663.xml"/><Relationship Id="rId7" Type="http://schemas.openxmlformats.org/officeDocument/2006/relationships/chart" Target="../charts/chart664.xml"/><Relationship Id="rId8" Type="http://schemas.openxmlformats.org/officeDocument/2006/relationships/chart" Target="../charts/chart665.xml"/><Relationship Id="rId9" Type="http://schemas.openxmlformats.org/officeDocument/2006/relationships/chart" Target="../charts/chart666.xml"/><Relationship Id="rId10" Type="http://schemas.openxmlformats.org/officeDocument/2006/relationships/chart" Target="../charts/chart667.xml"/><Relationship Id="rId11" Type="http://schemas.openxmlformats.org/officeDocument/2006/relationships/chart" Target="../charts/chart668.xml"/><Relationship Id="rId12" Type="http://schemas.openxmlformats.org/officeDocument/2006/relationships/chart" Target="../charts/chart669.xml"/><Relationship Id="rId13" Type="http://schemas.openxmlformats.org/officeDocument/2006/relationships/chart" Target="../charts/chart670.xml"/><Relationship Id="rId14" Type="http://schemas.openxmlformats.org/officeDocument/2006/relationships/chart" Target="../charts/chart671.xml"/><Relationship Id="rId15" Type="http://schemas.openxmlformats.org/officeDocument/2006/relationships/chart" Target="../charts/chart672.xml"/><Relationship Id="rId16" Type="http://schemas.openxmlformats.org/officeDocument/2006/relationships/chart" Target="../charts/chart673.xml"/><Relationship Id="rId17" Type="http://schemas.openxmlformats.org/officeDocument/2006/relationships/chart" Target="../charts/chart674.xml"/><Relationship Id="rId18" Type="http://schemas.openxmlformats.org/officeDocument/2006/relationships/chart" Target="../charts/chart675.xml"/><Relationship Id="rId19" Type="http://schemas.openxmlformats.org/officeDocument/2006/relationships/chart" Target="../charts/chart676.xml"/><Relationship Id="rId20" Type="http://schemas.openxmlformats.org/officeDocument/2006/relationships/chart" Target="../charts/chart677.xml"/><Relationship Id="rId21" Type="http://schemas.openxmlformats.org/officeDocument/2006/relationships/chart" Target="../charts/chart678.xml"/><Relationship Id="rId2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9.xml"/><Relationship Id="rId3" Type="http://schemas.openxmlformats.org/officeDocument/2006/relationships/chart" Target="../charts/chart680.xml"/><Relationship Id="rId4" Type="http://schemas.openxmlformats.org/officeDocument/2006/relationships/chart" Target="../charts/chart681.xml"/><Relationship Id="rId5" Type="http://schemas.openxmlformats.org/officeDocument/2006/relationships/chart" Target="../charts/chart682.xml"/><Relationship Id="rId6" Type="http://schemas.openxmlformats.org/officeDocument/2006/relationships/chart" Target="../charts/chart683.xml"/><Relationship Id="rId7" Type="http://schemas.openxmlformats.org/officeDocument/2006/relationships/chart" Target="../charts/chart684.xml"/><Relationship Id="rId8" Type="http://schemas.openxmlformats.org/officeDocument/2006/relationships/chart" Target="../charts/chart685.xml"/><Relationship Id="rId9" Type="http://schemas.openxmlformats.org/officeDocument/2006/relationships/chart" Target="../charts/chart686.xml"/><Relationship Id="rId10" Type="http://schemas.openxmlformats.org/officeDocument/2006/relationships/chart" Target="../charts/chart687.xml"/><Relationship Id="rId11" Type="http://schemas.openxmlformats.org/officeDocument/2006/relationships/chart" Target="../charts/chart68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9.xml"/><Relationship Id="rId3" Type="http://schemas.openxmlformats.org/officeDocument/2006/relationships/chart" Target="../charts/chart690.xml"/><Relationship Id="rId4" Type="http://schemas.openxmlformats.org/officeDocument/2006/relationships/chart" Target="../charts/chart691.xml"/><Relationship Id="rId5" Type="http://schemas.openxmlformats.org/officeDocument/2006/relationships/chart" Target="../charts/chart692.xml"/><Relationship Id="rId6" Type="http://schemas.openxmlformats.org/officeDocument/2006/relationships/chart" Target="../charts/chart693.xml"/><Relationship Id="rId7" Type="http://schemas.openxmlformats.org/officeDocument/2006/relationships/chart" Target="../charts/chart694.xml"/><Relationship Id="rId8" Type="http://schemas.openxmlformats.org/officeDocument/2006/relationships/chart" Target="../charts/chart695.xml"/><Relationship Id="rId9" Type="http://schemas.openxmlformats.org/officeDocument/2006/relationships/chart" Target="../charts/chart696.xml"/><Relationship Id="rId10" Type="http://schemas.openxmlformats.org/officeDocument/2006/relationships/chart" Target="../charts/chart697.xml"/><Relationship Id="rId11" Type="http://schemas.openxmlformats.org/officeDocument/2006/relationships/chart" Target="../charts/chart69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99.xml"/><Relationship Id="rId3" Type="http://schemas.openxmlformats.org/officeDocument/2006/relationships/chart" Target="../charts/chart700.xml"/><Relationship Id="rId4" Type="http://schemas.openxmlformats.org/officeDocument/2006/relationships/chart" Target="../charts/chart701.xml"/><Relationship Id="rId5" Type="http://schemas.openxmlformats.org/officeDocument/2006/relationships/chart" Target="../charts/chart702.xml"/><Relationship Id="rId6" Type="http://schemas.openxmlformats.org/officeDocument/2006/relationships/chart" Target="../charts/chart703.xml"/><Relationship Id="rId7" Type="http://schemas.openxmlformats.org/officeDocument/2006/relationships/chart" Target="../charts/chart704.xml"/><Relationship Id="rId8" Type="http://schemas.openxmlformats.org/officeDocument/2006/relationships/chart" Target="../charts/chart705.xml"/><Relationship Id="rId9" Type="http://schemas.openxmlformats.org/officeDocument/2006/relationships/chart" Target="../charts/chart706.xml"/><Relationship Id="rId10" Type="http://schemas.openxmlformats.org/officeDocument/2006/relationships/chart" Target="../charts/chart707.xml"/><Relationship Id="rId11" Type="http://schemas.openxmlformats.org/officeDocument/2006/relationships/chart" Target="../charts/chart70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09.xml"/><Relationship Id="rId3" Type="http://schemas.openxmlformats.org/officeDocument/2006/relationships/chart" Target="../charts/chart710.xml"/><Relationship Id="rId4" Type="http://schemas.openxmlformats.org/officeDocument/2006/relationships/chart" Target="../charts/chart711.xml"/><Relationship Id="rId5" Type="http://schemas.openxmlformats.org/officeDocument/2006/relationships/chart" Target="../charts/chart712.xml"/><Relationship Id="rId6" Type="http://schemas.openxmlformats.org/officeDocument/2006/relationships/chart" Target="../charts/chart713.xml"/><Relationship Id="rId7" Type="http://schemas.openxmlformats.org/officeDocument/2006/relationships/chart" Target="../charts/chart714.xml"/><Relationship Id="rId8" Type="http://schemas.openxmlformats.org/officeDocument/2006/relationships/chart" Target="../charts/chart715.xml"/><Relationship Id="rId9" Type="http://schemas.openxmlformats.org/officeDocument/2006/relationships/chart" Target="../charts/chart716.xml"/><Relationship Id="rId10" Type="http://schemas.openxmlformats.org/officeDocument/2006/relationships/chart" Target="../charts/chart717.xml"/><Relationship Id="rId11" Type="http://schemas.openxmlformats.org/officeDocument/2006/relationships/chart" Target="../charts/chart71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9.xml"/><Relationship Id="rId3" Type="http://schemas.openxmlformats.org/officeDocument/2006/relationships/chart" Target="../charts/chart720.xml"/><Relationship Id="rId4" Type="http://schemas.openxmlformats.org/officeDocument/2006/relationships/chart" Target="../charts/chart721.xml"/><Relationship Id="rId5" Type="http://schemas.openxmlformats.org/officeDocument/2006/relationships/chart" Target="../charts/chart722.xml"/><Relationship Id="rId6" Type="http://schemas.openxmlformats.org/officeDocument/2006/relationships/chart" Target="../charts/chart723.xml"/><Relationship Id="rId7" Type="http://schemas.openxmlformats.org/officeDocument/2006/relationships/chart" Target="../charts/chart724.xml"/><Relationship Id="rId8" Type="http://schemas.openxmlformats.org/officeDocument/2006/relationships/chart" Target="../charts/chart725.xml"/><Relationship Id="rId9" Type="http://schemas.openxmlformats.org/officeDocument/2006/relationships/chart" Target="../charts/chart726.xml"/><Relationship Id="rId10" Type="http://schemas.openxmlformats.org/officeDocument/2006/relationships/chart" Target="../charts/chart727.xml"/><Relationship Id="rId11" Type="http://schemas.openxmlformats.org/officeDocument/2006/relationships/chart" Target="../charts/chart728.xml"/><Relationship Id="rId1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9.xml"/><Relationship Id="rId3" Type="http://schemas.openxmlformats.org/officeDocument/2006/relationships/chart" Target="../charts/chart730.xml"/><Relationship Id="rId4" Type="http://schemas.openxmlformats.org/officeDocument/2006/relationships/chart" Target="../charts/chart731.xml"/><Relationship Id="rId5" Type="http://schemas.openxmlformats.org/officeDocument/2006/relationships/chart" Target="../charts/chart732.xml"/><Relationship Id="rId6" Type="http://schemas.openxmlformats.org/officeDocument/2006/relationships/chart" Target="../charts/chart733.xml"/><Relationship Id="rId7" Type="http://schemas.openxmlformats.org/officeDocument/2006/relationships/chart" Target="../charts/chart734.xml"/><Relationship Id="rId8" Type="http://schemas.openxmlformats.org/officeDocument/2006/relationships/chart" Target="../charts/chart735.xml"/><Relationship Id="rId9" Type="http://schemas.openxmlformats.org/officeDocument/2006/relationships/chart" Target="../charts/chart736.xml"/><Relationship Id="rId10" Type="http://schemas.openxmlformats.org/officeDocument/2006/relationships/chart" Target="../charts/chart737.xml"/><Relationship Id="rId11" Type="http://schemas.openxmlformats.org/officeDocument/2006/relationships/chart" Target="../charts/chart738.xml"/><Relationship Id="rId1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39.xml"/><Relationship Id="rId3" Type="http://schemas.openxmlformats.org/officeDocument/2006/relationships/chart" Target="../charts/chart740.xml"/><Relationship Id="rId4" Type="http://schemas.openxmlformats.org/officeDocument/2006/relationships/chart" Target="../charts/chart741.xml"/><Relationship Id="rId5" Type="http://schemas.openxmlformats.org/officeDocument/2006/relationships/chart" Target="../charts/chart742.xml"/><Relationship Id="rId6" Type="http://schemas.openxmlformats.org/officeDocument/2006/relationships/chart" Target="../charts/chart743.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44.xml"/><Relationship Id="rId3" Type="http://schemas.openxmlformats.org/officeDocument/2006/relationships/chart" Target="../charts/chart745.xml"/><Relationship Id="rId4" Type="http://schemas.openxmlformats.org/officeDocument/2006/relationships/chart" Target="../charts/chart746.xml"/><Relationship Id="rId5" Type="http://schemas.openxmlformats.org/officeDocument/2006/relationships/chart" Target="../charts/chart747.xml"/><Relationship Id="rId6" Type="http://schemas.openxmlformats.org/officeDocument/2006/relationships/chart" Target="../charts/chart748.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49.xml"/><Relationship Id="rId3" Type="http://schemas.openxmlformats.org/officeDocument/2006/relationships/chart" Target="../charts/chart750.xml"/><Relationship Id="rId4" Type="http://schemas.openxmlformats.org/officeDocument/2006/relationships/chart" Target="../charts/chart751.xml"/><Relationship Id="rId5" Type="http://schemas.openxmlformats.org/officeDocument/2006/relationships/chart" Target="../charts/chart752.xml"/><Relationship Id="rId6" Type="http://schemas.openxmlformats.org/officeDocument/2006/relationships/chart" Target="../charts/chart753.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4.xml"/><Relationship Id="rId3" Type="http://schemas.openxmlformats.org/officeDocument/2006/relationships/chart" Target="../charts/chart755.xml"/><Relationship Id="rId4" Type="http://schemas.openxmlformats.org/officeDocument/2006/relationships/chart" Target="../charts/chart756.xml"/><Relationship Id="rId5" Type="http://schemas.openxmlformats.org/officeDocument/2006/relationships/chart" Target="../charts/chart757.xml"/><Relationship Id="rId6" Type="http://schemas.openxmlformats.org/officeDocument/2006/relationships/chart" Target="../charts/chart758.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9.xml"/><Relationship Id="rId3" Type="http://schemas.openxmlformats.org/officeDocument/2006/relationships/chart" Target="../charts/chart760.xml"/><Relationship Id="rId4" Type="http://schemas.openxmlformats.org/officeDocument/2006/relationships/chart" Target="../charts/chart761.xml"/><Relationship Id="rId5" Type="http://schemas.openxmlformats.org/officeDocument/2006/relationships/chart" Target="../charts/chart762.xml"/><Relationship Id="rId6" Type="http://schemas.openxmlformats.org/officeDocument/2006/relationships/chart" Target="../charts/chart763.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4.xml"/><Relationship Id="rId3" Type="http://schemas.openxmlformats.org/officeDocument/2006/relationships/chart" Target="../charts/chart765.xml"/><Relationship Id="rId4" Type="http://schemas.openxmlformats.org/officeDocument/2006/relationships/chart" Target="../charts/chart766.xml"/><Relationship Id="rId5" Type="http://schemas.openxmlformats.org/officeDocument/2006/relationships/chart" Target="../charts/chart767.xml"/><Relationship Id="rId6" Type="http://schemas.openxmlformats.org/officeDocument/2006/relationships/chart" Target="../charts/chart768.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9.xml"/><Relationship Id="rId3" Type="http://schemas.openxmlformats.org/officeDocument/2006/relationships/chart" Target="../charts/chart770.xml"/><Relationship Id="rId4" Type="http://schemas.openxmlformats.org/officeDocument/2006/relationships/chart" Target="../charts/chart771.xml"/><Relationship Id="rId5" Type="http://schemas.openxmlformats.org/officeDocument/2006/relationships/chart" Target="../charts/chart772.xml"/><Relationship Id="rId6" Type="http://schemas.openxmlformats.org/officeDocument/2006/relationships/chart" Target="../charts/chart773.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74.xml"/><Relationship Id="rId3" Type="http://schemas.openxmlformats.org/officeDocument/2006/relationships/chart" Target="../charts/chart775.xml"/><Relationship Id="rId4" Type="http://schemas.openxmlformats.org/officeDocument/2006/relationships/chart" Target="../charts/chart776.xml"/><Relationship Id="rId5" Type="http://schemas.openxmlformats.org/officeDocument/2006/relationships/chart" Target="../charts/chart777.xml"/><Relationship Id="rId6" Type="http://schemas.openxmlformats.org/officeDocument/2006/relationships/chart" Target="../charts/chart778.xml"/><Relationship Id="rId7"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79.xml"/><Relationship Id="rId3" Type="http://schemas.openxmlformats.org/officeDocument/2006/relationships/chart" Target="../charts/chart780.xml"/><Relationship Id="rId4" Type="http://schemas.openxmlformats.org/officeDocument/2006/relationships/chart" Target="../charts/chart781.xml"/><Relationship Id="rId5" Type="http://schemas.openxmlformats.org/officeDocument/2006/relationships/chart" Target="../charts/chart782.xml"/><Relationship Id="rId6" Type="http://schemas.openxmlformats.org/officeDocument/2006/relationships/chart" Target="../charts/chart783.xml"/><Relationship Id="rId7"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and compliance: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each store's prescription.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2587C5"/>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8"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9"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90"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9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4"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5"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6" name="Shape 76"/>
          <p:cNvSpPr/>
          <p:nvPr/>
        </p:nvSpPr>
        <p:spPr>
          <a:xfrm>
            <a:off x="8040624" y="5358384"/>
            <a:ext cx="3489960" cy="886968"/>
          </a:xfrm>
          <a:prstGeom prst="rect">
            <a:avLst/>
          </a:prstGeom>
          <a:solidFill>
            <a:srgbClr val="F7F7F7"/>
          </a:solidFill>
          <a:ln/>
        </p:spPr>
      </p:sp>
      <p:sp>
        <p:nvSpPr>
          <p:cNvPr id="97" name="Shape 77"/>
          <p:cNvSpPr/>
          <p:nvPr/>
        </p:nvSpPr>
        <p:spPr>
          <a:xfrm>
            <a:off x="11466576" y="5394960"/>
            <a:ext cx="64008" cy="813816"/>
          </a:xfrm>
          <a:prstGeom prst="rect">
            <a:avLst/>
          </a:prstGeom>
          <a:solidFill>
            <a:srgbClr val="12A566"/>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Shape 68"/>
          <p:cNvSpPr/>
          <p:nvPr/>
        </p:nvSpPr>
        <p:spPr>
          <a:xfrm>
            <a:off x="11466576" y="3621024"/>
            <a:ext cx="64008" cy="813816"/>
          </a:xfrm>
          <a:prstGeom prst="rect">
            <a:avLst/>
          </a:prstGeom>
          <a:solidFill>
            <a:srgbClr val="12A566"/>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0" name="Shape 32"/>
          <p:cNvSpPr/>
          <p:nvPr/>
        </p:nvSpPr>
        <p:spPr>
          <a:xfrm>
            <a:off x="7775448" y="2734056"/>
            <a:ext cx="64008" cy="813816"/>
          </a:xfrm>
          <a:prstGeom prst="rect">
            <a:avLst/>
          </a:prstGeom>
          <a:solidFill>
            <a:srgbClr val="2587C5"/>
          </a:solidFill>
          <a:ln/>
        </p:spPr>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2587C5"/>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Shape 17"/>
          <p:cNvSpPr/>
          <p:nvPr/>
        </p:nvSpPr>
        <p:spPr>
          <a:xfrm>
            <a:off x="4084320" y="3621024"/>
            <a:ext cx="64008" cy="813816"/>
          </a:xfrm>
          <a:prstGeom prst="rect">
            <a:avLst/>
          </a:prstGeom>
          <a:solidFill>
            <a:srgbClr val="12A566"/>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Shape 38"/>
          <p:cNvSpPr/>
          <p:nvPr/>
        </p:nvSpPr>
        <p:spPr>
          <a:xfrm>
            <a:off x="7775448" y="3621024"/>
            <a:ext cx="64008" cy="813816"/>
          </a:xfrm>
          <a:prstGeom prst="rect">
            <a:avLst/>
          </a:prstGeom>
          <a:solidFill>
            <a:srgbClr val="2587C5"/>
          </a:solidFill>
          <a:ln/>
        </p:spPr>
      </p:sp>
      <p:sp>
        <p:nvSpPr>
          <p:cNvPr id="48" name="Text 39"/>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0"/>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50"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1" name="Text 41"/>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42"/>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43"/>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graphicFrame>
        <p:nvGraphicFramePr>
          <p:cNvPr id="54"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5" name="Text 44"/>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56" name="Shape 45"/>
          <p:cNvSpPr/>
          <p:nvPr/>
        </p:nvSpPr>
        <p:spPr>
          <a:xfrm>
            <a:off x="4349496" y="5358384"/>
            <a:ext cx="3489960" cy="886968"/>
          </a:xfrm>
          <a:prstGeom prst="rect">
            <a:avLst/>
          </a:prstGeom>
          <a:solidFill>
            <a:srgbClr val="F7F7F7"/>
          </a:solidFill>
          <a:ln/>
        </p:spPr>
      </p:sp>
      <p:sp>
        <p:nvSpPr>
          <p:cNvPr id="57" name="Text 46"/>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47"/>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9"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0" name="Text 48"/>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49"/>
          <p:cNvSpPr/>
          <p:nvPr/>
        </p:nvSpPr>
        <p:spPr>
          <a:xfrm>
            <a:off x="8040624" y="1371600"/>
            <a:ext cx="3489960" cy="45720"/>
          </a:xfrm>
          <a:prstGeom prst="rect">
            <a:avLst/>
          </a:prstGeom>
          <a:solidFill>
            <a:srgbClr val="2587C5"/>
          </a:solidFill>
          <a:ln/>
        </p:spPr>
      </p:sp>
      <p:sp>
        <p:nvSpPr>
          <p:cNvPr id="6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Shape 51"/>
          <p:cNvSpPr/>
          <p:nvPr/>
        </p:nvSpPr>
        <p:spPr>
          <a:xfrm>
            <a:off x="8040624" y="1810512"/>
            <a:ext cx="3489960" cy="886968"/>
          </a:xfrm>
          <a:prstGeom prst="rect">
            <a:avLst/>
          </a:prstGeom>
          <a:solidFill>
            <a:srgbClr val="F7F7F7"/>
          </a:solidFill>
          <a:ln/>
        </p:spPr>
      </p:sp>
      <p:sp>
        <p:nvSpPr>
          <p:cNvPr id="64" name="Shape 52"/>
          <p:cNvSpPr/>
          <p:nvPr/>
        </p:nvSpPr>
        <p:spPr>
          <a:xfrm>
            <a:off x="11466576" y="1847088"/>
            <a:ext cx="64008" cy="813816"/>
          </a:xfrm>
          <a:prstGeom prst="rect">
            <a:avLst/>
          </a:prstGeom>
          <a:solidFill>
            <a:srgbClr val="12A566"/>
          </a:solidFill>
          <a:ln/>
        </p:spPr>
      </p:sp>
      <p:sp>
        <p:nvSpPr>
          <p:cNvPr id="65" name="Text 53"/>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6" name="Text 54"/>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67"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8"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9" name="Text 55"/>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Shape 60"/>
          <p:cNvSpPr/>
          <p:nvPr/>
        </p:nvSpPr>
        <p:spPr>
          <a:xfrm>
            <a:off x="11466576" y="3621024"/>
            <a:ext cx="64008" cy="813816"/>
          </a:xfrm>
          <a:prstGeom prst="rect">
            <a:avLst/>
          </a:prstGeom>
          <a:solidFill>
            <a:srgbClr val="12A566"/>
          </a:solidFill>
          <a:ln/>
        </p:spPr>
      </p:sp>
      <p:sp>
        <p:nvSpPr>
          <p:cNvPr id="77" name="Text 6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6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7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1" name="Text 63"/>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82" name="Shape 64"/>
          <p:cNvSpPr/>
          <p:nvPr/>
        </p:nvSpPr>
        <p:spPr>
          <a:xfrm>
            <a:off x="11466576" y="4507992"/>
            <a:ext cx="64008" cy="813816"/>
          </a:xfrm>
          <a:prstGeom prst="rect">
            <a:avLst/>
          </a:prstGeom>
          <a:solidFill>
            <a:srgbClr val="2587C5"/>
          </a:solidFill>
          <a:ln/>
        </p:spPr>
      </p:sp>
      <p:sp>
        <p:nvSpPr>
          <p:cNvPr id="83" name="Text 6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4" name="Text 6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8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7" name="Text 67"/>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88" name="Shape 68"/>
          <p:cNvSpPr/>
          <p:nvPr/>
        </p:nvSpPr>
        <p:spPr>
          <a:xfrm>
            <a:off x="8040624" y="5358384"/>
            <a:ext cx="3489960" cy="886968"/>
          </a:xfrm>
          <a:prstGeom prst="rect">
            <a:avLst/>
          </a:prstGeom>
          <a:solidFill>
            <a:srgbClr val="F7F7F7"/>
          </a:solidFill>
          <a:ln/>
        </p:spPr>
      </p:sp>
      <p:sp>
        <p:nvSpPr>
          <p:cNvPr id="89" name="Shape 69"/>
          <p:cNvSpPr/>
          <p:nvPr/>
        </p:nvSpPr>
        <p:spPr>
          <a:xfrm>
            <a:off x="11466576" y="5394960"/>
            <a:ext cx="64008" cy="813816"/>
          </a:xfrm>
          <a:prstGeom prst="rect">
            <a:avLst/>
          </a:prstGeom>
          <a:solidFill>
            <a:srgbClr val="12A566"/>
          </a:solidFill>
          <a:ln/>
        </p:spPr>
      </p:sp>
      <p:sp>
        <p:nvSpPr>
          <p:cNvPr id="90" name="Text 7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1" name="Text 7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9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4" name="Text 72"/>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Shape 36"/>
          <p:cNvSpPr/>
          <p:nvPr/>
        </p:nvSpPr>
        <p:spPr>
          <a:xfrm>
            <a:off x="7775448" y="3621024"/>
            <a:ext cx="64008" cy="813816"/>
          </a:xfrm>
          <a:prstGeom prst="rect">
            <a:avLst/>
          </a:prstGeom>
          <a:solidFill>
            <a:srgbClr val="2587C5"/>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Shape 44"/>
          <p:cNvSpPr/>
          <p:nvPr/>
        </p:nvSpPr>
        <p:spPr>
          <a:xfrm>
            <a:off x="7775448" y="5394960"/>
            <a:ext cx="64008" cy="813816"/>
          </a:xfrm>
          <a:prstGeom prst="rect">
            <a:avLst/>
          </a:prstGeom>
          <a:solidFill>
            <a:srgbClr val="2587C5"/>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68" name="Shape 54"/>
          <p:cNvSpPr/>
          <p:nvPr/>
        </p:nvSpPr>
        <p:spPr>
          <a:xfrm>
            <a:off x="11466576" y="2734056"/>
            <a:ext cx="64008" cy="813816"/>
          </a:xfrm>
          <a:prstGeom prst="rect">
            <a:avLst/>
          </a:prstGeom>
          <a:solidFill>
            <a:srgbClr val="2587C5"/>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2587C5"/>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77" name="Text 59"/>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0"/>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graphicFrame>
        <p:nvGraphicFramePr>
          <p:cNvPr id="79"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0"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1" name="Text 61"/>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82" name="Shape 62"/>
          <p:cNvSpPr/>
          <p:nvPr/>
        </p:nvSpPr>
        <p:spPr>
          <a:xfrm>
            <a:off x="8040624" y="5358384"/>
            <a:ext cx="3489960" cy="886968"/>
          </a:xfrm>
          <a:prstGeom prst="rect">
            <a:avLst/>
          </a:prstGeom>
          <a:solidFill>
            <a:srgbClr val="F7F7F7"/>
          </a:solidFill>
          <a:ln/>
        </p:spPr>
      </p:sp>
      <p:sp>
        <p:nvSpPr>
          <p:cNvPr id="83" name="Shape 63"/>
          <p:cNvSpPr/>
          <p:nvPr/>
        </p:nvSpPr>
        <p:spPr>
          <a:xfrm>
            <a:off x="11466576" y="5394960"/>
            <a:ext cx="64008" cy="813816"/>
          </a:xfrm>
          <a:prstGeom prst="rect">
            <a:avLst/>
          </a:prstGeom>
          <a:solidFill>
            <a:srgbClr val="12A566"/>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92" name="Shape 74"/>
          <p:cNvSpPr/>
          <p:nvPr/>
        </p:nvSpPr>
        <p:spPr>
          <a:xfrm>
            <a:off x="11466576" y="4507992"/>
            <a:ext cx="64008" cy="813816"/>
          </a:xfrm>
          <a:prstGeom prst="rect">
            <a:avLst/>
          </a:prstGeom>
          <a:solidFill>
            <a:srgbClr val="12A566"/>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Shape 34"/>
          <p:cNvSpPr/>
          <p:nvPr/>
        </p:nvSpPr>
        <p:spPr>
          <a:xfrm>
            <a:off x="7775448" y="1847088"/>
            <a:ext cx="64008" cy="813816"/>
          </a:xfrm>
          <a:prstGeom prst="rect">
            <a:avLst/>
          </a:prstGeom>
          <a:solidFill>
            <a:srgbClr val="2587C5"/>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2" name="Shape 74"/>
          <p:cNvSpPr/>
          <p:nvPr/>
        </p:nvSpPr>
        <p:spPr>
          <a:xfrm>
            <a:off x="11466576" y="4507992"/>
            <a:ext cx="64008" cy="813816"/>
          </a:xfrm>
          <a:prstGeom prst="rect">
            <a:avLst/>
          </a:prstGeom>
          <a:solidFill>
            <a:srgbClr val="2587C5"/>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084320" y="4507992"/>
            <a:ext cx="64008" cy="813816"/>
          </a:xfrm>
          <a:prstGeom prst="rect">
            <a:avLst/>
          </a:prstGeom>
          <a:solidFill>
            <a:srgbClr val="12A566"/>
          </a:solidFill>
          <a:ln/>
        </p:spPr>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7" name="Shape 63"/>
          <p:cNvSpPr/>
          <p:nvPr/>
        </p:nvSpPr>
        <p:spPr>
          <a:xfrm>
            <a:off x="11466576" y="2734056"/>
            <a:ext cx="64008" cy="813816"/>
          </a:xfrm>
          <a:prstGeom prst="rect">
            <a:avLst/>
          </a:prstGeom>
          <a:solidFill>
            <a:srgbClr val="12A566"/>
          </a:solidFill>
          <a:ln/>
        </p:spPr>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Shape 23"/>
          <p:cNvSpPr/>
          <p:nvPr/>
        </p:nvSpPr>
        <p:spPr>
          <a:xfrm>
            <a:off x="4084320" y="5394960"/>
            <a:ext cx="64008" cy="813816"/>
          </a:xfrm>
          <a:prstGeom prst="rect">
            <a:avLst/>
          </a:prstGeom>
          <a:solidFill>
            <a:srgbClr val="12A566"/>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Shape 49"/>
          <p:cNvSpPr/>
          <p:nvPr/>
        </p:nvSpPr>
        <p:spPr>
          <a:xfrm>
            <a:off x="11466576" y="1847088"/>
            <a:ext cx="64008" cy="813816"/>
          </a:xfrm>
          <a:prstGeom prst="rect">
            <a:avLst/>
          </a:prstGeom>
          <a:solidFill>
            <a:srgbClr val="12A566"/>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Shape 20"/>
          <p:cNvSpPr/>
          <p:nvPr/>
        </p:nvSpPr>
        <p:spPr>
          <a:xfrm>
            <a:off x="4084320" y="4507992"/>
            <a:ext cx="64008" cy="813816"/>
          </a:xfrm>
          <a:prstGeom prst="rect">
            <a:avLst/>
          </a:prstGeom>
          <a:solidFill>
            <a:srgbClr val="12A566"/>
          </a:solidFill>
          <a:ln/>
        </p:spPr>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8" name="Shape 54"/>
          <p:cNvSpPr/>
          <p:nvPr/>
        </p:nvSpPr>
        <p:spPr>
          <a:xfrm>
            <a:off x="11466576" y="2734056"/>
            <a:ext cx="64008" cy="813816"/>
          </a:xfrm>
          <a:prstGeom prst="rect">
            <a:avLst/>
          </a:prstGeom>
          <a:solidFill>
            <a:srgbClr val="12A566"/>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26</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7" name="Shape 59"/>
          <p:cNvSpPr/>
          <p:nvPr/>
        </p:nvSpPr>
        <p:spPr>
          <a:xfrm>
            <a:off x="11466576" y="4507992"/>
            <a:ext cx="64008" cy="813816"/>
          </a:xfrm>
          <a:prstGeom prst="rect">
            <a:avLst/>
          </a:prstGeom>
          <a:solidFill>
            <a:srgbClr val="12A566"/>
          </a:solidFill>
          <a:ln/>
        </p:spPr>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Shape 27"/>
          <p:cNvSpPr/>
          <p:nvPr/>
        </p:nvSpPr>
        <p:spPr>
          <a:xfrm>
            <a:off x="4084320" y="5394960"/>
            <a:ext cx="64008" cy="813816"/>
          </a:xfrm>
          <a:prstGeom prst="rect">
            <a:avLst/>
          </a:prstGeom>
          <a:solidFill>
            <a:srgbClr val="12A566"/>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8" name="Shape 48"/>
          <p:cNvSpPr/>
          <p:nvPr/>
        </p:nvSpPr>
        <p:spPr>
          <a:xfrm>
            <a:off x="7775448" y="4507992"/>
            <a:ext cx="64008" cy="813816"/>
          </a:xfrm>
          <a:prstGeom prst="rect">
            <a:avLst/>
          </a:prstGeom>
          <a:solidFill>
            <a:srgbClr val="2587C5"/>
          </a:solidFill>
          <a:ln/>
        </p:spPr>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2587C5"/>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12A566"/>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084320" y="4507992"/>
            <a:ext cx="64008" cy="813816"/>
          </a:xfrm>
          <a:prstGeom prst="rect">
            <a:avLst/>
          </a:prstGeom>
          <a:solidFill>
            <a:srgbClr val="12A566"/>
          </a:solidFill>
          <a:ln/>
        </p:spPr>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Shape 56"/>
          <p:cNvSpPr/>
          <p:nvPr/>
        </p:nvSpPr>
        <p:spPr>
          <a:xfrm>
            <a:off x="11466576" y="3621024"/>
            <a:ext cx="64008" cy="813816"/>
          </a:xfrm>
          <a:prstGeom prst="rect">
            <a:avLst/>
          </a:prstGeom>
          <a:solidFill>
            <a:srgbClr val="12A566"/>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Shape 60"/>
          <p:cNvSpPr/>
          <p:nvPr/>
        </p:nvSpPr>
        <p:spPr>
          <a:xfrm>
            <a:off x="11466576" y="4507992"/>
            <a:ext cx="64008" cy="813816"/>
          </a:xfrm>
          <a:prstGeom prst="rect">
            <a:avLst/>
          </a:prstGeom>
          <a:solidFill>
            <a:srgbClr val="12A566"/>
          </a:solidFill>
          <a:ln/>
        </p:spPr>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12A566"/>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Shape 43"/>
          <p:cNvSpPr/>
          <p:nvPr/>
        </p:nvSpPr>
        <p:spPr>
          <a:xfrm>
            <a:off x="7775448" y="5394960"/>
            <a:ext cx="64008" cy="813816"/>
          </a:xfrm>
          <a:prstGeom prst="rect">
            <a:avLst/>
          </a:prstGeom>
          <a:solidFill>
            <a:srgbClr val="2587C5"/>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2587C5"/>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56" name="Shape 46"/>
          <p:cNvSpPr/>
          <p:nvPr/>
        </p:nvSpPr>
        <p:spPr>
          <a:xfrm>
            <a:off x="7775448" y="4507992"/>
            <a:ext cx="64008" cy="813816"/>
          </a:xfrm>
          <a:prstGeom prst="rect">
            <a:avLst/>
          </a:prstGeom>
          <a:solidFill>
            <a:srgbClr val="2587C5"/>
          </a:solidFill>
          <a:ln/>
        </p:spPr>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Shape 59"/>
          <p:cNvSpPr/>
          <p:nvPr/>
        </p:nvSpPr>
        <p:spPr>
          <a:xfrm>
            <a:off x="11466576" y="1847088"/>
            <a:ext cx="64008" cy="813816"/>
          </a:xfrm>
          <a:prstGeom prst="rect">
            <a:avLst/>
          </a:prstGeom>
          <a:solidFill>
            <a:srgbClr val="2587C5"/>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 Also tied at 2 last year: Nissan.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Shape 16"/>
          <p:cNvSpPr/>
          <p:nvPr/>
        </p:nvSpPr>
        <p:spPr>
          <a:xfrm>
            <a:off x="4084320" y="3621024"/>
            <a:ext cx="64008" cy="813816"/>
          </a:xfrm>
          <a:prstGeom prst="rect">
            <a:avLst/>
          </a:prstGeom>
          <a:solidFill>
            <a:srgbClr val="12A566"/>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Shape 24"/>
          <p:cNvSpPr/>
          <p:nvPr/>
        </p:nvSpPr>
        <p:spPr>
          <a:xfrm>
            <a:off x="4084320" y="5394960"/>
            <a:ext cx="64008" cy="813816"/>
          </a:xfrm>
          <a:prstGeom prst="rect">
            <a:avLst/>
          </a:prstGeom>
          <a:solidFill>
            <a:srgbClr val="12A566"/>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Shape 51"/>
          <p:cNvSpPr/>
          <p:nvPr/>
        </p:nvSpPr>
        <p:spPr>
          <a:xfrm>
            <a:off x="11466576" y="1847088"/>
            <a:ext cx="64008" cy="813816"/>
          </a:xfrm>
          <a:prstGeom prst="rect">
            <a:avLst/>
          </a:prstGeom>
          <a:solidFill>
            <a:srgbClr val="12A566"/>
          </a:solidFill>
          <a:ln/>
        </p:spPr>
      </p:sp>
      <p:sp>
        <p:nvSpPr>
          <p:cNvPr id="64" name="Text 5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5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graphicFrame>
        <p:nvGraphicFramePr>
          <p:cNvPr id="6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8" name="Text 54"/>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69" name="Shape 55"/>
          <p:cNvSpPr/>
          <p:nvPr/>
        </p:nvSpPr>
        <p:spPr>
          <a:xfrm>
            <a:off x="11466576" y="2734056"/>
            <a:ext cx="64008" cy="813816"/>
          </a:xfrm>
          <a:prstGeom prst="rect">
            <a:avLst/>
          </a:prstGeom>
          <a:solidFill>
            <a:srgbClr val="12A566"/>
          </a:solidFill>
          <a:ln/>
        </p:spPr>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Text 6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7" name="Text 6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graphicFrame>
        <p:nvGraphicFramePr>
          <p:cNvPr id="7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0" name="Text 62"/>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12A566"/>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2026-10-28T18:18:10Z</dcterms:created>
  <dcterms:modified xsi:type="dcterms:W3CDTF">2026-10-28T18:18:10Z</dcterms:modified>
</cp:coreProperties>
</file>