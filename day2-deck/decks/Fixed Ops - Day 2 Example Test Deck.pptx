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261" r:id="rId7"/>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262" r:id="rId8"/>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263" r:id="rId9"/>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264" r:id="rId10"/>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265" r:id="rId11"/>
    <p:sldId id="427" r:id="rId178"/>
    <p:sldId id="428" r:id="rId179"/>
    <p:sldId id="429" r:id="rId180"/>
    <p:sldId id="430" r:id="rId181"/>
    <p:sldId id="431" r:id="rId182"/>
    <p:sldId id="432" r:id="rId183"/>
    <p:sldId id="266" r:id="rId12"/>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−0.04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+$1.85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−$2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Top and bottom five stores by change in CP Labor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+$5.20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 Moving now: Jul-Sep 2026 vs Jan-Mar 2026, each store against itself (monthly averages); the group moved +9.7%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 per RO: top LINCOLN $281 → $363; LEXUS $193 → $240; HYUNDAI ST GEORGE $181 → $219. Bottom LR RENO $876 → $814; AUDI RENO $596 → $542; KIA LV $227 → $193.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 per RO: top VW ST GEORGE $224 → $298; LR RENO $692 → $877; ACURA $229 → $282. Bottom LR LV $873 → $834; GMC PRESCOTT $299 → $282; HONDA HENDERSON $190 → $178.</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chart" Target="../charts/chart44.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5.xml"/><Relationship Id="rId3" Type="http://schemas.openxmlformats.org/officeDocument/2006/relationships/chart" Target="../charts/chart46.xml"/><Relationship Id="rId4" Type="http://schemas.openxmlformats.org/officeDocument/2006/relationships/chart" Target="../charts/chart47.xml"/><Relationship Id="rId5" Type="http://schemas.openxmlformats.org/officeDocument/2006/relationships/chart" Target="../charts/chart48.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xml"/><Relationship Id="rId3" Type="http://schemas.openxmlformats.org/officeDocument/2006/relationships/chart" Target="../charts/chart50.xml"/><Relationship Id="rId4" Type="http://schemas.openxmlformats.org/officeDocument/2006/relationships/chart" Target="../charts/chart51.xml"/><Relationship Id="rId5" Type="http://schemas.openxmlformats.org/officeDocument/2006/relationships/chart" Target="../charts/chart52.xml"/><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xml"/><Relationship Id="rId3" Type="http://schemas.openxmlformats.org/officeDocument/2006/relationships/chart" Target="../charts/chart58.xml"/><Relationship Id="rId4" Type="http://schemas.openxmlformats.org/officeDocument/2006/relationships/chart" Target="../charts/chart59.xml"/><Relationship Id="rId5" Type="http://schemas.openxmlformats.org/officeDocument/2006/relationships/chart" Target="../charts/chart60.xml"/><Relationship Id="rId6" Type="http://schemas.openxmlformats.org/officeDocument/2006/relationships/chart" Target="../charts/chart61.xml"/><Relationship Id="rId7" Type="http://schemas.openxmlformats.org/officeDocument/2006/relationships/chart" Target="../charts/chart62.xml"/><Relationship Id="rId8"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7.xml"/><Relationship Id="rId3" Type="http://schemas.openxmlformats.org/officeDocument/2006/relationships/chart" Target="../charts/chart68.xml"/><Relationship Id="rId4" Type="http://schemas.openxmlformats.org/officeDocument/2006/relationships/chart" Target="../charts/chart69.xml"/><Relationship Id="rId5" Type="http://schemas.openxmlformats.org/officeDocument/2006/relationships/chart" Target="../charts/chart70.xml"/><Relationship Id="rId6"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1.xml"/><Relationship Id="rId3" Type="http://schemas.openxmlformats.org/officeDocument/2006/relationships/chart" Target="../charts/chart72.xml"/><Relationship Id="rId4" Type="http://schemas.openxmlformats.org/officeDocument/2006/relationships/chart" Target="../charts/chart73.xml"/><Relationship Id="rId5" Type="http://schemas.openxmlformats.org/officeDocument/2006/relationships/chart" Target="../charts/chart74.xml"/><Relationship Id="rId6"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xml"/><Relationship Id="rId3" Type="http://schemas.openxmlformats.org/officeDocument/2006/relationships/chart" Target="../charts/chart76.xml"/><Relationship Id="rId4" Type="http://schemas.openxmlformats.org/officeDocument/2006/relationships/chart" Target="../charts/chart77.xml"/><Relationship Id="rId5" Type="http://schemas.openxmlformats.org/officeDocument/2006/relationships/chart" Target="../charts/chart78.xml"/><Relationship Id="rId6"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9.xml"/><Relationship Id="rId3" Type="http://schemas.openxmlformats.org/officeDocument/2006/relationships/chart" Target="../charts/chart80.xml"/><Relationship Id="rId4" Type="http://schemas.openxmlformats.org/officeDocument/2006/relationships/chart" Target="../charts/chart81.xml"/><Relationship Id="rId5" Type="http://schemas.openxmlformats.org/officeDocument/2006/relationships/chart" Target="../charts/chart82.xml"/><Relationship Id="rId6"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3.xml"/><Relationship Id="rId3" Type="http://schemas.openxmlformats.org/officeDocument/2006/relationships/chart" Target="../charts/chart84.xml"/><Relationship Id="rId4" Type="http://schemas.openxmlformats.org/officeDocument/2006/relationships/chart" Target="../charts/chart85.xml"/><Relationship Id="rId5" Type="http://schemas.openxmlformats.org/officeDocument/2006/relationships/chart" Target="../charts/chart86.xml"/><Relationship Id="rId6" Type="http://schemas.openxmlformats.org/officeDocument/2006/relationships/chart" Target="../charts/chart87.xml"/><Relationship Id="rId7" Type="http://schemas.openxmlformats.org/officeDocument/2006/relationships/chart" Target="../charts/chart88.xml"/><Relationship Id="rId8"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9.xml"/><Relationship Id="rId3" Type="http://schemas.openxmlformats.org/officeDocument/2006/relationships/chart" Target="../charts/chart90.xml"/><Relationship Id="rId4" Type="http://schemas.openxmlformats.org/officeDocument/2006/relationships/chart" Target="../charts/chart91.xml"/><Relationship Id="rId5" Type="http://schemas.openxmlformats.org/officeDocument/2006/relationships/chart" Target="../charts/chart92.xml"/><Relationship Id="rId6" Type="http://schemas.openxmlformats.org/officeDocument/2006/relationships/chart" Target="../charts/chart93.xml"/><Relationship Id="rId7" Type="http://schemas.openxmlformats.org/officeDocument/2006/relationships/chart" Target="../charts/chart9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5.xml"/><Relationship Id="rId3" Type="http://schemas.openxmlformats.org/officeDocument/2006/relationships/chart" Target="../charts/chart96.xml"/><Relationship Id="rId4" Type="http://schemas.openxmlformats.org/officeDocument/2006/relationships/chart" Target="../charts/chart97.xml"/><Relationship Id="rId5" Type="http://schemas.openxmlformats.org/officeDocument/2006/relationships/chart" Target="../charts/chart98.xml"/><Relationship Id="rId6" Type="http://schemas.openxmlformats.org/officeDocument/2006/relationships/chart" Target="../charts/chart99.xml"/><Relationship Id="rId7" Type="http://schemas.openxmlformats.org/officeDocument/2006/relationships/chart" Target="../charts/chart100.xml"/><Relationship Id="rId8"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chart" Target="../charts/chart105.xml"/><Relationship Id="rId7" Type="http://schemas.openxmlformats.org/officeDocument/2006/relationships/chart" Target="../charts/chart106.xml"/><Relationship Id="rId8"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chart" Target="../charts/chart128.xml"/><Relationship Id="rId8"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chart" Target="../charts/chart135.xml"/><Relationship Id="rId5" Type="http://schemas.openxmlformats.org/officeDocument/2006/relationships/chart" Target="../charts/chart136.xml"/><Relationship Id="rId6"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7.xml"/><Relationship Id="rId3" Type="http://schemas.openxmlformats.org/officeDocument/2006/relationships/chart" Target="../charts/chart138.xml"/><Relationship Id="rId4" Type="http://schemas.openxmlformats.org/officeDocument/2006/relationships/chart" Target="../charts/chart139.xml"/><Relationship Id="rId5" Type="http://schemas.openxmlformats.org/officeDocument/2006/relationships/chart" Target="../charts/chart140.xml"/><Relationship Id="rId6"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chart" Target="../charts/chart153.xml"/><Relationship Id="rId9" Type="http://schemas.openxmlformats.org/officeDocument/2006/relationships/chart" Target="../charts/chart154.xml"/><Relationship Id="rId10" Type="http://schemas.openxmlformats.org/officeDocument/2006/relationships/chart" Target="../charts/chart155.xml"/><Relationship Id="rId11" Type="http://schemas.openxmlformats.org/officeDocument/2006/relationships/chart" Target="../charts/chart156.xml"/><Relationship Id="rId1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7.xml"/><Relationship Id="rId3" Type="http://schemas.openxmlformats.org/officeDocument/2006/relationships/chart" Target="../charts/chart158.xml"/><Relationship Id="rId4" Type="http://schemas.openxmlformats.org/officeDocument/2006/relationships/chart" Target="../charts/chart159.xml"/><Relationship Id="rId5" Type="http://schemas.openxmlformats.org/officeDocument/2006/relationships/chart" Target="../charts/chart160.xml"/><Relationship Id="rId6" Type="http://schemas.openxmlformats.org/officeDocument/2006/relationships/chart" Target="../charts/chart161.xml"/><Relationship Id="rId7" Type="http://schemas.openxmlformats.org/officeDocument/2006/relationships/chart" Target="../charts/chart162.xml"/><Relationship Id="rId8" Type="http://schemas.openxmlformats.org/officeDocument/2006/relationships/chart" Target="../charts/chart163.xml"/><Relationship Id="rId9" Type="http://schemas.openxmlformats.org/officeDocument/2006/relationships/chart" Target="../charts/chart164.xml"/><Relationship Id="rId10" Type="http://schemas.openxmlformats.org/officeDocument/2006/relationships/chart" Target="../charts/chart165.xml"/><Relationship Id="rId11" Type="http://schemas.openxmlformats.org/officeDocument/2006/relationships/chart" Target="../charts/chart166.xml"/><Relationship Id="rId1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7.xml"/><Relationship Id="rId3" Type="http://schemas.openxmlformats.org/officeDocument/2006/relationships/chart" Target="../charts/chart168.xml"/><Relationship Id="rId4" Type="http://schemas.openxmlformats.org/officeDocument/2006/relationships/chart" Target="../charts/chart169.xml"/><Relationship Id="rId5" Type="http://schemas.openxmlformats.org/officeDocument/2006/relationships/chart" Target="../charts/chart170.xml"/><Relationship Id="rId6" Type="http://schemas.openxmlformats.org/officeDocument/2006/relationships/chart" Target="../charts/chart171.xml"/><Relationship Id="rId7" Type="http://schemas.openxmlformats.org/officeDocument/2006/relationships/chart" Target="../charts/chart172.xml"/><Relationship Id="rId8" Type="http://schemas.openxmlformats.org/officeDocument/2006/relationships/chart" Target="../charts/chart173.xml"/><Relationship Id="rId9" Type="http://schemas.openxmlformats.org/officeDocument/2006/relationships/chart" Target="../charts/chart174.xml"/><Relationship Id="rId10" Type="http://schemas.openxmlformats.org/officeDocument/2006/relationships/chart" Target="../charts/chart175.xml"/><Relationship Id="rId11" Type="http://schemas.openxmlformats.org/officeDocument/2006/relationships/chart" Target="../charts/chart176.xml"/><Relationship Id="rId1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7.xml"/><Relationship Id="rId3" Type="http://schemas.openxmlformats.org/officeDocument/2006/relationships/chart" Target="../charts/chart178.xml"/><Relationship Id="rId4" Type="http://schemas.openxmlformats.org/officeDocument/2006/relationships/chart" Target="../charts/chart179.xml"/><Relationship Id="rId5" Type="http://schemas.openxmlformats.org/officeDocument/2006/relationships/chart" Target="../charts/chart180.xml"/><Relationship Id="rId6" Type="http://schemas.openxmlformats.org/officeDocument/2006/relationships/chart" Target="../charts/chart181.xml"/><Relationship Id="rId7" Type="http://schemas.openxmlformats.org/officeDocument/2006/relationships/chart" Target="../charts/chart182.xml"/><Relationship Id="rId8" Type="http://schemas.openxmlformats.org/officeDocument/2006/relationships/chart" Target="../charts/chart183.xml"/><Relationship Id="rId9" Type="http://schemas.openxmlformats.org/officeDocument/2006/relationships/chart" Target="../charts/chart184.xml"/><Relationship Id="rId10" Type="http://schemas.openxmlformats.org/officeDocument/2006/relationships/chart" Target="../charts/chart185.xml"/><Relationship Id="rId11" Type="http://schemas.openxmlformats.org/officeDocument/2006/relationships/chart" Target="../charts/chart186.xml"/><Relationship Id="rId1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7.xml"/><Relationship Id="rId3" Type="http://schemas.openxmlformats.org/officeDocument/2006/relationships/chart" Target="../charts/chart188.xml"/><Relationship Id="rId4" Type="http://schemas.openxmlformats.org/officeDocument/2006/relationships/chart" Target="../charts/chart189.xml"/><Relationship Id="rId5" Type="http://schemas.openxmlformats.org/officeDocument/2006/relationships/chart" Target="../charts/chart190.xml"/><Relationship Id="rId6" Type="http://schemas.openxmlformats.org/officeDocument/2006/relationships/chart" Target="../charts/chart191.xml"/><Relationship Id="rId7" Type="http://schemas.openxmlformats.org/officeDocument/2006/relationships/chart" Target="../charts/chart192.xml"/><Relationship Id="rId8" Type="http://schemas.openxmlformats.org/officeDocument/2006/relationships/chart" Target="../charts/chart193.xml"/><Relationship Id="rId9" Type="http://schemas.openxmlformats.org/officeDocument/2006/relationships/chart" Target="../charts/chart194.xml"/><Relationship Id="rId10" Type="http://schemas.openxmlformats.org/officeDocument/2006/relationships/chart" Target="../charts/chart195.xml"/><Relationship Id="rId11" Type="http://schemas.openxmlformats.org/officeDocument/2006/relationships/chart" Target="../charts/chart196.xml"/><Relationship Id="rId1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chart" Target="../charts/chart198.xml"/><Relationship Id="rId4" Type="http://schemas.openxmlformats.org/officeDocument/2006/relationships/chart" Target="../charts/chart199.xml"/><Relationship Id="rId5" Type="http://schemas.openxmlformats.org/officeDocument/2006/relationships/chart" Target="../charts/chart200.xml"/><Relationship Id="rId6" Type="http://schemas.openxmlformats.org/officeDocument/2006/relationships/chart" Target="../charts/chart201.xml"/><Relationship Id="rId7" Type="http://schemas.openxmlformats.org/officeDocument/2006/relationships/chart" Target="../charts/chart202.xml"/><Relationship Id="rId8" Type="http://schemas.openxmlformats.org/officeDocument/2006/relationships/chart" Target="../charts/chart203.xml"/><Relationship Id="rId9" Type="http://schemas.openxmlformats.org/officeDocument/2006/relationships/chart" Target="../charts/chart204.xml"/><Relationship Id="rId10" Type="http://schemas.openxmlformats.org/officeDocument/2006/relationships/chart" Target="../charts/chart205.xml"/><Relationship Id="rId11" Type="http://schemas.openxmlformats.org/officeDocument/2006/relationships/chart" Target="../charts/chart206.xml"/><Relationship Id="rId1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7.xml"/><Relationship Id="rId3" Type="http://schemas.openxmlformats.org/officeDocument/2006/relationships/chart" Target="../charts/chart208.xml"/><Relationship Id="rId4" Type="http://schemas.openxmlformats.org/officeDocument/2006/relationships/chart" Target="../charts/chart209.xml"/><Relationship Id="rId5" Type="http://schemas.openxmlformats.org/officeDocument/2006/relationships/chart" Target="../charts/chart210.xml"/><Relationship Id="rId6" Type="http://schemas.openxmlformats.org/officeDocument/2006/relationships/chart" Target="../charts/chart211.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2.xml"/><Relationship Id="rId3" Type="http://schemas.openxmlformats.org/officeDocument/2006/relationships/chart" Target="../charts/chart213.xml"/><Relationship Id="rId4" Type="http://schemas.openxmlformats.org/officeDocument/2006/relationships/chart" Target="../charts/chart214.xml"/><Relationship Id="rId5" Type="http://schemas.openxmlformats.org/officeDocument/2006/relationships/chart" Target="../charts/chart215.xml"/><Relationship Id="rId6" Type="http://schemas.openxmlformats.org/officeDocument/2006/relationships/chart" Target="../charts/chart216.xml"/><Relationship Id="rId7"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7.xml"/><Relationship Id="rId3" Type="http://schemas.openxmlformats.org/officeDocument/2006/relationships/chart" Target="../charts/chart218.xml"/><Relationship Id="rId4" Type="http://schemas.openxmlformats.org/officeDocument/2006/relationships/chart" Target="../charts/chart219.xml"/><Relationship Id="rId5" Type="http://schemas.openxmlformats.org/officeDocument/2006/relationships/chart" Target="../charts/chart220.xml"/><Relationship Id="rId6" Type="http://schemas.openxmlformats.org/officeDocument/2006/relationships/chart" Target="../charts/chart221.xml"/><Relationship Id="rId7"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2.xml"/><Relationship Id="rId3" Type="http://schemas.openxmlformats.org/officeDocument/2006/relationships/chart" Target="../charts/chart223.xml"/><Relationship Id="rId4" Type="http://schemas.openxmlformats.org/officeDocument/2006/relationships/chart" Target="../charts/chart224.xml"/><Relationship Id="rId5" Type="http://schemas.openxmlformats.org/officeDocument/2006/relationships/chart" Target="../charts/chart225.xml"/><Relationship Id="rId6" Type="http://schemas.openxmlformats.org/officeDocument/2006/relationships/chart" Target="../charts/chart226.xml"/><Relationship Id="rId7"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7.xml"/><Relationship Id="rId3" Type="http://schemas.openxmlformats.org/officeDocument/2006/relationships/chart" Target="../charts/chart228.xml"/><Relationship Id="rId4" Type="http://schemas.openxmlformats.org/officeDocument/2006/relationships/chart" Target="../charts/chart229.xml"/><Relationship Id="rId5" Type="http://schemas.openxmlformats.org/officeDocument/2006/relationships/chart" Target="../charts/chart230.xml"/><Relationship Id="rId6" Type="http://schemas.openxmlformats.org/officeDocument/2006/relationships/chart" Target="../charts/chart231.xml"/><Relationship Id="rId7"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2.xml"/><Relationship Id="rId3" Type="http://schemas.openxmlformats.org/officeDocument/2006/relationships/chart" Target="../charts/chart233.xml"/><Relationship Id="rId4" Type="http://schemas.openxmlformats.org/officeDocument/2006/relationships/chart" Target="../charts/chart234.xml"/><Relationship Id="rId5" Type="http://schemas.openxmlformats.org/officeDocument/2006/relationships/chart" Target="../charts/chart235.xml"/><Relationship Id="rId6" Type="http://schemas.openxmlformats.org/officeDocument/2006/relationships/chart" Target="../charts/chart236.xml"/><Relationship Id="rId7"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7.xml"/><Relationship Id="rId3" Type="http://schemas.openxmlformats.org/officeDocument/2006/relationships/chart" Target="../charts/chart238.xml"/><Relationship Id="rId4" Type="http://schemas.openxmlformats.org/officeDocument/2006/relationships/chart" Target="../charts/chart239.xml"/><Relationship Id="rId5" Type="http://schemas.openxmlformats.org/officeDocument/2006/relationships/chart" Target="../charts/chart240.xml"/><Relationship Id="rId6" Type="http://schemas.openxmlformats.org/officeDocument/2006/relationships/chart" Target="../charts/chart241.xml"/><Relationship Id="rId7"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2.xml"/><Relationship Id="rId3" Type="http://schemas.openxmlformats.org/officeDocument/2006/relationships/chart" Target="../charts/chart243.xml"/><Relationship Id="rId4" Type="http://schemas.openxmlformats.org/officeDocument/2006/relationships/chart" Target="../charts/chart244.xml"/><Relationship Id="rId5" Type="http://schemas.openxmlformats.org/officeDocument/2006/relationships/chart" Target="../charts/chart245.xml"/><Relationship Id="rId6" Type="http://schemas.openxmlformats.org/officeDocument/2006/relationships/chart" Target="../charts/chart246.xml"/><Relationship Id="rId7"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7.xml"/><Relationship Id="rId3" Type="http://schemas.openxmlformats.org/officeDocument/2006/relationships/chart" Target="../charts/chart248.xml"/><Relationship Id="rId4" Type="http://schemas.openxmlformats.org/officeDocument/2006/relationships/chart" Target="../charts/chart249.xml"/><Relationship Id="rId5" Type="http://schemas.openxmlformats.org/officeDocument/2006/relationships/chart" Target="../charts/chart250.xml"/><Relationship Id="rId6" Type="http://schemas.openxmlformats.org/officeDocument/2006/relationships/chart" Target="../charts/chart251.xml"/><Relationship Id="rId7"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MPI and video, then alignment, balance, brake fluid and fuel.</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Pay type and internal, maintenance and repair mix.</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Internal rate &amp; margin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Call lapsed, inactive and sold-not-serviced customers; lists in the VizAuto retention app</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3.99</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 Ask Mazda, Hyundai Prescott and LR LV what they started this year.</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$222.12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$167.64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$143.89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$184.36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$149.23</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$266.32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$221.78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$210.50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$138.48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$244.12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+$16.78</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$141.89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+$13.62</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$225.50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+$8.78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$147.93</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+$8.53</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+$8.17</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 Ask Audi Reno, VW St George and Volvo what they started this year.</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 more labor and more parts come with it: parts per RO rose $9 to $238 alongside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$928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 Ask Audi Reno, LR Reno and Mazda what they started this year.</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the Roundtable target is 78% to 80%.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47.2%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61.5%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52.5%</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51.5%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Mazda, VW Henderson and Acura what changed. Ask LR Reno, Hyundai Prescott and Toyota Henderson what got in the way. Ask Lexus, Acura and Chevy GMC Bullhead what they started this year.</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$158.44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$205.15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$167.46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$207.05</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+$39.59</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$138.70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$165.81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+$27.12</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$134.46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+$20.81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$114.97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$166.97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−$60.43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$141.76</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−$40.91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$119.81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$87.21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−$32.60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$172.28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−$20.75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$139.36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$176.79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$233.00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+$56.21</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$182.97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+$48.61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+$25.85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$119.28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Kia LV, Mazda and Nissan what got in the way. Ask Hyundai St George, Acura and Audi Reno what they started this year.</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9" name="Shape 67"/>
          <p:cNvSpPr/>
          <p:nvPr/>
        </p:nvSpPr>
        <p:spPr>
          <a:xfrm>
            <a:off x="457200" y="6126480"/>
            <a:ext cx="11274552" cy="569976"/>
          </a:xfrm>
          <a:prstGeom prst="rect">
            <a:avLst/>
          </a:prstGeom>
          <a:solidFill>
            <a:srgbClr val="EDF4FA"/>
          </a:solidFill>
          <a:ln/>
        </p:spPr>
      </p:sp>
      <p:sp>
        <p:nvSpPr>
          <p:cNvPr id="70" name="Text 68"/>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69" name="Shape 67"/>
          <p:cNvSpPr/>
          <p:nvPr/>
        </p:nvSpPr>
        <p:spPr>
          <a:xfrm>
            <a:off x="457200" y="6126480"/>
            <a:ext cx="11274552" cy="554736"/>
          </a:xfrm>
          <a:prstGeom prst="rect">
            <a:avLst/>
          </a:prstGeom>
          <a:solidFill>
            <a:srgbClr val="EDF4FA"/>
          </a:solidFill>
          <a:ln/>
        </p:spPr>
      </p:sp>
      <p:sp>
        <p:nvSpPr>
          <p:cNvPr id="70" name="Text 68"/>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2587C5"/>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2587C5"/>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2587C5"/>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2587C5"/>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2587C5"/>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2587C5"/>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2587C5"/>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2587C5"/>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2587C5"/>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2587C5"/>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2587C5"/>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2587C5"/>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2587C5"/>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2587C5"/>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2587C5"/>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2587C5"/>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2587C5"/>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2587C5"/>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2587C5"/>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DF4FA"/>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 Ask Nissan, LR Henderson and Honda Flagstaff what they started this year.</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2,263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11,211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2,545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1,365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13,040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1,997</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+98.3%</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+83.0%</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214</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 Ask LR Reno, LR LV and LR Henderson what they started this year.</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+24.7%</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−7.1%</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−9.0%</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(3 of 6). Most bottom-three: Audi Reno and VW St George (3 of 6).</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VW St George (3 of 6). Most bottom-three: Honda Henderson (4 of 6).</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2026-10-23T18:19:25Z</dcterms:created>
  <dcterms:modified xsi:type="dcterms:W3CDTF">2026-10-23T18:19:25Z</dcterms:modified>
</cp:coreProperties>
</file>