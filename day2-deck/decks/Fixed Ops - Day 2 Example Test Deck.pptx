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The value of the unknown</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work a complete multi-point inspection finds is worth far more than the maintenance the car is due for. Turn a car away, or miss the time the customer wants, and we lose all of it.</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