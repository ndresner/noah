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Photo completion % (optional measure),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chart" Target="../charts/chart213.xml"/><Relationship Id="rId9" Type="http://schemas.openxmlformats.org/officeDocument/2006/relationships/chart" Target="../charts/chart214.xml"/><Relationship Id="rId10" Type="http://schemas.openxmlformats.org/officeDocument/2006/relationships/chart" Target="../charts/chart215.xml"/><Relationship Id="rId11" Type="http://schemas.openxmlformats.org/officeDocument/2006/relationships/chart" Target="../charts/chart21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chart" Target="../charts/chart222.xml"/><Relationship Id="rId8" Type="http://schemas.openxmlformats.org/officeDocument/2006/relationships/chart" Target="../charts/chart223.xml"/><Relationship Id="rId9" Type="http://schemas.openxmlformats.org/officeDocument/2006/relationships/chart" Target="../charts/chart224.xml"/><Relationship Id="rId10" Type="http://schemas.openxmlformats.org/officeDocument/2006/relationships/chart" Target="../charts/chart225.xml"/><Relationship Id="rId11" Type="http://schemas.openxmlformats.org/officeDocument/2006/relationships/chart" Target="../charts/chart22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chart" Target="../charts/chart232.xml"/><Relationship Id="rId8" Type="http://schemas.openxmlformats.org/officeDocument/2006/relationships/chart" Target="../charts/chart233.xml"/><Relationship Id="rId9" Type="http://schemas.openxmlformats.org/officeDocument/2006/relationships/chart" Target="../charts/chart234.xml"/><Relationship Id="rId10" Type="http://schemas.openxmlformats.org/officeDocument/2006/relationships/chart" Target="../charts/chart235.xml"/><Relationship Id="rId11" Type="http://schemas.openxmlformats.org/officeDocument/2006/relationships/chart" Target="../charts/chart236.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chart" Target="../charts/chart242.xml"/><Relationship Id="rId8" Type="http://schemas.openxmlformats.org/officeDocument/2006/relationships/chart" Target="../charts/chart243.xml"/><Relationship Id="rId9" Type="http://schemas.openxmlformats.org/officeDocument/2006/relationships/chart" Target="../charts/chart244.xml"/><Relationship Id="rId10" Type="http://schemas.openxmlformats.org/officeDocument/2006/relationships/chart" Target="../charts/chart245.xml"/><Relationship Id="rId11" Type="http://schemas.openxmlformats.org/officeDocument/2006/relationships/chart" Target="../charts/chart246.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chart" Target="../charts/chart255.xml"/><Relationship Id="rId11" Type="http://schemas.openxmlformats.org/officeDocument/2006/relationships/chart" Target="../charts/chart256.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7.xml"/><Relationship Id="rId3" Type="http://schemas.openxmlformats.org/officeDocument/2006/relationships/chart" Target="../charts/chart258.xml"/><Relationship Id="rId4" Type="http://schemas.openxmlformats.org/officeDocument/2006/relationships/chart" Target="../charts/chart259.xml"/><Relationship Id="rId5" Type="http://schemas.openxmlformats.org/officeDocument/2006/relationships/chart" Target="../charts/chart260.xml"/><Relationship Id="rId6" Type="http://schemas.openxmlformats.org/officeDocument/2006/relationships/chart" Target="../charts/chart261.xml"/><Relationship Id="rId7" Type="http://schemas.openxmlformats.org/officeDocument/2006/relationships/chart" Target="../charts/chart262.xml"/><Relationship Id="rId8" Type="http://schemas.openxmlformats.org/officeDocument/2006/relationships/chart" Target="../charts/chart263.xml"/><Relationship Id="rId9" Type="http://schemas.openxmlformats.org/officeDocument/2006/relationships/chart" Target="../charts/chart264.xml"/><Relationship Id="rId10" Type="http://schemas.openxmlformats.org/officeDocument/2006/relationships/chart" Target="../charts/chart265.xml"/><Relationship Id="rId11" Type="http://schemas.openxmlformats.org/officeDocument/2006/relationships/chart" Target="../charts/chart266.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2026-10-22T18:43:52Z</dcterms:created>
  <dcterms:modified xsi:type="dcterms:W3CDTF">2026-10-22T18:43:52Z</dcterms:modified>
</cp:coreProperties>
</file>