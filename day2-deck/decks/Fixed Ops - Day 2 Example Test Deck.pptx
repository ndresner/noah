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64.xml" ContentType="application/vnd.openxmlformats-officedocument.drawingml.chart+xml"/>
  <Override PartName="/ppt/charts/chart265.xml" ContentType="application/vnd.openxmlformats-officedocument.drawingml.chart+xml"/>
  <Override PartName="/ppt/charts/chart266.xml" ContentType="application/vnd.openxmlformats-officedocument.drawingml.chart+xml"/>
  <Override PartName="/ppt/charts/chart267.xml" ContentType="application/vnd.openxmlformats-officedocument.drawingml.chart+xml"/>
  <Override PartName="/ppt/charts/chart268.xml" ContentType="application/vnd.openxmlformats-officedocument.drawingml.chart+xml"/>
  <Override PartName="/ppt/charts/chart269.xml" ContentType="application/vnd.openxmlformats-officedocument.drawingml.chart+xml"/>
  <Override PartName="/ppt/charts/chart27.xml" ContentType="application/vnd.openxmlformats-officedocument.drawingml.chart+xml"/>
  <Override PartName="/ppt/charts/chart270.xml" ContentType="application/vnd.openxmlformats-officedocument.drawingml.chart+xml"/>
  <Override PartName="/ppt/charts/chart271.xml" ContentType="application/vnd.openxmlformats-officedocument.drawingml.chart+xml"/>
  <Override PartName="/ppt/charts/chart272.xml" ContentType="application/vnd.openxmlformats-officedocument.drawingml.chart+xml"/>
  <Override PartName="/ppt/charts/chart273.xml" ContentType="application/vnd.openxmlformats-officedocument.drawingml.chart+xml"/>
  <Override PartName="/ppt/charts/chart274.xml" ContentType="application/vnd.openxmlformats-officedocument.drawingml.chart+xml"/>
  <Override PartName="/ppt/charts/chart275.xml" ContentType="application/vnd.openxmlformats-officedocument.drawingml.chart+xml"/>
  <Override PartName="/ppt/charts/chart276.xml" ContentType="application/vnd.openxmlformats-officedocument.drawingml.chart+xml"/>
  <Override PartName="/ppt/charts/chart277.xml" ContentType="application/vnd.openxmlformats-officedocument.drawingml.chart+xml"/>
  <Override PartName="/ppt/charts/chart278.xml" ContentType="application/vnd.openxmlformats-officedocument.drawingml.chart+xml"/>
  <Override PartName="/ppt/charts/chart279.xml" ContentType="application/vnd.openxmlformats-officedocument.drawingml.chart+xml"/>
  <Override PartName="/ppt/charts/chart28.xml" ContentType="application/vnd.openxmlformats-officedocument.drawingml.chart+xml"/>
  <Override PartName="/ppt/charts/chart280.xml" ContentType="application/vnd.openxmlformats-officedocument.drawingml.chart+xml"/>
  <Override PartName="/ppt/charts/chart281.xml" ContentType="application/vnd.openxmlformats-officedocument.drawingml.chart+xml"/>
  <Override PartName="/ppt/charts/chart282.xml" ContentType="application/vnd.openxmlformats-officedocument.drawingml.chart+xml"/>
  <Override PartName="/ppt/charts/chart283.xml" ContentType="application/vnd.openxmlformats-officedocument.drawingml.chart+xml"/>
  <Override PartName="/ppt/charts/chart284.xml" ContentType="application/vnd.openxmlformats-officedocument.drawingml.chart+xml"/>
  <Override PartName="/ppt/charts/chart285.xml" ContentType="application/vnd.openxmlformats-officedocument.drawingml.chart+xml"/>
  <Override PartName="/ppt/charts/chart286.xml" ContentType="application/vnd.openxmlformats-officedocument.drawingml.chart+xml"/>
  <Override PartName="/ppt/charts/chart287.xml" ContentType="application/vnd.openxmlformats-officedocument.drawingml.chart+xml"/>
  <Override PartName="/ppt/charts/chart288.xml" ContentType="application/vnd.openxmlformats-officedocument.drawingml.chart+xml"/>
  <Override PartName="/ppt/charts/chart289.xml" ContentType="application/vnd.openxmlformats-officedocument.drawingml.chart+xml"/>
  <Override PartName="/ppt/charts/chart29.xml" ContentType="application/vnd.openxmlformats-officedocument.drawingml.chart+xml"/>
  <Override PartName="/ppt/charts/chart290.xml" ContentType="application/vnd.openxmlformats-officedocument.drawingml.chart+xml"/>
  <Override PartName="/ppt/charts/chart291.xml" ContentType="application/vnd.openxmlformats-officedocument.drawingml.chart+xml"/>
  <Override PartName="/ppt/charts/chart292.xml" ContentType="application/vnd.openxmlformats-officedocument.drawingml.chart+xml"/>
  <Override PartName="/ppt/charts/chart293.xml" ContentType="application/vnd.openxmlformats-officedocument.drawingml.chart+xml"/>
  <Override PartName="/ppt/charts/chart294.xml" ContentType="application/vnd.openxmlformats-officedocument.drawingml.chart+xml"/>
  <Override PartName="/ppt/charts/chart295.xml" ContentType="application/vnd.openxmlformats-officedocument.drawingml.chart+xml"/>
  <Override PartName="/ppt/charts/chart296.xml" ContentType="application/vnd.openxmlformats-officedocument.drawingml.chart+xml"/>
  <Override PartName="/ppt/charts/chart297.xml" ContentType="application/vnd.openxmlformats-officedocument.drawingml.chart+xml"/>
  <Override PartName="/ppt/charts/chart298.xml" ContentType="application/vnd.openxmlformats-officedocument.drawingml.chart+xml"/>
  <Override PartName="/ppt/charts/chart29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00.xml" ContentType="application/vnd.openxmlformats-officedocument.drawingml.chart+xml"/>
  <Override PartName="/ppt/charts/chart301.xml" ContentType="application/vnd.openxmlformats-officedocument.drawingml.chart+xml"/>
  <Override PartName="/ppt/charts/chart302.xml" ContentType="application/vnd.openxmlformats-officedocument.drawingml.chart+xml"/>
  <Override PartName="/ppt/charts/chart303.xml" ContentType="application/vnd.openxmlformats-officedocument.drawingml.chart+xml"/>
  <Override PartName="/ppt/charts/chart304.xml" ContentType="application/vnd.openxmlformats-officedocument.drawingml.chart+xml"/>
  <Override PartName="/ppt/charts/chart305.xml" ContentType="application/vnd.openxmlformats-officedocument.drawingml.chart+xml"/>
  <Override PartName="/ppt/charts/chart306.xml" ContentType="application/vnd.openxmlformats-officedocument.drawingml.chart+xml"/>
  <Override PartName="/ppt/charts/chart307.xml" ContentType="application/vnd.openxmlformats-officedocument.drawingml.chart+xml"/>
  <Override PartName="/ppt/charts/chart308.xml" ContentType="application/vnd.openxmlformats-officedocument.drawingml.chart+xml"/>
  <Override PartName="/ppt/charts/chart309.xml" ContentType="application/vnd.openxmlformats-officedocument.drawingml.chart+xml"/>
  <Override PartName="/ppt/charts/chart31.xml" ContentType="application/vnd.openxmlformats-officedocument.drawingml.chart+xml"/>
  <Override PartName="/ppt/charts/chart310.xml" ContentType="application/vnd.openxmlformats-officedocument.drawingml.chart+xml"/>
  <Override PartName="/ppt/charts/chart311.xml" ContentType="application/vnd.openxmlformats-officedocument.drawingml.chart+xml"/>
  <Override PartName="/ppt/charts/chart312.xml" ContentType="application/vnd.openxmlformats-officedocument.drawingml.chart+xml"/>
  <Override PartName="/ppt/charts/chart313.xml" ContentType="application/vnd.openxmlformats-officedocument.drawingml.chart+xml"/>
  <Override PartName="/ppt/charts/chart314.xml" ContentType="application/vnd.openxmlformats-officedocument.drawingml.chart+xml"/>
  <Override PartName="/ppt/charts/chart315.xml" ContentType="application/vnd.openxmlformats-officedocument.drawingml.chart+xml"/>
  <Override PartName="/ppt/charts/chart316.xml" ContentType="application/vnd.openxmlformats-officedocument.drawingml.chart+xml"/>
  <Override PartName="/ppt/charts/chart317.xml" ContentType="application/vnd.openxmlformats-officedocument.drawingml.chart+xml"/>
  <Override PartName="/ppt/charts/chart318.xml" ContentType="application/vnd.openxmlformats-officedocument.drawingml.chart+xml"/>
  <Override PartName="/ppt/charts/chart319.xml" ContentType="application/vnd.openxmlformats-officedocument.drawingml.chart+xml"/>
  <Override PartName="/ppt/charts/chart32.xml" ContentType="application/vnd.openxmlformats-officedocument.drawingml.chart+xml"/>
  <Override PartName="/ppt/charts/chart320.xml" ContentType="application/vnd.openxmlformats-officedocument.drawingml.chart+xml"/>
  <Override PartName="/ppt/charts/chart321.xml" ContentType="application/vnd.openxmlformats-officedocument.drawingml.chart+xml"/>
  <Override PartName="/ppt/charts/chart322.xml" ContentType="application/vnd.openxmlformats-officedocument.drawingml.chart+xml"/>
  <Override PartName="/ppt/charts/chart323.xml" ContentType="application/vnd.openxmlformats-officedocument.drawingml.chart+xml"/>
  <Override PartName="/ppt/charts/chart324.xml" ContentType="application/vnd.openxmlformats-officedocument.drawingml.chart+xml"/>
  <Override PartName="/ppt/charts/chart325.xml" ContentType="application/vnd.openxmlformats-officedocument.drawingml.chart+xml"/>
  <Override PartName="/ppt/charts/chart326.xml" ContentType="application/vnd.openxmlformats-officedocument.drawingml.chart+xml"/>
  <Override PartName="/ppt/charts/chart327.xml" ContentType="application/vnd.openxmlformats-officedocument.drawingml.chart+xml"/>
  <Override PartName="/ppt/charts/chart328.xml" ContentType="application/vnd.openxmlformats-officedocument.drawingml.chart+xml"/>
  <Override PartName="/ppt/charts/chart329.xml" ContentType="application/vnd.openxmlformats-officedocument.drawingml.chart+xml"/>
  <Override PartName="/ppt/charts/chart33.xml" ContentType="application/vnd.openxmlformats-officedocument.drawingml.chart+xml"/>
  <Override PartName="/ppt/charts/chart330.xml" ContentType="application/vnd.openxmlformats-officedocument.drawingml.chart+xml"/>
  <Override PartName="/ppt/charts/chart331.xml" ContentType="application/vnd.openxmlformats-officedocument.drawingml.chart+xml"/>
  <Override PartName="/ppt/charts/chart332.xml" ContentType="application/vnd.openxmlformats-officedocument.drawingml.chart+xml"/>
  <Override PartName="/ppt/charts/chart333.xml" ContentType="application/vnd.openxmlformats-officedocument.drawingml.chart+xml"/>
  <Override PartName="/ppt/charts/chart334.xml" ContentType="application/vnd.openxmlformats-officedocument.drawingml.chart+xml"/>
  <Override PartName="/ppt/charts/chart335.xml" ContentType="application/vnd.openxmlformats-officedocument.drawingml.chart+xml"/>
  <Override PartName="/ppt/charts/chart336.xml" ContentType="application/vnd.openxmlformats-officedocument.drawingml.chart+xml"/>
  <Override PartName="/ppt/charts/chart337.xml" ContentType="application/vnd.openxmlformats-officedocument.drawingml.chart+xml"/>
  <Override PartName="/ppt/charts/chart338.xml" ContentType="application/vnd.openxmlformats-officedocument.drawingml.chart+xml"/>
  <Override PartName="/ppt/charts/chart339.xml" ContentType="application/vnd.openxmlformats-officedocument.drawingml.chart+xml"/>
  <Override PartName="/ppt/charts/chart34.xml" ContentType="application/vnd.openxmlformats-officedocument.drawingml.chart+xml"/>
  <Override PartName="/ppt/charts/chart340.xml" ContentType="application/vnd.openxmlformats-officedocument.drawingml.chart+xml"/>
  <Override PartName="/ppt/charts/chart341.xml" ContentType="application/vnd.openxmlformats-officedocument.drawingml.chart+xml"/>
  <Override PartName="/ppt/charts/chart342.xml" ContentType="application/vnd.openxmlformats-officedocument.drawingml.chart+xml"/>
  <Override PartName="/ppt/charts/chart343.xml" ContentType="application/vnd.openxmlformats-officedocument.drawingml.chart+xml"/>
  <Override PartName="/ppt/charts/chart344.xml" ContentType="application/vnd.openxmlformats-officedocument.drawingml.chart+xml"/>
  <Override PartName="/ppt/charts/chart345.xml" ContentType="application/vnd.openxmlformats-officedocument.drawingml.chart+xml"/>
  <Override PartName="/ppt/charts/chart346.xml" ContentType="application/vnd.openxmlformats-officedocument.drawingml.chart+xml"/>
  <Override PartName="/ppt/charts/chart347.xml" ContentType="application/vnd.openxmlformats-officedocument.drawingml.chart+xml"/>
  <Override PartName="/ppt/charts/chart348.xml" ContentType="application/vnd.openxmlformats-officedocument.drawingml.chart+xml"/>
  <Override PartName="/ppt/charts/chart349.xml" ContentType="application/vnd.openxmlformats-officedocument.drawingml.chart+xml"/>
  <Override PartName="/ppt/charts/chart35.xml" ContentType="application/vnd.openxmlformats-officedocument.drawingml.chart+xml"/>
  <Override PartName="/ppt/charts/chart350.xml" ContentType="application/vnd.openxmlformats-officedocument.drawingml.chart+xml"/>
  <Override PartName="/ppt/charts/chart351.xml" ContentType="application/vnd.openxmlformats-officedocument.drawingml.chart+xml"/>
  <Override PartName="/ppt/charts/chart352.xml" ContentType="application/vnd.openxmlformats-officedocument.drawingml.chart+xml"/>
  <Override PartName="/ppt/charts/chart353.xml" ContentType="application/vnd.openxmlformats-officedocument.drawingml.chart+xml"/>
  <Override PartName="/ppt/charts/chart354.xml" ContentType="application/vnd.openxmlformats-officedocument.drawingml.chart+xml"/>
  <Override PartName="/ppt/charts/chart355.xml" ContentType="application/vnd.openxmlformats-officedocument.drawingml.chart+xml"/>
  <Override PartName="/ppt/charts/chart356.xml" ContentType="application/vnd.openxmlformats-officedocument.drawingml.chart+xml"/>
  <Override PartName="/ppt/charts/chart357.xml" ContentType="application/vnd.openxmlformats-officedocument.drawingml.chart+xml"/>
  <Override PartName="/ppt/charts/chart358.xml" ContentType="application/vnd.openxmlformats-officedocument.drawingml.chart+xml"/>
  <Override PartName="/ppt/charts/chart359.xml" ContentType="application/vnd.openxmlformats-officedocument.drawingml.chart+xml"/>
  <Override PartName="/ppt/charts/chart36.xml" ContentType="application/vnd.openxmlformats-officedocument.drawingml.chart+xml"/>
  <Override PartName="/ppt/charts/chart360.xml" ContentType="application/vnd.openxmlformats-officedocument.drawingml.chart+xml"/>
  <Override PartName="/ppt/charts/chart361.xml" ContentType="application/vnd.openxmlformats-officedocument.drawingml.chart+xml"/>
  <Override PartName="/ppt/charts/chart362.xml" ContentType="application/vnd.openxmlformats-officedocument.drawingml.chart+xml"/>
  <Override PartName="/ppt/charts/chart363.xml" ContentType="application/vnd.openxmlformats-officedocument.drawingml.chart+xml"/>
  <Override PartName="/ppt/charts/chart364.xml" ContentType="application/vnd.openxmlformats-officedocument.drawingml.chart+xml"/>
  <Override PartName="/ppt/charts/chart365.xml" ContentType="application/vnd.openxmlformats-officedocument.drawingml.chart+xml"/>
  <Override PartName="/ppt/charts/chart366.xml" ContentType="application/vnd.openxmlformats-officedocument.drawingml.chart+xml"/>
  <Override PartName="/ppt/charts/chart367.xml" ContentType="application/vnd.openxmlformats-officedocument.drawingml.chart+xml"/>
  <Override PartName="/ppt/charts/chart368.xml" ContentType="application/vnd.openxmlformats-officedocument.drawingml.chart+xml"/>
  <Override PartName="/ppt/charts/chart369.xml" ContentType="application/vnd.openxmlformats-officedocument.drawingml.chart+xml"/>
  <Override PartName="/ppt/charts/chart37.xml" ContentType="application/vnd.openxmlformats-officedocument.drawingml.chart+xml"/>
  <Override PartName="/ppt/charts/chart370.xml" ContentType="application/vnd.openxmlformats-officedocument.drawingml.chart+xml"/>
  <Override PartName="/ppt/charts/chart371.xml" ContentType="application/vnd.openxmlformats-officedocument.drawingml.chart+xml"/>
  <Override PartName="/ppt/charts/chart372.xml" ContentType="application/vnd.openxmlformats-officedocument.drawingml.chart+xml"/>
  <Override PartName="/ppt/charts/chart373.xml" ContentType="application/vnd.openxmlformats-officedocument.drawingml.chart+xml"/>
  <Override PartName="/ppt/charts/chart374.xml" ContentType="application/vnd.openxmlformats-officedocument.drawingml.chart+xml"/>
  <Override PartName="/ppt/charts/chart375.xml" ContentType="application/vnd.openxmlformats-officedocument.drawingml.chart+xml"/>
  <Override PartName="/ppt/charts/chart376.xml" ContentType="application/vnd.openxmlformats-officedocument.drawingml.chart+xml"/>
  <Override PartName="/ppt/charts/chart377.xml" ContentType="application/vnd.openxmlformats-officedocument.drawingml.chart+xml"/>
  <Override PartName="/ppt/charts/chart378.xml" ContentType="application/vnd.openxmlformats-officedocument.drawingml.chart+xml"/>
  <Override PartName="/ppt/charts/chart379.xml" ContentType="application/vnd.openxmlformats-officedocument.drawingml.chart+xml"/>
  <Override PartName="/ppt/charts/chart38.xml" ContentType="application/vnd.openxmlformats-officedocument.drawingml.chart+xml"/>
  <Override PartName="/ppt/charts/chart380.xml" ContentType="application/vnd.openxmlformats-officedocument.drawingml.chart+xml"/>
  <Override PartName="/ppt/charts/chart381.xml" ContentType="application/vnd.openxmlformats-officedocument.drawingml.chart+xml"/>
  <Override PartName="/ppt/charts/chart382.xml" ContentType="application/vnd.openxmlformats-officedocument.drawingml.chart+xml"/>
  <Override PartName="/ppt/charts/chart383.xml" ContentType="application/vnd.openxmlformats-officedocument.drawingml.chart+xml"/>
  <Override PartName="/ppt/charts/chart384.xml" ContentType="application/vnd.openxmlformats-officedocument.drawingml.chart+xml"/>
  <Override PartName="/ppt/charts/chart385.xml" ContentType="application/vnd.openxmlformats-officedocument.drawingml.chart+xml"/>
  <Override PartName="/ppt/charts/chart386.xml" ContentType="application/vnd.openxmlformats-officedocument.drawingml.chart+xml"/>
  <Override PartName="/ppt/charts/chart387.xml" ContentType="application/vnd.openxmlformats-officedocument.drawingml.chart+xml"/>
  <Override PartName="/ppt/charts/chart388.xml" ContentType="application/vnd.openxmlformats-officedocument.drawingml.chart+xml"/>
  <Override PartName="/ppt/charts/chart389.xml" ContentType="application/vnd.openxmlformats-officedocument.drawingml.chart+xml"/>
  <Override PartName="/ppt/charts/chart39.xml" ContentType="application/vnd.openxmlformats-officedocument.drawingml.chart+xml"/>
  <Override PartName="/ppt/charts/chart390.xml" ContentType="application/vnd.openxmlformats-officedocument.drawingml.chart+xml"/>
  <Override PartName="/ppt/charts/chart391.xml" ContentType="application/vnd.openxmlformats-officedocument.drawingml.chart+xml"/>
  <Override PartName="/ppt/charts/chart392.xml" ContentType="application/vnd.openxmlformats-officedocument.drawingml.chart+xml"/>
  <Override PartName="/ppt/charts/chart393.xml" ContentType="application/vnd.openxmlformats-officedocument.drawingml.chart+xml"/>
  <Override PartName="/ppt/charts/chart394.xml" ContentType="application/vnd.openxmlformats-officedocument.drawingml.chart+xml"/>
  <Override PartName="/ppt/charts/chart395.xml" ContentType="application/vnd.openxmlformats-officedocument.drawingml.chart+xml"/>
  <Override PartName="/ppt/charts/chart396.xml" ContentType="application/vnd.openxmlformats-officedocument.drawingml.chart+xml"/>
  <Override PartName="/ppt/charts/chart397.xml" ContentType="application/vnd.openxmlformats-officedocument.drawingml.chart+xml"/>
  <Override PartName="/ppt/charts/chart398.xml" ContentType="application/vnd.openxmlformats-officedocument.drawingml.chart+xml"/>
  <Override PartName="/ppt/charts/chart39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00.xml" ContentType="application/vnd.openxmlformats-officedocument.drawingml.chart+xml"/>
  <Override PartName="/ppt/charts/chart401.xml" ContentType="application/vnd.openxmlformats-officedocument.drawingml.chart+xml"/>
  <Override PartName="/ppt/charts/chart402.xml" ContentType="application/vnd.openxmlformats-officedocument.drawingml.chart+xml"/>
  <Override PartName="/ppt/charts/chart403.xml" ContentType="application/vnd.openxmlformats-officedocument.drawingml.chart+xml"/>
  <Override PartName="/ppt/charts/chart404.xml" ContentType="application/vnd.openxmlformats-officedocument.drawingml.chart+xml"/>
  <Override PartName="/ppt/charts/chart405.xml" ContentType="application/vnd.openxmlformats-officedocument.drawingml.chart+xml"/>
  <Override PartName="/ppt/charts/chart406.xml" ContentType="application/vnd.openxmlformats-officedocument.drawingml.chart+xml"/>
  <Override PartName="/ppt/charts/chart407.xml" ContentType="application/vnd.openxmlformats-officedocument.drawingml.chart+xml"/>
  <Override PartName="/ppt/charts/chart408.xml" ContentType="application/vnd.openxmlformats-officedocument.drawingml.chart+xml"/>
  <Override PartName="/ppt/charts/chart409.xml" ContentType="application/vnd.openxmlformats-officedocument.drawingml.chart+xml"/>
  <Override PartName="/ppt/charts/chart41.xml" ContentType="application/vnd.openxmlformats-officedocument.drawingml.chart+xml"/>
  <Override PartName="/ppt/charts/chart410.xml" ContentType="application/vnd.openxmlformats-officedocument.drawingml.chart+xml"/>
  <Override PartName="/ppt/charts/chart411.xml" ContentType="application/vnd.openxmlformats-officedocument.drawingml.chart+xml"/>
  <Override PartName="/ppt/charts/chart412.xml" ContentType="application/vnd.openxmlformats-officedocument.drawingml.chart+xml"/>
  <Override PartName="/ppt/charts/chart413.xml" ContentType="application/vnd.openxmlformats-officedocument.drawingml.chart+xml"/>
  <Override PartName="/ppt/charts/chart414.xml" ContentType="application/vnd.openxmlformats-officedocument.drawingml.chart+xml"/>
  <Override PartName="/ppt/charts/chart415.xml" ContentType="application/vnd.openxmlformats-officedocument.drawingml.chart+xml"/>
  <Override PartName="/ppt/charts/chart416.xml" ContentType="application/vnd.openxmlformats-officedocument.drawingml.chart+xml"/>
  <Override PartName="/ppt/charts/chart417.xml" ContentType="application/vnd.openxmlformats-officedocument.drawingml.chart+xml"/>
  <Override PartName="/ppt/charts/chart418.xml" ContentType="application/vnd.openxmlformats-officedocument.drawingml.chart+xml"/>
  <Override PartName="/ppt/charts/chart419.xml" ContentType="application/vnd.openxmlformats-officedocument.drawingml.chart+xml"/>
  <Override PartName="/ppt/charts/chart42.xml" ContentType="application/vnd.openxmlformats-officedocument.drawingml.chart+xml"/>
  <Override PartName="/ppt/charts/chart420.xml" ContentType="application/vnd.openxmlformats-officedocument.drawingml.chart+xml"/>
  <Override PartName="/ppt/charts/chart421.xml" ContentType="application/vnd.openxmlformats-officedocument.drawingml.chart+xml"/>
  <Override PartName="/ppt/charts/chart422.xml" ContentType="application/vnd.openxmlformats-officedocument.drawingml.chart+xml"/>
  <Override PartName="/ppt/charts/chart423.xml" ContentType="application/vnd.openxmlformats-officedocument.drawingml.chart+xml"/>
  <Override PartName="/ppt/charts/chart424.xml" ContentType="application/vnd.openxmlformats-officedocument.drawingml.chart+xml"/>
  <Override PartName="/ppt/charts/chart425.xml" ContentType="application/vnd.openxmlformats-officedocument.drawingml.chart+xml"/>
  <Override PartName="/ppt/charts/chart426.xml" ContentType="application/vnd.openxmlformats-officedocument.drawingml.chart+xml"/>
  <Override PartName="/ppt/charts/chart427.xml" ContentType="application/vnd.openxmlformats-officedocument.drawingml.chart+xml"/>
  <Override PartName="/ppt/charts/chart428.xml" ContentType="application/vnd.openxmlformats-officedocument.drawingml.chart+xml"/>
  <Override PartName="/ppt/charts/chart429.xml" ContentType="application/vnd.openxmlformats-officedocument.drawingml.chart+xml"/>
  <Override PartName="/ppt/charts/chart43.xml" ContentType="application/vnd.openxmlformats-officedocument.drawingml.chart+xml"/>
  <Override PartName="/ppt/charts/chart430.xml" ContentType="application/vnd.openxmlformats-officedocument.drawingml.chart+xml"/>
  <Override PartName="/ppt/charts/chart431.xml" ContentType="application/vnd.openxmlformats-officedocument.drawingml.chart+xml"/>
  <Override PartName="/ppt/charts/chart432.xml" ContentType="application/vnd.openxmlformats-officedocument.drawingml.chart+xml"/>
  <Override PartName="/ppt/charts/chart433.xml" ContentType="application/vnd.openxmlformats-officedocument.drawingml.chart+xml"/>
  <Override PartName="/ppt/charts/chart434.xml" ContentType="application/vnd.openxmlformats-officedocument.drawingml.chart+xml"/>
  <Override PartName="/ppt/charts/chart435.xml" ContentType="application/vnd.openxmlformats-officedocument.drawingml.chart+xml"/>
  <Override PartName="/ppt/charts/chart436.xml" ContentType="application/vnd.openxmlformats-officedocument.drawingml.chart+xml"/>
  <Override PartName="/ppt/charts/chart437.xml" ContentType="application/vnd.openxmlformats-officedocument.drawingml.chart+xml"/>
  <Override PartName="/ppt/charts/chart438.xml" ContentType="application/vnd.openxmlformats-officedocument.drawingml.chart+xml"/>
  <Override PartName="/ppt/charts/chart439.xml" ContentType="application/vnd.openxmlformats-officedocument.drawingml.chart+xml"/>
  <Override PartName="/ppt/charts/chart44.xml" ContentType="application/vnd.openxmlformats-officedocument.drawingml.chart+xml"/>
  <Override PartName="/ppt/charts/chart440.xml" ContentType="application/vnd.openxmlformats-officedocument.drawingml.chart+xml"/>
  <Override PartName="/ppt/charts/chart441.xml" ContentType="application/vnd.openxmlformats-officedocument.drawingml.chart+xml"/>
  <Override PartName="/ppt/charts/chart442.xml" ContentType="application/vnd.openxmlformats-officedocument.drawingml.chart+xml"/>
  <Override PartName="/ppt/charts/chart443.xml" ContentType="application/vnd.openxmlformats-officedocument.drawingml.chart+xml"/>
  <Override PartName="/ppt/charts/chart444.xml" ContentType="application/vnd.openxmlformats-officedocument.drawingml.chart+xml"/>
  <Override PartName="/ppt/charts/chart445.xml" ContentType="application/vnd.openxmlformats-officedocument.drawingml.chart+xml"/>
  <Override PartName="/ppt/charts/chart446.xml" ContentType="application/vnd.openxmlformats-officedocument.drawingml.chart+xml"/>
  <Override PartName="/ppt/charts/chart447.xml" ContentType="application/vnd.openxmlformats-officedocument.drawingml.chart+xml"/>
  <Override PartName="/ppt/charts/chart448.xml" ContentType="application/vnd.openxmlformats-officedocument.drawingml.chart+xml"/>
  <Override PartName="/ppt/charts/chart449.xml" ContentType="application/vnd.openxmlformats-officedocument.drawingml.chart+xml"/>
  <Override PartName="/ppt/charts/chart45.xml" ContentType="application/vnd.openxmlformats-officedocument.drawingml.chart+xml"/>
  <Override PartName="/ppt/charts/chart450.xml" ContentType="application/vnd.openxmlformats-officedocument.drawingml.chart+xml"/>
  <Override PartName="/ppt/charts/chart451.xml" ContentType="application/vnd.openxmlformats-officedocument.drawingml.chart+xml"/>
  <Override PartName="/ppt/charts/chart452.xml" ContentType="application/vnd.openxmlformats-officedocument.drawingml.chart+xml"/>
  <Override PartName="/ppt/charts/chart453.xml" ContentType="application/vnd.openxmlformats-officedocument.drawingml.chart+xml"/>
  <Override PartName="/ppt/charts/chart454.xml" ContentType="application/vnd.openxmlformats-officedocument.drawingml.chart+xml"/>
  <Override PartName="/ppt/charts/chart455.xml" ContentType="application/vnd.openxmlformats-officedocument.drawingml.chart+xml"/>
  <Override PartName="/ppt/charts/chart456.xml" ContentType="application/vnd.openxmlformats-officedocument.drawingml.chart+xml"/>
  <Override PartName="/ppt/charts/chart457.xml" ContentType="application/vnd.openxmlformats-officedocument.drawingml.chart+xml"/>
  <Override PartName="/ppt/charts/chart458.xml" ContentType="application/vnd.openxmlformats-officedocument.drawingml.chart+xml"/>
  <Override PartName="/ppt/charts/chart459.xml" ContentType="application/vnd.openxmlformats-officedocument.drawingml.chart+xml"/>
  <Override PartName="/ppt/charts/chart46.xml" ContentType="application/vnd.openxmlformats-officedocument.drawingml.chart+xml"/>
  <Override PartName="/ppt/charts/chart460.xml" ContentType="application/vnd.openxmlformats-officedocument.drawingml.chart+xml"/>
  <Override PartName="/ppt/charts/chart461.xml" ContentType="application/vnd.openxmlformats-officedocument.drawingml.chart+xml"/>
  <Override PartName="/ppt/charts/chart462.xml" ContentType="application/vnd.openxmlformats-officedocument.drawingml.chart+xml"/>
  <Override PartName="/ppt/charts/chart463.xml" ContentType="application/vnd.openxmlformats-officedocument.drawingml.chart+xml"/>
  <Override PartName="/ppt/charts/chart464.xml" ContentType="application/vnd.openxmlformats-officedocument.drawingml.chart+xml"/>
  <Override PartName="/ppt/charts/chart465.xml" ContentType="application/vnd.openxmlformats-officedocument.drawingml.chart+xml"/>
  <Override PartName="/ppt/charts/chart466.xml" ContentType="application/vnd.openxmlformats-officedocument.drawingml.chart+xml"/>
  <Override PartName="/ppt/charts/chart467.xml" ContentType="application/vnd.openxmlformats-officedocument.drawingml.chart+xml"/>
  <Override PartName="/ppt/charts/chart468.xml" ContentType="application/vnd.openxmlformats-officedocument.drawingml.chart+xml"/>
  <Override PartName="/ppt/charts/chart469.xml" ContentType="application/vnd.openxmlformats-officedocument.drawingml.chart+xml"/>
  <Override PartName="/ppt/charts/chart47.xml" ContentType="application/vnd.openxmlformats-officedocument.drawingml.chart+xml"/>
  <Override PartName="/ppt/charts/chart470.xml" ContentType="application/vnd.openxmlformats-officedocument.drawingml.chart+xml"/>
  <Override PartName="/ppt/charts/chart471.xml" ContentType="application/vnd.openxmlformats-officedocument.drawingml.chart+xml"/>
  <Override PartName="/ppt/charts/chart472.xml" ContentType="application/vnd.openxmlformats-officedocument.drawingml.chart+xml"/>
  <Override PartName="/ppt/charts/chart473.xml" ContentType="application/vnd.openxmlformats-officedocument.drawingml.chart+xml"/>
  <Override PartName="/ppt/charts/chart474.xml" ContentType="application/vnd.openxmlformats-officedocument.drawingml.chart+xml"/>
  <Override PartName="/ppt/charts/chart475.xml" ContentType="application/vnd.openxmlformats-officedocument.drawingml.chart+xml"/>
  <Override PartName="/ppt/charts/chart476.xml" ContentType="application/vnd.openxmlformats-officedocument.drawingml.chart+xml"/>
  <Override PartName="/ppt/charts/chart477.xml" ContentType="application/vnd.openxmlformats-officedocument.drawingml.chart+xml"/>
  <Override PartName="/ppt/charts/chart478.xml" ContentType="application/vnd.openxmlformats-officedocument.drawingml.chart+xml"/>
  <Override PartName="/ppt/charts/chart479.xml" ContentType="application/vnd.openxmlformats-officedocument.drawingml.chart+xml"/>
  <Override PartName="/ppt/charts/chart48.xml" ContentType="application/vnd.openxmlformats-officedocument.drawingml.chart+xml"/>
  <Override PartName="/ppt/charts/chart480.xml" ContentType="application/vnd.openxmlformats-officedocument.drawingml.chart+xml"/>
  <Override PartName="/ppt/charts/chart481.xml" ContentType="application/vnd.openxmlformats-officedocument.drawingml.chart+xml"/>
  <Override PartName="/ppt/charts/chart482.xml" ContentType="application/vnd.openxmlformats-officedocument.drawingml.chart+xml"/>
  <Override PartName="/ppt/charts/chart483.xml" ContentType="application/vnd.openxmlformats-officedocument.drawingml.chart+xml"/>
  <Override PartName="/ppt/charts/chart484.xml" ContentType="application/vnd.openxmlformats-officedocument.drawingml.chart+xml"/>
  <Override PartName="/ppt/charts/chart485.xml" ContentType="application/vnd.openxmlformats-officedocument.drawingml.chart+xml"/>
  <Override PartName="/ppt/charts/chart486.xml" ContentType="application/vnd.openxmlformats-officedocument.drawingml.chart+xml"/>
  <Override PartName="/ppt/charts/chart487.xml" ContentType="application/vnd.openxmlformats-officedocument.drawingml.chart+xml"/>
  <Override PartName="/ppt/charts/chart488.xml" ContentType="application/vnd.openxmlformats-officedocument.drawingml.chart+xml"/>
  <Override PartName="/ppt/charts/chart489.xml" ContentType="application/vnd.openxmlformats-officedocument.drawingml.chart+xml"/>
  <Override PartName="/ppt/charts/chart49.xml" ContentType="application/vnd.openxmlformats-officedocument.drawingml.chart+xml"/>
  <Override PartName="/ppt/charts/chart490.xml" ContentType="application/vnd.openxmlformats-officedocument.drawingml.chart+xml"/>
  <Override PartName="/ppt/charts/chart491.xml" ContentType="application/vnd.openxmlformats-officedocument.drawingml.chart+xml"/>
  <Override PartName="/ppt/charts/chart492.xml" ContentType="application/vnd.openxmlformats-officedocument.drawingml.chart+xml"/>
  <Override PartName="/ppt/charts/chart493.xml" ContentType="application/vnd.openxmlformats-officedocument.drawingml.chart+xml"/>
  <Override PartName="/ppt/charts/chart494.xml" ContentType="application/vnd.openxmlformats-officedocument.drawingml.chart+xml"/>
  <Override PartName="/ppt/charts/chart495.xml" ContentType="application/vnd.openxmlformats-officedocument.drawingml.chart+xml"/>
  <Override PartName="/ppt/charts/chart496.xml" ContentType="application/vnd.openxmlformats-officedocument.drawingml.chart+xml"/>
  <Override PartName="/ppt/charts/chart497.xml" ContentType="application/vnd.openxmlformats-officedocument.drawingml.chart+xml"/>
  <Override PartName="/ppt/charts/chart498.xml" ContentType="application/vnd.openxmlformats-officedocument.drawingml.chart+xml"/>
  <Override PartName="/ppt/charts/chart49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00.xml" ContentType="application/vnd.openxmlformats-officedocument.drawingml.chart+xml"/>
  <Override PartName="/ppt/charts/chart501.xml" ContentType="application/vnd.openxmlformats-officedocument.drawingml.chart+xml"/>
  <Override PartName="/ppt/charts/chart502.xml" ContentType="application/vnd.openxmlformats-officedocument.drawingml.chart+xml"/>
  <Override PartName="/ppt/charts/chart503.xml" ContentType="application/vnd.openxmlformats-officedocument.drawingml.chart+xml"/>
  <Override PartName="/ppt/charts/chart504.xml" ContentType="application/vnd.openxmlformats-officedocument.drawingml.chart+xml"/>
  <Override PartName="/ppt/charts/chart505.xml" ContentType="application/vnd.openxmlformats-officedocument.drawingml.chart+xml"/>
  <Override PartName="/ppt/charts/chart506.xml" ContentType="application/vnd.openxmlformats-officedocument.drawingml.chart+xml"/>
  <Override PartName="/ppt/charts/chart507.xml" ContentType="application/vnd.openxmlformats-officedocument.drawingml.chart+xml"/>
  <Override PartName="/ppt/charts/chart508.xml" ContentType="application/vnd.openxmlformats-officedocument.drawingml.chart+xml"/>
  <Override PartName="/ppt/charts/chart509.xml" ContentType="application/vnd.openxmlformats-officedocument.drawingml.chart+xml"/>
  <Override PartName="/ppt/charts/chart51.xml" ContentType="application/vnd.openxmlformats-officedocument.drawingml.chart+xml"/>
  <Override PartName="/ppt/charts/chart510.xml" ContentType="application/vnd.openxmlformats-officedocument.drawingml.chart+xml"/>
  <Override PartName="/ppt/charts/chart511.xml" ContentType="application/vnd.openxmlformats-officedocument.drawingml.chart+xml"/>
  <Override PartName="/ppt/charts/chart512.xml" ContentType="application/vnd.openxmlformats-officedocument.drawingml.chart+xml"/>
  <Override PartName="/ppt/charts/chart513.xml" ContentType="application/vnd.openxmlformats-officedocument.drawingml.chart+xml"/>
  <Override PartName="/ppt/charts/chart514.xml" ContentType="application/vnd.openxmlformats-officedocument.drawingml.chart+xml"/>
  <Override PartName="/ppt/charts/chart515.xml" ContentType="application/vnd.openxmlformats-officedocument.drawingml.chart+xml"/>
  <Override PartName="/ppt/charts/chart516.xml" ContentType="application/vnd.openxmlformats-officedocument.drawingml.chart+xml"/>
  <Override PartName="/ppt/charts/chart517.xml" ContentType="application/vnd.openxmlformats-officedocument.drawingml.chart+xml"/>
  <Override PartName="/ppt/charts/chart518.xml" ContentType="application/vnd.openxmlformats-officedocument.drawingml.chart+xml"/>
  <Override PartName="/ppt/charts/chart519.xml" ContentType="application/vnd.openxmlformats-officedocument.drawingml.chart+xml"/>
  <Override PartName="/ppt/charts/chart52.xml" ContentType="application/vnd.openxmlformats-officedocument.drawingml.chart+xml"/>
  <Override PartName="/ppt/charts/chart520.xml" ContentType="application/vnd.openxmlformats-officedocument.drawingml.chart+xml"/>
  <Override PartName="/ppt/charts/chart521.xml" ContentType="application/vnd.openxmlformats-officedocument.drawingml.chart+xml"/>
  <Override PartName="/ppt/charts/chart522.xml" ContentType="application/vnd.openxmlformats-officedocument.drawingml.chart+xml"/>
  <Override PartName="/ppt/charts/chart523.xml" ContentType="application/vnd.openxmlformats-officedocument.drawingml.chart+xml"/>
  <Override PartName="/ppt/charts/chart524.xml" ContentType="application/vnd.openxmlformats-officedocument.drawingml.chart+xml"/>
  <Override PartName="/ppt/charts/chart525.xml" ContentType="application/vnd.openxmlformats-officedocument.drawingml.chart+xml"/>
  <Override PartName="/ppt/charts/chart526.xml" ContentType="application/vnd.openxmlformats-officedocument.drawingml.chart+xml"/>
  <Override PartName="/ppt/charts/chart527.xml" ContentType="application/vnd.openxmlformats-officedocument.drawingml.chart+xml"/>
  <Override PartName="/ppt/charts/chart528.xml" ContentType="application/vnd.openxmlformats-officedocument.drawingml.chart+xml"/>
  <Override PartName="/ppt/charts/chart529.xml" ContentType="application/vnd.openxmlformats-officedocument.drawingml.chart+xml"/>
  <Override PartName="/ppt/charts/chart53.xml" ContentType="application/vnd.openxmlformats-officedocument.drawingml.chart+xml"/>
  <Override PartName="/ppt/charts/chart530.xml" ContentType="application/vnd.openxmlformats-officedocument.drawingml.chart+xml"/>
  <Override PartName="/ppt/charts/chart531.xml" ContentType="application/vnd.openxmlformats-officedocument.drawingml.chart+xml"/>
  <Override PartName="/ppt/charts/chart532.xml" ContentType="application/vnd.openxmlformats-officedocument.drawingml.chart+xml"/>
  <Override PartName="/ppt/charts/chart533.xml" ContentType="application/vnd.openxmlformats-officedocument.drawingml.chart+xml"/>
  <Override PartName="/ppt/charts/chart534.xml" ContentType="application/vnd.openxmlformats-officedocument.drawingml.chart+xml"/>
  <Override PartName="/ppt/charts/chart535.xml" ContentType="application/vnd.openxmlformats-officedocument.drawingml.chart+xml"/>
  <Override PartName="/ppt/charts/chart536.xml" ContentType="application/vnd.openxmlformats-officedocument.drawingml.chart+xml"/>
  <Override PartName="/ppt/charts/chart537.xml" ContentType="application/vnd.openxmlformats-officedocument.drawingml.chart+xml"/>
  <Override PartName="/ppt/charts/chart538.xml" ContentType="application/vnd.openxmlformats-officedocument.drawingml.chart+xml"/>
  <Override PartName="/ppt/charts/chart539.xml" ContentType="application/vnd.openxmlformats-officedocument.drawingml.chart+xml"/>
  <Override PartName="/ppt/charts/chart54.xml" ContentType="application/vnd.openxmlformats-officedocument.drawingml.chart+xml"/>
  <Override PartName="/ppt/charts/chart540.xml" ContentType="application/vnd.openxmlformats-officedocument.drawingml.chart+xml"/>
  <Override PartName="/ppt/charts/chart541.xml" ContentType="application/vnd.openxmlformats-officedocument.drawingml.chart+xml"/>
  <Override PartName="/ppt/charts/chart542.xml" ContentType="application/vnd.openxmlformats-officedocument.drawingml.chart+xml"/>
  <Override PartName="/ppt/charts/chart543.xml" ContentType="application/vnd.openxmlformats-officedocument.drawingml.chart+xml"/>
  <Override PartName="/ppt/charts/chart544.xml" ContentType="application/vnd.openxmlformats-officedocument.drawingml.chart+xml"/>
  <Override PartName="/ppt/charts/chart545.xml" ContentType="application/vnd.openxmlformats-officedocument.drawingml.chart+xml"/>
  <Override PartName="/ppt/charts/chart546.xml" ContentType="application/vnd.openxmlformats-officedocument.drawingml.chart+xml"/>
  <Override PartName="/ppt/charts/chart547.xml" ContentType="application/vnd.openxmlformats-officedocument.drawingml.chart+xml"/>
  <Override PartName="/ppt/charts/chart548.xml" ContentType="application/vnd.openxmlformats-officedocument.drawingml.chart+xml"/>
  <Override PartName="/ppt/charts/chart549.xml" ContentType="application/vnd.openxmlformats-officedocument.drawingml.chart+xml"/>
  <Override PartName="/ppt/charts/chart55.xml" ContentType="application/vnd.openxmlformats-officedocument.drawingml.chart+xml"/>
  <Override PartName="/ppt/charts/chart550.xml" ContentType="application/vnd.openxmlformats-officedocument.drawingml.chart+xml"/>
  <Override PartName="/ppt/charts/chart551.xml" ContentType="application/vnd.openxmlformats-officedocument.drawingml.chart+xml"/>
  <Override PartName="/ppt/charts/chart552.xml" ContentType="application/vnd.openxmlformats-officedocument.drawingml.chart+xml"/>
  <Override PartName="/ppt/charts/chart553.xml" ContentType="application/vnd.openxmlformats-officedocument.drawingml.chart+xml"/>
  <Override PartName="/ppt/charts/chart554.xml" ContentType="application/vnd.openxmlformats-officedocument.drawingml.chart+xml"/>
  <Override PartName="/ppt/charts/chart555.xml" ContentType="application/vnd.openxmlformats-officedocument.drawingml.chart+xml"/>
  <Override PartName="/ppt/charts/chart556.xml" ContentType="application/vnd.openxmlformats-officedocument.drawingml.chart+xml"/>
  <Override PartName="/ppt/charts/chart557.xml" ContentType="application/vnd.openxmlformats-officedocument.drawingml.chart+xml"/>
  <Override PartName="/ppt/charts/chart558.xml" ContentType="application/vnd.openxmlformats-officedocument.drawingml.chart+xml"/>
  <Override PartName="/ppt/charts/chart559.xml" ContentType="application/vnd.openxmlformats-officedocument.drawingml.chart+xml"/>
  <Override PartName="/ppt/charts/chart56.xml" ContentType="application/vnd.openxmlformats-officedocument.drawingml.chart+xml"/>
  <Override PartName="/ppt/charts/chart560.xml" ContentType="application/vnd.openxmlformats-officedocument.drawingml.chart+xml"/>
  <Override PartName="/ppt/charts/chart561.xml" ContentType="application/vnd.openxmlformats-officedocument.drawingml.chart+xml"/>
  <Override PartName="/ppt/charts/chart562.xml" ContentType="application/vnd.openxmlformats-officedocument.drawingml.chart+xml"/>
  <Override PartName="/ppt/charts/chart563.xml" ContentType="application/vnd.openxmlformats-officedocument.drawingml.chart+xml"/>
  <Override PartName="/ppt/charts/chart564.xml" ContentType="application/vnd.openxmlformats-officedocument.drawingml.chart+xml"/>
  <Override PartName="/ppt/charts/chart565.xml" ContentType="application/vnd.openxmlformats-officedocument.drawingml.chart+xml"/>
  <Override PartName="/ppt/charts/chart566.xml" ContentType="application/vnd.openxmlformats-officedocument.drawingml.chart+xml"/>
  <Override PartName="/ppt/charts/chart567.xml" ContentType="application/vnd.openxmlformats-officedocument.drawingml.chart+xml"/>
  <Override PartName="/ppt/charts/chart568.xml" ContentType="application/vnd.openxmlformats-officedocument.drawingml.chart+xml"/>
  <Override PartName="/ppt/charts/chart569.xml" ContentType="application/vnd.openxmlformats-officedocument.drawingml.chart+xml"/>
  <Override PartName="/ppt/charts/chart57.xml" ContentType="application/vnd.openxmlformats-officedocument.drawingml.chart+xml"/>
  <Override PartName="/ppt/charts/chart570.xml" ContentType="application/vnd.openxmlformats-officedocument.drawingml.chart+xml"/>
  <Override PartName="/ppt/charts/chart571.xml" ContentType="application/vnd.openxmlformats-officedocument.drawingml.chart+xml"/>
  <Override PartName="/ppt/charts/chart572.xml" ContentType="application/vnd.openxmlformats-officedocument.drawingml.chart+xml"/>
  <Override PartName="/ppt/charts/chart573.xml" ContentType="application/vnd.openxmlformats-officedocument.drawingml.chart+xml"/>
  <Override PartName="/ppt/charts/chart574.xml" ContentType="application/vnd.openxmlformats-officedocument.drawingml.chart+xml"/>
  <Override PartName="/ppt/charts/chart575.xml" ContentType="application/vnd.openxmlformats-officedocument.drawingml.chart+xml"/>
  <Override PartName="/ppt/charts/chart576.xml" ContentType="application/vnd.openxmlformats-officedocument.drawingml.chart+xml"/>
  <Override PartName="/ppt/charts/chart577.xml" ContentType="application/vnd.openxmlformats-officedocument.drawingml.chart+xml"/>
  <Override PartName="/ppt/charts/chart578.xml" ContentType="application/vnd.openxmlformats-officedocument.drawingml.chart+xml"/>
  <Override PartName="/ppt/charts/chart579.xml" ContentType="application/vnd.openxmlformats-officedocument.drawingml.chart+xml"/>
  <Override PartName="/ppt/charts/chart58.xml" ContentType="application/vnd.openxmlformats-officedocument.drawingml.chart+xml"/>
  <Override PartName="/ppt/charts/chart580.xml" ContentType="application/vnd.openxmlformats-officedocument.drawingml.chart+xml"/>
  <Override PartName="/ppt/charts/chart581.xml" ContentType="application/vnd.openxmlformats-officedocument.drawingml.chart+xml"/>
  <Override PartName="/ppt/charts/chart582.xml" ContentType="application/vnd.openxmlformats-officedocument.drawingml.chart+xml"/>
  <Override PartName="/ppt/charts/chart583.xml" ContentType="application/vnd.openxmlformats-officedocument.drawingml.chart+xml"/>
  <Override PartName="/ppt/charts/chart584.xml" ContentType="application/vnd.openxmlformats-officedocument.drawingml.chart+xml"/>
  <Override PartName="/ppt/charts/chart585.xml" ContentType="application/vnd.openxmlformats-officedocument.drawingml.chart+xml"/>
  <Override PartName="/ppt/charts/chart586.xml" ContentType="application/vnd.openxmlformats-officedocument.drawingml.chart+xml"/>
  <Override PartName="/ppt/charts/chart587.xml" ContentType="application/vnd.openxmlformats-officedocument.drawingml.chart+xml"/>
  <Override PartName="/ppt/charts/chart588.xml" ContentType="application/vnd.openxmlformats-officedocument.drawingml.chart+xml"/>
  <Override PartName="/ppt/charts/chart589.xml" ContentType="application/vnd.openxmlformats-officedocument.drawingml.chart+xml"/>
  <Override PartName="/ppt/charts/chart59.xml" ContentType="application/vnd.openxmlformats-officedocument.drawingml.chart+xml"/>
  <Override PartName="/ppt/charts/chart590.xml" ContentType="application/vnd.openxmlformats-officedocument.drawingml.chart+xml"/>
  <Override PartName="/ppt/charts/chart591.xml" ContentType="application/vnd.openxmlformats-officedocument.drawingml.chart+xml"/>
  <Override PartName="/ppt/charts/chart592.xml" ContentType="application/vnd.openxmlformats-officedocument.drawingml.chart+xml"/>
  <Override PartName="/ppt/charts/chart593.xml" ContentType="application/vnd.openxmlformats-officedocument.drawingml.chart+xml"/>
  <Override PartName="/ppt/charts/chart594.xml" ContentType="application/vnd.openxmlformats-officedocument.drawingml.chart+xml"/>
  <Override PartName="/ppt/charts/chart595.xml" ContentType="application/vnd.openxmlformats-officedocument.drawingml.chart+xml"/>
  <Override PartName="/ppt/charts/chart596.xml" ContentType="application/vnd.openxmlformats-officedocument.drawingml.chart+xml"/>
  <Override PartName="/ppt/charts/chart597.xml" ContentType="application/vnd.openxmlformats-officedocument.drawingml.chart+xml"/>
  <Override PartName="/ppt/charts/chart598.xml" ContentType="application/vnd.openxmlformats-officedocument.drawingml.chart+xml"/>
  <Override PartName="/ppt/charts/chart59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00.xml" ContentType="application/vnd.openxmlformats-officedocument.drawingml.chart+xml"/>
  <Override PartName="/ppt/charts/chart601.xml" ContentType="application/vnd.openxmlformats-officedocument.drawingml.chart+xml"/>
  <Override PartName="/ppt/charts/chart602.xml" ContentType="application/vnd.openxmlformats-officedocument.drawingml.chart+xml"/>
  <Override PartName="/ppt/charts/chart603.xml" ContentType="application/vnd.openxmlformats-officedocument.drawingml.chart+xml"/>
  <Override PartName="/ppt/charts/chart604.xml" ContentType="application/vnd.openxmlformats-officedocument.drawingml.chart+xml"/>
  <Override PartName="/ppt/charts/chart605.xml" ContentType="application/vnd.openxmlformats-officedocument.drawingml.chart+xml"/>
  <Override PartName="/ppt/charts/chart606.xml" ContentType="application/vnd.openxmlformats-officedocument.drawingml.chart+xml"/>
  <Override PartName="/ppt/charts/chart607.xml" ContentType="application/vnd.openxmlformats-officedocument.drawingml.chart+xml"/>
  <Override PartName="/ppt/charts/chart608.xml" ContentType="application/vnd.openxmlformats-officedocument.drawingml.chart+xml"/>
  <Override PartName="/ppt/charts/chart609.xml" ContentType="application/vnd.openxmlformats-officedocument.drawingml.chart+xml"/>
  <Override PartName="/ppt/charts/chart61.xml" ContentType="application/vnd.openxmlformats-officedocument.drawingml.chart+xml"/>
  <Override PartName="/ppt/charts/chart610.xml" ContentType="application/vnd.openxmlformats-officedocument.drawingml.chart+xml"/>
  <Override PartName="/ppt/charts/chart611.xml" ContentType="application/vnd.openxmlformats-officedocument.drawingml.chart+xml"/>
  <Override PartName="/ppt/charts/chart612.xml" ContentType="application/vnd.openxmlformats-officedocument.drawingml.chart+xml"/>
  <Override PartName="/ppt/charts/chart613.xml" ContentType="application/vnd.openxmlformats-officedocument.drawingml.chart+xml"/>
  <Override PartName="/ppt/charts/chart614.xml" ContentType="application/vnd.openxmlformats-officedocument.drawingml.chart+xml"/>
  <Override PartName="/ppt/charts/chart615.xml" ContentType="application/vnd.openxmlformats-officedocument.drawingml.chart+xml"/>
  <Override PartName="/ppt/charts/chart616.xml" ContentType="application/vnd.openxmlformats-officedocument.drawingml.chart+xml"/>
  <Override PartName="/ppt/charts/chart617.xml" ContentType="application/vnd.openxmlformats-officedocument.drawingml.chart+xml"/>
  <Override PartName="/ppt/charts/chart618.xml" ContentType="application/vnd.openxmlformats-officedocument.drawingml.chart+xml"/>
  <Override PartName="/ppt/charts/chart619.xml" ContentType="application/vnd.openxmlformats-officedocument.drawingml.chart+xml"/>
  <Override PartName="/ppt/charts/chart62.xml" ContentType="application/vnd.openxmlformats-officedocument.drawingml.chart+xml"/>
  <Override PartName="/ppt/charts/chart620.xml" ContentType="application/vnd.openxmlformats-officedocument.drawingml.chart+xml"/>
  <Override PartName="/ppt/charts/chart621.xml" ContentType="application/vnd.openxmlformats-officedocument.drawingml.chart+xml"/>
  <Override PartName="/ppt/charts/chart622.xml" ContentType="application/vnd.openxmlformats-officedocument.drawingml.chart+xml"/>
  <Override PartName="/ppt/charts/chart623.xml" ContentType="application/vnd.openxmlformats-officedocument.drawingml.chart+xml"/>
  <Override PartName="/ppt/charts/chart624.xml" ContentType="application/vnd.openxmlformats-officedocument.drawingml.chart+xml"/>
  <Override PartName="/ppt/charts/chart625.xml" ContentType="application/vnd.openxmlformats-officedocument.drawingml.chart+xml"/>
  <Override PartName="/ppt/charts/chart626.xml" ContentType="application/vnd.openxmlformats-officedocument.drawingml.chart+xml"/>
  <Override PartName="/ppt/charts/chart627.xml" ContentType="application/vnd.openxmlformats-officedocument.drawingml.chart+xml"/>
  <Override PartName="/ppt/charts/chart628.xml" ContentType="application/vnd.openxmlformats-officedocument.drawingml.chart+xml"/>
  <Override PartName="/ppt/charts/chart629.xml" ContentType="application/vnd.openxmlformats-officedocument.drawingml.chart+xml"/>
  <Override PartName="/ppt/charts/chart63.xml" ContentType="application/vnd.openxmlformats-officedocument.drawingml.chart+xml"/>
  <Override PartName="/ppt/charts/chart630.xml" ContentType="application/vnd.openxmlformats-officedocument.drawingml.chart+xml"/>
  <Override PartName="/ppt/charts/chart631.xml" ContentType="application/vnd.openxmlformats-officedocument.drawingml.chart+xml"/>
  <Override PartName="/ppt/charts/chart632.xml" ContentType="application/vnd.openxmlformats-officedocument.drawingml.chart+xml"/>
  <Override PartName="/ppt/charts/chart633.xml" ContentType="application/vnd.openxmlformats-officedocument.drawingml.chart+xml"/>
  <Override PartName="/ppt/charts/chart634.xml" ContentType="application/vnd.openxmlformats-officedocument.drawingml.chart+xml"/>
  <Override PartName="/ppt/charts/chart635.xml" ContentType="application/vnd.openxmlformats-officedocument.drawingml.chart+xml"/>
  <Override PartName="/ppt/charts/chart636.xml" ContentType="application/vnd.openxmlformats-officedocument.drawingml.chart+xml"/>
  <Override PartName="/ppt/charts/chart637.xml" ContentType="application/vnd.openxmlformats-officedocument.drawingml.chart+xml"/>
  <Override PartName="/ppt/charts/chart638.xml" ContentType="application/vnd.openxmlformats-officedocument.drawingml.chart+xml"/>
  <Override PartName="/ppt/charts/chart639.xml" ContentType="application/vnd.openxmlformats-officedocument.drawingml.chart+xml"/>
  <Override PartName="/ppt/charts/chart64.xml" ContentType="application/vnd.openxmlformats-officedocument.drawingml.chart+xml"/>
  <Override PartName="/ppt/charts/chart640.xml" ContentType="application/vnd.openxmlformats-officedocument.drawingml.chart+xml"/>
  <Override PartName="/ppt/charts/chart641.xml" ContentType="application/vnd.openxmlformats-officedocument.drawingml.chart+xml"/>
  <Override PartName="/ppt/charts/chart642.xml" ContentType="application/vnd.openxmlformats-officedocument.drawingml.chart+xml"/>
  <Override PartName="/ppt/charts/chart643.xml" ContentType="application/vnd.openxmlformats-officedocument.drawingml.chart+xml"/>
  <Override PartName="/ppt/charts/chart644.xml" ContentType="application/vnd.openxmlformats-officedocument.drawingml.chart+xml"/>
  <Override PartName="/ppt/charts/chart645.xml" ContentType="application/vnd.openxmlformats-officedocument.drawingml.chart+xml"/>
  <Override PartName="/ppt/charts/chart646.xml" ContentType="application/vnd.openxmlformats-officedocument.drawingml.chart+xml"/>
  <Override PartName="/ppt/charts/chart647.xml" ContentType="application/vnd.openxmlformats-officedocument.drawingml.chart+xml"/>
  <Override PartName="/ppt/charts/chart648.xml" ContentType="application/vnd.openxmlformats-officedocument.drawingml.chart+xml"/>
  <Override PartName="/ppt/charts/chart649.xml" ContentType="application/vnd.openxmlformats-officedocument.drawingml.chart+xml"/>
  <Override PartName="/ppt/charts/chart65.xml" ContentType="application/vnd.openxmlformats-officedocument.drawingml.chart+xml"/>
  <Override PartName="/ppt/charts/chart650.xml" ContentType="application/vnd.openxmlformats-officedocument.drawingml.chart+xml"/>
  <Override PartName="/ppt/charts/chart651.xml" ContentType="application/vnd.openxmlformats-officedocument.drawingml.chart+xml"/>
  <Override PartName="/ppt/charts/chart652.xml" ContentType="application/vnd.openxmlformats-officedocument.drawingml.chart+xml"/>
  <Override PartName="/ppt/charts/chart653.xml" ContentType="application/vnd.openxmlformats-officedocument.drawingml.chart+xml"/>
  <Override PartName="/ppt/charts/chart654.xml" ContentType="application/vnd.openxmlformats-officedocument.drawingml.chart+xml"/>
  <Override PartName="/ppt/charts/chart655.xml" ContentType="application/vnd.openxmlformats-officedocument.drawingml.chart+xml"/>
  <Override PartName="/ppt/charts/chart656.xml" ContentType="application/vnd.openxmlformats-officedocument.drawingml.chart+xml"/>
  <Override PartName="/ppt/charts/chart657.xml" ContentType="application/vnd.openxmlformats-officedocument.drawingml.chart+xml"/>
  <Override PartName="/ppt/charts/chart658.xml" ContentType="application/vnd.openxmlformats-officedocument.drawingml.chart+xml"/>
  <Override PartName="/ppt/charts/chart659.xml" ContentType="application/vnd.openxmlformats-officedocument.drawingml.chart+xml"/>
  <Override PartName="/ppt/charts/chart66.xml" ContentType="application/vnd.openxmlformats-officedocument.drawingml.chart+xml"/>
  <Override PartName="/ppt/charts/chart660.xml" ContentType="application/vnd.openxmlformats-officedocument.drawingml.chart+xml"/>
  <Override PartName="/ppt/charts/chart661.xml" ContentType="application/vnd.openxmlformats-officedocument.drawingml.chart+xml"/>
  <Override PartName="/ppt/charts/chart662.xml" ContentType="application/vnd.openxmlformats-officedocument.drawingml.chart+xml"/>
  <Override PartName="/ppt/charts/chart663.xml" ContentType="application/vnd.openxmlformats-officedocument.drawingml.chart+xml"/>
  <Override PartName="/ppt/charts/chart664.xml" ContentType="application/vnd.openxmlformats-officedocument.drawingml.chart+xml"/>
  <Override PartName="/ppt/charts/chart665.xml" ContentType="application/vnd.openxmlformats-officedocument.drawingml.chart+xml"/>
  <Override PartName="/ppt/charts/chart666.xml" ContentType="application/vnd.openxmlformats-officedocument.drawingml.chart+xml"/>
  <Override PartName="/ppt/charts/chart667.xml" ContentType="application/vnd.openxmlformats-officedocument.drawingml.chart+xml"/>
  <Override PartName="/ppt/charts/chart668.xml" ContentType="application/vnd.openxmlformats-officedocument.drawingml.chart+xml"/>
  <Override PartName="/ppt/charts/chart669.xml" ContentType="application/vnd.openxmlformats-officedocument.drawingml.chart+xml"/>
  <Override PartName="/ppt/charts/chart67.xml" ContentType="application/vnd.openxmlformats-officedocument.drawingml.chart+xml"/>
  <Override PartName="/ppt/charts/chart670.xml" ContentType="application/vnd.openxmlformats-officedocument.drawingml.chart+xml"/>
  <Override PartName="/ppt/charts/chart671.xml" ContentType="application/vnd.openxmlformats-officedocument.drawingml.chart+xml"/>
  <Override PartName="/ppt/charts/chart672.xml" ContentType="application/vnd.openxmlformats-officedocument.drawingml.chart+xml"/>
  <Override PartName="/ppt/charts/chart673.xml" ContentType="application/vnd.openxmlformats-officedocument.drawingml.chart+xml"/>
  <Override PartName="/ppt/charts/chart674.xml" ContentType="application/vnd.openxmlformats-officedocument.drawingml.chart+xml"/>
  <Override PartName="/ppt/charts/chart675.xml" ContentType="application/vnd.openxmlformats-officedocument.drawingml.chart+xml"/>
  <Override PartName="/ppt/charts/chart676.xml" ContentType="application/vnd.openxmlformats-officedocument.drawingml.chart+xml"/>
  <Override PartName="/ppt/charts/chart677.xml" ContentType="application/vnd.openxmlformats-officedocument.drawingml.chart+xml"/>
  <Override PartName="/ppt/charts/chart678.xml" ContentType="application/vnd.openxmlformats-officedocument.drawingml.chart+xml"/>
  <Override PartName="/ppt/charts/chart679.xml" ContentType="application/vnd.openxmlformats-officedocument.drawingml.chart+xml"/>
  <Override PartName="/ppt/charts/chart68.xml" ContentType="application/vnd.openxmlformats-officedocument.drawingml.chart+xml"/>
  <Override PartName="/ppt/charts/chart680.xml" ContentType="application/vnd.openxmlformats-officedocument.drawingml.chart+xml"/>
  <Override PartName="/ppt/charts/chart681.xml" ContentType="application/vnd.openxmlformats-officedocument.drawingml.chart+xml"/>
  <Override PartName="/ppt/charts/chart682.xml" ContentType="application/vnd.openxmlformats-officedocument.drawingml.chart+xml"/>
  <Override PartName="/ppt/charts/chart683.xml" ContentType="application/vnd.openxmlformats-officedocument.drawingml.chart+xml"/>
  <Override PartName="/ppt/charts/chart684.xml" ContentType="application/vnd.openxmlformats-officedocument.drawingml.chart+xml"/>
  <Override PartName="/ppt/charts/chart685.xml" ContentType="application/vnd.openxmlformats-officedocument.drawingml.chart+xml"/>
  <Override PartName="/ppt/charts/chart686.xml" ContentType="application/vnd.openxmlformats-officedocument.drawingml.chart+xml"/>
  <Override PartName="/ppt/charts/chart687.xml" ContentType="application/vnd.openxmlformats-officedocument.drawingml.chart+xml"/>
  <Override PartName="/ppt/charts/chart688.xml" ContentType="application/vnd.openxmlformats-officedocument.drawingml.chart+xml"/>
  <Override PartName="/ppt/charts/chart689.xml" ContentType="application/vnd.openxmlformats-officedocument.drawingml.chart+xml"/>
  <Override PartName="/ppt/charts/chart69.xml" ContentType="application/vnd.openxmlformats-officedocument.drawingml.chart+xml"/>
  <Override PartName="/ppt/charts/chart690.xml" ContentType="application/vnd.openxmlformats-officedocument.drawingml.chart+xml"/>
  <Override PartName="/ppt/charts/chart691.xml" ContentType="application/vnd.openxmlformats-officedocument.drawingml.chart+xml"/>
  <Override PartName="/ppt/charts/chart692.xml" ContentType="application/vnd.openxmlformats-officedocument.drawingml.chart+xml"/>
  <Override PartName="/ppt/charts/chart693.xml" ContentType="application/vnd.openxmlformats-officedocument.drawingml.chart+xml"/>
  <Override PartName="/ppt/charts/chart694.xml" ContentType="application/vnd.openxmlformats-officedocument.drawingml.chart+xml"/>
  <Override PartName="/ppt/charts/chart695.xml" ContentType="application/vnd.openxmlformats-officedocument.drawingml.chart+xml"/>
  <Override PartName="/ppt/charts/chart696.xml" ContentType="application/vnd.openxmlformats-officedocument.drawingml.chart+xml"/>
  <Override PartName="/ppt/charts/chart697.xml" ContentType="application/vnd.openxmlformats-officedocument.drawingml.chart+xml"/>
  <Override PartName="/ppt/charts/chart698.xml" ContentType="application/vnd.openxmlformats-officedocument.drawingml.chart+xml"/>
  <Override PartName="/ppt/charts/chart69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00.xml" ContentType="application/vnd.openxmlformats-officedocument.drawingml.chart+xml"/>
  <Override PartName="/ppt/charts/chart701.xml" ContentType="application/vnd.openxmlformats-officedocument.drawingml.chart+xml"/>
  <Override PartName="/ppt/charts/chart702.xml" ContentType="application/vnd.openxmlformats-officedocument.drawingml.chart+xml"/>
  <Override PartName="/ppt/charts/chart703.xml" ContentType="application/vnd.openxmlformats-officedocument.drawingml.chart+xml"/>
  <Override PartName="/ppt/charts/chart704.xml" ContentType="application/vnd.openxmlformats-officedocument.drawingml.chart+xml"/>
  <Override PartName="/ppt/charts/chart705.xml" ContentType="application/vnd.openxmlformats-officedocument.drawingml.chart+xml"/>
  <Override PartName="/ppt/charts/chart706.xml" ContentType="application/vnd.openxmlformats-officedocument.drawingml.chart+xml"/>
  <Override PartName="/ppt/charts/chart707.xml" ContentType="application/vnd.openxmlformats-officedocument.drawingml.chart+xml"/>
  <Override PartName="/ppt/charts/chart708.xml" ContentType="application/vnd.openxmlformats-officedocument.drawingml.chart+xml"/>
  <Override PartName="/ppt/charts/chart709.xml" ContentType="application/vnd.openxmlformats-officedocument.drawingml.chart+xml"/>
  <Override PartName="/ppt/charts/chart71.xml" ContentType="application/vnd.openxmlformats-officedocument.drawingml.chart+xml"/>
  <Override PartName="/ppt/charts/chart710.xml" ContentType="application/vnd.openxmlformats-officedocument.drawingml.chart+xml"/>
  <Override PartName="/ppt/charts/chart711.xml" ContentType="application/vnd.openxmlformats-officedocument.drawingml.chart+xml"/>
  <Override PartName="/ppt/charts/chart712.xml" ContentType="application/vnd.openxmlformats-officedocument.drawingml.chart+xml"/>
  <Override PartName="/ppt/charts/chart713.xml" ContentType="application/vnd.openxmlformats-officedocument.drawingml.chart+xml"/>
  <Override PartName="/ppt/charts/chart714.xml" ContentType="application/vnd.openxmlformats-officedocument.drawingml.chart+xml"/>
  <Override PartName="/ppt/charts/chart715.xml" ContentType="application/vnd.openxmlformats-officedocument.drawingml.chart+xml"/>
  <Override PartName="/ppt/charts/chart716.xml" ContentType="application/vnd.openxmlformats-officedocument.drawingml.chart+xml"/>
  <Override PartName="/ppt/charts/chart717.xml" ContentType="application/vnd.openxmlformats-officedocument.drawingml.chart+xml"/>
  <Override PartName="/ppt/charts/chart718.xml" ContentType="application/vnd.openxmlformats-officedocument.drawingml.chart+xml"/>
  <Override PartName="/ppt/charts/chart719.xml" ContentType="application/vnd.openxmlformats-officedocument.drawingml.chart+xml"/>
  <Override PartName="/ppt/charts/chart72.xml" ContentType="application/vnd.openxmlformats-officedocument.drawingml.chart+xml"/>
  <Override PartName="/ppt/charts/chart720.xml" ContentType="application/vnd.openxmlformats-officedocument.drawingml.chart+xml"/>
  <Override PartName="/ppt/charts/chart721.xml" ContentType="application/vnd.openxmlformats-officedocument.drawingml.chart+xml"/>
  <Override PartName="/ppt/charts/chart722.xml" ContentType="application/vnd.openxmlformats-officedocument.drawingml.chart+xml"/>
  <Override PartName="/ppt/charts/chart723.xml" ContentType="application/vnd.openxmlformats-officedocument.drawingml.chart+xml"/>
  <Override PartName="/ppt/charts/chart724.xml" ContentType="application/vnd.openxmlformats-officedocument.drawingml.chart+xml"/>
  <Override PartName="/ppt/charts/chart725.xml" ContentType="application/vnd.openxmlformats-officedocument.drawingml.chart+xml"/>
  <Override PartName="/ppt/charts/chart726.xml" ContentType="application/vnd.openxmlformats-officedocument.drawingml.chart+xml"/>
  <Override PartName="/ppt/charts/chart727.xml" ContentType="application/vnd.openxmlformats-officedocument.drawingml.chart+xml"/>
  <Override PartName="/ppt/charts/chart728.xml" ContentType="application/vnd.openxmlformats-officedocument.drawingml.chart+xml"/>
  <Override PartName="/ppt/charts/chart729.xml" ContentType="application/vnd.openxmlformats-officedocument.drawingml.chart+xml"/>
  <Override PartName="/ppt/charts/chart73.xml" ContentType="application/vnd.openxmlformats-officedocument.drawingml.chart+xml"/>
  <Override PartName="/ppt/charts/chart730.xml" ContentType="application/vnd.openxmlformats-officedocument.drawingml.chart+xml"/>
  <Override PartName="/ppt/charts/chart731.xml" ContentType="application/vnd.openxmlformats-officedocument.drawingml.chart+xml"/>
  <Override PartName="/ppt/charts/chart732.xml" ContentType="application/vnd.openxmlformats-officedocument.drawingml.chart+xml"/>
  <Override PartName="/ppt/charts/chart733.xml" ContentType="application/vnd.openxmlformats-officedocument.drawingml.chart+xml"/>
  <Override PartName="/ppt/charts/chart734.xml" ContentType="application/vnd.openxmlformats-officedocument.drawingml.chart+xml"/>
  <Override PartName="/ppt/charts/chart735.xml" ContentType="application/vnd.openxmlformats-officedocument.drawingml.chart+xml"/>
  <Override PartName="/ppt/charts/chart736.xml" ContentType="application/vnd.openxmlformats-officedocument.drawingml.chart+xml"/>
  <Override PartName="/ppt/charts/chart737.xml" ContentType="application/vnd.openxmlformats-officedocument.drawingml.chart+xml"/>
  <Override PartName="/ppt/charts/chart738.xml" ContentType="application/vnd.openxmlformats-officedocument.drawingml.chart+xml"/>
  <Override PartName="/ppt/charts/chart739.xml" ContentType="application/vnd.openxmlformats-officedocument.drawingml.chart+xml"/>
  <Override PartName="/ppt/charts/chart74.xml" ContentType="application/vnd.openxmlformats-officedocument.drawingml.chart+xml"/>
  <Override PartName="/ppt/charts/chart740.xml" ContentType="application/vnd.openxmlformats-officedocument.drawingml.chart+xml"/>
  <Override PartName="/ppt/charts/chart741.xml" ContentType="application/vnd.openxmlformats-officedocument.drawingml.chart+xml"/>
  <Override PartName="/ppt/charts/chart742.xml" ContentType="application/vnd.openxmlformats-officedocument.drawingml.chart+xml"/>
  <Override PartName="/ppt/charts/chart743.xml" ContentType="application/vnd.openxmlformats-officedocument.drawingml.chart+xml"/>
  <Override PartName="/ppt/charts/chart744.xml" ContentType="application/vnd.openxmlformats-officedocument.drawingml.chart+xml"/>
  <Override PartName="/ppt/charts/chart745.xml" ContentType="application/vnd.openxmlformats-officedocument.drawingml.chart+xml"/>
  <Override PartName="/ppt/charts/chart746.xml" ContentType="application/vnd.openxmlformats-officedocument.drawingml.chart+xml"/>
  <Override PartName="/ppt/charts/chart747.xml" ContentType="application/vnd.openxmlformats-officedocument.drawingml.chart+xml"/>
  <Override PartName="/ppt/charts/chart748.xml" ContentType="application/vnd.openxmlformats-officedocument.drawingml.chart+xml"/>
  <Override PartName="/ppt/charts/chart749.xml" ContentType="application/vnd.openxmlformats-officedocument.drawingml.chart+xml"/>
  <Override PartName="/ppt/charts/chart75.xml" ContentType="application/vnd.openxmlformats-officedocument.drawingml.chart+xml"/>
  <Override PartName="/ppt/charts/chart750.xml" ContentType="application/vnd.openxmlformats-officedocument.drawingml.chart+xml"/>
  <Override PartName="/ppt/charts/chart751.xml" ContentType="application/vnd.openxmlformats-officedocument.drawingml.chart+xml"/>
  <Override PartName="/ppt/charts/chart752.xml" ContentType="application/vnd.openxmlformats-officedocument.drawingml.chart+xml"/>
  <Override PartName="/ppt/charts/chart753.xml" ContentType="application/vnd.openxmlformats-officedocument.drawingml.chart+xml"/>
  <Override PartName="/ppt/charts/chart754.xml" ContentType="application/vnd.openxmlformats-officedocument.drawingml.chart+xml"/>
  <Override PartName="/ppt/charts/chart755.xml" ContentType="application/vnd.openxmlformats-officedocument.drawingml.chart+xml"/>
  <Override PartName="/ppt/charts/chart756.xml" ContentType="application/vnd.openxmlformats-officedocument.drawingml.chart+xml"/>
  <Override PartName="/ppt/charts/chart757.xml" ContentType="application/vnd.openxmlformats-officedocument.drawingml.chart+xml"/>
  <Override PartName="/ppt/charts/chart758.xml" ContentType="application/vnd.openxmlformats-officedocument.drawingml.chart+xml"/>
  <Override PartName="/ppt/charts/chart759.xml" ContentType="application/vnd.openxmlformats-officedocument.drawingml.chart+xml"/>
  <Override PartName="/ppt/charts/chart76.xml" ContentType="application/vnd.openxmlformats-officedocument.drawingml.chart+xml"/>
  <Override PartName="/ppt/charts/chart760.xml" ContentType="application/vnd.openxmlformats-officedocument.drawingml.chart+xml"/>
  <Override PartName="/ppt/charts/chart761.xml" ContentType="application/vnd.openxmlformats-officedocument.drawingml.chart+xml"/>
  <Override PartName="/ppt/charts/chart762.xml" ContentType="application/vnd.openxmlformats-officedocument.drawingml.chart+xml"/>
  <Override PartName="/ppt/charts/chart763.xml" ContentType="application/vnd.openxmlformats-officedocument.drawingml.chart+xml"/>
  <Override PartName="/ppt/charts/chart764.xml" ContentType="application/vnd.openxmlformats-officedocument.drawingml.chart+xml"/>
  <Override PartName="/ppt/charts/chart765.xml" ContentType="application/vnd.openxmlformats-officedocument.drawingml.chart+xml"/>
  <Override PartName="/ppt/charts/chart766.xml" ContentType="application/vnd.openxmlformats-officedocument.drawingml.chart+xml"/>
  <Override PartName="/ppt/charts/chart767.xml" ContentType="application/vnd.openxmlformats-officedocument.drawingml.chart+xml"/>
  <Override PartName="/ppt/charts/chart768.xml" ContentType="application/vnd.openxmlformats-officedocument.drawingml.chart+xml"/>
  <Override PartName="/ppt/charts/chart769.xml" ContentType="application/vnd.openxmlformats-officedocument.drawingml.chart+xml"/>
  <Override PartName="/ppt/charts/chart77.xml" ContentType="application/vnd.openxmlformats-officedocument.drawingml.chart+xml"/>
  <Override PartName="/ppt/charts/chart770.xml" ContentType="application/vnd.openxmlformats-officedocument.drawingml.chart+xml"/>
  <Override PartName="/ppt/charts/chart771.xml" ContentType="application/vnd.openxmlformats-officedocument.drawingml.chart+xml"/>
  <Override PartName="/ppt/charts/chart772.xml" ContentType="application/vnd.openxmlformats-officedocument.drawingml.chart+xml"/>
  <Override PartName="/ppt/charts/chart773.xml" ContentType="application/vnd.openxmlformats-officedocument.drawingml.chart+xml"/>
  <Override PartName="/ppt/charts/chart774.xml" ContentType="application/vnd.openxmlformats-officedocument.drawingml.chart+xml"/>
  <Override PartName="/ppt/charts/chart775.xml" ContentType="application/vnd.openxmlformats-officedocument.drawingml.chart+xml"/>
  <Override PartName="/ppt/charts/chart776.xml" ContentType="application/vnd.openxmlformats-officedocument.drawingml.chart+xml"/>
  <Override PartName="/ppt/charts/chart777.xml" ContentType="application/vnd.openxmlformats-officedocument.drawingml.chart+xml"/>
  <Override PartName="/ppt/charts/chart778.xml" ContentType="application/vnd.openxmlformats-officedocument.drawingml.chart+xml"/>
  <Override PartName="/ppt/charts/chart779.xml" ContentType="application/vnd.openxmlformats-officedocument.drawingml.chart+xml"/>
  <Override PartName="/ppt/charts/chart78.xml" ContentType="application/vnd.openxmlformats-officedocument.drawingml.chart+xml"/>
  <Override PartName="/ppt/charts/chart780.xml" ContentType="application/vnd.openxmlformats-officedocument.drawingml.chart+xml"/>
  <Override PartName="/ppt/charts/chart781.xml" ContentType="application/vnd.openxmlformats-officedocument.drawingml.chart+xml"/>
  <Override PartName="/ppt/charts/chart782.xml" ContentType="application/vnd.openxmlformats-officedocument.drawingml.chart+xml"/>
  <Override PartName="/ppt/charts/chart783.xml" ContentType="application/vnd.openxmlformats-officedocument.drawingml.chart+xml"/>
  <Override PartName="/ppt/charts/chart784.xml" ContentType="application/vnd.openxmlformats-officedocument.drawingml.chart+xml"/>
  <Override PartName="/ppt/charts/chart785.xml" ContentType="application/vnd.openxmlformats-officedocument.drawingml.chart+xml"/>
  <Override PartName="/ppt/charts/chart786.xml" ContentType="application/vnd.openxmlformats-officedocument.drawingml.chart+xml"/>
  <Override PartName="/ppt/charts/chart787.xml" ContentType="application/vnd.openxmlformats-officedocument.drawingml.chart+xml"/>
  <Override PartName="/ppt/charts/chart788.xml" ContentType="application/vnd.openxmlformats-officedocument.drawingml.chart+xml"/>
  <Override PartName="/ppt/charts/chart789.xml" ContentType="application/vnd.openxmlformats-officedocument.drawingml.chart+xml"/>
  <Override PartName="/ppt/charts/chart79.xml" ContentType="application/vnd.openxmlformats-officedocument.drawingml.chart+xml"/>
  <Override PartName="/ppt/charts/chart790.xml" ContentType="application/vnd.openxmlformats-officedocument.drawingml.chart+xml"/>
  <Override PartName="/ppt/charts/chart791.xml" ContentType="application/vnd.openxmlformats-officedocument.drawingml.chart+xml"/>
  <Override PartName="/ppt/charts/chart792.xml" ContentType="application/vnd.openxmlformats-officedocument.drawingml.chart+xml"/>
  <Override PartName="/ppt/charts/chart793.xml" ContentType="application/vnd.openxmlformats-officedocument.drawingml.chart+xml"/>
  <Override PartName="/ppt/charts/chart794.xml" ContentType="application/vnd.openxmlformats-officedocument.drawingml.chart+xml"/>
  <Override PartName="/ppt/charts/chart795.xml" ContentType="application/vnd.openxmlformats-officedocument.drawingml.chart+xml"/>
  <Override PartName="/ppt/charts/chart796.xml" ContentType="application/vnd.openxmlformats-officedocument.drawingml.chart+xml"/>
  <Override PartName="/ppt/charts/chart797.xml" ContentType="application/vnd.openxmlformats-officedocument.drawingml.chart+xml"/>
  <Override PartName="/ppt/charts/chart798.xml" ContentType="application/vnd.openxmlformats-officedocument.drawingml.chart+xml"/>
  <Override PartName="/ppt/charts/chart79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00.xml" ContentType="application/vnd.openxmlformats-officedocument.drawingml.chart+xml"/>
  <Override PartName="/ppt/charts/chart801.xml" ContentType="application/vnd.openxmlformats-officedocument.drawingml.chart+xml"/>
  <Override PartName="/ppt/charts/chart802.xml" ContentType="application/vnd.openxmlformats-officedocument.drawingml.chart+xml"/>
  <Override PartName="/ppt/charts/chart803.xml" ContentType="application/vnd.openxmlformats-officedocument.drawingml.chart+xml"/>
  <Override PartName="/ppt/charts/chart804.xml" ContentType="application/vnd.openxmlformats-officedocument.drawingml.chart+xml"/>
  <Override PartName="/ppt/charts/chart805.xml" ContentType="application/vnd.openxmlformats-officedocument.drawingml.chart+xml"/>
  <Override PartName="/ppt/charts/chart806.xml" ContentType="application/vnd.openxmlformats-officedocument.drawingml.chart+xml"/>
  <Override PartName="/ppt/charts/chart807.xml" ContentType="application/vnd.openxmlformats-officedocument.drawingml.chart+xml"/>
  <Override PartName="/ppt/charts/chart808.xml" ContentType="application/vnd.openxmlformats-officedocument.drawingml.chart+xml"/>
  <Override PartName="/ppt/charts/chart809.xml" ContentType="application/vnd.openxmlformats-officedocument.drawingml.chart+xml"/>
  <Override PartName="/ppt/charts/chart81.xml" ContentType="application/vnd.openxmlformats-officedocument.drawingml.chart+xml"/>
  <Override PartName="/ppt/charts/chart810.xml" ContentType="application/vnd.openxmlformats-officedocument.drawingml.chart+xml"/>
  <Override PartName="/ppt/charts/chart811.xml" ContentType="application/vnd.openxmlformats-officedocument.drawingml.chart+xml"/>
  <Override PartName="/ppt/charts/chart812.xml" ContentType="application/vnd.openxmlformats-officedocument.drawingml.chart+xml"/>
  <Override PartName="/ppt/charts/chart813.xml" ContentType="application/vnd.openxmlformats-officedocument.drawingml.chart+xml"/>
  <Override PartName="/ppt/charts/chart814.xml" ContentType="application/vnd.openxmlformats-officedocument.drawingml.chart+xml"/>
  <Override PartName="/ppt/charts/chart815.xml" ContentType="application/vnd.openxmlformats-officedocument.drawingml.chart+xml"/>
  <Override PartName="/ppt/charts/chart816.xml" ContentType="application/vnd.openxmlformats-officedocument.drawingml.chart+xml"/>
  <Override PartName="/ppt/charts/chart817.xml" ContentType="application/vnd.openxmlformats-officedocument.drawingml.chart+xml"/>
  <Override PartName="/ppt/charts/chart818.xml" ContentType="application/vnd.openxmlformats-officedocument.drawingml.chart+xml"/>
  <Override PartName="/ppt/charts/chart819.xml" ContentType="application/vnd.openxmlformats-officedocument.drawingml.chart+xml"/>
  <Override PartName="/ppt/charts/chart82.xml" ContentType="application/vnd.openxmlformats-officedocument.drawingml.chart+xml"/>
  <Override PartName="/ppt/charts/chart820.xml" ContentType="application/vnd.openxmlformats-officedocument.drawingml.chart+xml"/>
  <Override PartName="/ppt/charts/chart821.xml" ContentType="application/vnd.openxmlformats-officedocument.drawingml.chart+xml"/>
  <Override PartName="/ppt/charts/chart822.xml" ContentType="application/vnd.openxmlformats-officedocument.drawingml.chart+xml"/>
  <Override PartName="/ppt/charts/chart823.xml" ContentType="application/vnd.openxmlformats-officedocument.drawingml.chart+xml"/>
  <Override PartName="/ppt/charts/chart824.xml" ContentType="application/vnd.openxmlformats-officedocument.drawingml.chart+xml"/>
  <Override PartName="/ppt/charts/chart825.xml" ContentType="application/vnd.openxmlformats-officedocument.drawingml.chart+xml"/>
  <Override PartName="/ppt/charts/chart826.xml" ContentType="application/vnd.openxmlformats-officedocument.drawingml.chart+xml"/>
  <Override PartName="/ppt/charts/chart827.xml" ContentType="application/vnd.openxmlformats-officedocument.drawingml.chart+xml"/>
  <Override PartName="/ppt/charts/chart828.xml" ContentType="application/vnd.openxmlformats-officedocument.drawingml.chart+xml"/>
  <Override PartName="/ppt/charts/chart829.xml" ContentType="application/vnd.openxmlformats-officedocument.drawingml.chart+xml"/>
  <Override PartName="/ppt/charts/chart83.xml" ContentType="application/vnd.openxmlformats-officedocument.drawingml.chart+xml"/>
  <Override PartName="/ppt/charts/chart830.xml" ContentType="application/vnd.openxmlformats-officedocument.drawingml.chart+xml"/>
  <Override PartName="/ppt/charts/chart831.xml" ContentType="application/vnd.openxmlformats-officedocument.drawingml.chart+xml"/>
  <Override PartName="/ppt/charts/chart832.xml" ContentType="application/vnd.openxmlformats-officedocument.drawingml.chart+xml"/>
  <Override PartName="/ppt/charts/chart833.xml" ContentType="application/vnd.openxmlformats-officedocument.drawingml.chart+xml"/>
  <Override PartName="/ppt/charts/chart834.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58" r:id="rId4"/>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59" r:id="rId5"/>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260" r:id="rId6"/>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261" r:id="rId7"/>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262" r:id="rId8"/>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263" r:id="rId9"/>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264" r:id="rId10"/>
    <p:sldId id="412" r:id="rId163"/>
    <p:sldId id="413" r:id="rId164"/>
    <p:sldId id="414" r:id="rId165"/>
    <p:sldId id="415" r:id="rId166"/>
    <p:sldId id="416" r:id="rId167"/>
    <p:sldId id="417" r:id="rId168"/>
    <p:sldId id="418" r:id="rId169"/>
    <p:sldId id="419" r:id="rId170"/>
    <p:sldId id="265" r:id="rId11"/>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266" r:id="rId12"/>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_rels/chart264.xml.rels><?xml version='1.0' encoding='UTF-8' standalone='yes'?>
<Relationships xmlns="http://schemas.openxmlformats.org/package/2006/relationships"><Relationship Id="rId1" Type="http://schemas.openxmlformats.org/officeDocument/2006/relationships/package" Target="../embeddings/Microsoft_Excel_Worksheet264.xlsx"/></Relationships>
</file>

<file path=ppt/charts/_rels/chart265.xml.rels><?xml version='1.0' encoding='UTF-8' standalone='yes'?>
<Relationships xmlns="http://schemas.openxmlformats.org/package/2006/relationships"><Relationship Id="rId1" Type="http://schemas.openxmlformats.org/officeDocument/2006/relationships/package" Target="../embeddings/Microsoft_Excel_Worksheet265.xlsx"/></Relationships>
</file>

<file path=ppt/charts/_rels/chart266.xml.rels><?xml version='1.0' encoding='UTF-8' standalone='yes'?>
<Relationships xmlns="http://schemas.openxmlformats.org/package/2006/relationships"><Relationship Id="rId1" Type="http://schemas.openxmlformats.org/officeDocument/2006/relationships/package" Target="../embeddings/Microsoft_Excel_Worksheet266.xlsx"/></Relationships>
</file>

<file path=ppt/charts/_rels/chart267.xml.rels><?xml version='1.0' encoding='UTF-8' standalone='yes'?>
<Relationships xmlns="http://schemas.openxmlformats.org/package/2006/relationships"><Relationship Id="rId1" Type="http://schemas.openxmlformats.org/officeDocument/2006/relationships/package" Target="../embeddings/Microsoft_Excel_Worksheet267.xlsx"/></Relationships>
</file>

<file path=ppt/charts/_rels/chart268.xml.rels><?xml version='1.0' encoding='UTF-8' standalone='yes'?>
<Relationships xmlns="http://schemas.openxmlformats.org/package/2006/relationships"><Relationship Id="rId1" Type="http://schemas.openxmlformats.org/officeDocument/2006/relationships/package" Target="../embeddings/Microsoft_Excel_Worksheet268.xlsx"/></Relationships>
</file>

<file path=ppt/charts/_rels/chart269.xml.rels><?xml version='1.0' encoding='UTF-8' standalone='yes'?>
<Relationships xmlns="http://schemas.openxmlformats.org/package/2006/relationships"><Relationship Id="rId1" Type="http://schemas.openxmlformats.org/officeDocument/2006/relationships/package" Target="../embeddings/Microsoft_Excel_Worksheet269.xlsx"/></Relationships>
</file>

<file path=ppt/charts/_rels/chart270.xml.rels><?xml version='1.0' encoding='UTF-8' standalone='yes'?>
<Relationships xmlns="http://schemas.openxmlformats.org/package/2006/relationships"><Relationship Id="rId1" Type="http://schemas.openxmlformats.org/officeDocument/2006/relationships/package" Target="../embeddings/Microsoft_Excel_Worksheet270.xlsx"/></Relationships>
</file>

<file path=ppt/charts/_rels/chart271.xml.rels><?xml version='1.0' encoding='UTF-8' standalone='yes'?>
<Relationships xmlns="http://schemas.openxmlformats.org/package/2006/relationships"><Relationship Id="rId1" Type="http://schemas.openxmlformats.org/officeDocument/2006/relationships/package" Target="../embeddings/Microsoft_Excel_Worksheet271.xlsx"/></Relationships>
</file>

<file path=ppt/charts/_rels/chart272.xml.rels><?xml version='1.0' encoding='UTF-8' standalone='yes'?>
<Relationships xmlns="http://schemas.openxmlformats.org/package/2006/relationships"><Relationship Id="rId1" Type="http://schemas.openxmlformats.org/officeDocument/2006/relationships/package" Target="../embeddings/Microsoft_Excel_Worksheet272.xlsx"/></Relationships>
</file>

<file path=ppt/charts/_rels/chart273.xml.rels><?xml version='1.0' encoding='UTF-8' standalone='yes'?>
<Relationships xmlns="http://schemas.openxmlformats.org/package/2006/relationships"><Relationship Id="rId1" Type="http://schemas.openxmlformats.org/officeDocument/2006/relationships/package" Target="../embeddings/Microsoft_Excel_Worksheet273.xlsx"/></Relationships>
</file>

<file path=ppt/charts/_rels/chart274.xml.rels><?xml version='1.0' encoding='UTF-8' standalone='yes'?>
<Relationships xmlns="http://schemas.openxmlformats.org/package/2006/relationships"><Relationship Id="rId1" Type="http://schemas.openxmlformats.org/officeDocument/2006/relationships/package" Target="../embeddings/Microsoft_Excel_Worksheet274.xlsx"/></Relationships>
</file>

<file path=ppt/charts/_rels/chart275.xml.rels><?xml version='1.0' encoding='UTF-8' standalone='yes'?>
<Relationships xmlns="http://schemas.openxmlformats.org/package/2006/relationships"><Relationship Id="rId1" Type="http://schemas.openxmlformats.org/officeDocument/2006/relationships/package" Target="../embeddings/Microsoft_Excel_Worksheet275.xlsx"/></Relationships>
</file>

<file path=ppt/charts/_rels/chart276.xml.rels><?xml version='1.0' encoding='UTF-8' standalone='yes'?>
<Relationships xmlns="http://schemas.openxmlformats.org/package/2006/relationships"><Relationship Id="rId1" Type="http://schemas.openxmlformats.org/officeDocument/2006/relationships/package" Target="../embeddings/Microsoft_Excel_Worksheet276.xlsx"/></Relationships>
</file>

<file path=ppt/charts/_rels/chart277.xml.rels><?xml version='1.0' encoding='UTF-8' standalone='yes'?>
<Relationships xmlns="http://schemas.openxmlformats.org/package/2006/relationships"><Relationship Id="rId1" Type="http://schemas.openxmlformats.org/officeDocument/2006/relationships/package" Target="../embeddings/Microsoft_Excel_Worksheet277.xlsx"/></Relationships>
</file>

<file path=ppt/charts/_rels/chart278.xml.rels><?xml version='1.0' encoding='UTF-8' standalone='yes'?>
<Relationships xmlns="http://schemas.openxmlformats.org/package/2006/relationships"><Relationship Id="rId1" Type="http://schemas.openxmlformats.org/officeDocument/2006/relationships/package" Target="../embeddings/Microsoft_Excel_Worksheet278.xlsx"/></Relationships>
</file>

<file path=ppt/charts/_rels/chart279.xml.rels><?xml version='1.0' encoding='UTF-8' standalone='yes'?>
<Relationships xmlns="http://schemas.openxmlformats.org/package/2006/relationships"><Relationship Id="rId1" Type="http://schemas.openxmlformats.org/officeDocument/2006/relationships/package" Target="../embeddings/Microsoft_Excel_Worksheet279.xlsx"/></Relationships>
</file>

<file path=ppt/charts/_rels/chart280.xml.rels><?xml version='1.0' encoding='UTF-8' standalone='yes'?>
<Relationships xmlns="http://schemas.openxmlformats.org/package/2006/relationships"><Relationship Id="rId1" Type="http://schemas.openxmlformats.org/officeDocument/2006/relationships/package" Target="../embeddings/Microsoft_Excel_Worksheet280.xlsx"/></Relationships>
</file>

<file path=ppt/charts/_rels/chart281.xml.rels><?xml version='1.0' encoding='UTF-8' standalone='yes'?>
<Relationships xmlns="http://schemas.openxmlformats.org/package/2006/relationships"><Relationship Id="rId1" Type="http://schemas.openxmlformats.org/officeDocument/2006/relationships/package" Target="../embeddings/Microsoft_Excel_Worksheet281.xlsx"/></Relationships>
</file>

<file path=ppt/charts/_rels/chart282.xml.rels><?xml version='1.0' encoding='UTF-8' standalone='yes'?>
<Relationships xmlns="http://schemas.openxmlformats.org/package/2006/relationships"><Relationship Id="rId1" Type="http://schemas.openxmlformats.org/officeDocument/2006/relationships/package" Target="../embeddings/Microsoft_Excel_Worksheet282.xlsx"/></Relationships>
</file>

<file path=ppt/charts/_rels/chart283.xml.rels><?xml version='1.0' encoding='UTF-8' standalone='yes'?>
<Relationships xmlns="http://schemas.openxmlformats.org/package/2006/relationships"><Relationship Id="rId1" Type="http://schemas.openxmlformats.org/officeDocument/2006/relationships/package" Target="../embeddings/Microsoft_Excel_Worksheet283.xlsx"/></Relationships>
</file>

<file path=ppt/charts/_rels/chart284.xml.rels><?xml version='1.0' encoding='UTF-8' standalone='yes'?>
<Relationships xmlns="http://schemas.openxmlformats.org/package/2006/relationships"><Relationship Id="rId1" Type="http://schemas.openxmlformats.org/officeDocument/2006/relationships/package" Target="../embeddings/Microsoft_Excel_Worksheet284.xlsx"/></Relationships>
</file>

<file path=ppt/charts/_rels/chart285.xml.rels><?xml version='1.0' encoding='UTF-8' standalone='yes'?>
<Relationships xmlns="http://schemas.openxmlformats.org/package/2006/relationships"><Relationship Id="rId1" Type="http://schemas.openxmlformats.org/officeDocument/2006/relationships/package" Target="../embeddings/Microsoft_Excel_Worksheet285.xlsx"/></Relationships>
</file>

<file path=ppt/charts/_rels/chart286.xml.rels><?xml version='1.0' encoding='UTF-8' standalone='yes'?>
<Relationships xmlns="http://schemas.openxmlformats.org/package/2006/relationships"><Relationship Id="rId1" Type="http://schemas.openxmlformats.org/officeDocument/2006/relationships/package" Target="../embeddings/Microsoft_Excel_Worksheet286.xlsx"/></Relationships>
</file>

<file path=ppt/charts/_rels/chart287.xml.rels><?xml version='1.0' encoding='UTF-8' standalone='yes'?>
<Relationships xmlns="http://schemas.openxmlformats.org/package/2006/relationships"><Relationship Id="rId1" Type="http://schemas.openxmlformats.org/officeDocument/2006/relationships/package" Target="../embeddings/Microsoft_Excel_Worksheet287.xlsx"/></Relationships>
</file>

<file path=ppt/charts/_rels/chart288.xml.rels><?xml version='1.0' encoding='UTF-8' standalone='yes'?>
<Relationships xmlns="http://schemas.openxmlformats.org/package/2006/relationships"><Relationship Id="rId1" Type="http://schemas.openxmlformats.org/officeDocument/2006/relationships/package" Target="../embeddings/Microsoft_Excel_Worksheet288.xlsx"/></Relationships>
</file>

<file path=ppt/charts/_rels/chart289.xml.rels><?xml version='1.0' encoding='UTF-8' standalone='yes'?>
<Relationships xmlns="http://schemas.openxmlformats.org/package/2006/relationships"><Relationship Id="rId1" Type="http://schemas.openxmlformats.org/officeDocument/2006/relationships/package" Target="../embeddings/Microsoft_Excel_Worksheet289.xlsx"/></Relationships>
</file>

<file path=ppt/charts/_rels/chart290.xml.rels><?xml version='1.0' encoding='UTF-8' standalone='yes'?>
<Relationships xmlns="http://schemas.openxmlformats.org/package/2006/relationships"><Relationship Id="rId1" Type="http://schemas.openxmlformats.org/officeDocument/2006/relationships/package" Target="../embeddings/Microsoft_Excel_Worksheet290.xlsx"/></Relationships>
</file>

<file path=ppt/charts/_rels/chart291.xml.rels><?xml version='1.0' encoding='UTF-8' standalone='yes'?>
<Relationships xmlns="http://schemas.openxmlformats.org/package/2006/relationships"><Relationship Id="rId1" Type="http://schemas.openxmlformats.org/officeDocument/2006/relationships/package" Target="../embeddings/Microsoft_Excel_Worksheet291.xlsx"/></Relationships>
</file>

<file path=ppt/charts/_rels/chart292.xml.rels><?xml version='1.0' encoding='UTF-8' standalone='yes'?>
<Relationships xmlns="http://schemas.openxmlformats.org/package/2006/relationships"><Relationship Id="rId1" Type="http://schemas.openxmlformats.org/officeDocument/2006/relationships/package" Target="../embeddings/Microsoft_Excel_Worksheet292.xlsx"/></Relationships>
</file>

<file path=ppt/charts/_rels/chart293.xml.rels><?xml version='1.0' encoding='UTF-8' standalone='yes'?>
<Relationships xmlns="http://schemas.openxmlformats.org/package/2006/relationships"><Relationship Id="rId1" Type="http://schemas.openxmlformats.org/officeDocument/2006/relationships/package" Target="../embeddings/Microsoft_Excel_Worksheet293.xlsx"/></Relationships>
</file>

<file path=ppt/charts/_rels/chart294.xml.rels><?xml version='1.0' encoding='UTF-8' standalone='yes'?>
<Relationships xmlns="http://schemas.openxmlformats.org/package/2006/relationships"><Relationship Id="rId1" Type="http://schemas.openxmlformats.org/officeDocument/2006/relationships/package" Target="../embeddings/Microsoft_Excel_Worksheet294.xlsx"/></Relationships>
</file>

<file path=ppt/charts/_rels/chart295.xml.rels><?xml version='1.0' encoding='UTF-8' standalone='yes'?>
<Relationships xmlns="http://schemas.openxmlformats.org/package/2006/relationships"><Relationship Id="rId1" Type="http://schemas.openxmlformats.org/officeDocument/2006/relationships/package" Target="../embeddings/Microsoft_Excel_Worksheet295.xlsx"/></Relationships>
</file>

<file path=ppt/charts/_rels/chart296.xml.rels><?xml version='1.0' encoding='UTF-8' standalone='yes'?>
<Relationships xmlns="http://schemas.openxmlformats.org/package/2006/relationships"><Relationship Id="rId1" Type="http://schemas.openxmlformats.org/officeDocument/2006/relationships/package" Target="../embeddings/Microsoft_Excel_Worksheet296.xlsx"/></Relationships>
</file>

<file path=ppt/charts/_rels/chart297.xml.rels><?xml version='1.0' encoding='UTF-8' standalone='yes'?>
<Relationships xmlns="http://schemas.openxmlformats.org/package/2006/relationships"><Relationship Id="rId1" Type="http://schemas.openxmlformats.org/officeDocument/2006/relationships/package" Target="../embeddings/Microsoft_Excel_Worksheet297.xlsx"/></Relationships>
</file>

<file path=ppt/charts/_rels/chart298.xml.rels><?xml version='1.0' encoding='UTF-8' standalone='yes'?>
<Relationships xmlns="http://schemas.openxmlformats.org/package/2006/relationships"><Relationship Id="rId1" Type="http://schemas.openxmlformats.org/officeDocument/2006/relationships/package" Target="../embeddings/Microsoft_Excel_Worksheet298.xlsx"/></Relationships>
</file>

<file path=ppt/charts/_rels/chart299.xml.rels><?xml version='1.0' encoding='UTF-8' standalone='yes'?>
<Relationships xmlns="http://schemas.openxmlformats.org/package/2006/relationships"><Relationship Id="rId1" Type="http://schemas.openxmlformats.org/officeDocument/2006/relationships/package" Target="../embeddings/Microsoft_Excel_Worksheet299.xlsx"/></Relationships>
</file>

<file path=ppt/charts/_rels/chart300.xml.rels><?xml version='1.0' encoding='UTF-8' standalone='yes'?>
<Relationships xmlns="http://schemas.openxmlformats.org/package/2006/relationships"><Relationship Id="rId1" Type="http://schemas.openxmlformats.org/officeDocument/2006/relationships/package" Target="../embeddings/Microsoft_Excel_Worksheet300.xlsx"/></Relationships>
</file>

<file path=ppt/charts/_rels/chart301.xml.rels><?xml version='1.0' encoding='UTF-8' standalone='yes'?>
<Relationships xmlns="http://schemas.openxmlformats.org/package/2006/relationships"><Relationship Id="rId1" Type="http://schemas.openxmlformats.org/officeDocument/2006/relationships/package" Target="../embeddings/Microsoft_Excel_Worksheet301.xlsx"/></Relationships>
</file>

<file path=ppt/charts/_rels/chart302.xml.rels><?xml version='1.0' encoding='UTF-8' standalone='yes'?>
<Relationships xmlns="http://schemas.openxmlformats.org/package/2006/relationships"><Relationship Id="rId1" Type="http://schemas.openxmlformats.org/officeDocument/2006/relationships/package" Target="../embeddings/Microsoft_Excel_Worksheet302.xlsx"/></Relationships>
</file>

<file path=ppt/charts/_rels/chart303.xml.rels><?xml version='1.0' encoding='UTF-8' standalone='yes'?>
<Relationships xmlns="http://schemas.openxmlformats.org/package/2006/relationships"><Relationship Id="rId1" Type="http://schemas.openxmlformats.org/officeDocument/2006/relationships/package" Target="../embeddings/Microsoft_Excel_Worksheet303.xlsx"/></Relationships>
</file>

<file path=ppt/charts/_rels/chart304.xml.rels><?xml version='1.0' encoding='UTF-8' standalone='yes'?>
<Relationships xmlns="http://schemas.openxmlformats.org/package/2006/relationships"><Relationship Id="rId1" Type="http://schemas.openxmlformats.org/officeDocument/2006/relationships/package" Target="../embeddings/Microsoft_Excel_Worksheet304.xlsx"/></Relationships>
</file>

<file path=ppt/charts/_rels/chart305.xml.rels><?xml version='1.0' encoding='UTF-8' standalone='yes'?>
<Relationships xmlns="http://schemas.openxmlformats.org/package/2006/relationships"><Relationship Id="rId1" Type="http://schemas.openxmlformats.org/officeDocument/2006/relationships/package" Target="../embeddings/Microsoft_Excel_Worksheet305.xlsx"/></Relationships>
</file>

<file path=ppt/charts/_rels/chart306.xml.rels><?xml version='1.0' encoding='UTF-8' standalone='yes'?>
<Relationships xmlns="http://schemas.openxmlformats.org/package/2006/relationships"><Relationship Id="rId1" Type="http://schemas.openxmlformats.org/officeDocument/2006/relationships/package" Target="../embeddings/Microsoft_Excel_Worksheet306.xlsx"/></Relationships>
</file>

<file path=ppt/charts/_rels/chart307.xml.rels><?xml version='1.0' encoding='UTF-8' standalone='yes'?>
<Relationships xmlns="http://schemas.openxmlformats.org/package/2006/relationships"><Relationship Id="rId1" Type="http://schemas.openxmlformats.org/officeDocument/2006/relationships/package" Target="../embeddings/Microsoft_Excel_Worksheet307.xlsx"/></Relationships>
</file>

<file path=ppt/charts/_rels/chart308.xml.rels><?xml version='1.0' encoding='UTF-8' standalone='yes'?>
<Relationships xmlns="http://schemas.openxmlformats.org/package/2006/relationships"><Relationship Id="rId1" Type="http://schemas.openxmlformats.org/officeDocument/2006/relationships/package" Target="../embeddings/Microsoft_Excel_Worksheet308.xlsx"/></Relationships>
</file>

<file path=ppt/charts/_rels/chart309.xml.rels><?xml version='1.0' encoding='UTF-8' standalone='yes'?>
<Relationships xmlns="http://schemas.openxmlformats.org/package/2006/relationships"><Relationship Id="rId1" Type="http://schemas.openxmlformats.org/officeDocument/2006/relationships/package" Target="../embeddings/Microsoft_Excel_Worksheet309.xlsx"/></Relationships>
</file>

<file path=ppt/charts/_rels/chart310.xml.rels><?xml version='1.0' encoding='UTF-8' standalone='yes'?>
<Relationships xmlns="http://schemas.openxmlformats.org/package/2006/relationships"><Relationship Id="rId1" Type="http://schemas.openxmlformats.org/officeDocument/2006/relationships/package" Target="../embeddings/Microsoft_Excel_Worksheet310.xlsx"/></Relationships>
</file>

<file path=ppt/charts/_rels/chart311.xml.rels><?xml version='1.0' encoding='UTF-8' standalone='yes'?>
<Relationships xmlns="http://schemas.openxmlformats.org/package/2006/relationships"><Relationship Id="rId1" Type="http://schemas.openxmlformats.org/officeDocument/2006/relationships/package" Target="../embeddings/Microsoft_Excel_Worksheet311.xlsx"/></Relationships>
</file>

<file path=ppt/charts/_rels/chart312.xml.rels><?xml version='1.0' encoding='UTF-8' standalone='yes'?>
<Relationships xmlns="http://schemas.openxmlformats.org/package/2006/relationships"><Relationship Id="rId1" Type="http://schemas.openxmlformats.org/officeDocument/2006/relationships/package" Target="../embeddings/Microsoft_Excel_Worksheet312.xlsx"/></Relationships>
</file>

<file path=ppt/charts/_rels/chart313.xml.rels><?xml version='1.0' encoding='UTF-8' standalone='yes'?>
<Relationships xmlns="http://schemas.openxmlformats.org/package/2006/relationships"><Relationship Id="rId1" Type="http://schemas.openxmlformats.org/officeDocument/2006/relationships/package" Target="../embeddings/Microsoft_Excel_Worksheet313.xlsx"/></Relationships>
</file>

<file path=ppt/charts/_rels/chart314.xml.rels><?xml version='1.0' encoding='UTF-8' standalone='yes'?>
<Relationships xmlns="http://schemas.openxmlformats.org/package/2006/relationships"><Relationship Id="rId1" Type="http://schemas.openxmlformats.org/officeDocument/2006/relationships/package" Target="../embeddings/Microsoft_Excel_Worksheet314.xlsx"/></Relationships>
</file>

<file path=ppt/charts/_rels/chart315.xml.rels><?xml version='1.0' encoding='UTF-8' standalone='yes'?>
<Relationships xmlns="http://schemas.openxmlformats.org/package/2006/relationships"><Relationship Id="rId1" Type="http://schemas.openxmlformats.org/officeDocument/2006/relationships/package" Target="../embeddings/Microsoft_Excel_Worksheet315.xlsx"/></Relationships>
</file>

<file path=ppt/charts/_rels/chart316.xml.rels><?xml version='1.0' encoding='UTF-8' standalone='yes'?>
<Relationships xmlns="http://schemas.openxmlformats.org/package/2006/relationships"><Relationship Id="rId1" Type="http://schemas.openxmlformats.org/officeDocument/2006/relationships/package" Target="../embeddings/Microsoft_Excel_Worksheet316.xlsx"/></Relationships>
</file>

<file path=ppt/charts/_rels/chart317.xml.rels><?xml version='1.0' encoding='UTF-8' standalone='yes'?>
<Relationships xmlns="http://schemas.openxmlformats.org/package/2006/relationships"><Relationship Id="rId1" Type="http://schemas.openxmlformats.org/officeDocument/2006/relationships/package" Target="../embeddings/Microsoft_Excel_Worksheet317.xlsx"/></Relationships>
</file>

<file path=ppt/charts/_rels/chart318.xml.rels><?xml version='1.0' encoding='UTF-8' standalone='yes'?>
<Relationships xmlns="http://schemas.openxmlformats.org/package/2006/relationships"><Relationship Id="rId1" Type="http://schemas.openxmlformats.org/officeDocument/2006/relationships/package" Target="../embeddings/Microsoft_Excel_Worksheet318.xlsx"/></Relationships>
</file>

<file path=ppt/charts/_rels/chart319.xml.rels><?xml version='1.0' encoding='UTF-8' standalone='yes'?>
<Relationships xmlns="http://schemas.openxmlformats.org/package/2006/relationships"><Relationship Id="rId1" Type="http://schemas.openxmlformats.org/officeDocument/2006/relationships/package" Target="../embeddings/Microsoft_Excel_Worksheet319.xlsx"/></Relationships>
</file>

<file path=ppt/charts/_rels/chart320.xml.rels><?xml version='1.0' encoding='UTF-8' standalone='yes'?>
<Relationships xmlns="http://schemas.openxmlformats.org/package/2006/relationships"><Relationship Id="rId1" Type="http://schemas.openxmlformats.org/officeDocument/2006/relationships/package" Target="../embeddings/Microsoft_Excel_Worksheet320.xlsx"/></Relationships>
</file>

<file path=ppt/charts/_rels/chart321.xml.rels><?xml version='1.0' encoding='UTF-8' standalone='yes'?>
<Relationships xmlns="http://schemas.openxmlformats.org/package/2006/relationships"><Relationship Id="rId1" Type="http://schemas.openxmlformats.org/officeDocument/2006/relationships/package" Target="../embeddings/Microsoft_Excel_Worksheet321.xlsx"/></Relationships>
</file>

<file path=ppt/charts/_rels/chart322.xml.rels><?xml version='1.0' encoding='UTF-8' standalone='yes'?>
<Relationships xmlns="http://schemas.openxmlformats.org/package/2006/relationships"><Relationship Id="rId1" Type="http://schemas.openxmlformats.org/officeDocument/2006/relationships/package" Target="../embeddings/Microsoft_Excel_Worksheet322.xlsx"/></Relationships>
</file>

<file path=ppt/charts/_rels/chart323.xml.rels><?xml version='1.0' encoding='UTF-8' standalone='yes'?>
<Relationships xmlns="http://schemas.openxmlformats.org/package/2006/relationships"><Relationship Id="rId1" Type="http://schemas.openxmlformats.org/officeDocument/2006/relationships/package" Target="../embeddings/Microsoft_Excel_Worksheet323.xlsx"/></Relationships>
</file>

<file path=ppt/charts/_rels/chart324.xml.rels><?xml version='1.0' encoding='UTF-8' standalone='yes'?>
<Relationships xmlns="http://schemas.openxmlformats.org/package/2006/relationships"><Relationship Id="rId1" Type="http://schemas.openxmlformats.org/officeDocument/2006/relationships/package" Target="../embeddings/Microsoft_Excel_Worksheet324.xlsx"/></Relationships>
</file>

<file path=ppt/charts/_rels/chart325.xml.rels><?xml version='1.0' encoding='UTF-8' standalone='yes'?>
<Relationships xmlns="http://schemas.openxmlformats.org/package/2006/relationships"><Relationship Id="rId1" Type="http://schemas.openxmlformats.org/officeDocument/2006/relationships/package" Target="../embeddings/Microsoft_Excel_Worksheet325.xlsx"/></Relationships>
</file>

<file path=ppt/charts/_rels/chart326.xml.rels><?xml version='1.0' encoding='UTF-8' standalone='yes'?>
<Relationships xmlns="http://schemas.openxmlformats.org/package/2006/relationships"><Relationship Id="rId1" Type="http://schemas.openxmlformats.org/officeDocument/2006/relationships/package" Target="../embeddings/Microsoft_Excel_Worksheet326.xlsx"/></Relationships>
</file>

<file path=ppt/charts/_rels/chart327.xml.rels><?xml version='1.0' encoding='UTF-8' standalone='yes'?>
<Relationships xmlns="http://schemas.openxmlformats.org/package/2006/relationships"><Relationship Id="rId1" Type="http://schemas.openxmlformats.org/officeDocument/2006/relationships/package" Target="../embeddings/Microsoft_Excel_Worksheet327.xlsx"/></Relationships>
</file>

<file path=ppt/charts/_rels/chart328.xml.rels><?xml version='1.0' encoding='UTF-8' standalone='yes'?>
<Relationships xmlns="http://schemas.openxmlformats.org/package/2006/relationships"><Relationship Id="rId1" Type="http://schemas.openxmlformats.org/officeDocument/2006/relationships/package" Target="../embeddings/Microsoft_Excel_Worksheet328.xlsx"/></Relationships>
</file>

<file path=ppt/charts/_rels/chart329.xml.rels><?xml version='1.0' encoding='UTF-8' standalone='yes'?>
<Relationships xmlns="http://schemas.openxmlformats.org/package/2006/relationships"><Relationship Id="rId1" Type="http://schemas.openxmlformats.org/officeDocument/2006/relationships/package" Target="../embeddings/Microsoft_Excel_Worksheet329.xlsx"/></Relationships>
</file>

<file path=ppt/charts/_rels/chart330.xml.rels><?xml version='1.0' encoding='UTF-8' standalone='yes'?>
<Relationships xmlns="http://schemas.openxmlformats.org/package/2006/relationships"><Relationship Id="rId1" Type="http://schemas.openxmlformats.org/officeDocument/2006/relationships/package" Target="../embeddings/Microsoft_Excel_Worksheet330.xlsx"/></Relationships>
</file>

<file path=ppt/charts/_rels/chart331.xml.rels><?xml version='1.0' encoding='UTF-8' standalone='yes'?>
<Relationships xmlns="http://schemas.openxmlformats.org/package/2006/relationships"><Relationship Id="rId1" Type="http://schemas.openxmlformats.org/officeDocument/2006/relationships/package" Target="../embeddings/Microsoft_Excel_Worksheet331.xlsx"/></Relationships>
</file>

<file path=ppt/charts/_rels/chart332.xml.rels><?xml version='1.0' encoding='UTF-8' standalone='yes'?>
<Relationships xmlns="http://schemas.openxmlformats.org/package/2006/relationships"><Relationship Id="rId1" Type="http://schemas.openxmlformats.org/officeDocument/2006/relationships/package" Target="../embeddings/Microsoft_Excel_Worksheet332.xlsx"/></Relationships>
</file>

<file path=ppt/charts/_rels/chart333.xml.rels><?xml version='1.0' encoding='UTF-8' standalone='yes'?>
<Relationships xmlns="http://schemas.openxmlformats.org/package/2006/relationships"><Relationship Id="rId1" Type="http://schemas.openxmlformats.org/officeDocument/2006/relationships/package" Target="../embeddings/Microsoft_Excel_Worksheet333.xlsx"/></Relationships>
</file>

<file path=ppt/charts/_rels/chart334.xml.rels><?xml version='1.0' encoding='UTF-8' standalone='yes'?>
<Relationships xmlns="http://schemas.openxmlformats.org/package/2006/relationships"><Relationship Id="rId1" Type="http://schemas.openxmlformats.org/officeDocument/2006/relationships/package" Target="../embeddings/Microsoft_Excel_Worksheet334.xlsx"/></Relationships>
</file>

<file path=ppt/charts/_rels/chart335.xml.rels><?xml version='1.0' encoding='UTF-8' standalone='yes'?>
<Relationships xmlns="http://schemas.openxmlformats.org/package/2006/relationships"><Relationship Id="rId1" Type="http://schemas.openxmlformats.org/officeDocument/2006/relationships/package" Target="../embeddings/Microsoft_Excel_Worksheet335.xlsx"/></Relationships>
</file>

<file path=ppt/charts/_rels/chart336.xml.rels><?xml version='1.0' encoding='UTF-8' standalone='yes'?>
<Relationships xmlns="http://schemas.openxmlformats.org/package/2006/relationships"><Relationship Id="rId1" Type="http://schemas.openxmlformats.org/officeDocument/2006/relationships/package" Target="../embeddings/Microsoft_Excel_Worksheet336.xlsx"/></Relationships>
</file>

<file path=ppt/charts/_rels/chart337.xml.rels><?xml version='1.0' encoding='UTF-8' standalone='yes'?>
<Relationships xmlns="http://schemas.openxmlformats.org/package/2006/relationships"><Relationship Id="rId1" Type="http://schemas.openxmlformats.org/officeDocument/2006/relationships/package" Target="../embeddings/Microsoft_Excel_Worksheet337.xlsx"/></Relationships>
</file>

<file path=ppt/charts/_rels/chart338.xml.rels><?xml version='1.0' encoding='UTF-8' standalone='yes'?>
<Relationships xmlns="http://schemas.openxmlformats.org/package/2006/relationships"><Relationship Id="rId1" Type="http://schemas.openxmlformats.org/officeDocument/2006/relationships/package" Target="../embeddings/Microsoft_Excel_Worksheet338.xlsx"/></Relationships>
</file>

<file path=ppt/charts/_rels/chart339.xml.rels><?xml version='1.0' encoding='UTF-8' standalone='yes'?>
<Relationships xmlns="http://schemas.openxmlformats.org/package/2006/relationships"><Relationship Id="rId1" Type="http://schemas.openxmlformats.org/officeDocument/2006/relationships/package" Target="../embeddings/Microsoft_Excel_Worksheet339.xlsx"/></Relationships>
</file>

<file path=ppt/charts/_rels/chart340.xml.rels><?xml version='1.0' encoding='UTF-8' standalone='yes'?>
<Relationships xmlns="http://schemas.openxmlformats.org/package/2006/relationships"><Relationship Id="rId1" Type="http://schemas.openxmlformats.org/officeDocument/2006/relationships/package" Target="../embeddings/Microsoft_Excel_Worksheet340.xlsx"/></Relationships>
</file>

<file path=ppt/charts/_rels/chart341.xml.rels><?xml version='1.0' encoding='UTF-8' standalone='yes'?>
<Relationships xmlns="http://schemas.openxmlformats.org/package/2006/relationships"><Relationship Id="rId1" Type="http://schemas.openxmlformats.org/officeDocument/2006/relationships/package" Target="../embeddings/Microsoft_Excel_Worksheet341.xlsx"/></Relationships>
</file>

<file path=ppt/charts/_rels/chart342.xml.rels><?xml version='1.0' encoding='UTF-8' standalone='yes'?>
<Relationships xmlns="http://schemas.openxmlformats.org/package/2006/relationships"><Relationship Id="rId1" Type="http://schemas.openxmlformats.org/officeDocument/2006/relationships/package" Target="../embeddings/Microsoft_Excel_Worksheet342.xlsx"/></Relationships>
</file>

<file path=ppt/charts/_rels/chart343.xml.rels><?xml version='1.0' encoding='UTF-8' standalone='yes'?>
<Relationships xmlns="http://schemas.openxmlformats.org/package/2006/relationships"><Relationship Id="rId1" Type="http://schemas.openxmlformats.org/officeDocument/2006/relationships/package" Target="../embeddings/Microsoft_Excel_Worksheet343.xlsx"/></Relationships>
</file>

<file path=ppt/charts/_rels/chart344.xml.rels><?xml version='1.0' encoding='UTF-8' standalone='yes'?>
<Relationships xmlns="http://schemas.openxmlformats.org/package/2006/relationships"><Relationship Id="rId1" Type="http://schemas.openxmlformats.org/officeDocument/2006/relationships/package" Target="../embeddings/Microsoft_Excel_Worksheet344.xlsx"/></Relationships>
</file>

<file path=ppt/charts/_rels/chart345.xml.rels><?xml version='1.0' encoding='UTF-8' standalone='yes'?>
<Relationships xmlns="http://schemas.openxmlformats.org/package/2006/relationships"><Relationship Id="rId1" Type="http://schemas.openxmlformats.org/officeDocument/2006/relationships/package" Target="../embeddings/Microsoft_Excel_Worksheet345.xlsx"/></Relationships>
</file>

<file path=ppt/charts/_rels/chart346.xml.rels><?xml version='1.0' encoding='UTF-8' standalone='yes'?>
<Relationships xmlns="http://schemas.openxmlformats.org/package/2006/relationships"><Relationship Id="rId1" Type="http://schemas.openxmlformats.org/officeDocument/2006/relationships/package" Target="../embeddings/Microsoft_Excel_Worksheet346.xlsx"/></Relationships>
</file>

<file path=ppt/charts/_rels/chart347.xml.rels><?xml version='1.0' encoding='UTF-8' standalone='yes'?>
<Relationships xmlns="http://schemas.openxmlformats.org/package/2006/relationships"><Relationship Id="rId1" Type="http://schemas.openxmlformats.org/officeDocument/2006/relationships/package" Target="../embeddings/Microsoft_Excel_Worksheet347.xlsx"/></Relationships>
</file>

<file path=ppt/charts/_rels/chart348.xml.rels><?xml version='1.0' encoding='UTF-8' standalone='yes'?>
<Relationships xmlns="http://schemas.openxmlformats.org/package/2006/relationships"><Relationship Id="rId1" Type="http://schemas.openxmlformats.org/officeDocument/2006/relationships/package" Target="../embeddings/Microsoft_Excel_Worksheet348.xlsx"/></Relationships>
</file>

<file path=ppt/charts/_rels/chart349.xml.rels><?xml version='1.0' encoding='UTF-8' standalone='yes'?>
<Relationships xmlns="http://schemas.openxmlformats.org/package/2006/relationships"><Relationship Id="rId1" Type="http://schemas.openxmlformats.org/officeDocument/2006/relationships/package" Target="../embeddings/Microsoft_Excel_Worksheet349.xlsx"/></Relationships>
</file>

<file path=ppt/charts/_rels/chart350.xml.rels><?xml version='1.0' encoding='UTF-8' standalone='yes'?>
<Relationships xmlns="http://schemas.openxmlformats.org/package/2006/relationships"><Relationship Id="rId1" Type="http://schemas.openxmlformats.org/officeDocument/2006/relationships/package" Target="../embeddings/Microsoft_Excel_Worksheet350.xlsx"/></Relationships>
</file>

<file path=ppt/charts/_rels/chart351.xml.rels><?xml version='1.0' encoding='UTF-8' standalone='yes'?>
<Relationships xmlns="http://schemas.openxmlformats.org/package/2006/relationships"><Relationship Id="rId1" Type="http://schemas.openxmlformats.org/officeDocument/2006/relationships/package" Target="../embeddings/Microsoft_Excel_Worksheet351.xlsx"/></Relationships>
</file>

<file path=ppt/charts/_rels/chart352.xml.rels><?xml version='1.0' encoding='UTF-8' standalone='yes'?>
<Relationships xmlns="http://schemas.openxmlformats.org/package/2006/relationships"><Relationship Id="rId1" Type="http://schemas.openxmlformats.org/officeDocument/2006/relationships/package" Target="../embeddings/Microsoft_Excel_Worksheet352.xlsx"/></Relationships>
</file>

<file path=ppt/charts/_rels/chart353.xml.rels><?xml version='1.0' encoding='UTF-8' standalone='yes'?>
<Relationships xmlns="http://schemas.openxmlformats.org/package/2006/relationships"><Relationship Id="rId1" Type="http://schemas.openxmlformats.org/officeDocument/2006/relationships/package" Target="../embeddings/Microsoft_Excel_Worksheet353.xlsx"/></Relationships>
</file>

<file path=ppt/charts/_rels/chart354.xml.rels><?xml version='1.0' encoding='UTF-8' standalone='yes'?>
<Relationships xmlns="http://schemas.openxmlformats.org/package/2006/relationships"><Relationship Id="rId1" Type="http://schemas.openxmlformats.org/officeDocument/2006/relationships/package" Target="../embeddings/Microsoft_Excel_Worksheet354.xlsx"/></Relationships>
</file>

<file path=ppt/charts/_rels/chart355.xml.rels><?xml version='1.0' encoding='UTF-8' standalone='yes'?>
<Relationships xmlns="http://schemas.openxmlformats.org/package/2006/relationships"><Relationship Id="rId1" Type="http://schemas.openxmlformats.org/officeDocument/2006/relationships/package" Target="../embeddings/Microsoft_Excel_Worksheet355.xlsx"/></Relationships>
</file>

<file path=ppt/charts/_rels/chart356.xml.rels><?xml version='1.0' encoding='UTF-8' standalone='yes'?>
<Relationships xmlns="http://schemas.openxmlformats.org/package/2006/relationships"><Relationship Id="rId1" Type="http://schemas.openxmlformats.org/officeDocument/2006/relationships/package" Target="../embeddings/Microsoft_Excel_Worksheet356.xlsx"/></Relationships>
</file>

<file path=ppt/charts/_rels/chart357.xml.rels><?xml version='1.0' encoding='UTF-8' standalone='yes'?>
<Relationships xmlns="http://schemas.openxmlformats.org/package/2006/relationships"><Relationship Id="rId1" Type="http://schemas.openxmlformats.org/officeDocument/2006/relationships/package" Target="../embeddings/Microsoft_Excel_Worksheet357.xlsx"/></Relationships>
</file>

<file path=ppt/charts/_rels/chart358.xml.rels><?xml version='1.0' encoding='UTF-8' standalone='yes'?>
<Relationships xmlns="http://schemas.openxmlformats.org/package/2006/relationships"><Relationship Id="rId1" Type="http://schemas.openxmlformats.org/officeDocument/2006/relationships/package" Target="../embeddings/Microsoft_Excel_Worksheet358.xlsx"/></Relationships>
</file>

<file path=ppt/charts/_rels/chart359.xml.rels><?xml version='1.0' encoding='UTF-8' standalone='yes'?>
<Relationships xmlns="http://schemas.openxmlformats.org/package/2006/relationships"><Relationship Id="rId1" Type="http://schemas.openxmlformats.org/officeDocument/2006/relationships/package" Target="../embeddings/Microsoft_Excel_Worksheet359.xlsx"/></Relationships>
</file>

<file path=ppt/charts/_rels/chart360.xml.rels><?xml version='1.0' encoding='UTF-8' standalone='yes'?>
<Relationships xmlns="http://schemas.openxmlformats.org/package/2006/relationships"><Relationship Id="rId1" Type="http://schemas.openxmlformats.org/officeDocument/2006/relationships/package" Target="../embeddings/Microsoft_Excel_Worksheet360.xlsx"/></Relationships>
</file>

<file path=ppt/charts/_rels/chart361.xml.rels><?xml version='1.0' encoding='UTF-8' standalone='yes'?>
<Relationships xmlns="http://schemas.openxmlformats.org/package/2006/relationships"><Relationship Id="rId1" Type="http://schemas.openxmlformats.org/officeDocument/2006/relationships/package" Target="../embeddings/Microsoft_Excel_Worksheet361.xlsx"/></Relationships>
</file>

<file path=ppt/charts/_rels/chart362.xml.rels><?xml version='1.0' encoding='UTF-8' standalone='yes'?>
<Relationships xmlns="http://schemas.openxmlformats.org/package/2006/relationships"><Relationship Id="rId1" Type="http://schemas.openxmlformats.org/officeDocument/2006/relationships/package" Target="../embeddings/Microsoft_Excel_Worksheet362.xlsx"/></Relationships>
</file>

<file path=ppt/charts/_rels/chart363.xml.rels><?xml version='1.0' encoding='UTF-8' standalone='yes'?>
<Relationships xmlns="http://schemas.openxmlformats.org/package/2006/relationships"><Relationship Id="rId1" Type="http://schemas.openxmlformats.org/officeDocument/2006/relationships/package" Target="../embeddings/Microsoft_Excel_Worksheet363.xlsx"/></Relationships>
</file>

<file path=ppt/charts/_rels/chart364.xml.rels><?xml version='1.0' encoding='UTF-8' standalone='yes'?>
<Relationships xmlns="http://schemas.openxmlformats.org/package/2006/relationships"><Relationship Id="rId1" Type="http://schemas.openxmlformats.org/officeDocument/2006/relationships/package" Target="../embeddings/Microsoft_Excel_Worksheet364.xlsx"/></Relationships>
</file>

<file path=ppt/charts/_rels/chart365.xml.rels><?xml version='1.0' encoding='UTF-8' standalone='yes'?>
<Relationships xmlns="http://schemas.openxmlformats.org/package/2006/relationships"><Relationship Id="rId1" Type="http://schemas.openxmlformats.org/officeDocument/2006/relationships/package" Target="../embeddings/Microsoft_Excel_Worksheet365.xlsx"/></Relationships>
</file>

<file path=ppt/charts/_rels/chart366.xml.rels><?xml version='1.0' encoding='UTF-8' standalone='yes'?>
<Relationships xmlns="http://schemas.openxmlformats.org/package/2006/relationships"><Relationship Id="rId1" Type="http://schemas.openxmlformats.org/officeDocument/2006/relationships/package" Target="../embeddings/Microsoft_Excel_Worksheet366.xlsx"/></Relationships>
</file>

<file path=ppt/charts/_rels/chart367.xml.rels><?xml version='1.0' encoding='UTF-8' standalone='yes'?>
<Relationships xmlns="http://schemas.openxmlformats.org/package/2006/relationships"><Relationship Id="rId1" Type="http://schemas.openxmlformats.org/officeDocument/2006/relationships/package" Target="../embeddings/Microsoft_Excel_Worksheet367.xlsx"/></Relationships>
</file>

<file path=ppt/charts/_rels/chart368.xml.rels><?xml version='1.0' encoding='UTF-8' standalone='yes'?>
<Relationships xmlns="http://schemas.openxmlformats.org/package/2006/relationships"><Relationship Id="rId1" Type="http://schemas.openxmlformats.org/officeDocument/2006/relationships/package" Target="../embeddings/Microsoft_Excel_Worksheet368.xlsx"/></Relationships>
</file>

<file path=ppt/charts/_rels/chart369.xml.rels><?xml version='1.0' encoding='UTF-8' standalone='yes'?>
<Relationships xmlns="http://schemas.openxmlformats.org/package/2006/relationships"><Relationship Id="rId1" Type="http://schemas.openxmlformats.org/officeDocument/2006/relationships/package" Target="../embeddings/Microsoft_Excel_Worksheet369.xlsx"/></Relationships>
</file>

<file path=ppt/charts/_rels/chart370.xml.rels><?xml version='1.0' encoding='UTF-8' standalone='yes'?>
<Relationships xmlns="http://schemas.openxmlformats.org/package/2006/relationships"><Relationship Id="rId1" Type="http://schemas.openxmlformats.org/officeDocument/2006/relationships/package" Target="../embeddings/Microsoft_Excel_Worksheet370.xlsx"/></Relationships>
</file>

<file path=ppt/charts/_rels/chart371.xml.rels><?xml version='1.0' encoding='UTF-8' standalone='yes'?>
<Relationships xmlns="http://schemas.openxmlformats.org/package/2006/relationships"><Relationship Id="rId1" Type="http://schemas.openxmlformats.org/officeDocument/2006/relationships/package" Target="../embeddings/Microsoft_Excel_Worksheet371.xlsx"/></Relationships>
</file>

<file path=ppt/charts/_rels/chart372.xml.rels><?xml version='1.0' encoding='UTF-8' standalone='yes'?>
<Relationships xmlns="http://schemas.openxmlformats.org/package/2006/relationships"><Relationship Id="rId1" Type="http://schemas.openxmlformats.org/officeDocument/2006/relationships/package" Target="../embeddings/Microsoft_Excel_Worksheet372.xlsx"/></Relationships>
</file>

<file path=ppt/charts/_rels/chart373.xml.rels><?xml version='1.0' encoding='UTF-8' standalone='yes'?>
<Relationships xmlns="http://schemas.openxmlformats.org/package/2006/relationships"><Relationship Id="rId1" Type="http://schemas.openxmlformats.org/officeDocument/2006/relationships/package" Target="../embeddings/Microsoft_Excel_Worksheet373.xlsx"/></Relationships>
</file>

<file path=ppt/charts/_rels/chart374.xml.rels><?xml version='1.0' encoding='UTF-8' standalone='yes'?>
<Relationships xmlns="http://schemas.openxmlformats.org/package/2006/relationships"><Relationship Id="rId1" Type="http://schemas.openxmlformats.org/officeDocument/2006/relationships/package" Target="../embeddings/Microsoft_Excel_Worksheet374.xlsx"/></Relationships>
</file>

<file path=ppt/charts/_rels/chart375.xml.rels><?xml version='1.0' encoding='UTF-8' standalone='yes'?>
<Relationships xmlns="http://schemas.openxmlformats.org/package/2006/relationships"><Relationship Id="rId1" Type="http://schemas.openxmlformats.org/officeDocument/2006/relationships/package" Target="../embeddings/Microsoft_Excel_Worksheet375.xlsx"/></Relationships>
</file>

<file path=ppt/charts/_rels/chart376.xml.rels><?xml version='1.0' encoding='UTF-8' standalone='yes'?>
<Relationships xmlns="http://schemas.openxmlformats.org/package/2006/relationships"><Relationship Id="rId1" Type="http://schemas.openxmlformats.org/officeDocument/2006/relationships/package" Target="../embeddings/Microsoft_Excel_Worksheet376.xlsx"/></Relationships>
</file>

<file path=ppt/charts/_rels/chart377.xml.rels><?xml version='1.0' encoding='UTF-8' standalone='yes'?>
<Relationships xmlns="http://schemas.openxmlformats.org/package/2006/relationships"><Relationship Id="rId1" Type="http://schemas.openxmlformats.org/officeDocument/2006/relationships/package" Target="../embeddings/Microsoft_Excel_Worksheet377.xlsx"/></Relationships>
</file>

<file path=ppt/charts/_rels/chart378.xml.rels><?xml version='1.0' encoding='UTF-8' standalone='yes'?>
<Relationships xmlns="http://schemas.openxmlformats.org/package/2006/relationships"><Relationship Id="rId1" Type="http://schemas.openxmlformats.org/officeDocument/2006/relationships/package" Target="../embeddings/Microsoft_Excel_Worksheet378.xlsx"/></Relationships>
</file>

<file path=ppt/charts/_rels/chart379.xml.rels><?xml version='1.0' encoding='UTF-8' standalone='yes'?>
<Relationships xmlns="http://schemas.openxmlformats.org/package/2006/relationships"><Relationship Id="rId1" Type="http://schemas.openxmlformats.org/officeDocument/2006/relationships/package" Target="../embeddings/Microsoft_Excel_Worksheet379.xlsx"/></Relationships>
</file>

<file path=ppt/charts/_rels/chart380.xml.rels><?xml version='1.0' encoding='UTF-8' standalone='yes'?>
<Relationships xmlns="http://schemas.openxmlformats.org/package/2006/relationships"><Relationship Id="rId1" Type="http://schemas.openxmlformats.org/officeDocument/2006/relationships/package" Target="../embeddings/Microsoft_Excel_Worksheet380.xlsx"/></Relationships>
</file>

<file path=ppt/charts/_rels/chart381.xml.rels><?xml version='1.0' encoding='UTF-8' standalone='yes'?>
<Relationships xmlns="http://schemas.openxmlformats.org/package/2006/relationships"><Relationship Id="rId1" Type="http://schemas.openxmlformats.org/officeDocument/2006/relationships/package" Target="../embeddings/Microsoft_Excel_Worksheet381.xlsx"/></Relationships>
</file>

<file path=ppt/charts/_rels/chart382.xml.rels><?xml version='1.0' encoding='UTF-8' standalone='yes'?>
<Relationships xmlns="http://schemas.openxmlformats.org/package/2006/relationships"><Relationship Id="rId1" Type="http://schemas.openxmlformats.org/officeDocument/2006/relationships/package" Target="../embeddings/Microsoft_Excel_Worksheet382.xlsx"/></Relationships>
</file>

<file path=ppt/charts/_rels/chart383.xml.rels><?xml version='1.0' encoding='UTF-8' standalone='yes'?>
<Relationships xmlns="http://schemas.openxmlformats.org/package/2006/relationships"><Relationship Id="rId1" Type="http://schemas.openxmlformats.org/officeDocument/2006/relationships/package" Target="../embeddings/Microsoft_Excel_Worksheet383.xlsx"/></Relationships>
</file>

<file path=ppt/charts/_rels/chart384.xml.rels><?xml version='1.0' encoding='UTF-8' standalone='yes'?>
<Relationships xmlns="http://schemas.openxmlformats.org/package/2006/relationships"><Relationship Id="rId1" Type="http://schemas.openxmlformats.org/officeDocument/2006/relationships/package" Target="../embeddings/Microsoft_Excel_Worksheet384.xlsx"/></Relationships>
</file>

<file path=ppt/charts/_rels/chart385.xml.rels><?xml version='1.0' encoding='UTF-8' standalone='yes'?>
<Relationships xmlns="http://schemas.openxmlformats.org/package/2006/relationships"><Relationship Id="rId1" Type="http://schemas.openxmlformats.org/officeDocument/2006/relationships/package" Target="../embeddings/Microsoft_Excel_Worksheet385.xlsx"/></Relationships>
</file>

<file path=ppt/charts/_rels/chart386.xml.rels><?xml version='1.0' encoding='UTF-8' standalone='yes'?>
<Relationships xmlns="http://schemas.openxmlformats.org/package/2006/relationships"><Relationship Id="rId1" Type="http://schemas.openxmlformats.org/officeDocument/2006/relationships/package" Target="../embeddings/Microsoft_Excel_Worksheet386.xlsx"/></Relationships>
</file>

<file path=ppt/charts/_rels/chart387.xml.rels><?xml version='1.0' encoding='UTF-8' standalone='yes'?>
<Relationships xmlns="http://schemas.openxmlformats.org/package/2006/relationships"><Relationship Id="rId1" Type="http://schemas.openxmlformats.org/officeDocument/2006/relationships/package" Target="../embeddings/Microsoft_Excel_Worksheet387.xlsx"/></Relationships>
</file>

<file path=ppt/charts/_rels/chart388.xml.rels><?xml version='1.0' encoding='UTF-8' standalone='yes'?>
<Relationships xmlns="http://schemas.openxmlformats.org/package/2006/relationships"><Relationship Id="rId1" Type="http://schemas.openxmlformats.org/officeDocument/2006/relationships/package" Target="../embeddings/Microsoft_Excel_Worksheet388.xlsx"/></Relationships>
</file>

<file path=ppt/charts/_rels/chart389.xml.rels><?xml version='1.0' encoding='UTF-8' standalone='yes'?>
<Relationships xmlns="http://schemas.openxmlformats.org/package/2006/relationships"><Relationship Id="rId1" Type="http://schemas.openxmlformats.org/officeDocument/2006/relationships/package" Target="../embeddings/Microsoft_Excel_Worksheet389.xlsx"/></Relationships>
</file>

<file path=ppt/charts/_rels/chart390.xml.rels><?xml version='1.0' encoding='UTF-8' standalone='yes'?>
<Relationships xmlns="http://schemas.openxmlformats.org/package/2006/relationships"><Relationship Id="rId1" Type="http://schemas.openxmlformats.org/officeDocument/2006/relationships/package" Target="../embeddings/Microsoft_Excel_Worksheet390.xlsx"/></Relationships>
</file>

<file path=ppt/charts/_rels/chart391.xml.rels><?xml version='1.0' encoding='UTF-8' standalone='yes'?>
<Relationships xmlns="http://schemas.openxmlformats.org/package/2006/relationships"><Relationship Id="rId1" Type="http://schemas.openxmlformats.org/officeDocument/2006/relationships/package" Target="../embeddings/Microsoft_Excel_Worksheet391.xlsx"/></Relationships>
</file>

<file path=ppt/charts/_rels/chart392.xml.rels><?xml version='1.0' encoding='UTF-8' standalone='yes'?>
<Relationships xmlns="http://schemas.openxmlformats.org/package/2006/relationships"><Relationship Id="rId1" Type="http://schemas.openxmlformats.org/officeDocument/2006/relationships/package" Target="../embeddings/Microsoft_Excel_Worksheet392.xlsx"/></Relationships>
</file>

<file path=ppt/charts/_rels/chart393.xml.rels><?xml version='1.0' encoding='UTF-8' standalone='yes'?>
<Relationships xmlns="http://schemas.openxmlformats.org/package/2006/relationships"><Relationship Id="rId1" Type="http://schemas.openxmlformats.org/officeDocument/2006/relationships/package" Target="../embeddings/Microsoft_Excel_Worksheet393.xlsx"/></Relationships>
</file>

<file path=ppt/charts/_rels/chart394.xml.rels><?xml version='1.0' encoding='UTF-8' standalone='yes'?>
<Relationships xmlns="http://schemas.openxmlformats.org/package/2006/relationships"><Relationship Id="rId1" Type="http://schemas.openxmlformats.org/officeDocument/2006/relationships/package" Target="../embeddings/Microsoft_Excel_Worksheet394.xlsx"/></Relationships>
</file>

<file path=ppt/charts/_rels/chart395.xml.rels><?xml version='1.0' encoding='UTF-8' standalone='yes'?>
<Relationships xmlns="http://schemas.openxmlformats.org/package/2006/relationships"><Relationship Id="rId1" Type="http://schemas.openxmlformats.org/officeDocument/2006/relationships/package" Target="../embeddings/Microsoft_Excel_Worksheet395.xlsx"/></Relationships>
</file>

<file path=ppt/charts/_rels/chart396.xml.rels><?xml version='1.0' encoding='UTF-8' standalone='yes'?>
<Relationships xmlns="http://schemas.openxmlformats.org/package/2006/relationships"><Relationship Id="rId1" Type="http://schemas.openxmlformats.org/officeDocument/2006/relationships/package" Target="../embeddings/Microsoft_Excel_Worksheet396.xlsx"/></Relationships>
</file>

<file path=ppt/charts/_rels/chart397.xml.rels><?xml version='1.0' encoding='UTF-8' standalone='yes'?>
<Relationships xmlns="http://schemas.openxmlformats.org/package/2006/relationships"><Relationship Id="rId1" Type="http://schemas.openxmlformats.org/officeDocument/2006/relationships/package" Target="../embeddings/Microsoft_Excel_Worksheet397.xlsx"/></Relationships>
</file>

<file path=ppt/charts/_rels/chart398.xml.rels><?xml version='1.0' encoding='UTF-8' standalone='yes'?>
<Relationships xmlns="http://schemas.openxmlformats.org/package/2006/relationships"><Relationship Id="rId1" Type="http://schemas.openxmlformats.org/officeDocument/2006/relationships/package" Target="../embeddings/Microsoft_Excel_Worksheet398.xlsx"/></Relationships>
</file>

<file path=ppt/charts/_rels/chart399.xml.rels><?xml version='1.0' encoding='UTF-8' standalone='yes'?>
<Relationships xmlns="http://schemas.openxmlformats.org/package/2006/relationships"><Relationship Id="rId1" Type="http://schemas.openxmlformats.org/officeDocument/2006/relationships/package" Target="../embeddings/Microsoft_Excel_Worksheet399.xlsx"/></Relationships>
</file>

<file path=ppt/charts/_rels/chart400.xml.rels><?xml version='1.0' encoding='UTF-8' standalone='yes'?>
<Relationships xmlns="http://schemas.openxmlformats.org/package/2006/relationships"><Relationship Id="rId1" Type="http://schemas.openxmlformats.org/officeDocument/2006/relationships/package" Target="../embeddings/Microsoft_Excel_Worksheet400.xlsx"/></Relationships>
</file>

<file path=ppt/charts/_rels/chart401.xml.rels><?xml version='1.0' encoding='UTF-8' standalone='yes'?>
<Relationships xmlns="http://schemas.openxmlformats.org/package/2006/relationships"><Relationship Id="rId1" Type="http://schemas.openxmlformats.org/officeDocument/2006/relationships/package" Target="../embeddings/Microsoft_Excel_Worksheet401.xlsx"/></Relationships>
</file>

<file path=ppt/charts/_rels/chart402.xml.rels><?xml version='1.0' encoding='UTF-8' standalone='yes'?>
<Relationships xmlns="http://schemas.openxmlformats.org/package/2006/relationships"><Relationship Id="rId1" Type="http://schemas.openxmlformats.org/officeDocument/2006/relationships/package" Target="../embeddings/Microsoft_Excel_Worksheet402.xlsx"/></Relationships>
</file>

<file path=ppt/charts/_rels/chart403.xml.rels><?xml version='1.0' encoding='UTF-8' standalone='yes'?>
<Relationships xmlns="http://schemas.openxmlformats.org/package/2006/relationships"><Relationship Id="rId1" Type="http://schemas.openxmlformats.org/officeDocument/2006/relationships/package" Target="../embeddings/Microsoft_Excel_Worksheet403.xlsx"/></Relationships>
</file>

<file path=ppt/charts/_rels/chart404.xml.rels><?xml version='1.0' encoding='UTF-8' standalone='yes'?>
<Relationships xmlns="http://schemas.openxmlformats.org/package/2006/relationships"><Relationship Id="rId1" Type="http://schemas.openxmlformats.org/officeDocument/2006/relationships/package" Target="../embeddings/Microsoft_Excel_Worksheet404.xlsx"/></Relationships>
</file>

<file path=ppt/charts/_rels/chart405.xml.rels><?xml version='1.0' encoding='UTF-8' standalone='yes'?>
<Relationships xmlns="http://schemas.openxmlformats.org/package/2006/relationships"><Relationship Id="rId1" Type="http://schemas.openxmlformats.org/officeDocument/2006/relationships/package" Target="../embeddings/Microsoft_Excel_Worksheet405.xlsx"/></Relationships>
</file>

<file path=ppt/charts/_rels/chart406.xml.rels><?xml version='1.0' encoding='UTF-8' standalone='yes'?>
<Relationships xmlns="http://schemas.openxmlformats.org/package/2006/relationships"><Relationship Id="rId1" Type="http://schemas.openxmlformats.org/officeDocument/2006/relationships/package" Target="../embeddings/Microsoft_Excel_Worksheet406.xlsx"/></Relationships>
</file>

<file path=ppt/charts/_rels/chart407.xml.rels><?xml version='1.0' encoding='UTF-8' standalone='yes'?>
<Relationships xmlns="http://schemas.openxmlformats.org/package/2006/relationships"><Relationship Id="rId1" Type="http://schemas.openxmlformats.org/officeDocument/2006/relationships/package" Target="../embeddings/Microsoft_Excel_Worksheet407.xlsx"/></Relationships>
</file>

<file path=ppt/charts/_rels/chart408.xml.rels><?xml version='1.0' encoding='UTF-8' standalone='yes'?>
<Relationships xmlns="http://schemas.openxmlformats.org/package/2006/relationships"><Relationship Id="rId1" Type="http://schemas.openxmlformats.org/officeDocument/2006/relationships/package" Target="../embeddings/Microsoft_Excel_Worksheet408.xlsx"/></Relationships>
</file>

<file path=ppt/charts/_rels/chart409.xml.rels><?xml version='1.0' encoding='UTF-8' standalone='yes'?>
<Relationships xmlns="http://schemas.openxmlformats.org/package/2006/relationships"><Relationship Id="rId1" Type="http://schemas.openxmlformats.org/officeDocument/2006/relationships/package" Target="../embeddings/Microsoft_Excel_Worksheet409.xlsx"/></Relationships>
</file>

<file path=ppt/charts/_rels/chart410.xml.rels><?xml version='1.0' encoding='UTF-8' standalone='yes'?>
<Relationships xmlns="http://schemas.openxmlformats.org/package/2006/relationships"><Relationship Id="rId1" Type="http://schemas.openxmlformats.org/officeDocument/2006/relationships/package" Target="../embeddings/Microsoft_Excel_Worksheet410.xlsx"/></Relationships>
</file>

<file path=ppt/charts/_rels/chart411.xml.rels><?xml version='1.0' encoding='UTF-8' standalone='yes'?>
<Relationships xmlns="http://schemas.openxmlformats.org/package/2006/relationships"><Relationship Id="rId1" Type="http://schemas.openxmlformats.org/officeDocument/2006/relationships/package" Target="../embeddings/Microsoft_Excel_Worksheet411.xlsx"/></Relationships>
</file>

<file path=ppt/charts/_rels/chart412.xml.rels><?xml version='1.0' encoding='UTF-8' standalone='yes'?>
<Relationships xmlns="http://schemas.openxmlformats.org/package/2006/relationships"><Relationship Id="rId1" Type="http://schemas.openxmlformats.org/officeDocument/2006/relationships/package" Target="../embeddings/Microsoft_Excel_Worksheet412.xlsx"/></Relationships>
</file>

<file path=ppt/charts/_rels/chart413.xml.rels><?xml version='1.0' encoding='UTF-8' standalone='yes'?>
<Relationships xmlns="http://schemas.openxmlformats.org/package/2006/relationships"><Relationship Id="rId1" Type="http://schemas.openxmlformats.org/officeDocument/2006/relationships/package" Target="../embeddings/Microsoft_Excel_Worksheet413.xlsx"/></Relationships>
</file>

<file path=ppt/charts/_rels/chart414.xml.rels><?xml version='1.0' encoding='UTF-8' standalone='yes'?>
<Relationships xmlns="http://schemas.openxmlformats.org/package/2006/relationships"><Relationship Id="rId1" Type="http://schemas.openxmlformats.org/officeDocument/2006/relationships/package" Target="../embeddings/Microsoft_Excel_Worksheet414.xlsx"/></Relationships>
</file>

<file path=ppt/charts/_rels/chart415.xml.rels><?xml version='1.0' encoding='UTF-8' standalone='yes'?>
<Relationships xmlns="http://schemas.openxmlformats.org/package/2006/relationships"><Relationship Id="rId1" Type="http://schemas.openxmlformats.org/officeDocument/2006/relationships/package" Target="../embeddings/Microsoft_Excel_Worksheet415.xlsx"/></Relationships>
</file>

<file path=ppt/charts/_rels/chart416.xml.rels><?xml version='1.0' encoding='UTF-8' standalone='yes'?>
<Relationships xmlns="http://schemas.openxmlformats.org/package/2006/relationships"><Relationship Id="rId1" Type="http://schemas.openxmlformats.org/officeDocument/2006/relationships/package" Target="../embeddings/Microsoft_Excel_Worksheet416.xlsx"/></Relationships>
</file>

<file path=ppt/charts/_rels/chart417.xml.rels><?xml version='1.0' encoding='UTF-8' standalone='yes'?>
<Relationships xmlns="http://schemas.openxmlformats.org/package/2006/relationships"><Relationship Id="rId1" Type="http://schemas.openxmlformats.org/officeDocument/2006/relationships/package" Target="../embeddings/Microsoft_Excel_Worksheet417.xlsx"/></Relationships>
</file>

<file path=ppt/charts/_rels/chart418.xml.rels><?xml version='1.0' encoding='UTF-8' standalone='yes'?>
<Relationships xmlns="http://schemas.openxmlformats.org/package/2006/relationships"><Relationship Id="rId1" Type="http://schemas.openxmlformats.org/officeDocument/2006/relationships/package" Target="../embeddings/Microsoft_Excel_Worksheet418.xlsx"/></Relationships>
</file>

<file path=ppt/charts/_rels/chart419.xml.rels><?xml version='1.0' encoding='UTF-8' standalone='yes'?>
<Relationships xmlns="http://schemas.openxmlformats.org/package/2006/relationships"><Relationship Id="rId1" Type="http://schemas.openxmlformats.org/officeDocument/2006/relationships/package" Target="../embeddings/Microsoft_Excel_Worksheet419.xlsx"/></Relationships>
</file>

<file path=ppt/charts/_rels/chart420.xml.rels><?xml version='1.0' encoding='UTF-8' standalone='yes'?>
<Relationships xmlns="http://schemas.openxmlformats.org/package/2006/relationships"><Relationship Id="rId1" Type="http://schemas.openxmlformats.org/officeDocument/2006/relationships/package" Target="../embeddings/Microsoft_Excel_Worksheet420.xlsx"/></Relationships>
</file>

<file path=ppt/charts/_rels/chart421.xml.rels><?xml version='1.0' encoding='UTF-8' standalone='yes'?>
<Relationships xmlns="http://schemas.openxmlformats.org/package/2006/relationships"><Relationship Id="rId1" Type="http://schemas.openxmlformats.org/officeDocument/2006/relationships/package" Target="../embeddings/Microsoft_Excel_Worksheet421.xlsx"/></Relationships>
</file>

<file path=ppt/charts/_rels/chart422.xml.rels><?xml version='1.0' encoding='UTF-8' standalone='yes'?>
<Relationships xmlns="http://schemas.openxmlformats.org/package/2006/relationships"><Relationship Id="rId1" Type="http://schemas.openxmlformats.org/officeDocument/2006/relationships/package" Target="../embeddings/Microsoft_Excel_Worksheet422.xlsx"/></Relationships>
</file>

<file path=ppt/charts/_rels/chart423.xml.rels><?xml version='1.0' encoding='UTF-8' standalone='yes'?>
<Relationships xmlns="http://schemas.openxmlformats.org/package/2006/relationships"><Relationship Id="rId1" Type="http://schemas.openxmlformats.org/officeDocument/2006/relationships/package" Target="../embeddings/Microsoft_Excel_Worksheet423.xlsx"/></Relationships>
</file>

<file path=ppt/charts/_rels/chart424.xml.rels><?xml version='1.0' encoding='UTF-8' standalone='yes'?>
<Relationships xmlns="http://schemas.openxmlformats.org/package/2006/relationships"><Relationship Id="rId1" Type="http://schemas.openxmlformats.org/officeDocument/2006/relationships/package" Target="../embeddings/Microsoft_Excel_Worksheet424.xlsx"/></Relationships>
</file>

<file path=ppt/charts/_rels/chart425.xml.rels><?xml version='1.0' encoding='UTF-8' standalone='yes'?>
<Relationships xmlns="http://schemas.openxmlformats.org/package/2006/relationships"><Relationship Id="rId1" Type="http://schemas.openxmlformats.org/officeDocument/2006/relationships/package" Target="../embeddings/Microsoft_Excel_Worksheet425.xlsx"/></Relationships>
</file>

<file path=ppt/charts/_rels/chart426.xml.rels><?xml version='1.0' encoding='UTF-8' standalone='yes'?>
<Relationships xmlns="http://schemas.openxmlformats.org/package/2006/relationships"><Relationship Id="rId1" Type="http://schemas.openxmlformats.org/officeDocument/2006/relationships/package" Target="../embeddings/Microsoft_Excel_Worksheet426.xlsx"/></Relationships>
</file>

<file path=ppt/charts/_rels/chart427.xml.rels><?xml version='1.0' encoding='UTF-8' standalone='yes'?>
<Relationships xmlns="http://schemas.openxmlformats.org/package/2006/relationships"><Relationship Id="rId1" Type="http://schemas.openxmlformats.org/officeDocument/2006/relationships/package" Target="../embeddings/Microsoft_Excel_Worksheet427.xlsx"/></Relationships>
</file>

<file path=ppt/charts/_rels/chart428.xml.rels><?xml version='1.0' encoding='UTF-8' standalone='yes'?>
<Relationships xmlns="http://schemas.openxmlformats.org/package/2006/relationships"><Relationship Id="rId1" Type="http://schemas.openxmlformats.org/officeDocument/2006/relationships/package" Target="../embeddings/Microsoft_Excel_Worksheet428.xlsx"/></Relationships>
</file>

<file path=ppt/charts/_rels/chart429.xml.rels><?xml version='1.0' encoding='UTF-8' standalone='yes'?>
<Relationships xmlns="http://schemas.openxmlformats.org/package/2006/relationships"><Relationship Id="rId1" Type="http://schemas.openxmlformats.org/officeDocument/2006/relationships/package" Target="../embeddings/Microsoft_Excel_Worksheet429.xlsx"/></Relationships>
</file>

<file path=ppt/charts/_rels/chart430.xml.rels><?xml version='1.0' encoding='UTF-8' standalone='yes'?>
<Relationships xmlns="http://schemas.openxmlformats.org/package/2006/relationships"><Relationship Id="rId1" Type="http://schemas.openxmlformats.org/officeDocument/2006/relationships/package" Target="../embeddings/Microsoft_Excel_Worksheet430.xlsx"/></Relationships>
</file>

<file path=ppt/charts/_rels/chart431.xml.rels><?xml version='1.0' encoding='UTF-8' standalone='yes'?>
<Relationships xmlns="http://schemas.openxmlformats.org/package/2006/relationships"><Relationship Id="rId1" Type="http://schemas.openxmlformats.org/officeDocument/2006/relationships/package" Target="../embeddings/Microsoft_Excel_Worksheet431.xlsx"/></Relationships>
</file>

<file path=ppt/charts/_rels/chart432.xml.rels><?xml version='1.0' encoding='UTF-8' standalone='yes'?>
<Relationships xmlns="http://schemas.openxmlformats.org/package/2006/relationships"><Relationship Id="rId1" Type="http://schemas.openxmlformats.org/officeDocument/2006/relationships/package" Target="../embeddings/Microsoft_Excel_Worksheet432.xlsx"/></Relationships>
</file>

<file path=ppt/charts/_rels/chart433.xml.rels><?xml version='1.0' encoding='UTF-8' standalone='yes'?>
<Relationships xmlns="http://schemas.openxmlformats.org/package/2006/relationships"><Relationship Id="rId1" Type="http://schemas.openxmlformats.org/officeDocument/2006/relationships/package" Target="../embeddings/Microsoft_Excel_Worksheet433.xlsx"/></Relationships>
</file>

<file path=ppt/charts/_rels/chart434.xml.rels><?xml version='1.0' encoding='UTF-8' standalone='yes'?>
<Relationships xmlns="http://schemas.openxmlformats.org/package/2006/relationships"><Relationship Id="rId1" Type="http://schemas.openxmlformats.org/officeDocument/2006/relationships/package" Target="../embeddings/Microsoft_Excel_Worksheet434.xlsx"/></Relationships>
</file>

<file path=ppt/charts/_rels/chart435.xml.rels><?xml version='1.0' encoding='UTF-8' standalone='yes'?>
<Relationships xmlns="http://schemas.openxmlformats.org/package/2006/relationships"><Relationship Id="rId1" Type="http://schemas.openxmlformats.org/officeDocument/2006/relationships/package" Target="../embeddings/Microsoft_Excel_Worksheet435.xlsx"/></Relationships>
</file>

<file path=ppt/charts/_rels/chart436.xml.rels><?xml version='1.0' encoding='UTF-8' standalone='yes'?>
<Relationships xmlns="http://schemas.openxmlformats.org/package/2006/relationships"><Relationship Id="rId1" Type="http://schemas.openxmlformats.org/officeDocument/2006/relationships/package" Target="../embeddings/Microsoft_Excel_Worksheet436.xlsx"/></Relationships>
</file>

<file path=ppt/charts/_rels/chart437.xml.rels><?xml version='1.0' encoding='UTF-8' standalone='yes'?>
<Relationships xmlns="http://schemas.openxmlformats.org/package/2006/relationships"><Relationship Id="rId1" Type="http://schemas.openxmlformats.org/officeDocument/2006/relationships/package" Target="../embeddings/Microsoft_Excel_Worksheet437.xlsx"/></Relationships>
</file>

<file path=ppt/charts/_rels/chart438.xml.rels><?xml version='1.0' encoding='UTF-8' standalone='yes'?>
<Relationships xmlns="http://schemas.openxmlformats.org/package/2006/relationships"><Relationship Id="rId1" Type="http://schemas.openxmlformats.org/officeDocument/2006/relationships/package" Target="../embeddings/Microsoft_Excel_Worksheet438.xlsx"/></Relationships>
</file>

<file path=ppt/charts/_rels/chart439.xml.rels><?xml version='1.0' encoding='UTF-8' standalone='yes'?>
<Relationships xmlns="http://schemas.openxmlformats.org/package/2006/relationships"><Relationship Id="rId1" Type="http://schemas.openxmlformats.org/officeDocument/2006/relationships/package" Target="../embeddings/Microsoft_Excel_Worksheet439.xlsx"/></Relationships>
</file>

<file path=ppt/charts/_rels/chart440.xml.rels><?xml version='1.0' encoding='UTF-8' standalone='yes'?>
<Relationships xmlns="http://schemas.openxmlformats.org/package/2006/relationships"><Relationship Id="rId1" Type="http://schemas.openxmlformats.org/officeDocument/2006/relationships/package" Target="../embeddings/Microsoft_Excel_Worksheet440.xlsx"/></Relationships>
</file>

<file path=ppt/charts/_rels/chart441.xml.rels><?xml version='1.0' encoding='UTF-8' standalone='yes'?>
<Relationships xmlns="http://schemas.openxmlformats.org/package/2006/relationships"><Relationship Id="rId1" Type="http://schemas.openxmlformats.org/officeDocument/2006/relationships/package" Target="../embeddings/Microsoft_Excel_Worksheet441.xlsx"/></Relationships>
</file>

<file path=ppt/charts/_rels/chart442.xml.rels><?xml version='1.0' encoding='UTF-8' standalone='yes'?>
<Relationships xmlns="http://schemas.openxmlformats.org/package/2006/relationships"><Relationship Id="rId1" Type="http://schemas.openxmlformats.org/officeDocument/2006/relationships/package" Target="../embeddings/Microsoft_Excel_Worksheet442.xlsx"/></Relationships>
</file>

<file path=ppt/charts/_rels/chart443.xml.rels><?xml version='1.0' encoding='UTF-8' standalone='yes'?>
<Relationships xmlns="http://schemas.openxmlformats.org/package/2006/relationships"><Relationship Id="rId1" Type="http://schemas.openxmlformats.org/officeDocument/2006/relationships/package" Target="../embeddings/Microsoft_Excel_Worksheet443.xlsx"/></Relationships>
</file>

<file path=ppt/charts/_rels/chart444.xml.rels><?xml version='1.0' encoding='UTF-8' standalone='yes'?>
<Relationships xmlns="http://schemas.openxmlformats.org/package/2006/relationships"><Relationship Id="rId1" Type="http://schemas.openxmlformats.org/officeDocument/2006/relationships/package" Target="../embeddings/Microsoft_Excel_Worksheet444.xlsx"/></Relationships>
</file>

<file path=ppt/charts/_rels/chart445.xml.rels><?xml version='1.0' encoding='UTF-8' standalone='yes'?>
<Relationships xmlns="http://schemas.openxmlformats.org/package/2006/relationships"><Relationship Id="rId1" Type="http://schemas.openxmlformats.org/officeDocument/2006/relationships/package" Target="../embeddings/Microsoft_Excel_Worksheet445.xlsx"/></Relationships>
</file>

<file path=ppt/charts/_rels/chart446.xml.rels><?xml version='1.0' encoding='UTF-8' standalone='yes'?>
<Relationships xmlns="http://schemas.openxmlformats.org/package/2006/relationships"><Relationship Id="rId1" Type="http://schemas.openxmlformats.org/officeDocument/2006/relationships/package" Target="../embeddings/Microsoft_Excel_Worksheet446.xlsx"/></Relationships>
</file>

<file path=ppt/charts/_rels/chart447.xml.rels><?xml version='1.0' encoding='UTF-8' standalone='yes'?>
<Relationships xmlns="http://schemas.openxmlformats.org/package/2006/relationships"><Relationship Id="rId1" Type="http://schemas.openxmlformats.org/officeDocument/2006/relationships/package" Target="../embeddings/Microsoft_Excel_Worksheet447.xlsx"/></Relationships>
</file>

<file path=ppt/charts/_rels/chart448.xml.rels><?xml version='1.0' encoding='UTF-8' standalone='yes'?>
<Relationships xmlns="http://schemas.openxmlformats.org/package/2006/relationships"><Relationship Id="rId1" Type="http://schemas.openxmlformats.org/officeDocument/2006/relationships/package" Target="../embeddings/Microsoft_Excel_Worksheet448.xlsx"/></Relationships>
</file>

<file path=ppt/charts/_rels/chart449.xml.rels><?xml version='1.0' encoding='UTF-8' standalone='yes'?>
<Relationships xmlns="http://schemas.openxmlformats.org/package/2006/relationships"><Relationship Id="rId1" Type="http://schemas.openxmlformats.org/officeDocument/2006/relationships/package" Target="../embeddings/Microsoft_Excel_Worksheet449.xlsx"/></Relationships>
</file>

<file path=ppt/charts/_rels/chart450.xml.rels><?xml version='1.0' encoding='UTF-8' standalone='yes'?>
<Relationships xmlns="http://schemas.openxmlformats.org/package/2006/relationships"><Relationship Id="rId1" Type="http://schemas.openxmlformats.org/officeDocument/2006/relationships/package" Target="../embeddings/Microsoft_Excel_Worksheet450.xlsx"/></Relationships>
</file>

<file path=ppt/charts/_rels/chart451.xml.rels><?xml version='1.0' encoding='UTF-8' standalone='yes'?>
<Relationships xmlns="http://schemas.openxmlformats.org/package/2006/relationships"><Relationship Id="rId1" Type="http://schemas.openxmlformats.org/officeDocument/2006/relationships/package" Target="../embeddings/Microsoft_Excel_Worksheet451.xlsx"/></Relationships>
</file>

<file path=ppt/charts/_rels/chart452.xml.rels><?xml version='1.0' encoding='UTF-8' standalone='yes'?>
<Relationships xmlns="http://schemas.openxmlformats.org/package/2006/relationships"><Relationship Id="rId1" Type="http://schemas.openxmlformats.org/officeDocument/2006/relationships/package" Target="../embeddings/Microsoft_Excel_Worksheet452.xlsx"/></Relationships>
</file>

<file path=ppt/charts/_rels/chart453.xml.rels><?xml version='1.0' encoding='UTF-8' standalone='yes'?>
<Relationships xmlns="http://schemas.openxmlformats.org/package/2006/relationships"><Relationship Id="rId1" Type="http://schemas.openxmlformats.org/officeDocument/2006/relationships/package" Target="../embeddings/Microsoft_Excel_Worksheet453.xlsx"/></Relationships>
</file>

<file path=ppt/charts/_rels/chart454.xml.rels><?xml version='1.0' encoding='UTF-8' standalone='yes'?>
<Relationships xmlns="http://schemas.openxmlformats.org/package/2006/relationships"><Relationship Id="rId1" Type="http://schemas.openxmlformats.org/officeDocument/2006/relationships/package" Target="../embeddings/Microsoft_Excel_Worksheet454.xlsx"/></Relationships>
</file>

<file path=ppt/charts/_rels/chart455.xml.rels><?xml version='1.0' encoding='UTF-8' standalone='yes'?>
<Relationships xmlns="http://schemas.openxmlformats.org/package/2006/relationships"><Relationship Id="rId1" Type="http://schemas.openxmlformats.org/officeDocument/2006/relationships/package" Target="../embeddings/Microsoft_Excel_Worksheet455.xlsx"/></Relationships>
</file>

<file path=ppt/charts/_rels/chart456.xml.rels><?xml version='1.0' encoding='UTF-8' standalone='yes'?>
<Relationships xmlns="http://schemas.openxmlformats.org/package/2006/relationships"><Relationship Id="rId1" Type="http://schemas.openxmlformats.org/officeDocument/2006/relationships/package" Target="../embeddings/Microsoft_Excel_Worksheet456.xlsx"/></Relationships>
</file>

<file path=ppt/charts/_rels/chart457.xml.rels><?xml version='1.0' encoding='UTF-8' standalone='yes'?>
<Relationships xmlns="http://schemas.openxmlformats.org/package/2006/relationships"><Relationship Id="rId1" Type="http://schemas.openxmlformats.org/officeDocument/2006/relationships/package" Target="../embeddings/Microsoft_Excel_Worksheet457.xlsx"/></Relationships>
</file>

<file path=ppt/charts/_rels/chart458.xml.rels><?xml version='1.0' encoding='UTF-8' standalone='yes'?>
<Relationships xmlns="http://schemas.openxmlformats.org/package/2006/relationships"><Relationship Id="rId1" Type="http://schemas.openxmlformats.org/officeDocument/2006/relationships/package" Target="../embeddings/Microsoft_Excel_Worksheet458.xlsx"/></Relationships>
</file>

<file path=ppt/charts/_rels/chart459.xml.rels><?xml version='1.0' encoding='UTF-8' standalone='yes'?>
<Relationships xmlns="http://schemas.openxmlformats.org/package/2006/relationships"><Relationship Id="rId1" Type="http://schemas.openxmlformats.org/officeDocument/2006/relationships/package" Target="../embeddings/Microsoft_Excel_Worksheet459.xlsx"/></Relationships>
</file>

<file path=ppt/charts/_rels/chart460.xml.rels><?xml version='1.0' encoding='UTF-8' standalone='yes'?>
<Relationships xmlns="http://schemas.openxmlformats.org/package/2006/relationships"><Relationship Id="rId1" Type="http://schemas.openxmlformats.org/officeDocument/2006/relationships/package" Target="../embeddings/Microsoft_Excel_Worksheet460.xlsx"/></Relationships>
</file>

<file path=ppt/charts/_rels/chart461.xml.rels><?xml version='1.0' encoding='UTF-8' standalone='yes'?>
<Relationships xmlns="http://schemas.openxmlformats.org/package/2006/relationships"><Relationship Id="rId1" Type="http://schemas.openxmlformats.org/officeDocument/2006/relationships/package" Target="../embeddings/Microsoft_Excel_Worksheet461.xlsx"/></Relationships>
</file>

<file path=ppt/charts/_rels/chart462.xml.rels><?xml version='1.0' encoding='UTF-8' standalone='yes'?>
<Relationships xmlns="http://schemas.openxmlformats.org/package/2006/relationships"><Relationship Id="rId1" Type="http://schemas.openxmlformats.org/officeDocument/2006/relationships/package" Target="../embeddings/Microsoft_Excel_Worksheet462.xlsx"/></Relationships>
</file>

<file path=ppt/charts/_rels/chart463.xml.rels><?xml version='1.0' encoding='UTF-8' standalone='yes'?>
<Relationships xmlns="http://schemas.openxmlformats.org/package/2006/relationships"><Relationship Id="rId1" Type="http://schemas.openxmlformats.org/officeDocument/2006/relationships/package" Target="../embeddings/Microsoft_Excel_Worksheet463.xlsx"/></Relationships>
</file>

<file path=ppt/charts/_rels/chart464.xml.rels><?xml version='1.0' encoding='UTF-8' standalone='yes'?>
<Relationships xmlns="http://schemas.openxmlformats.org/package/2006/relationships"><Relationship Id="rId1" Type="http://schemas.openxmlformats.org/officeDocument/2006/relationships/package" Target="../embeddings/Microsoft_Excel_Worksheet464.xlsx"/></Relationships>
</file>

<file path=ppt/charts/_rels/chart465.xml.rels><?xml version='1.0' encoding='UTF-8' standalone='yes'?>
<Relationships xmlns="http://schemas.openxmlformats.org/package/2006/relationships"><Relationship Id="rId1" Type="http://schemas.openxmlformats.org/officeDocument/2006/relationships/package" Target="../embeddings/Microsoft_Excel_Worksheet465.xlsx"/></Relationships>
</file>

<file path=ppt/charts/_rels/chart466.xml.rels><?xml version='1.0' encoding='UTF-8' standalone='yes'?>
<Relationships xmlns="http://schemas.openxmlformats.org/package/2006/relationships"><Relationship Id="rId1" Type="http://schemas.openxmlformats.org/officeDocument/2006/relationships/package" Target="../embeddings/Microsoft_Excel_Worksheet466.xlsx"/></Relationships>
</file>

<file path=ppt/charts/_rels/chart467.xml.rels><?xml version='1.0' encoding='UTF-8' standalone='yes'?>
<Relationships xmlns="http://schemas.openxmlformats.org/package/2006/relationships"><Relationship Id="rId1" Type="http://schemas.openxmlformats.org/officeDocument/2006/relationships/package" Target="../embeddings/Microsoft_Excel_Worksheet467.xlsx"/></Relationships>
</file>

<file path=ppt/charts/_rels/chart468.xml.rels><?xml version='1.0' encoding='UTF-8' standalone='yes'?>
<Relationships xmlns="http://schemas.openxmlformats.org/package/2006/relationships"><Relationship Id="rId1" Type="http://schemas.openxmlformats.org/officeDocument/2006/relationships/package" Target="../embeddings/Microsoft_Excel_Worksheet468.xlsx"/></Relationships>
</file>

<file path=ppt/charts/_rels/chart469.xml.rels><?xml version='1.0' encoding='UTF-8' standalone='yes'?>
<Relationships xmlns="http://schemas.openxmlformats.org/package/2006/relationships"><Relationship Id="rId1" Type="http://schemas.openxmlformats.org/officeDocument/2006/relationships/package" Target="../embeddings/Microsoft_Excel_Worksheet469.xlsx"/></Relationships>
</file>

<file path=ppt/charts/_rels/chart470.xml.rels><?xml version='1.0' encoding='UTF-8' standalone='yes'?>
<Relationships xmlns="http://schemas.openxmlformats.org/package/2006/relationships"><Relationship Id="rId1" Type="http://schemas.openxmlformats.org/officeDocument/2006/relationships/package" Target="../embeddings/Microsoft_Excel_Worksheet470.xlsx"/></Relationships>
</file>

<file path=ppt/charts/_rels/chart471.xml.rels><?xml version='1.0' encoding='UTF-8' standalone='yes'?>
<Relationships xmlns="http://schemas.openxmlformats.org/package/2006/relationships"><Relationship Id="rId1" Type="http://schemas.openxmlformats.org/officeDocument/2006/relationships/package" Target="../embeddings/Microsoft_Excel_Worksheet471.xlsx"/></Relationships>
</file>

<file path=ppt/charts/_rels/chart472.xml.rels><?xml version='1.0' encoding='UTF-8' standalone='yes'?>
<Relationships xmlns="http://schemas.openxmlformats.org/package/2006/relationships"><Relationship Id="rId1" Type="http://schemas.openxmlformats.org/officeDocument/2006/relationships/package" Target="../embeddings/Microsoft_Excel_Worksheet472.xlsx"/></Relationships>
</file>

<file path=ppt/charts/_rels/chart473.xml.rels><?xml version='1.0' encoding='UTF-8' standalone='yes'?>
<Relationships xmlns="http://schemas.openxmlformats.org/package/2006/relationships"><Relationship Id="rId1" Type="http://schemas.openxmlformats.org/officeDocument/2006/relationships/package" Target="../embeddings/Microsoft_Excel_Worksheet473.xlsx"/></Relationships>
</file>

<file path=ppt/charts/_rels/chart474.xml.rels><?xml version='1.0' encoding='UTF-8' standalone='yes'?>
<Relationships xmlns="http://schemas.openxmlformats.org/package/2006/relationships"><Relationship Id="rId1" Type="http://schemas.openxmlformats.org/officeDocument/2006/relationships/package" Target="../embeddings/Microsoft_Excel_Worksheet474.xlsx"/></Relationships>
</file>

<file path=ppt/charts/_rels/chart475.xml.rels><?xml version='1.0' encoding='UTF-8' standalone='yes'?>
<Relationships xmlns="http://schemas.openxmlformats.org/package/2006/relationships"><Relationship Id="rId1" Type="http://schemas.openxmlformats.org/officeDocument/2006/relationships/package" Target="../embeddings/Microsoft_Excel_Worksheet475.xlsx"/></Relationships>
</file>

<file path=ppt/charts/_rels/chart476.xml.rels><?xml version='1.0' encoding='UTF-8' standalone='yes'?>
<Relationships xmlns="http://schemas.openxmlformats.org/package/2006/relationships"><Relationship Id="rId1" Type="http://schemas.openxmlformats.org/officeDocument/2006/relationships/package" Target="../embeddings/Microsoft_Excel_Worksheet476.xlsx"/></Relationships>
</file>

<file path=ppt/charts/_rels/chart477.xml.rels><?xml version='1.0' encoding='UTF-8' standalone='yes'?>
<Relationships xmlns="http://schemas.openxmlformats.org/package/2006/relationships"><Relationship Id="rId1" Type="http://schemas.openxmlformats.org/officeDocument/2006/relationships/package" Target="../embeddings/Microsoft_Excel_Worksheet477.xlsx"/></Relationships>
</file>

<file path=ppt/charts/_rels/chart478.xml.rels><?xml version='1.0' encoding='UTF-8' standalone='yes'?>
<Relationships xmlns="http://schemas.openxmlformats.org/package/2006/relationships"><Relationship Id="rId1" Type="http://schemas.openxmlformats.org/officeDocument/2006/relationships/package" Target="../embeddings/Microsoft_Excel_Worksheet478.xlsx"/></Relationships>
</file>

<file path=ppt/charts/_rels/chart479.xml.rels><?xml version='1.0' encoding='UTF-8' standalone='yes'?>
<Relationships xmlns="http://schemas.openxmlformats.org/package/2006/relationships"><Relationship Id="rId1" Type="http://schemas.openxmlformats.org/officeDocument/2006/relationships/package" Target="../embeddings/Microsoft_Excel_Worksheet479.xlsx"/></Relationships>
</file>

<file path=ppt/charts/_rels/chart480.xml.rels><?xml version='1.0' encoding='UTF-8' standalone='yes'?>
<Relationships xmlns="http://schemas.openxmlformats.org/package/2006/relationships"><Relationship Id="rId1" Type="http://schemas.openxmlformats.org/officeDocument/2006/relationships/package" Target="../embeddings/Microsoft_Excel_Worksheet480.xlsx"/></Relationships>
</file>

<file path=ppt/charts/_rels/chart481.xml.rels><?xml version='1.0' encoding='UTF-8' standalone='yes'?>
<Relationships xmlns="http://schemas.openxmlformats.org/package/2006/relationships"><Relationship Id="rId1" Type="http://schemas.openxmlformats.org/officeDocument/2006/relationships/package" Target="../embeddings/Microsoft_Excel_Worksheet481.xlsx"/></Relationships>
</file>

<file path=ppt/charts/_rels/chart482.xml.rels><?xml version='1.0' encoding='UTF-8' standalone='yes'?>
<Relationships xmlns="http://schemas.openxmlformats.org/package/2006/relationships"><Relationship Id="rId1" Type="http://schemas.openxmlformats.org/officeDocument/2006/relationships/package" Target="../embeddings/Microsoft_Excel_Worksheet482.xlsx"/></Relationships>
</file>

<file path=ppt/charts/_rels/chart483.xml.rels><?xml version='1.0' encoding='UTF-8' standalone='yes'?>
<Relationships xmlns="http://schemas.openxmlformats.org/package/2006/relationships"><Relationship Id="rId1" Type="http://schemas.openxmlformats.org/officeDocument/2006/relationships/package" Target="../embeddings/Microsoft_Excel_Worksheet483.xlsx"/></Relationships>
</file>

<file path=ppt/charts/_rels/chart484.xml.rels><?xml version='1.0' encoding='UTF-8' standalone='yes'?>
<Relationships xmlns="http://schemas.openxmlformats.org/package/2006/relationships"><Relationship Id="rId1" Type="http://schemas.openxmlformats.org/officeDocument/2006/relationships/package" Target="../embeddings/Microsoft_Excel_Worksheet484.xlsx"/></Relationships>
</file>

<file path=ppt/charts/_rels/chart485.xml.rels><?xml version='1.0' encoding='UTF-8' standalone='yes'?>
<Relationships xmlns="http://schemas.openxmlformats.org/package/2006/relationships"><Relationship Id="rId1" Type="http://schemas.openxmlformats.org/officeDocument/2006/relationships/package" Target="../embeddings/Microsoft_Excel_Worksheet485.xlsx"/></Relationships>
</file>

<file path=ppt/charts/_rels/chart486.xml.rels><?xml version='1.0' encoding='UTF-8' standalone='yes'?>
<Relationships xmlns="http://schemas.openxmlformats.org/package/2006/relationships"><Relationship Id="rId1" Type="http://schemas.openxmlformats.org/officeDocument/2006/relationships/package" Target="../embeddings/Microsoft_Excel_Worksheet486.xlsx"/></Relationships>
</file>

<file path=ppt/charts/_rels/chart487.xml.rels><?xml version='1.0' encoding='UTF-8' standalone='yes'?>
<Relationships xmlns="http://schemas.openxmlformats.org/package/2006/relationships"><Relationship Id="rId1" Type="http://schemas.openxmlformats.org/officeDocument/2006/relationships/package" Target="../embeddings/Microsoft_Excel_Worksheet487.xlsx"/></Relationships>
</file>

<file path=ppt/charts/_rels/chart488.xml.rels><?xml version='1.0' encoding='UTF-8' standalone='yes'?>
<Relationships xmlns="http://schemas.openxmlformats.org/package/2006/relationships"><Relationship Id="rId1" Type="http://schemas.openxmlformats.org/officeDocument/2006/relationships/package" Target="../embeddings/Microsoft_Excel_Worksheet488.xlsx"/></Relationships>
</file>

<file path=ppt/charts/_rels/chart489.xml.rels><?xml version='1.0' encoding='UTF-8' standalone='yes'?>
<Relationships xmlns="http://schemas.openxmlformats.org/package/2006/relationships"><Relationship Id="rId1" Type="http://schemas.openxmlformats.org/officeDocument/2006/relationships/package" Target="../embeddings/Microsoft_Excel_Worksheet489.xlsx"/></Relationships>
</file>

<file path=ppt/charts/_rels/chart490.xml.rels><?xml version='1.0' encoding='UTF-8' standalone='yes'?>
<Relationships xmlns="http://schemas.openxmlformats.org/package/2006/relationships"><Relationship Id="rId1" Type="http://schemas.openxmlformats.org/officeDocument/2006/relationships/package" Target="../embeddings/Microsoft_Excel_Worksheet490.xlsx"/></Relationships>
</file>

<file path=ppt/charts/_rels/chart491.xml.rels><?xml version='1.0' encoding='UTF-8' standalone='yes'?>
<Relationships xmlns="http://schemas.openxmlformats.org/package/2006/relationships"><Relationship Id="rId1" Type="http://schemas.openxmlformats.org/officeDocument/2006/relationships/package" Target="../embeddings/Microsoft_Excel_Worksheet491.xlsx"/></Relationships>
</file>

<file path=ppt/charts/_rels/chart492.xml.rels><?xml version='1.0' encoding='UTF-8' standalone='yes'?>
<Relationships xmlns="http://schemas.openxmlformats.org/package/2006/relationships"><Relationship Id="rId1" Type="http://schemas.openxmlformats.org/officeDocument/2006/relationships/package" Target="../embeddings/Microsoft_Excel_Worksheet492.xlsx"/></Relationships>
</file>

<file path=ppt/charts/_rels/chart493.xml.rels><?xml version='1.0' encoding='UTF-8' standalone='yes'?>
<Relationships xmlns="http://schemas.openxmlformats.org/package/2006/relationships"><Relationship Id="rId1" Type="http://schemas.openxmlformats.org/officeDocument/2006/relationships/package" Target="../embeddings/Microsoft_Excel_Worksheet493.xlsx"/></Relationships>
</file>

<file path=ppt/charts/_rels/chart494.xml.rels><?xml version='1.0' encoding='UTF-8' standalone='yes'?>
<Relationships xmlns="http://schemas.openxmlformats.org/package/2006/relationships"><Relationship Id="rId1" Type="http://schemas.openxmlformats.org/officeDocument/2006/relationships/package" Target="../embeddings/Microsoft_Excel_Worksheet494.xlsx"/></Relationships>
</file>

<file path=ppt/charts/_rels/chart495.xml.rels><?xml version='1.0' encoding='UTF-8' standalone='yes'?>
<Relationships xmlns="http://schemas.openxmlformats.org/package/2006/relationships"><Relationship Id="rId1" Type="http://schemas.openxmlformats.org/officeDocument/2006/relationships/package" Target="../embeddings/Microsoft_Excel_Worksheet495.xlsx"/></Relationships>
</file>

<file path=ppt/charts/_rels/chart496.xml.rels><?xml version='1.0' encoding='UTF-8' standalone='yes'?>
<Relationships xmlns="http://schemas.openxmlformats.org/package/2006/relationships"><Relationship Id="rId1" Type="http://schemas.openxmlformats.org/officeDocument/2006/relationships/package" Target="../embeddings/Microsoft_Excel_Worksheet496.xlsx"/></Relationships>
</file>

<file path=ppt/charts/_rels/chart497.xml.rels><?xml version='1.0' encoding='UTF-8' standalone='yes'?>
<Relationships xmlns="http://schemas.openxmlformats.org/package/2006/relationships"><Relationship Id="rId1" Type="http://schemas.openxmlformats.org/officeDocument/2006/relationships/package" Target="../embeddings/Microsoft_Excel_Worksheet497.xlsx"/></Relationships>
</file>

<file path=ppt/charts/_rels/chart498.xml.rels><?xml version='1.0' encoding='UTF-8' standalone='yes'?>
<Relationships xmlns="http://schemas.openxmlformats.org/package/2006/relationships"><Relationship Id="rId1" Type="http://schemas.openxmlformats.org/officeDocument/2006/relationships/package" Target="../embeddings/Microsoft_Excel_Worksheet498.xlsx"/></Relationships>
</file>

<file path=ppt/charts/_rels/chart499.xml.rels><?xml version='1.0' encoding='UTF-8' standalone='yes'?>
<Relationships xmlns="http://schemas.openxmlformats.org/package/2006/relationships"><Relationship Id="rId1" Type="http://schemas.openxmlformats.org/officeDocument/2006/relationships/package" Target="../embeddings/Microsoft_Excel_Worksheet499.xlsx"/></Relationships>
</file>

<file path=ppt/charts/_rels/chart500.xml.rels><?xml version='1.0' encoding='UTF-8' standalone='yes'?>
<Relationships xmlns="http://schemas.openxmlformats.org/package/2006/relationships"><Relationship Id="rId1" Type="http://schemas.openxmlformats.org/officeDocument/2006/relationships/package" Target="../embeddings/Microsoft_Excel_Worksheet500.xlsx"/></Relationships>
</file>

<file path=ppt/charts/_rels/chart501.xml.rels><?xml version='1.0' encoding='UTF-8' standalone='yes'?>
<Relationships xmlns="http://schemas.openxmlformats.org/package/2006/relationships"><Relationship Id="rId1" Type="http://schemas.openxmlformats.org/officeDocument/2006/relationships/package" Target="../embeddings/Microsoft_Excel_Worksheet501.xlsx"/></Relationships>
</file>

<file path=ppt/charts/_rels/chart502.xml.rels><?xml version='1.0' encoding='UTF-8' standalone='yes'?>
<Relationships xmlns="http://schemas.openxmlformats.org/package/2006/relationships"><Relationship Id="rId1" Type="http://schemas.openxmlformats.org/officeDocument/2006/relationships/package" Target="../embeddings/Microsoft_Excel_Worksheet502.xlsx"/></Relationships>
</file>

<file path=ppt/charts/_rels/chart503.xml.rels><?xml version='1.0' encoding='UTF-8' standalone='yes'?>
<Relationships xmlns="http://schemas.openxmlformats.org/package/2006/relationships"><Relationship Id="rId1" Type="http://schemas.openxmlformats.org/officeDocument/2006/relationships/package" Target="../embeddings/Microsoft_Excel_Worksheet503.xlsx"/></Relationships>
</file>

<file path=ppt/charts/_rels/chart504.xml.rels><?xml version='1.0' encoding='UTF-8' standalone='yes'?>
<Relationships xmlns="http://schemas.openxmlformats.org/package/2006/relationships"><Relationship Id="rId1" Type="http://schemas.openxmlformats.org/officeDocument/2006/relationships/package" Target="../embeddings/Microsoft_Excel_Worksheet504.xlsx"/></Relationships>
</file>

<file path=ppt/charts/_rels/chart505.xml.rels><?xml version='1.0' encoding='UTF-8' standalone='yes'?>
<Relationships xmlns="http://schemas.openxmlformats.org/package/2006/relationships"><Relationship Id="rId1" Type="http://schemas.openxmlformats.org/officeDocument/2006/relationships/package" Target="../embeddings/Microsoft_Excel_Worksheet505.xlsx"/></Relationships>
</file>

<file path=ppt/charts/_rels/chart506.xml.rels><?xml version='1.0' encoding='UTF-8' standalone='yes'?>
<Relationships xmlns="http://schemas.openxmlformats.org/package/2006/relationships"><Relationship Id="rId1" Type="http://schemas.openxmlformats.org/officeDocument/2006/relationships/package" Target="../embeddings/Microsoft_Excel_Worksheet506.xlsx"/></Relationships>
</file>

<file path=ppt/charts/_rels/chart507.xml.rels><?xml version='1.0' encoding='UTF-8' standalone='yes'?>
<Relationships xmlns="http://schemas.openxmlformats.org/package/2006/relationships"><Relationship Id="rId1" Type="http://schemas.openxmlformats.org/officeDocument/2006/relationships/package" Target="../embeddings/Microsoft_Excel_Worksheet507.xlsx"/></Relationships>
</file>

<file path=ppt/charts/_rels/chart508.xml.rels><?xml version='1.0' encoding='UTF-8' standalone='yes'?>
<Relationships xmlns="http://schemas.openxmlformats.org/package/2006/relationships"><Relationship Id="rId1" Type="http://schemas.openxmlformats.org/officeDocument/2006/relationships/package" Target="../embeddings/Microsoft_Excel_Worksheet508.xlsx"/></Relationships>
</file>

<file path=ppt/charts/_rels/chart509.xml.rels><?xml version='1.0' encoding='UTF-8' standalone='yes'?>
<Relationships xmlns="http://schemas.openxmlformats.org/package/2006/relationships"><Relationship Id="rId1" Type="http://schemas.openxmlformats.org/officeDocument/2006/relationships/package" Target="../embeddings/Microsoft_Excel_Worksheet509.xlsx"/></Relationships>
</file>

<file path=ppt/charts/_rels/chart510.xml.rels><?xml version='1.0' encoding='UTF-8' standalone='yes'?>
<Relationships xmlns="http://schemas.openxmlformats.org/package/2006/relationships"><Relationship Id="rId1" Type="http://schemas.openxmlformats.org/officeDocument/2006/relationships/package" Target="../embeddings/Microsoft_Excel_Worksheet510.xlsx"/></Relationships>
</file>

<file path=ppt/charts/_rels/chart511.xml.rels><?xml version='1.0' encoding='UTF-8' standalone='yes'?>
<Relationships xmlns="http://schemas.openxmlformats.org/package/2006/relationships"><Relationship Id="rId1" Type="http://schemas.openxmlformats.org/officeDocument/2006/relationships/package" Target="../embeddings/Microsoft_Excel_Worksheet511.xlsx"/></Relationships>
</file>

<file path=ppt/charts/_rels/chart512.xml.rels><?xml version='1.0' encoding='UTF-8' standalone='yes'?>
<Relationships xmlns="http://schemas.openxmlformats.org/package/2006/relationships"><Relationship Id="rId1" Type="http://schemas.openxmlformats.org/officeDocument/2006/relationships/package" Target="../embeddings/Microsoft_Excel_Worksheet512.xlsx"/></Relationships>
</file>

<file path=ppt/charts/_rels/chart513.xml.rels><?xml version='1.0' encoding='UTF-8' standalone='yes'?>
<Relationships xmlns="http://schemas.openxmlformats.org/package/2006/relationships"><Relationship Id="rId1" Type="http://schemas.openxmlformats.org/officeDocument/2006/relationships/package" Target="../embeddings/Microsoft_Excel_Worksheet513.xlsx"/></Relationships>
</file>

<file path=ppt/charts/_rels/chart514.xml.rels><?xml version='1.0' encoding='UTF-8' standalone='yes'?>
<Relationships xmlns="http://schemas.openxmlformats.org/package/2006/relationships"><Relationship Id="rId1" Type="http://schemas.openxmlformats.org/officeDocument/2006/relationships/package" Target="../embeddings/Microsoft_Excel_Worksheet514.xlsx"/></Relationships>
</file>

<file path=ppt/charts/_rels/chart515.xml.rels><?xml version='1.0' encoding='UTF-8' standalone='yes'?>
<Relationships xmlns="http://schemas.openxmlformats.org/package/2006/relationships"><Relationship Id="rId1" Type="http://schemas.openxmlformats.org/officeDocument/2006/relationships/package" Target="../embeddings/Microsoft_Excel_Worksheet515.xlsx"/></Relationships>
</file>

<file path=ppt/charts/_rels/chart516.xml.rels><?xml version='1.0' encoding='UTF-8' standalone='yes'?>
<Relationships xmlns="http://schemas.openxmlformats.org/package/2006/relationships"><Relationship Id="rId1" Type="http://schemas.openxmlformats.org/officeDocument/2006/relationships/package" Target="../embeddings/Microsoft_Excel_Worksheet516.xlsx"/></Relationships>
</file>

<file path=ppt/charts/_rels/chart517.xml.rels><?xml version='1.0' encoding='UTF-8' standalone='yes'?>
<Relationships xmlns="http://schemas.openxmlformats.org/package/2006/relationships"><Relationship Id="rId1" Type="http://schemas.openxmlformats.org/officeDocument/2006/relationships/package" Target="../embeddings/Microsoft_Excel_Worksheet517.xlsx"/></Relationships>
</file>

<file path=ppt/charts/_rels/chart518.xml.rels><?xml version='1.0' encoding='UTF-8' standalone='yes'?>
<Relationships xmlns="http://schemas.openxmlformats.org/package/2006/relationships"><Relationship Id="rId1" Type="http://schemas.openxmlformats.org/officeDocument/2006/relationships/package" Target="../embeddings/Microsoft_Excel_Worksheet518.xlsx"/></Relationships>
</file>

<file path=ppt/charts/_rels/chart519.xml.rels><?xml version='1.0' encoding='UTF-8' standalone='yes'?>
<Relationships xmlns="http://schemas.openxmlformats.org/package/2006/relationships"><Relationship Id="rId1" Type="http://schemas.openxmlformats.org/officeDocument/2006/relationships/package" Target="../embeddings/Microsoft_Excel_Worksheet519.xlsx"/></Relationships>
</file>

<file path=ppt/charts/_rels/chart520.xml.rels><?xml version='1.0' encoding='UTF-8' standalone='yes'?>
<Relationships xmlns="http://schemas.openxmlformats.org/package/2006/relationships"><Relationship Id="rId1" Type="http://schemas.openxmlformats.org/officeDocument/2006/relationships/package" Target="../embeddings/Microsoft_Excel_Worksheet520.xlsx"/></Relationships>
</file>

<file path=ppt/charts/_rels/chart521.xml.rels><?xml version='1.0' encoding='UTF-8' standalone='yes'?>
<Relationships xmlns="http://schemas.openxmlformats.org/package/2006/relationships"><Relationship Id="rId1" Type="http://schemas.openxmlformats.org/officeDocument/2006/relationships/package" Target="../embeddings/Microsoft_Excel_Worksheet521.xlsx"/></Relationships>
</file>

<file path=ppt/charts/_rels/chart522.xml.rels><?xml version='1.0' encoding='UTF-8' standalone='yes'?>
<Relationships xmlns="http://schemas.openxmlformats.org/package/2006/relationships"><Relationship Id="rId1" Type="http://schemas.openxmlformats.org/officeDocument/2006/relationships/package" Target="../embeddings/Microsoft_Excel_Worksheet522.xlsx"/></Relationships>
</file>

<file path=ppt/charts/_rels/chart523.xml.rels><?xml version='1.0' encoding='UTF-8' standalone='yes'?>
<Relationships xmlns="http://schemas.openxmlformats.org/package/2006/relationships"><Relationship Id="rId1" Type="http://schemas.openxmlformats.org/officeDocument/2006/relationships/package" Target="../embeddings/Microsoft_Excel_Worksheet523.xlsx"/></Relationships>
</file>

<file path=ppt/charts/_rels/chart524.xml.rels><?xml version='1.0' encoding='UTF-8' standalone='yes'?>
<Relationships xmlns="http://schemas.openxmlformats.org/package/2006/relationships"><Relationship Id="rId1" Type="http://schemas.openxmlformats.org/officeDocument/2006/relationships/package" Target="../embeddings/Microsoft_Excel_Worksheet524.xlsx"/></Relationships>
</file>

<file path=ppt/charts/_rels/chart525.xml.rels><?xml version='1.0' encoding='UTF-8' standalone='yes'?>
<Relationships xmlns="http://schemas.openxmlformats.org/package/2006/relationships"><Relationship Id="rId1" Type="http://schemas.openxmlformats.org/officeDocument/2006/relationships/package" Target="../embeddings/Microsoft_Excel_Worksheet525.xlsx"/></Relationships>
</file>

<file path=ppt/charts/_rels/chart526.xml.rels><?xml version='1.0' encoding='UTF-8' standalone='yes'?>
<Relationships xmlns="http://schemas.openxmlformats.org/package/2006/relationships"><Relationship Id="rId1" Type="http://schemas.openxmlformats.org/officeDocument/2006/relationships/package" Target="../embeddings/Microsoft_Excel_Worksheet526.xlsx"/></Relationships>
</file>

<file path=ppt/charts/_rels/chart527.xml.rels><?xml version='1.0' encoding='UTF-8' standalone='yes'?>
<Relationships xmlns="http://schemas.openxmlformats.org/package/2006/relationships"><Relationship Id="rId1" Type="http://schemas.openxmlformats.org/officeDocument/2006/relationships/package" Target="../embeddings/Microsoft_Excel_Worksheet527.xlsx"/></Relationships>
</file>

<file path=ppt/charts/_rels/chart528.xml.rels><?xml version='1.0' encoding='UTF-8' standalone='yes'?>
<Relationships xmlns="http://schemas.openxmlformats.org/package/2006/relationships"><Relationship Id="rId1" Type="http://schemas.openxmlformats.org/officeDocument/2006/relationships/package" Target="../embeddings/Microsoft_Excel_Worksheet528.xlsx"/></Relationships>
</file>

<file path=ppt/charts/_rels/chart529.xml.rels><?xml version='1.0' encoding='UTF-8' standalone='yes'?>
<Relationships xmlns="http://schemas.openxmlformats.org/package/2006/relationships"><Relationship Id="rId1" Type="http://schemas.openxmlformats.org/officeDocument/2006/relationships/package" Target="../embeddings/Microsoft_Excel_Worksheet529.xlsx"/></Relationships>
</file>

<file path=ppt/charts/_rels/chart530.xml.rels><?xml version='1.0' encoding='UTF-8' standalone='yes'?>
<Relationships xmlns="http://schemas.openxmlformats.org/package/2006/relationships"><Relationship Id="rId1" Type="http://schemas.openxmlformats.org/officeDocument/2006/relationships/package" Target="../embeddings/Microsoft_Excel_Worksheet530.xlsx"/></Relationships>
</file>

<file path=ppt/charts/_rels/chart531.xml.rels><?xml version='1.0' encoding='UTF-8' standalone='yes'?>
<Relationships xmlns="http://schemas.openxmlformats.org/package/2006/relationships"><Relationship Id="rId1" Type="http://schemas.openxmlformats.org/officeDocument/2006/relationships/package" Target="../embeddings/Microsoft_Excel_Worksheet531.xlsx"/></Relationships>
</file>

<file path=ppt/charts/_rels/chart532.xml.rels><?xml version='1.0' encoding='UTF-8' standalone='yes'?>
<Relationships xmlns="http://schemas.openxmlformats.org/package/2006/relationships"><Relationship Id="rId1" Type="http://schemas.openxmlformats.org/officeDocument/2006/relationships/package" Target="../embeddings/Microsoft_Excel_Worksheet532.xlsx"/></Relationships>
</file>

<file path=ppt/charts/_rels/chart533.xml.rels><?xml version='1.0' encoding='UTF-8' standalone='yes'?>
<Relationships xmlns="http://schemas.openxmlformats.org/package/2006/relationships"><Relationship Id="rId1" Type="http://schemas.openxmlformats.org/officeDocument/2006/relationships/package" Target="../embeddings/Microsoft_Excel_Worksheet533.xlsx"/></Relationships>
</file>

<file path=ppt/charts/_rels/chart534.xml.rels><?xml version='1.0' encoding='UTF-8' standalone='yes'?>
<Relationships xmlns="http://schemas.openxmlformats.org/package/2006/relationships"><Relationship Id="rId1" Type="http://schemas.openxmlformats.org/officeDocument/2006/relationships/package" Target="../embeddings/Microsoft_Excel_Worksheet534.xlsx"/></Relationships>
</file>

<file path=ppt/charts/_rels/chart535.xml.rels><?xml version='1.0' encoding='UTF-8' standalone='yes'?>
<Relationships xmlns="http://schemas.openxmlformats.org/package/2006/relationships"><Relationship Id="rId1" Type="http://schemas.openxmlformats.org/officeDocument/2006/relationships/package" Target="../embeddings/Microsoft_Excel_Worksheet535.xlsx"/></Relationships>
</file>

<file path=ppt/charts/_rels/chart536.xml.rels><?xml version='1.0' encoding='UTF-8' standalone='yes'?>
<Relationships xmlns="http://schemas.openxmlformats.org/package/2006/relationships"><Relationship Id="rId1" Type="http://schemas.openxmlformats.org/officeDocument/2006/relationships/package" Target="../embeddings/Microsoft_Excel_Worksheet536.xlsx"/></Relationships>
</file>

<file path=ppt/charts/_rels/chart537.xml.rels><?xml version='1.0' encoding='UTF-8' standalone='yes'?>
<Relationships xmlns="http://schemas.openxmlformats.org/package/2006/relationships"><Relationship Id="rId1" Type="http://schemas.openxmlformats.org/officeDocument/2006/relationships/package" Target="../embeddings/Microsoft_Excel_Worksheet537.xlsx"/></Relationships>
</file>

<file path=ppt/charts/_rels/chart538.xml.rels><?xml version='1.0' encoding='UTF-8' standalone='yes'?>
<Relationships xmlns="http://schemas.openxmlformats.org/package/2006/relationships"><Relationship Id="rId1" Type="http://schemas.openxmlformats.org/officeDocument/2006/relationships/package" Target="../embeddings/Microsoft_Excel_Worksheet538.xlsx"/></Relationships>
</file>

<file path=ppt/charts/_rels/chart539.xml.rels><?xml version='1.0' encoding='UTF-8' standalone='yes'?>
<Relationships xmlns="http://schemas.openxmlformats.org/package/2006/relationships"><Relationship Id="rId1" Type="http://schemas.openxmlformats.org/officeDocument/2006/relationships/package" Target="../embeddings/Microsoft_Excel_Worksheet539.xlsx"/></Relationships>
</file>

<file path=ppt/charts/_rels/chart540.xml.rels><?xml version='1.0' encoding='UTF-8' standalone='yes'?>
<Relationships xmlns="http://schemas.openxmlformats.org/package/2006/relationships"><Relationship Id="rId1" Type="http://schemas.openxmlformats.org/officeDocument/2006/relationships/package" Target="../embeddings/Microsoft_Excel_Worksheet540.xlsx"/></Relationships>
</file>

<file path=ppt/charts/_rels/chart541.xml.rels><?xml version='1.0' encoding='UTF-8' standalone='yes'?>
<Relationships xmlns="http://schemas.openxmlformats.org/package/2006/relationships"><Relationship Id="rId1" Type="http://schemas.openxmlformats.org/officeDocument/2006/relationships/package" Target="../embeddings/Microsoft_Excel_Worksheet541.xlsx"/></Relationships>
</file>

<file path=ppt/charts/_rels/chart542.xml.rels><?xml version='1.0' encoding='UTF-8' standalone='yes'?>
<Relationships xmlns="http://schemas.openxmlformats.org/package/2006/relationships"><Relationship Id="rId1" Type="http://schemas.openxmlformats.org/officeDocument/2006/relationships/package" Target="../embeddings/Microsoft_Excel_Worksheet542.xlsx"/></Relationships>
</file>

<file path=ppt/charts/_rels/chart543.xml.rels><?xml version='1.0' encoding='UTF-8' standalone='yes'?>
<Relationships xmlns="http://schemas.openxmlformats.org/package/2006/relationships"><Relationship Id="rId1" Type="http://schemas.openxmlformats.org/officeDocument/2006/relationships/package" Target="../embeddings/Microsoft_Excel_Worksheet543.xlsx"/></Relationships>
</file>

<file path=ppt/charts/_rels/chart544.xml.rels><?xml version='1.0' encoding='UTF-8' standalone='yes'?>
<Relationships xmlns="http://schemas.openxmlformats.org/package/2006/relationships"><Relationship Id="rId1" Type="http://schemas.openxmlformats.org/officeDocument/2006/relationships/package" Target="../embeddings/Microsoft_Excel_Worksheet544.xlsx"/></Relationships>
</file>

<file path=ppt/charts/_rels/chart545.xml.rels><?xml version='1.0' encoding='UTF-8' standalone='yes'?>
<Relationships xmlns="http://schemas.openxmlformats.org/package/2006/relationships"><Relationship Id="rId1" Type="http://schemas.openxmlformats.org/officeDocument/2006/relationships/package" Target="../embeddings/Microsoft_Excel_Worksheet545.xlsx"/></Relationships>
</file>

<file path=ppt/charts/_rels/chart546.xml.rels><?xml version='1.0' encoding='UTF-8' standalone='yes'?>
<Relationships xmlns="http://schemas.openxmlformats.org/package/2006/relationships"><Relationship Id="rId1" Type="http://schemas.openxmlformats.org/officeDocument/2006/relationships/package" Target="../embeddings/Microsoft_Excel_Worksheet546.xlsx"/></Relationships>
</file>

<file path=ppt/charts/_rels/chart547.xml.rels><?xml version='1.0' encoding='UTF-8' standalone='yes'?>
<Relationships xmlns="http://schemas.openxmlformats.org/package/2006/relationships"><Relationship Id="rId1" Type="http://schemas.openxmlformats.org/officeDocument/2006/relationships/package" Target="../embeddings/Microsoft_Excel_Worksheet547.xlsx"/></Relationships>
</file>

<file path=ppt/charts/_rels/chart548.xml.rels><?xml version='1.0' encoding='UTF-8' standalone='yes'?>
<Relationships xmlns="http://schemas.openxmlformats.org/package/2006/relationships"><Relationship Id="rId1" Type="http://schemas.openxmlformats.org/officeDocument/2006/relationships/package" Target="../embeddings/Microsoft_Excel_Worksheet548.xlsx"/></Relationships>
</file>

<file path=ppt/charts/_rels/chart549.xml.rels><?xml version='1.0' encoding='UTF-8' standalone='yes'?>
<Relationships xmlns="http://schemas.openxmlformats.org/package/2006/relationships"><Relationship Id="rId1" Type="http://schemas.openxmlformats.org/officeDocument/2006/relationships/package" Target="../embeddings/Microsoft_Excel_Worksheet549.xlsx"/></Relationships>
</file>

<file path=ppt/charts/_rels/chart550.xml.rels><?xml version='1.0' encoding='UTF-8' standalone='yes'?>
<Relationships xmlns="http://schemas.openxmlformats.org/package/2006/relationships"><Relationship Id="rId1" Type="http://schemas.openxmlformats.org/officeDocument/2006/relationships/package" Target="../embeddings/Microsoft_Excel_Worksheet550.xlsx"/></Relationships>
</file>

<file path=ppt/charts/_rels/chart551.xml.rels><?xml version='1.0' encoding='UTF-8' standalone='yes'?>
<Relationships xmlns="http://schemas.openxmlformats.org/package/2006/relationships"><Relationship Id="rId1" Type="http://schemas.openxmlformats.org/officeDocument/2006/relationships/package" Target="../embeddings/Microsoft_Excel_Worksheet551.xlsx"/></Relationships>
</file>

<file path=ppt/charts/_rels/chart552.xml.rels><?xml version='1.0' encoding='UTF-8' standalone='yes'?>
<Relationships xmlns="http://schemas.openxmlformats.org/package/2006/relationships"><Relationship Id="rId1" Type="http://schemas.openxmlformats.org/officeDocument/2006/relationships/package" Target="../embeddings/Microsoft_Excel_Worksheet552.xlsx"/></Relationships>
</file>

<file path=ppt/charts/_rels/chart553.xml.rels><?xml version='1.0' encoding='UTF-8' standalone='yes'?>
<Relationships xmlns="http://schemas.openxmlformats.org/package/2006/relationships"><Relationship Id="rId1" Type="http://schemas.openxmlformats.org/officeDocument/2006/relationships/package" Target="../embeddings/Microsoft_Excel_Worksheet553.xlsx"/></Relationships>
</file>

<file path=ppt/charts/_rels/chart554.xml.rels><?xml version='1.0' encoding='UTF-8' standalone='yes'?>
<Relationships xmlns="http://schemas.openxmlformats.org/package/2006/relationships"><Relationship Id="rId1" Type="http://schemas.openxmlformats.org/officeDocument/2006/relationships/package" Target="../embeddings/Microsoft_Excel_Worksheet554.xlsx"/></Relationships>
</file>

<file path=ppt/charts/_rels/chart555.xml.rels><?xml version='1.0' encoding='UTF-8' standalone='yes'?>
<Relationships xmlns="http://schemas.openxmlformats.org/package/2006/relationships"><Relationship Id="rId1" Type="http://schemas.openxmlformats.org/officeDocument/2006/relationships/package" Target="../embeddings/Microsoft_Excel_Worksheet555.xlsx"/></Relationships>
</file>

<file path=ppt/charts/_rels/chart556.xml.rels><?xml version='1.0' encoding='UTF-8' standalone='yes'?>
<Relationships xmlns="http://schemas.openxmlformats.org/package/2006/relationships"><Relationship Id="rId1" Type="http://schemas.openxmlformats.org/officeDocument/2006/relationships/package" Target="../embeddings/Microsoft_Excel_Worksheet556.xlsx"/></Relationships>
</file>

<file path=ppt/charts/_rels/chart557.xml.rels><?xml version='1.0' encoding='UTF-8' standalone='yes'?>
<Relationships xmlns="http://schemas.openxmlformats.org/package/2006/relationships"><Relationship Id="rId1" Type="http://schemas.openxmlformats.org/officeDocument/2006/relationships/package" Target="../embeddings/Microsoft_Excel_Worksheet557.xlsx"/></Relationships>
</file>

<file path=ppt/charts/_rels/chart558.xml.rels><?xml version='1.0' encoding='UTF-8' standalone='yes'?>
<Relationships xmlns="http://schemas.openxmlformats.org/package/2006/relationships"><Relationship Id="rId1" Type="http://schemas.openxmlformats.org/officeDocument/2006/relationships/package" Target="../embeddings/Microsoft_Excel_Worksheet558.xlsx"/></Relationships>
</file>

<file path=ppt/charts/_rels/chart559.xml.rels><?xml version='1.0' encoding='UTF-8' standalone='yes'?>
<Relationships xmlns="http://schemas.openxmlformats.org/package/2006/relationships"><Relationship Id="rId1" Type="http://schemas.openxmlformats.org/officeDocument/2006/relationships/package" Target="../embeddings/Microsoft_Excel_Worksheet559.xlsx"/></Relationships>
</file>

<file path=ppt/charts/_rels/chart560.xml.rels><?xml version='1.0' encoding='UTF-8' standalone='yes'?>
<Relationships xmlns="http://schemas.openxmlformats.org/package/2006/relationships"><Relationship Id="rId1" Type="http://schemas.openxmlformats.org/officeDocument/2006/relationships/package" Target="../embeddings/Microsoft_Excel_Worksheet560.xlsx"/></Relationships>
</file>

<file path=ppt/charts/_rels/chart561.xml.rels><?xml version='1.0' encoding='UTF-8' standalone='yes'?>
<Relationships xmlns="http://schemas.openxmlformats.org/package/2006/relationships"><Relationship Id="rId1" Type="http://schemas.openxmlformats.org/officeDocument/2006/relationships/package" Target="../embeddings/Microsoft_Excel_Worksheet561.xlsx"/></Relationships>
</file>

<file path=ppt/charts/_rels/chart562.xml.rels><?xml version='1.0' encoding='UTF-8' standalone='yes'?>
<Relationships xmlns="http://schemas.openxmlformats.org/package/2006/relationships"><Relationship Id="rId1" Type="http://schemas.openxmlformats.org/officeDocument/2006/relationships/package" Target="../embeddings/Microsoft_Excel_Worksheet562.xlsx"/></Relationships>
</file>

<file path=ppt/charts/_rels/chart563.xml.rels><?xml version='1.0' encoding='UTF-8' standalone='yes'?>
<Relationships xmlns="http://schemas.openxmlformats.org/package/2006/relationships"><Relationship Id="rId1" Type="http://schemas.openxmlformats.org/officeDocument/2006/relationships/package" Target="../embeddings/Microsoft_Excel_Worksheet563.xlsx"/></Relationships>
</file>

<file path=ppt/charts/_rels/chart564.xml.rels><?xml version='1.0' encoding='UTF-8' standalone='yes'?>
<Relationships xmlns="http://schemas.openxmlformats.org/package/2006/relationships"><Relationship Id="rId1" Type="http://schemas.openxmlformats.org/officeDocument/2006/relationships/package" Target="../embeddings/Microsoft_Excel_Worksheet564.xlsx"/></Relationships>
</file>

<file path=ppt/charts/_rels/chart565.xml.rels><?xml version='1.0' encoding='UTF-8' standalone='yes'?>
<Relationships xmlns="http://schemas.openxmlformats.org/package/2006/relationships"><Relationship Id="rId1" Type="http://schemas.openxmlformats.org/officeDocument/2006/relationships/package" Target="../embeddings/Microsoft_Excel_Worksheet565.xlsx"/></Relationships>
</file>

<file path=ppt/charts/_rels/chart566.xml.rels><?xml version='1.0' encoding='UTF-8' standalone='yes'?>
<Relationships xmlns="http://schemas.openxmlformats.org/package/2006/relationships"><Relationship Id="rId1" Type="http://schemas.openxmlformats.org/officeDocument/2006/relationships/package" Target="../embeddings/Microsoft_Excel_Worksheet566.xlsx"/></Relationships>
</file>

<file path=ppt/charts/_rels/chart567.xml.rels><?xml version='1.0' encoding='UTF-8' standalone='yes'?>
<Relationships xmlns="http://schemas.openxmlformats.org/package/2006/relationships"><Relationship Id="rId1" Type="http://schemas.openxmlformats.org/officeDocument/2006/relationships/package" Target="../embeddings/Microsoft_Excel_Worksheet567.xlsx"/></Relationships>
</file>

<file path=ppt/charts/_rels/chart568.xml.rels><?xml version='1.0' encoding='UTF-8' standalone='yes'?>
<Relationships xmlns="http://schemas.openxmlformats.org/package/2006/relationships"><Relationship Id="rId1" Type="http://schemas.openxmlformats.org/officeDocument/2006/relationships/package" Target="../embeddings/Microsoft_Excel_Worksheet568.xlsx"/></Relationships>
</file>

<file path=ppt/charts/_rels/chart569.xml.rels><?xml version='1.0' encoding='UTF-8' standalone='yes'?>
<Relationships xmlns="http://schemas.openxmlformats.org/package/2006/relationships"><Relationship Id="rId1" Type="http://schemas.openxmlformats.org/officeDocument/2006/relationships/package" Target="../embeddings/Microsoft_Excel_Worksheet569.xlsx"/></Relationships>
</file>

<file path=ppt/charts/_rels/chart570.xml.rels><?xml version='1.0' encoding='UTF-8' standalone='yes'?>
<Relationships xmlns="http://schemas.openxmlformats.org/package/2006/relationships"><Relationship Id="rId1" Type="http://schemas.openxmlformats.org/officeDocument/2006/relationships/package" Target="../embeddings/Microsoft_Excel_Worksheet570.xlsx"/></Relationships>
</file>

<file path=ppt/charts/_rels/chart571.xml.rels><?xml version='1.0' encoding='UTF-8' standalone='yes'?>
<Relationships xmlns="http://schemas.openxmlformats.org/package/2006/relationships"><Relationship Id="rId1" Type="http://schemas.openxmlformats.org/officeDocument/2006/relationships/package" Target="../embeddings/Microsoft_Excel_Worksheet571.xlsx"/></Relationships>
</file>

<file path=ppt/charts/_rels/chart572.xml.rels><?xml version='1.0' encoding='UTF-8' standalone='yes'?>
<Relationships xmlns="http://schemas.openxmlformats.org/package/2006/relationships"><Relationship Id="rId1" Type="http://schemas.openxmlformats.org/officeDocument/2006/relationships/package" Target="../embeddings/Microsoft_Excel_Worksheet572.xlsx"/></Relationships>
</file>

<file path=ppt/charts/_rels/chart573.xml.rels><?xml version='1.0' encoding='UTF-8' standalone='yes'?>
<Relationships xmlns="http://schemas.openxmlformats.org/package/2006/relationships"><Relationship Id="rId1" Type="http://schemas.openxmlformats.org/officeDocument/2006/relationships/package" Target="../embeddings/Microsoft_Excel_Worksheet573.xlsx"/></Relationships>
</file>

<file path=ppt/charts/_rels/chart574.xml.rels><?xml version='1.0' encoding='UTF-8' standalone='yes'?>
<Relationships xmlns="http://schemas.openxmlformats.org/package/2006/relationships"><Relationship Id="rId1" Type="http://schemas.openxmlformats.org/officeDocument/2006/relationships/package" Target="../embeddings/Microsoft_Excel_Worksheet574.xlsx"/></Relationships>
</file>

<file path=ppt/charts/_rels/chart575.xml.rels><?xml version='1.0' encoding='UTF-8' standalone='yes'?>
<Relationships xmlns="http://schemas.openxmlformats.org/package/2006/relationships"><Relationship Id="rId1" Type="http://schemas.openxmlformats.org/officeDocument/2006/relationships/package" Target="../embeddings/Microsoft_Excel_Worksheet575.xlsx"/></Relationships>
</file>

<file path=ppt/charts/_rels/chart576.xml.rels><?xml version='1.0' encoding='UTF-8' standalone='yes'?>
<Relationships xmlns="http://schemas.openxmlformats.org/package/2006/relationships"><Relationship Id="rId1" Type="http://schemas.openxmlformats.org/officeDocument/2006/relationships/package" Target="../embeddings/Microsoft_Excel_Worksheet576.xlsx"/></Relationships>
</file>

<file path=ppt/charts/_rels/chart577.xml.rels><?xml version='1.0' encoding='UTF-8' standalone='yes'?>
<Relationships xmlns="http://schemas.openxmlformats.org/package/2006/relationships"><Relationship Id="rId1" Type="http://schemas.openxmlformats.org/officeDocument/2006/relationships/package" Target="../embeddings/Microsoft_Excel_Worksheet577.xlsx"/></Relationships>
</file>

<file path=ppt/charts/_rels/chart578.xml.rels><?xml version='1.0' encoding='UTF-8' standalone='yes'?>
<Relationships xmlns="http://schemas.openxmlformats.org/package/2006/relationships"><Relationship Id="rId1" Type="http://schemas.openxmlformats.org/officeDocument/2006/relationships/package" Target="../embeddings/Microsoft_Excel_Worksheet578.xlsx"/></Relationships>
</file>

<file path=ppt/charts/_rels/chart579.xml.rels><?xml version='1.0' encoding='UTF-8' standalone='yes'?>
<Relationships xmlns="http://schemas.openxmlformats.org/package/2006/relationships"><Relationship Id="rId1" Type="http://schemas.openxmlformats.org/officeDocument/2006/relationships/package" Target="../embeddings/Microsoft_Excel_Worksheet579.xlsx"/></Relationships>
</file>

<file path=ppt/charts/_rels/chart580.xml.rels><?xml version='1.0' encoding='UTF-8' standalone='yes'?>
<Relationships xmlns="http://schemas.openxmlformats.org/package/2006/relationships"><Relationship Id="rId1" Type="http://schemas.openxmlformats.org/officeDocument/2006/relationships/package" Target="../embeddings/Microsoft_Excel_Worksheet580.xlsx"/></Relationships>
</file>

<file path=ppt/charts/_rels/chart581.xml.rels><?xml version='1.0' encoding='UTF-8' standalone='yes'?>
<Relationships xmlns="http://schemas.openxmlformats.org/package/2006/relationships"><Relationship Id="rId1" Type="http://schemas.openxmlformats.org/officeDocument/2006/relationships/package" Target="../embeddings/Microsoft_Excel_Worksheet581.xlsx"/></Relationships>
</file>

<file path=ppt/charts/_rels/chart582.xml.rels><?xml version='1.0' encoding='UTF-8' standalone='yes'?>
<Relationships xmlns="http://schemas.openxmlformats.org/package/2006/relationships"><Relationship Id="rId1" Type="http://schemas.openxmlformats.org/officeDocument/2006/relationships/package" Target="../embeddings/Microsoft_Excel_Worksheet582.xlsx"/></Relationships>
</file>

<file path=ppt/charts/_rels/chart583.xml.rels><?xml version='1.0' encoding='UTF-8' standalone='yes'?>
<Relationships xmlns="http://schemas.openxmlformats.org/package/2006/relationships"><Relationship Id="rId1" Type="http://schemas.openxmlformats.org/officeDocument/2006/relationships/package" Target="../embeddings/Microsoft_Excel_Worksheet583.xlsx"/></Relationships>
</file>

<file path=ppt/charts/_rels/chart584.xml.rels><?xml version='1.0' encoding='UTF-8' standalone='yes'?>
<Relationships xmlns="http://schemas.openxmlformats.org/package/2006/relationships"><Relationship Id="rId1" Type="http://schemas.openxmlformats.org/officeDocument/2006/relationships/package" Target="../embeddings/Microsoft_Excel_Worksheet584.xlsx"/></Relationships>
</file>

<file path=ppt/charts/_rels/chart585.xml.rels><?xml version='1.0' encoding='UTF-8' standalone='yes'?>
<Relationships xmlns="http://schemas.openxmlformats.org/package/2006/relationships"><Relationship Id="rId1" Type="http://schemas.openxmlformats.org/officeDocument/2006/relationships/package" Target="../embeddings/Microsoft_Excel_Worksheet585.xlsx"/></Relationships>
</file>

<file path=ppt/charts/_rels/chart586.xml.rels><?xml version='1.0' encoding='UTF-8' standalone='yes'?>
<Relationships xmlns="http://schemas.openxmlformats.org/package/2006/relationships"><Relationship Id="rId1" Type="http://schemas.openxmlformats.org/officeDocument/2006/relationships/package" Target="../embeddings/Microsoft_Excel_Worksheet586.xlsx"/></Relationships>
</file>

<file path=ppt/charts/_rels/chart587.xml.rels><?xml version='1.0' encoding='UTF-8' standalone='yes'?>
<Relationships xmlns="http://schemas.openxmlformats.org/package/2006/relationships"><Relationship Id="rId1" Type="http://schemas.openxmlformats.org/officeDocument/2006/relationships/package" Target="../embeddings/Microsoft_Excel_Worksheet587.xlsx"/></Relationships>
</file>

<file path=ppt/charts/_rels/chart588.xml.rels><?xml version='1.0' encoding='UTF-8' standalone='yes'?>
<Relationships xmlns="http://schemas.openxmlformats.org/package/2006/relationships"><Relationship Id="rId1" Type="http://schemas.openxmlformats.org/officeDocument/2006/relationships/package" Target="../embeddings/Microsoft_Excel_Worksheet588.xlsx"/></Relationships>
</file>

<file path=ppt/charts/_rels/chart589.xml.rels><?xml version='1.0' encoding='UTF-8' standalone='yes'?>
<Relationships xmlns="http://schemas.openxmlformats.org/package/2006/relationships"><Relationship Id="rId1" Type="http://schemas.openxmlformats.org/officeDocument/2006/relationships/package" Target="../embeddings/Microsoft_Excel_Worksheet589.xlsx"/></Relationships>
</file>

<file path=ppt/charts/_rels/chart590.xml.rels><?xml version='1.0' encoding='UTF-8' standalone='yes'?>
<Relationships xmlns="http://schemas.openxmlformats.org/package/2006/relationships"><Relationship Id="rId1" Type="http://schemas.openxmlformats.org/officeDocument/2006/relationships/package" Target="../embeddings/Microsoft_Excel_Worksheet590.xlsx"/></Relationships>
</file>

<file path=ppt/charts/_rels/chart591.xml.rels><?xml version='1.0' encoding='UTF-8' standalone='yes'?>
<Relationships xmlns="http://schemas.openxmlformats.org/package/2006/relationships"><Relationship Id="rId1" Type="http://schemas.openxmlformats.org/officeDocument/2006/relationships/package" Target="../embeddings/Microsoft_Excel_Worksheet591.xlsx"/></Relationships>
</file>

<file path=ppt/charts/_rels/chart592.xml.rels><?xml version='1.0' encoding='UTF-8' standalone='yes'?>
<Relationships xmlns="http://schemas.openxmlformats.org/package/2006/relationships"><Relationship Id="rId1" Type="http://schemas.openxmlformats.org/officeDocument/2006/relationships/package" Target="../embeddings/Microsoft_Excel_Worksheet592.xlsx"/></Relationships>
</file>

<file path=ppt/charts/_rels/chart593.xml.rels><?xml version='1.0' encoding='UTF-8' standalone='yes'?>
<Relationships xmlns="http://schemas.openxmlformats.org/package/2006/relationships"><Relationship Id="rId1" Type="http://schemas.openxmlformats.org/officeDocument/2006/relationships/package" Target="../embeddings/Microsoft_Excel_Worksheet593.xlsx"/></Relationships>
</file>

<file path=ppt/charts/_rels/chart594.xml.rels><?xml version='1.0' encoding='UTF-8' standalone='yes'?>
<Relationships xmlns="http://schemas.openxmlformats.org/package/2006/relationships"><Relationship Id="rId1" Type="http://schemas.openxmlformats.org/officeDocument/2006/relationships/package" Target="../embeddings/Microsoft_Excel_Worksheet594.xlsx"/></Relationships>
</file>

<file path=ppt/charts/_rels/chart595.xml.rels><?xml version='1.0' encoding='UTF-8' standalone='yes'?>
<Relationships xmlns="http://schemas.openxmlformats.org/package/2006/relationships"><Relationship Id="rId1" Type="http://schemas.openxmlformats.org/officeDocument/2006/relationships/package" Target="../embeddings/Microsoft_Excel_Worksheet595.xlsx"/></Relationships>
</file>

<file path=ppt/charts/_rels/chart596.xml.rels><?xml version='1.0' encoding='UTF-8' standalone='yes'?>
<Relationships xmlns="http://schemas.openxmlformats.org/package/2006/relationships"><Relationship Id="rId1" Type="http://schemas.openxmlformats.org/officeDocument/2006/relationships/package" Target="../embeddings/Microsoft_Excel_Worksheet596.xlsx"/></Relationships>
</file>

<file path=ppt/charts/_rels/chart597.xml.rels><?xml version='1.0' encoding='UTF-8' standalone='yes'?>
<Relationships xmlns="http://schemas.openxmlformats.org/package/2006/relationships"><Relationship Id="rId1" Type="http://schemas.openxmlformats.org/officeDocument/2006/relationships/package" Target="../embeddings/Microsoft_Excel_Worksheet597.xlsx"/></Relationships>
</file>

<file path=ppt/charts/_rels/chart598.xml.rels><?xml version='1.0' encoding='UTF-8' standalone='yes'?>
<Relationships xmlns="http://schemas.openxmlformats.org/package/2006/relationships"><Relationship Id="rId1" Type="http://schemas.openxmlformats.org/officeDocument/2006/relationships/package" Target="../embeddings/Microsoft_Excel_Worksheet598.xlsx"/></Relationships>
</file>

<file path=ppt/charts/_rels/chart599.xml.rels><?xml version='1.0' encoding='UTF-8' standalone='yes'?>
<Relationships xmlns="http://schemas.openxmlformats.org/package/2006/relationships"><Relationship Id="rId1" Type="http://schemas.openxmlformats.org/officeDocument/2006/relationships/package" Target="../embeddings/Microsoft_Excel_Worksheet599.xlsx"/></Relationships>
</file>

<file path=ppt/charts/_rels/chart600.xml.rels><?xml version='1.0' encoding='UTF-8' standalone='yes'?>
<Relationships xmlns="http://schemas.openxmlformats.org/package/2006/relationships"><Relationship Id="rId1" Type="http://schemas.openxmlformats.org/officeDocument/2006/relationships/package" Target="../embeddings/Microsoft_Excel_Worksheet600.xlsx"/></Relationships>
</file>

<file path=ppt/charts/_rels/chart601.xml.rels><?xml version='1.0' encoding='UTF-8' standalone='yes'?>
<Relationships xmlns="http://schemas.openxmlformats.org/package/2006/relationships"><Relationship Id="rId1" Type="http://schemas.openxmlformats.org/officeDocument/2006/relationships/package" Target="../embeddings/Microsoft_Excel_Worksheet601.xlsx"/></Relationships>
</file>

<file path=ppt/charts/_rels/chart602.xml.rels><?xml version='1.0' encoding='UTF-8' standalone='yes'?>
<Relationships xmlns="http://schemas.openxmlformats.org/package/2006/relationships"><Relationship Id="rId1" Type="http://schemas.openxmlformats.org/officeDocument/2006/relationships/package" Target="../embeddings/Microsoft_Excel_Worksheet602.xlsx"/></Relationships>
</file>

<file path=ppt/charts/_rels/chart603.xml.rels><?xml version='1.0' encoding='UTF-8' standalone='yes'?>
<Relationships xmlns="http://schemas.openxmlformats.org/package/2006/relationships"><Relationship Id="rId1" Type="http://schemas.openxmlformats.org/officeDocument/2006/relationships/package" Target="../embeddings/Microsoft_Excel_Worksheet603.xlsx"/></Relationships>
</file>

<file path=ppt/charts/_rels/chart604.xml.rels><?xml version='1.0' encoding='UTF-8' standalone='yes'?>
<Relationships xmlns="http://schemas.openxmlformats.org/package/2006/relationships"><Relationship Id="rId1" Type="http://schemas.openxmlformats.org/officeDocument/2006/relationships/package" Target="../embeddings/Microsoft_Excel_Worksheet604.xlsx"/></Relationships>
</file>

<file path=ppt/charts/_rels/chart605.xml.rels><?xml version='1.0' encoding='UTF-8' standalone='yes'?>
<Relationships xmlns="http://schemas.openxmlformats.org/package/2006/relationships"><Relationship Id="rId1" Type="http://schemas.openxmlformats.org/officeDocument/2006/relationships/package" Target="../embeddings/Microsoft_Excel_Worksheet605.xlsx"/></Relationships>
</file>

<file path=ppt/charts/_rels/chart606.xml.rels><?xml version='1.0' encoding='UTF-8' standalone='yes'?>
<Relationships xmlns="http://schemas.openxmlformats.org/package/2006/relationships"><Relationship Id="rId1" Type="http://schemas.openxmlformats.org/officeDocument/2006/relationships/package" Target="../embeddings/Microsoft_Excel_Worksheet606.xlsx"/></Relationships>
</file>

<file path=ppt/charts/_rels/chart607.xml.rels><?xml version='1.0' encoding='UTF-8' standalone='yes'?>
<Relationships xmlns="http://schemas.openxmlformats.org/package/2006/relationships"><Relationship Id="rId1" Type="http://schemas.openxmlformats.org/officeDocument/2006/relationships/package" Target="../embeddings/Microsoft_Excel_Worksheet607.xlsx"/></Relationships>
</file>

<file path=ppt/charts/_rels/chart608.xml.rels><?xml version='1.0' encoding='UTF-8' standalone='yes'?>
<Relationships xmlns="http://schemas.openxmlformats.org/package/2006/relationships"><Relationship Id="rId1" Type="http://schemas.openxmlformats.org/officeDocument/2006/relationships/package" Target="../embeddings/Microsoft_Excel_Worksheet608.xlsx"/></Relationships>
</file>

<file path=ppt/charts/_rels/chart609.xml.rels><?xml version='1.0' encoding='UTF-8' standalone='yes'?>
<Relationships xmlns="http://schemas.openxmlformats.org/package/2006/relationships"><Relationship Id="rId1" Type="http://schemas.openxmlformats.org/officeDocument/2006/relationships/package" Target="../embeddings/Microsoft_Excel_Worksheet609.xlsx"/></Relationships>
</file>

<file path=ppt/charts/_rels/chart610.xml.rels><?xml version='1.0' encoding='UTF-8' standalone='yes'?>
<Relationships xmlns="http://schemas.openxmlformats.org/package/2006/relationships"><Relationship Id="rId1" Type="http://schemas.openxmlformats.org/officeDocument/2006/relationships/package" Target="../embeddings/Microsoft_Excel_Worksheet610.xlsx"/></Relationships>
</file>

<file path=ppt/charts/_rels/chart611.xml.rels><?xml version='1.0' encoding='UTF-8' standalone='yes'?>
<Relationships xmlns="http://schemas.openxmlformats.org/package/2006/relationships"><Relationship Id="rId1" Type="http://schemas.openxmlformats.org/officeDocument/2006/relationships/package" Target="../embeddings/Microsoft_Excel_Worksheet611.xlsx"/></Relationships>
</file>

<file path=ppt/charts/_rels/chart612.xml.rels><?xml version='1.0' encoding='UTF-8' standalone='yes'?>
<Relationships xmlns="http://schemas.openxmlformats.org/package/2006/relationships"><Relationship Id="rId1" Type="http://schemas.openxmlformats.org/officeDocument/2006/relationships/package" Target="../embeddings/Microsoft_Excel_Worksheet612.xlsx"/></Relationships>
</file>

<file path=ppt/charts/_rels/chart613.xml.rels><?xml version='1.0' encoding='UTF-8' standalone='yes'?>
<Relationships xmlns="http://schemas.openxmlformats.org/package/2006/relationships"><Relationship Id="rId1" Type="http://schemas.openxmlformats.org/officeDocument/2006/relationships/package" Target="../embeddings/Microsoft_Excel_Worksheet613.xlsx"/></Relationships>
</file>

<file path=ppt/charts/_rels/chart614.xml.rels><?xml version='1.0' encoding='UTF-8' standalone='yes'?>
<Relationships xmlns="http://schemas.openxmlformats.org/package/2006/relationships"><Relationship Id="rId1" Type="http://schemas.openxmlformats.org/officeDocument/2006/relationships/package" Target="../embeddings/Microsoft_Excel_Worksheet614.xlsx"/></Relationships>
</file>

<file path=ppt/charts/_rels/chart615.xml.rels><?xml version='1.0' encoding='UTF-8' standalone='yes'?>
<Relationships xmlns="http://schemas.openxmlformats.org/package/2006/relationships"><Relationship Id="rId1" Type="http://schemas.openxmlformats.org/officeDocument/2006/relationships/package" Target="../embeddings/Microsoft_Excel_Worksheet615.xlsx"/></Relationships>
</file>

<file path=ppt/charts/_rels/chart616.xml.rels><?xml version='1.0' encoding='UTF-8' standalone='yes'?>
<Relationships xmlns="http://schemas.openxmlformats.org/package/2006/relationships"><Relationship Id="rId1" Type="http://schemas.openxmlformats.org/officeDocument/2006/relationships/package" Target="../embeddings/Microsoft_Excel_Worksheet616.xlsx"/></Relationships>
</file>

<file path=ppt/charts/_rels/chart617.xml.rels><?xml version='1.0' encoding='UTF-8' standalone='yes'?>
<Relationships xmlns="http://schemas.openxmlformats.org/package/2006/relationships"><Relationship Id="rId1" Type="http://schemas.openxmlformats.org/officeDocument/2006/relationships/package" Target="../embeddings/Microsoft_Excel_Worksheet617.xlsx"/></Relationships>
</file>

<file path=ppt/charts/_rels/chart618.xml.rels><?xml version='1.0' encoding='UTF-8' standalone='yes'?>
<Relationships xmlns="http://schemas.openxmlformats.org/package/2006/relationships"><Relationship Id="rId1" Type="http://schemas.openxmlformats.org/officeDocument/2006/relationships/package" Target="../embeddings/Microsoft_Excel_Worksheet618.xlsx"/></Relationships>
</file>

<file path=ppt/charts/_rels/chart619.xml.rels><?xml version='1.0' encoding='UTF-8' standalone='yes'?>
<Relationships xmlns="http://schemas.openxmlformats.org/package/2006/relationships"><Relationship Id="rId1" Type="http://schemas.openxmlformats.org/officeDocument/2006/relationships/package" Target="../embeddings/Microsoft_Excel_Worksheet619.xlsx"/></Relationships>
</file>

<file path=ppt/charts/_rels/chart620.xml.rels><?xml version='1.0' encoding='UTF-8' standalone='yes'?>
<Relationships xmlns="http://schemas.openxmlformats.org/package/2006/relationships"><Relationship Id="rId1" Type="http://schemas.openxmlformats.org/officeDocument/2006/relationships/package" Target="../embeddings/Microsoft_Excel_Worksheet620.xlsx"/></Relationships>
</file>

<file path=ppt/charts/_rels/chart621.xml.rels><?xml version='1.0' encoding='UTF-8' standalone='yes'?>
<Relationships xmlns="http://schemas.openxmlformats.org/package/2006/relationships"><Relationship Id="rId1" Type="http://schemas.openxmlformats.org/officeDocument/2006/relationships/package" Target="../embeddings/Microsoft_Excel_Worksheet621.xlsx"/></Relationships>
</file>

<file path=ppt/charts/_rels/chart622.xml.rels><?xml version='1.0' encoding='UTF-8' standalone='yes'?>
<Relationships xmlns="http://schemas.openxmlformats.org/package/2006/relationships"><Relationship Id="rId1" Type="http://schemas.openxmlformats.org/officeDocument/2006/relationships/package" Target="../embeddings/Microsoft_Excel_Worksheet622.xlsx"/></Relationships>
</file>

<file path=ppt/charts/_rels/chart623.xml.rels><?xml version='1.0' encoding='UTF-8' standalone='yes'?>
<Relationships xmlns="http://schemas.openxmlformats.org/package/2006/relationships"><Relationship Id="rId1" Type="http://schemas.openxmlformats.org/officeDocument/2006/relationships/package" Target="../embeddings/Microsoft_Excel_Worksheet623.xlsx"/></Relationships>
</file>

<file path=ppt/charts/_rels/chart624.xml.rels><?xml version='1.0' encoding='UTF-8' standalone='yes'?>
<Relationships xmlns="http://schemas.openxmlformats.org/package/2006/relationships"><Relationship Id="rId1" Type="http://schemas.openxmlformats.org/officeDocument/2006/relationships/package" Target="../embeddings/Microsoft_Excel_Worksheet624.xlsx"/></Relationships>
</file>

<file path=ppt/charts/_rels/chart625.xml.rels><?xml version='1.0' encoding='UTF-8' standalone='yes'?>
<Relationships xmlns="http://schemas.openxmlformats.org/package/2006/relationships"><Relationship Id="rId1" Type="http://schemas.openxmlformats.org/officeDocument/2006/relationships/package" Target="../embeddings/Microsoft_Excel_Worksheet625.xlsx"/></Relationships>
</file>

<file path=ppt/charts/_rels/chart626.xml.rels><?xml version='1.0' encoding='UTF-8' standalone='yes'?>
<Relationships xmlns="http://schemas.openxmlformats.org/package/2006/relationships"><Relationship Id="rId1" Type="http://schemas.openxmlformats.org/officeDocument/2006/relationships/package" Target="../embeddings/Microsoft_Excel_Worksheet626.xlsx"/></Relationships>
</file>

<file path=ppt/charts/_rels/chart627.xml.rels><?xml version='1.0' encoding='UTF-8' standalone='yes'?>
<Relationships xmlns="http://schemas.openxmlformats.org/package/2006/relationships"><Relationship Id="rId1" Type="http://schemas.openxmlformats.org/officeDocument/2006/relationships/package" Target="../embeddings/Microsoft_Excel_Worksheet627.xlsx"/></Relationships>
</file>

<file path=ppt/charts/_rels/chart628.xml.rels><?xml version='1.0' encoding='UTF-8' standalone='yes'?>
<Relationships xmlns="http://schemas.openxmlformats.org/package/2006/relationships"><Relationship Id="rId1" Type="http://schemas.openxmlformats.org/officeDocument/2006/relationships/package" Target="../embeddings/Microsoft_Excel_Worksheet628.xlsx"/></Relationships>
</file>

<file path=ppt/charts/_rels/chart629.xml.rels><?xml version='1.0' encoding='UTF-8' standalone='yes'?>
<Relationships xmlns="http://schemas.openxmlformats.org/package/2006/relationships"><Relationship Id="rId1" Type="http://schemas.openxmlformats.org/officeDocument/2006/relationships/package" Target="../embeddings/Microsoft_Excel_Worksheet629.xlsx"/></Relationships>
</file>

<file path=ppt/charts/_rels/chart630.xml.rels><?xml version='1.0' encoding='UTF-8' standalone='yes'?>
<Relationships xmlns="http://schemas.openxmlformats.org/package/2006/relationships"><Relationship Id="rId1" Type="http://schemas.openxmlformats.org/officeDocument/2006/relationships/package" Target="../embeddings/Microsoft_Excel_Worksheet630.xlsx"/></Relationships>
</file>

<file path=ppt/charts/_rels/chart631.xml.rels><?xml version='1.0' encoding='UTF-8' standalone='yes'?>
<Relationships xmlns="http://schemas.openxmlformats.org/package/2006/relationships"><Relationship Id="rId1" Type="http://schemas.openxmlformats.org/officeDocument/2006/relationships/package" Target="../embeddings/Microsoft_Excel_Worksheet631.xlsx"/></Relationships>
</file>

<file path=ppt/charts/_rels/chart632.xml.rels><?xml version='1.0' encoding='UTF-8' standalone='yes'?>
<Relationships xmlns="http://schemas.openxmlformats.org/package/2006/relationships"><Relationship Id="rId1" Type="http://schemas.openxmlformats.org/officeDocument/2006/relationships/package" Target="../embeddings/Microsoft_Excel_Worksheet632.xlsx"/></Relationships>
</file>

<file path=ppt/charts/_rels/chart633.xml.rels><?xml version='1.0' encoding='UTF-8' standalone='yes'?>
<Relationships xmlns="http://schemas.openxmlformats.org/package/2006/relationships"><Relationship Id="rId1" Type="http://schemas.openxmlformats.org/officeDocument/2006/relationships/package" Target="../embeddings/Microsoft_Excel_Worksheet633.xlsx"/></Relationships>
</file>

<file path=ppt/charts/_rels/chart634.xml.rels><?xml version='1.0' encoding='UTF-8' standalone='yes'?>
<Relationships xmlns="http://schemas.openxmlformats.org/package/2006/relationships"><Relationship Id="rId1" Type="http://schemas.openxmlformats.org/officeDocument/2006/relationships/package" Target="../embeddings/Microsoft_Excel_Worksheet634.xlsx"/></Relationships>
</file>

<file path=ppt/charts/_rels/chart635.xml.rels><?xml version='1.0' encoding='UTF-8' standalone='yes'?>
<Relationships xmlns="http://schemas.openxmlformats.org/package/2006/relationships"><Relationship Id="rId1" Type="http://schemas.openxmlformats.org/officeDocument/2006/relationships/package" Target="../embeddings/Microsoft_Excel_Worksheet635.xlsx"/></Relationships>
</file>

<file path=ppt/charts/_rels/chart636.xml.rels><?xml version='1.0' encoding='UTF-8' standalone='yes'?>
<Relationships xmlns="http://schemas.openxmlformats.org/package/2006/relationships"><Relationship Id="rId1" Type="http://schemas.openxmlformats.org/officeDocument/2006/relationships/package" Target="../embeddings/Microsoft_Excel_Worksheet636.xlsx"/></Relationships>
</file>

<file path=ppt/charts/_rels/chart637.xml.rels><?xml version='1.0' encoding='UTF-8' standalone='yes'?>
<Relationships xmlns="http://schemas.openxmlformats.org/package/2006/relationships"><Relationship Id="rId1" Type="http://schemas.openxmlformats.org/officeDocument/2006/relationships/package" Target="../embeddings/Microsoft_Excel_Worksheet637.xlsx"/></Relationships>
</file>

<file path=ppt/charts/_rels/chart638.xml.rels><?xml version='1.0' encoding='UTF-8' standalone='yes'?>
<Relationships xmlns="http://schemas.openxmlformats.org/package/2006/relationships"><Relationship Id="rId1" Type="http://schemas.openxmlformats.org/officeDocument/2006/relationships/package" Target="../embeddings/Microsoft_Excel_Worksheet638.xlsx"/></Relationships>
</file>

<file path=ppt/charts/_rels/chart639.xml.rels><?xml version='1.0' encoding='UTF-8' standalone='yes'?>
<Relationships xmlns="http://schemas.openxmlformats.org/package/2006/relationships"><Relationship Id="rId1" Type="http://schemas.openxmlformats.org/officeDocument/2006/relationships/package" Target="../embeddings/Microsoft_Excel_Worksheet639.xlsx"/></Relationships>
</file>

<file path=ppt/charts/_rels/chart640.xml.rels><?xml version='1.0' encoding='UTF-8' standalone='yes'?>
<Relationships xmlns="http://schemas.openxmlformats.org/package/2006/relationships"><Relationship Id="rId1" Type="http://schemas.openxmlformats.org/officeDocument/2006/relationships/package" Target="../embeddings/Microsoft_Excel_Worksheet640.xlsx"/></Relationships>
</file>

<file path=ppt/charts/_rels/chart641.xml.rels><?xml version='1.0' encoding='UTF-8' standalone='yes'?>
<Relationships xmlns="http://schemas.openxmlformats.org/package/2006/relationships"><Relationship Id="rId1" Type="http://schemas.openxmlformats.org/officeDocument/2006/relationships/package" Target="../embeddings/Microsoft_Excel_Worksheet641.xlsx"/></Relationships>
</file>

<file path=ppt/charts/_rels/chart642.xml.rels><?xml version='1.0' encoding='UTF-8' standalone='yes'?>
<Relationships xmlns="http://schemas.openxmlformats.org/package/2006/relationships"><Relationship Id="rId1" Type="http://schemas.openxmlformats.org/officeDocument/2006/relationships/package" Target="../embeddings/Microsoft_Excel_Worksheet642.xlsx"/></Relationships>
</file>

<file path=ppt/charts/_rels/chart643.xml.rels><?xml version='1.0' encoding='UTF-8' standalone='yes'?>
<Relationships xmlns="http://schemas.openxmlformats.org/package/2006/relationships"><Relationship Id="rId1" Type="http://schemas.openxmlformats.org/officeDocument/2006/relationships/package" Target="../embeddings/Microsoft_Excel_Worksheet643.xlsx"/></Relationships>
</file>

<file path=ppt/charts/_rels/chart644.xml.rels><?xml version='1.0' encoding='UTF-8' standalone='yes'?>
<Relationships xmlns="http://schemas.openxmlformats.org/package/2006/relationships"><Relationship Id="rId1" Type="http://schemas.openxmlformats.org/officeDocument/2006/relationships/package" Target="../embeddings/Microsoft_Excel_Worksheet644.xlsx"/></Relationships>
</file>

<file path=ppt/charts/_rels/chart645.xml.rels><?xml version='1.0' encoding='UTF-8' standalone='yes'?>
<Relationships xmlns="http://schemas.openxmlformats.org/package/2006/relationships"><Relationship Id="rId1" Type="http://schemas.openxmlformats.org/officeDocument/2006/relationships/package" Target="../embeddings/Microsoft_Excel_Worksheet645.xlsx"/></Relationships>
</file>

<file path=ppt/charts/_rels/chart646.xml.rels><?xml version='1.0' encoding='UTF-8' standalone='yes'?>
<Relationships xmlns="http://schemas.openxmlformats.org/package/2006/relationships"><Relationship Id="rId1" Type="http://schemas.openxmlformats.org/officeDocument/2006/relationships/package" Target="../embeddings/Microsoft_Excel_Worksheet646.xlsx"/></Relationships>
</file>

<file path=ppt/charts/_rels/chart647.xml.rels><?xml version='1.0' encoding='UTF-8' standalone='yes'?>
<Relationships xmlns="http://schemas.openxmlformats.org/package/2006/relationships"><Relationship Id="rId1" Type="http://schemas.openxmlformats.org/officeDocument/2006/relationships/package" Target="../embeddings/Microsoft_Excel_Worksheet647.xlsx"/></Relationships>
</file>

<file path=ppt/charts/_rels/chart648.xml.rels><?xml version='1.0' encoding='UTF-8' standalone='yes'?>
<Relationships xmlns="http://schemas.openxmlformats.org/package/2006/relationships"><Relationship Id="rId1" Type="http://schemas.openxmlformats.org/officeDocument/2006/relationships/package" Target="../embeddings/Microsoft_Excel_Worksheet648.xlsx"/></Relationships>
</file>

<file path=ppt/charts/_rels/chart649.xml.rels><?xml version='1.0' encoding='UTF-8' standalone='yes'?>
<Relationships xmlns="http://schemas.openxmlformats.org/package/2006/relationships"><Relationship Id="rId1" Type="http://schemas.openxmlformats.org/officeDocument/2006/relationships/package" Target="../embeddings/Microsoft_Excel_Worksheet649.xlsx"/></Relationships>
</file>

<file path=ppt/charts/_rels/chart650.xml.rels><?xml version='1.0' encoding='UTF-8' standalone='yes'?>
<Relationships xmlns="http://schemas.openxmlformats.org/package/2006/relationships"><Relationship Id="rId1" Type="http://schemas.openxmlformats.org/officeDocument/2006/relationships/package" Target="../embeddings/Microsoft_Excel_Worksheet650.xlsx"/></Relationships>
</file>

<file path=ppt/charts/_rels/chart651.xml.rels><?xml version='1.0' encoding='UTF-8' standalone='yes'?>
<Relationships xmlns="http://schemas.openxmlformats.org/package/2006/relationships"><Relationship Id="rId1" Type="http://schemas.openxmlformats.org/officeDocument/2006/relationships/package" Target="../embeddings/Microsoft_Excel_Worksheet651.xlsx"/></Relationships>
</file>

<file path=ppt/charts/_rels/chart652.xml.rels><?xml version='1.0' encoding='UTF-8' standalone='yes'?>
<Relationships xmlns="http://schemas.openxmlformats.org/package/2006/relationships"><Relationship Id="rId1" Type="http://schemas.openxmlformats.org/officeDocument/2006/relationships/package" Target="../embeddings/Microsoft_Excel_Worksheet652.xlsx"/></Relationships>
</file>

<file path=ppt/charts/_rels/chart653.xml.rels><?xml version='1.0' encoding='UTF-8' standalone='yes'?>
<Relationships xmlns="http://schemas.openxmlformats.org/package/2006/relationships"><Relationship Id="rId1" Type="http://schemas.openxmlformats.org/officeDocument/2006/relationships/package" Target="../embeddings/Microsoft_Excel_Worksheet653.xlsx"/></Relationships>
</file>

<file path=ppt/charts/_rels/chart654.xml.rels><?xml version='1.0' encoding='UTF-8' standalone='yes'?>
<Relationships xmlns="http://schemas.openxmlformats.org/package/2006/relationships"><Relationship Id="rId1" Type="http://schemas.openxmlformats.org/officeDocument/2006/relationships/package" Target="../embeddings/Microsoft_Excel_Worksheet654.xlsx"/></Relationships>
</file>

<file path=ppt/charts/_rels/chart655.xml.rels><?xml version='1.0' encoding='UTF-8' standalone='yes'?>
<Relationships xmlns="http://schemas.openxmlformats.org/package/2006/relationships"><Relationship Id="rId1" Type="http://schemas.openxmlformats.org/officeDocument/2006/relationships/package" Target="../embeddings/Microsoft_Excel_Worksheet655.xlsx"/></Relationships>
</file>

<file path=ppt/charts/_rels/chart656.xml.rels><?xml version='1.0' encoding='UTF-8' standalone='yes'?>
<Relationships xmlns="http://schemas.openxmlformats.org/package/2006/relationships"><Relationship Id="rId1" Type="http://schemas.openxmlformats.org/officeDocument/2006/relationships/package" Target="../embeddings/Microsoft_Excel_Worksheet656.xlsx"/></Relationships>
</file>

<file path=ppt/charts/_rels/chart657.xml.rels><?xml version='1.0' encoding='UTF-8' standalone='yes'?>
<Relationships xmlns="http://schemas.openxmlformats.org/package/2006/relationships"><Relationship Id="rId1" Type="http://schemas.openxmlformats.org/officeDocument/2006/relationships/package" Target="../embeddings/Microsoft_Excel_Worksheet657.xlsx"/></Relationships>
</file>

<file path=ppt/charts/_rels/chart658.xml.rels><?xml version='1.0' encoding='UTF-8' standalone='yes'?>
<Relationships xmlns="http://schemas.openxmlformats.org/package/2006/relationships"><Relationship Id="rId1" Type="http://schemas.openxmlformats.org/officeDocument/2006/relationships/package" Target="../embeddings/Microsoft_Excel_Worksheet658.xlsx"/></Relationships>
</file>

<file path=ppt/charts/_rels/chart659.xml.rels><?xml version='1.0' encoding='UTF-8' standalone='yes'?>
<Relationships xmlns="http://schemas.openxmlformats.org/package/2006/relationships"><Relationship Id="rId1" Type="http://schemas.openxmlformats.org/officeDocument/2006/relationships/package" Target="../embeddings/Microsoft_Excel_Worksheet659.xlsx"/></Relationships>
</file>

<file path=ppt/charts/_rels/chart660.xml.rels><?xml version='1.0' encoding='UTF-8' standalone='yes'?>
<Relationships xmlns="http://schemas.openxmlformats.org/package/2006/relationships"><Relationship Id="rId1" Type="http://schemas.openxmlformats.org/officeDocument/2006/relationships/package" Target="../embeddings/Microsoft_Excel_Worksheet660.xlsx"/></Relationships>
</file>

<file path=ppt/charts/_rels/chart661.xml.rels><?xml version='1.0' encoding='UTF-8' standalone='yes'?>
<Relationships xmlns="http://schemas.openxmlformats.org/package/2006/relationships"><Relationship Id="rId1" Type="http://schemas.openxmlformats.org/officeDocument/2006/relationships/package" Target="../embeddings/Microsoft_Excel_Worksheet661.xlsx"/></Relationships>
</file>

<file path=ppt/charts/_rels/chart662.xml.rels><?xml version='1.0' encoding='UTF-8' standalone='yes'?>
<Relationships xmlns="http://schemas.openxmlformats.org/package/2006/relationships"><Relationship Id="rId1" Type="http://schemas.openxmlformats.org/officeDocument/2006/relationships/package" Target="../embeddings/Microsoft_Excel_Worksheet662.xlsx"/></Relationships>
</file>

<file path=ppt/charts/_rels/chart663.xml.rels><?xml version='1.0' encoding='UTF-8' standalone='yes'?>
<Relationships xmlns="http://schemas.openxmlformats.org/package/2006/relationships"><Relationship Id="rId1" Type="http://schemas.openxmlformats.org/officeDocument/2006/relationships/package" Target="../embeddings/Microsoft_Excel_Worksheet663.xlsx"/></Relationships>
</file>

<file path=ppt/charts/_rels/chart664.xml.rels><?xml version='1.0' encoding='UTF-8' standalone='yes'?>
<Relationships xmlns="http://schemas.openxmlformats.org/package/2006/relationships"><Relationship Id="rId1" Type="http://schemas.openxmlformats.org/officeDocument/2006/relationships/package" Target="../embeddings/Microsoft_Excel_Worksheet664.xlsx"/></Relationships>
</file>

<file path=ppt/charts/_rels/chart665.xml.rels><?xml version='1.0' encoding='UTF-8' standalone='yes'?>
<Relationships xmlns="http://schemas.openxmlformats.org/package/2006/relationships"><Relationship Id="rId1" Type="http://schemas.openxmlformats.org/officeDocument/2006/relationships/package" Target="../embeddings/Microsoft_Excel_Worksheet665.xlsx"/></Relationships>
</file>

<file path=ppt/charts/_rels/chart666.xml.rels><?xml version='1.0' encoding='UTF-8' standalone='yes'?>
<Relationships xmlns="http://schemas.openxmlformats.org/package/2006/relationships"><Relationship Id="rId1" Type="http://schemas.openxmlformats.org/officeDocument/2006/relationships/package" Target="../embeddings/Microsoft_Excel_Worksheet666.xlsx"/></Relationships>
</file>

<file path=ppt/charts/_rels/chart667.xml.rels><?xml version='1.0' encoding='UTF-8' standalone='yes'?>
<Relationships xmlns="http://schemas.openxmlformats.org/package/2006/relationships"><Relationship Id="rId1" Type="http://schemas.openxmlformats.org/officeDocument/2006/relationships/package" Target="../embeddings/Microsoft_Excel_Worksheet667.xlsx"/></Relationships>
</file>

<file path=ppt/charts/_rels/chart668.xml.rels><?xml version='1.0' encoding='UTF-8' standalone='yes'?>
<Relationships xmlns="http://schemas.openxmlformats.org/package/2006/relationships"><Relationship Id="rId1" Type="http://schemas.openxmlformats.org/officeDocument/2006/relationships/package" Target="../embeddings/Microsoft_Excel_Worksheet668.xlsx"/></Relationships>
</file>

<file path=ppt/charts/_rels/chart669.xml.rels><?xml version='1.0' encoding='UTF-8' standalone='yes'?>
<Relationships xmlns="http://schemas.openxmlformats.org/package/2006/relationships"><Relationship Id="rId1" Type="http://schemas.openxmlformats.org/officeDocument/2006/relationships/package" Target="../embeddings/Microsoft_Excel_Worksheet669.xlsx"/></Relationships>
</file>

<file path=ppt/charts/_rels/chart670.xml.rels><?xml version='1.0' encoding='UTF-8' standalone='yes'?>
<Relationships xmlns="http://schemas.openxmlformats.org/package/2006/relationships"><Relationship Id="rId1" Type="http://schemas.openxmlformats.org/officeDocument/2006/relationships/package" Target="../embeddings/Microsoft_Excel_Worksheet670.xlsx"/></Relationships>
</file>

<file path=ppt/charts/_rels/chart671.xml.rels><?xml version='1.0' encoding='UTF-8' standalone='yes'?>
<Relationships xmlns="http://schemas.openxmlformats.org/package/2006/relationships"><Relationship Id="rId1" Type="http://schemas.openxmlformats.org/officeDocument/2006/relationships/package" Target="../embeddings/Microsoft_Excel_Worksheet671.xlsx"/></Relationships>
</file>

<file path=ppt/charts/_rels/chart672.xml.rels><?xml version='1.0' encoding='UTF-8' standalone='yes'?>
<Relationships xmlns="http://schemas.openxmlformats.org/package/2006/relationships"><Relationship Id="rId1" Type="http://schemas.openxmlformats.org/officeDocument/2006/relationships/package" Target="../embeddings/Microsoft_Excel_Worksheet672.xlsx"/></Relationships>
</file>

<file path=ppt/charts/_rels/chart673.xml.rels><?xml version='1.0' encoding='UTF-8' standalone='yes'?>
<Relationships xmlns="http://schemas.openxmlformats.org/package/2006/relationships"><Relationship Id="rId1" Type="http://schemas.openxmlformats.org/officeDocument/2006/relationships/package" Target="../embeddings/Microsoft_Excel_Worksheet673.xlsx"/></Relationships>
</file>

<file path=ppt/charts/_rels/chart674.xml.rels><?xml version='1.0' encoding='UTF-8' standalone='yes'?>
<Relationships xmlns="http://schemas.openxmlformats.org/package/2006/relationships"><Relationship Id="rId1" Type="http://schemas.openxmlformats.org/officeDocument/2006/relationships/package" Target="../embeddings/Microsoft_Excel_Worksheet674.xlsx"/></Relationships>
</file>

<file path=ppt/charts/_rels/chart675.xml.rels><?xml version='1.0' encoding='UTF-8' standalone='yes'?>
<Relationships xmlns="http://schemas.openxmlformats.org/package/2006/relationships"><Relationship Id="rId1" Type="http://schemas.openxmlformats.org/officeDocument/2006/relationships/package" Target="../embeddings/Microsoft_Excel_Worksheet675.xlsx"/></Relationships>
</file>

<file path=ppt/charts/_rels/chart676.xml.rels><?xml version='1.0' encoding='UTF-8' standalone='yes'?>
<Relationships xmlns="http://schemas.openxmlformats.org/package/2006/relationships"><Relationship Id="rId1" Type="http://schemas.openxmlformats.org/officeDocument/2006/relationships/package" Target="../embeddings/Microsoft_Excel_Worksheet676.xlsx"/></Relationships>
</file>

<file path=ppt/charts/_rels/chart677.xml.rels><?xml version='1.0' encoding='UTF-8' standalone='yes'?>
<Relationships xmlns="http://schemas.openxmlformats.org/package/2006/relationships"><Relationship Id="rId1" Type="http://schemas.openxmlformats.org/officeDocument/2006/relationships/package" Target="../embeddings/Microsoft_Excel_Worksheet677.xlsx"/></Relationships>
</file>

<file path=ppt/charts/_rels/chart678.xml.rels><?xml version='1.0' encoding='UTF-8' standalone='yes'?>
<Relationships xmlns="http://schemas.openxmlformats.org/package/2006/relationships"><Relationship Id="rId1" Type="http://schemas.openxmlformats.org/officeDocument/2006/relationships/package" Target="../embeddings/Microsoft_Excel_Worksheet678.xlsx"/></Relationships>
</file>

<file path=ppt/charts/_rels/chart679.xml.rels><?xml version='1.0' encoding='UTF-8' standalone='yes'?>
<Relationships xmlns="http://schemas.openxmlformats.org/package/2006/relationships"><Relationship Id="rId1" Type="http://schemas.openxmlformats.org/officeDocument/2006/relationships/package" Target="../embeddings/Microsoft_Excel_Worksheet679.xlsx"/></Relationships>
</file>

<file path=ppt/charts/_rels/chart680.xml.rels><?xml version='1.0' encoding='UTF-8' standalone='yes'?>
<Relationships xmlns="http://schemas.openxmlformats.org/package/2006/relationships"><Relationship Id="rId1" Type="http://schemas.openxmlformats.org/officeDocument/2006/relationships/package" Target="../embeddings/Microsoft_Excel_Worksheet680.xlsx"/></Relationships>
</file>

<file path=ppt/charts/_rels/chart681.xml.rels><?xml version='1.0' encoding='UTF-8' standalone='yes'?>
<Relationships xmlns="http://schemas.openxmlformats.org/package/2006/relationships"><Relationship Id="rId1" Type="http://schemas.openxmlformats.org/officeDocument/2006/relationships/package" Target="../embeddings/Microsoft_Excel_Worksheet681.xlsx"/></Relationships>
</file>

<file path=ppt/charts/_rels/chart682.xml.rels><?xml version='1.0' encoding='UTF-8' standalone='yes'?>
<Relationships xmlns="http://schemas.openxmlformats.org/package/2006/relationships"><Relationship Id="rId1" Type="http://schemas.openxmlformats.org/officeDocument/2006/relationships/package" Target="../embeddings/Microsoft_Excel_Worksheet682.xlsx"/></Relationships>
</file>

<file path=ppt/charts/_rels/chart683.xml.rels><?xml version='1.0' encoding='UTF-8' standalone='yes'?>
<Relationships xmlns="http://schemas.openxmlformats.org/package/2006/relationships"><Relationship Id="rId1" Type="http://schemas.openxmlformats.org/officeDocument/2006/relationships/package" Target="../embeddings/Microsoft_Excel_Worksheet683.xlsx"/></Relationships>
</file>

<file path=ppt/charts/_rels/chart684.xml.rels><?xml version='1.0' encoding='UTF-8' standalone='yes'?>
<Relationships xmlns="http://schemas.openxmlformats.org/package/2006/relationships"><Relationship Id="rId1" Type="http://schemas.openxmlformats.org/officeDocument/2006/relationships/package" Target="../embeddings/Microsoft_Excel_Worksheet684.xlsx"/></Relationships>
</file>

<file path=ppt/charts/_rels/chart685.xml.rels><?xml version='1.0' encoding='UTF-8' standalone='yes'?>
<Relationships xmlns="http://schemas.openxmlformats.org/package/2006/relationships"><Relationship Id="rId1" Type="http://schemas.openxmlformats.org/officeDocument/2006/relationships/package" Target="../embeddings/Microsoft_Excel_Worksheet685.xlsx"/></Relationships>
</file>

<file path=ppt/charts/_rels/chart686.xml.rels><?xml version='1.0' encoding='UTF-8' standalone='yes'?>
<Relationships xmlns="http://schemas.openxmlformats.org/package/2006/relationships"><Relationship Id="rId1" Type="http://schemas.openxmlformats.org/officeDocument/2006/relationships/package" Target="../embeddings/Microsoft_Excel_Worksheet686.xlsx"/></Relationships>
</file>

<file path=ppt/charts/_rels/chart687.xml.rels><?xml version='1.0' encoding='UTF-8' standalone='yes'?>
<Relationships xmlns="http://schemas.openxmlformats.org/package/2006/relationships"><Relationship Id="rId1" Type="http://schemas.openxmlformats.org/officeDocument/2006/relationships/package" Target="../embeddings/Microsoft_Excel_Worksheet687.xlsx"/></Relationships>
</file>

<file path=ppt/charts/_rels/chart688.xml.rels><?xml version='1.0' encoding='UTF-8' standalone='yes'?>
<Relationships xmlns="http://schemas.openxmlformats.org/package/2006/relationships"><Relationship Id="rId1" Type="http://schemas.openxmlformats.org/officeDocument/2006/relationships/package" Target="../embeddings/Microsoft_Excel_Worksheet688.xlsx"/></Relationships>
</file>

<file path=ppt/charts/_rels/chart689.xml.rels><?xml version='1.0' encoding='UTF-8' standalone='yes'?>
<Relationships xmlns="http://schemas.openxmlformats.org/package/2006/relationships"><Relationship Id="rId1" Type="http://schemas.openxmlformats.org/officeDocument/2006/relationships/package" Target="../embeddings/Microsoft_Excel_Worksheet689.xlsx"/></Relationships>
</file>

<file path=ppt/charts/_rels/chart690.xml.rels><?xml version='1.0' encoding='UTF-8' standalone='yes'?>
<Relationships xmlns="http://schemas.openxmlformats.org/package/2006/relationships"><Relationship Id="rId1" Type="http://schemas.openxmlformats.org/officeDocument/2006/relationships/package" Target="../embeddings/Microsoft_Excel_Worksheet690.xlsx"/></Relationships>
</file>

<file path=ppt/charts/_rels/chart691.xml.rels><?xml version='1.0' encoding='UTF-8' standalone='yes'?>
<Relationships xmlns="http://schemas.openxmlformats.org/package/2006/relationships"><Relationship Id="rId1" Type="http://schemas.openxmlformats.org/officeDocument/2006/relationships/package" Target="../embeddings/Microsoft_Excel_Worksheet691.xlsx"/></Relationships>
</file>

<file path=ppt/charts/_rels/chart692.xml.rels><?xml version='1.0' encoding='UTF-8' standalone='yes'?>
<Relationships xmlns="http://schemas.openxmlformats.org/package/2006/relationships"><Relationship Id="rId1" Type="http://schemas.openxmlformats.org/officeDocument/2006/relationships/package" Target="../embeddings/Microsoft_Excel_Worksheet692.xlsx"/></Relationships>
</file>

<file path=ppt/charts/_rels/chart693.xml.rels><?xml version='1.0' encoding='UTF-8' standalone='yes'?>
<Relationships xmlns="http://schemas.openxmlformats.org/package/2006/relationships"><Relationship Id="rId1" Type="http://schemas.openxmlformats.org/officeDocument/2006/relationships/package" Target="../embeddings/Microsoft_Excel_Worksheet693.xlsx"/></Relationships>
</file>

<file path=ppt/charts/_rels/chart694.xml.rels><?xml version='1.0' encoding='UTF-8' standalone='yes'?>
<Relationships xmlns="http://schemas.openxmlformats.org/package/2006/relationships"><Relationship Id="rId1" Type="http://schemas.openxmlformats.org/officeDocument/2006/relationships/package" Target="../embeddings/Microsoft_Excel_Worksheet694.xlsx"/></Relationships>
</file>

<file path=ppt/charts/_rels/chart695.xml.rels><?xml version='1.0' encoding='UTF-8' standalone='yes'?>
<Relationships xmlns="http://schemas.openxmlformats.org/package/2006/relationships"><Relationship Id="rId1" Type="http://schemas.openxmlformats.org/officeDocument/2006/relationships/package" Target="../embeddings/Microsoft_Excel_Worksheet695.xlsx"/></Relationships>
</file>

<file path=ppt/charts/_rels/chart696.xml.rels><?xml version='1.0' encoding='UTF-8' standalone='yes'?>
<Relationships xmlns="http://schemas.openxmlformats.org/package/2006/relationships"><Relationship Id="rId1" Type="http://schemas.openxmlformats.org/officeDocument/2006/relationships/package" Target="../embeddings/Microsoft_Excel_Worksheet696.xlsx"/></Relationships>
</file>

<file path=ppt/charts/_rels/chart697.xml.rels><?xml version='1.0' encoding='UTF-8' standalone='yes'?>
<Relationships xmlns="http://schemas.openxmlformats.org/package/2006/relationships"><Relationship Id="rId1" Type="http://schemas.openxmlformats.org/officeDocument/2006/relationships/package" Target="../embeddings/Microsoft_Excel_Worksheet697.xlsx"/></Relationships>
</file>

<file path=ppt/charts/_rels/chart698.xml.rels><?xml version='1.0' encoding='UTF-8' standalone='yes'?>
<Relationships xmlns="http://schemas.openxmlformats.org/package/2006/relationships"><Relationship Id="rId1" Type="http://schemas.openxmlformats.org/officeDocument/2006/relationships/package" Target="../embeddings/Microsoft_Excel_Worksheet698.xlsx"/></Relationships>
</file>

<file path=ppt/charts/_rels/chart699.xml.rels><?xml version='1.0' encoding='UTF-8' standalone='yes'?>
<Relationships xmlns="http://schemas.openxmlformats.org/package/2006/relationships"><Relationship Id="rId1" Type="http://schemas.openxmlformats.org/officeDocument/2006/relationships/package" Target="../embeddings/Microsoft_Excel_Worksheet699.xlsx"/></Relationships>
</file>

<file path=ppt/charts/_rels/chart700.xml.rels><?xml version='1.0' encoding='UTF-8' standalone='yes'?>
<Relationships xmlns="http://schemas.openxmlformats.org/package/2006/relationships"><Relationship Id="rId1" Type="http://schemas.openxmlformats.org/officeDocument/2006/relationships/package" Target="../embeddings/Microsoft_Excel_Worksheet700.xlsx"/></Relationships>
</file>

<file path=ppt/charts/_rels/chart701.xml.rels><?xml version='1.0' encoding='UTF-8' standalone='yes'?>
<Relationships xmlns="http://schemas.openxmlformats.org/package/2006/relationships"><Relationship Id="rId1" Type="http://schemas.openxmlformats.org/officeDocument/2006/relationships/package" Target="../embeddings/Microsoft_Excel_Worksheet701.xlsx"/></Relationships>
</file>

<file path=ppt/charts/_rels/chart702.xml.rels><?xml version='1.0' encoding='UTF-8' standalone='yes'?>
<Relationships xmlns="http://schemas.openxmlformats.org/package/2006/relationships"><Relationship Id="rId1" Type="http://schemas.openxmlformats.org/officeDocument/2006/relationships/package" Target="../embeddings/Microsoft_Excel_Worksheet702.xlsx"/></Relationships>
</file>

<file path=ppt/charts/_rels/chart703.xml.rels><?xml version='1.0' encoding='UTF-8' standalone='yes'?>
<Relationships xmlns="http://schemas.openxmlformats.org/package/2006/relationships"><Relationship Id="rId1" Type="http://schemas.openxmlformats.org/officeDocument/2006/relationships/package" Target="../embeddings/Microsoft_Excel_Worksheet703.xlsx"/></Relationships>
</file>

<file path=ppt/charts/_rels/chart704.xml.rels><?xml version='1.0' encoding='UTF-8' standalone='yes'?>
<Relationships xmlns="http://schemas.openxmlformats.org/package/2006/relationships"><Relationship Id="rId1" Type="http://schemas.openxmlformats.org/officeDocument/2006/relationships/package" Target="../embeddings/Microsoft_Excel_Worksheet704.xlsx"/></Relationships>
</file>

<file path=ppt/charts/_rels/chart705.xml.rels><?xml version='1.0' encoding='UTF-8' standalone='yes'?>
<Relationships xmlns="http://schemas.openxmlformats.org/package/2006/relationships"><Relationship Id="rId1" Type="http://schemas.openxmlformats.org/officeDocument/2006/relationships/package" Target="../embeddings/Microsoft_Excel_Worksheet705.xlsx"/></Relationships>
</file>

<file path=ppt/charts/_rels/chart706.xml.rels><?xml version='1.0' encoding='UTF-8' standalone='yes'?>
<Relationships xmlns="http://schemas.openxmlformats.org/package/2006/relationships"><Relationship Id="rId1" Type="http://schemas.openxmlformats.org/officeDocument/2006/relationships/package" Target="../embeddings/Microsoft_Excel_Worksheet706.xlsx"/></Relationships>
</file>

<file path=ppt/charts/_rels/chart707.xml.rels><?xml version='1.0' encoding='UTF-8' standalone='yes'?>
<Relationships xmlns="http://schemas.openxmlformats.org/package/2006/relationships"><Relationship Id="rId1" Type="http://schemas.openxmlformats.org/officeDocument/2006/relationships/package" Target="../embeddings/Microsoft_Excel_Worksheet707.xlsx"/></Relationships>
</file>

<file path=ppt/charts/_rels/chart708.xml.rels><?xml version='1.0' encoding='UTF-8' standalone='yes'?>
<Relationships xmlns="http://schemas.openxmlformats.org/package/2006/relationships"><Relationship Id="rId1" Type="http://schemas.openxmlformats.org/officeDocument/2006/relationships/package" Target="../embeddings/Microsoft_Excel_Worksheet708.xlsx"/></Relationships>
</file>

<file path=ppt/charts/_rels/chart709.xml.rels><?xml version='1.0' encoding='UTF-8' standalone='yes'?>
<Relationships xmlns="http://schemas.openxmlformats.org/package/2006/relationships"><Relationship Id="rId1" Type="http://schemas.openxmlformats.org/officeDocument/2006/relationships/package" Target="../embeddings/Microsoft_Excel_Worksheet709.xlsx"/></Relationships>
</file>

<file path=ppt/charts/_rels/chart710.xml.rels><?xml version='1.0' encoding='UTF-8' standalone='yes'?>
<Relationships xmlns="http://schemas.openxmlformats.org/package/2006/relationships"><Relationship Id="rId1" Type="http://schemas.openxmlformats.org/officeDocument/2006/relationships/package" Target="../embeddings/Microsoft_Excel_Worksheet710.xlsx"/></Relationships>
</file>

<file path=ppt/charts/_rels/chart711.xml.rels><?xml version='1.0' encoding='UTF-8' standalone='yes'?>
<Relationships xmlns="http://schemas.openxmlformats.org/package/2006/relationships"><Relationship Id="rId1" Type="http://schemas.openxmlformats.org/officeDocument/2006/relationships/package" Target="../embeddings/Microsoft_Excel_Worksheet711.xlsx"/></Relationships>
</file>

<file path=ppt/charts/_rels/chart712.xml.rels><?xml version='1.0' encoding='UTF-8' standalone='yes'?>
<Relationships xmlns="http://schemas.openxmlformats.org/package/2006/relationships"><Relationship Id="rId1" Type="http://schemas.openxmlformats.org/officeDocument/2006/relationships/package" Target="../embeddings/Microsoft_Excel_Worksheet712.xlsx"/></Relationships>
</file>

<file path=ppt/charts/_rels/chart713.xml.rels><?xml version='1.0' encoding='UTF-8' standalone='yes'?>
<Relationships xmlns="http://schemas.openxmlformats.org/package/2006/relationships"><Relationship Id="rId1" Type="http://schemas.openxmlformats.org/officeDocument/2006/relationships/package" Target="../embeddings/Microsoft_Excel_Worksheet713.xlsx"/></Relationships>
</file>

<file path=ppt/charts/_rels/chart714.xml.rels><?xml version='1.0' encoding='UTF-8' standalone='yes'?>
<Relationships xmlns="http://schemas.openxmlformats.org/package/2006/relationships"><Relationship Id="rId1" Type="http://schemas.openxmlformats.org/officeDocument/2006/relationships/package" Target="../embeddings/Microsoft_Excel_Worksheet714.xlsx"/></Relationships>
</file>

<file path=ppt/charts/_rels/chart715.xml.rels><?xml version='1.0' encoding='UTF-8' standalone='yes'?>
<Relationships xmlns="http://schemas.openxmlformats.org/package/2006/relationships"><Relationship Id="rId1" Type="http://schemas.openxmlformats.org/officeDocument/2006/relationships/package" Target="../embeddings/Microsoft_Excel_Worksheet715.xlsx"/></Relationships>
</file>

<file path=ppt/charts/_rels/chart716.xml.rels><?xml version='1.0' encoding='UTF-8' standalone='yes'?>
<Relationships xmlns="http://schemas.openxmlformats.org/package/2006/relationships"><Relationship Id="rId1" Type="http://schemas.openxmlformats.org/officeDocument/2006/relationships/package" Target="../embeddings/Microsoft_Excel_Worksheet716.xlsx"/></Relationships>
</file>

<file path=ppt/charts/_rels/chart717.xml.rels><?xml version='1.0' encoding='UTF-8' standalone='yes'?>
<Relationships xmlns="http://schemas.openxmlformats.org/package/2006/relationships"><Relationship Id="rId1" Type="http://schemas.openxmlformats.org/officeDocument/2006/relationships/package" Target="../embeddings/Microsoft_Excel_Worksheet717.xlsx"/></Relationships>
</file>

<file path=ppt/charts/_rels/chart718.xml.rels><?xml version='1.0' encoding='UTF-8' standalone='yes'?>
<Relationships xmlns="http://schemas.openxmlformats.org/package/2006/relationships"><Relationship Id="rId1" Type="http://schemas.openxmlformats.org/officeDocument/2006/relationships/package" Target="../embeddings/Microsoft_Excel_Worksheet718.xlsx"/></Relationships>
</file>

<file path=ppt/charts/_rels/chart719.xml.rels><?xml version='1.0' encoding='UTF-8' standalone='yes'?>
<Relationships xmlns="http://schemas.openxmlformats.org/package/2006/relationships"><Relationship Id="rId1" Type="http://schemas.openxmlformats.org/officeDocument/2006/relationships/package" Target="../embeddings/Microsoft_Excel_Worksheet719.xlsx"/></Relationships>
</file>

<file path=ppt/charts/_rels/chart720.xml.rels><?xml version='1.0' encoding='UTF-8' standalone='yes'?>
<Relationships xmlns="http://schemas.openxmlformats.org/package/2006/relationships"><Relationship Id="rId1" Type="http://schemas.openxmlformats.org/officeDocument/2006/relationships/package" Target="../embeddings/Microsoft_Excel_Worksheet720.xlsx"/></Relationships>
</file>

<file path=ppt/charts/_rels/chart721.xml.rels><?xml version='1.0' encoding='UTF-8' standalone='yes'?>
<Relationships xmlns="http://schemas.openxmlformats.org/package/2006/relationships"><Relationship Id="rId1" Type="http://schemas.openxmlformats.org/officeDocument/2006/relationships/package" Target="../embeddings/Microsoft_Excel_Worksheet721.xlsx"/></Relationships>
</file>

<file path=ppt/charts/_rels/chart722.xml.rels><?xml version='1.0' encoding='UTF-8' standalone='yes'?>
<Relationships xmlns="http://schemas.openxmlformats.org/package/2006/relationships"><Relationship Id="rId1" Type="http://schemas.openxmlformats.org/officeDocument/2006/relationships/package" Target="../embeddings/Microsoft_Excel_Worksheet722.xlsx"/></Relationships>
</file>

<file path=ppt/charts/_rels/chart723.xml.rels><?xml version='1.0' encoding='UTF-8' standalone='yes'?>
<Relationships xmlns="http://schemas.openxmlformats.org/package/2006/relationships"><Relationship Id="rId1" Type="http://schemas.openxmlformats.org/officeDocument/2006/relationships/package" Target="../embeddings/Microsoft_Excel_Worksheet723.xlsx"/></Relationships>
</file>

<file path=ppt/charts/_rels/chart724.xml.rels><?xml version='1.0' encoding='UTF-8' standalone='yes'?>
<Relationships xmlns="http://schemas.openxmlformats.org/package/2006/relationships"><Relationship Id="rId1" Type="http://schemas.openxmlformats.org/officeDocument/2006/relationships/package" Target="../embeddings/Microsoft_Excel_Worksheet724.xlsx"/></Relationships>
</file>

<file path=ppt/charts/_rels/chart725.xml.rels><?xml version='1.0' encoding='UTF-8' standalone='yes'?>
<Relationships xmlns="http://schemas.openxmlformats.org/package/2006/relationships"><Relationship Id="rId1" Type="http://schemas.openxmlformats.org/officeDocument/2006/relationships/package" Target="../embeddings/Microsoft_Excel_Worksheet725.xlsx"/></Relationships>
</file>

<file path=ppt/charts/_rels/chart726.xml.rels><?xml version='1.0' encoding='UTF-8' standalone='yes'?>
<Relationships xmlns="http://schemas.openxmlformats.org/package/2006/relationships"><Relationship Id="rId1" Type="http://schemas.openxmlformats.org/officeDocument/2006/relationships/package" Target="../embeddings/Microsoft_Excel_Worksheet726.xlsx"/></Relationships>
</file>

<file path=ppt/charts/_rels/chart727.xml.rels><?xml version='1.0' encoding='UTF-8' standalone='yes'?>
<Relationships xmlns="http://schemas.openxmlformats.org/package/2006/relationships"><Relationship Id="rId1" Type="http://schemas.openxmlformats.org/officeDocument/2006/relationships/package" Target="../embeddings/Microsoft_Excel_Worksheet727.xlsx"/></Relationships>
</file>

<file path=ppt/charts/_rels/chart728.xml.rels><?xml version='1.0' encoding='UTF-8' standalone='yes'?>
<Relationships xmlns="http://schemas.openxmlformats.org/package/2006/relationships"><Relationship Id="rId1" Type="http://schemas.openxmlformats.org/officeDocument/2006/relationships/package" Target="../embeddings/Microsoft_Excel_Worksheet728.xlsx"/></Relationships>
</file>

<file path=ppt/charts/_rels/chart729.xml.rels><?xml version='1.0' encoding='UTF-8' standalone='yes'?>
<Relationships xmlns="http://schemas.openxmlformats.org/package/2006/relationships"><Relationship Id="rId1" Type="http://schemas.openxmlformats.org/officeDocument/2006/relationships/package" Target="../embeddings/Microsoft_Excel_Worksheet729.xlsx"/></Relationships>
</file>

<file path=ppt/charts/_rels/chart730.xml.rels><?xml version='1.0' encoding='UTF-8' standalone='yes'?>
<Relationships xmlns="http://schemas.openxmlformats.org/package/2006/relationships"><Relationship Id="rId1" Type="http://schemas.openxmlformats.org/officeDocument/2006/relationships/package" Target="../embeddings/Microsoft_Excel_Worksheet730.xlsx"/></Relationships>
</file>

<file path=ppt/charts/_rels/chart731.xml.rels><?xml version='1.0' encoding='UTF-8' standalone='yes'?>
<Relationships xmlns="http://schemas.openxmlformats.org/package/2006/relationships"><Relationship Id="rId1" Type="http://schemas.openxmlformats.org/officeDocument/2006/relationships/package" Target="../embeddings/Microsoft_Excel_Worksheet731.xlsx"/></Relationships>
</file>

<file path=ppt/charts/_rels/chart732.xml.rels><?xml version='1.0' encoding='UTF-8' standalone='yes'?>
<Relationships xmlns="http://schemas.openxmlformats.org/package/2006/relationships"><Relationship Id="rId1" Type="http://schemas.openxmlformats.org/officeDocument/2006/relationships/package" Target="../embeddings/Microsoft_Excel_Worksheet732.xlsx"/></Relationships>
</file>

<file path=ppt/charts/_rels/chart733.xml.rels><?xml version='1.0' encoding='UTF-8' standalone='yes'?>
<Relationships xmlns="http://schemas.openxmlformats.org/package/2006/relationships"><Relationship Id="rId1" Type="http://schemas.openxmlformats.org/officeDocument/2006/relationships/package" Target="../embeddings/Microsoft_Excel_Worksheet733.xlsx"/></Relationships>
</file>

<file path=ppt/charts/_rels/chart734.xml.rels><?xml version='1.0' encoding='UTF-8' standalone='yes'?>
<Relationships xmlns="http://schemas.openxmlformats.org/package/2006/relationships"><Relationship Id="rId1" Type="http://schemas.openxmlformats.org/officeDocument/2006/relationships/package" Target="../embeddings/Microsoft_Excel_Worksheet734.xlsx"/></Relationships>
</file>

<file path=ppt/charts/_rels/chart735.xml.rels><?xml version='1.0' encoding='UTF-8' standalone='yes'?>
<Relationships xmlns="http://schemas.openxmlformats.org/package/2006/relationships"><Relationship Id="rId1" Type="http://schemas.openxmlformats.org/officeDocument/2006/relationships/package" Target="../embeddings/Microsoft_Excel_Worksheet735.xlsx"/></Relationships>
</file>

<file path=ppt/charts/_rels/chart736.xml.rels><?xml version='1.0' encoding='UTF-8' standalone='yes'?>
<Relationships xmlns="http://schemas.openxmlformats.org/package/2006/relationships"><Relationship Id="rId1" Type="http://schemas.openxmlformats.org/officeDocument/2006/relationships/package" Target="../embeddings/Microsoft_Excel_Worksheet736.xlsx"/></Relationships>
</file>

<file path=ppt/charts/_rels/chart737.xml.rels><?xml version='1.0' encoding='UTF-8' standalone='yes'?>
<Relationships xmlns="http://schemas.openxmlformats.org/package/2006/relationships"><Relationship Id="rId1" Type="http://schemas.openxmlformats.org/officeDocument/2006/relationships/package" Target="../embeddings/Microsoft_Excel_Worksheet737.xlsx"/></Relationships>
</file>

<file path=ppt/charts/_rels/chart738.xml.rels><?xml version='1.0' encoding='UTF-8' standalone='yes'?>
<Relationships xmlns="http://schemas.openxmlformats.org/package/2006/relationships"><Relationship Id="rId1" Type="http://schemas.openxmlformats.org/officeDocument/2006/relationships/package" Target="../embeddings/Microsoft_Excel_Worksheet738.xlsx"/></Relationships>
</file>

<file path=ppt/charts/_rels/chart739.xml.rels><?xml version='1.0' encoding='UTF-8' standalone='yes'?>
<Relationships xmlns="http://schemas.openxmlformats.org/package/2006/relationships"><Relationship Id="rId1" Type="http://schemas.openxmlformats.org/officeDocument/2006/relationships/package" Target="../embeddings/Microsoft_Excel_Worksheet739.xlsx"/></Relationships>
</file>

<file path=ppt/charts/_rels/chart740.xml.rels><?xml version='1.0' encoding='UTF-8' standalone='yes'?>
<Relationships xmlns="http://schemas.openxmlformats.org/package/2006/relationships"><Relationship Id="rId1" Type="http://schemas.openxmlformats.org/officeDocument/2006/relationships/package" Target="../embeddings/Microsoft_Excel_Worksheet740.xlsx"/></Relationships>
</file>

<file path=ppt/charts/_rels/chart741.xml.rels><?xml version='1.0' encoding='UTF-8' standalone='yes'?>
<Relationships xmlns="http://schemas.openxmlformats.org/package/2006/relationships"><Relationship Id="rId1" Type="http://schemas.openxmlformats.org/officeDocument/2006/relationships/package" Target="../embeddings/Microsoft_Excel_Worksheet741.xlsx"/></Relationships>
</file>

<file path=ppt/charts/_rels/chart742.xml.rels><?xml version='1.0' encoding='UTF-8' standalone='yes'?>
<Relationships xmlns="http://schemas.openxmlformats.org/package/2006/relationships"><Relationship Id="rId1" Type="http://schemas.openxmlformats.org/officeDocument/2006/relationships/package" Target="../embeddings/Microsoft_Excel_Worksheet742.xlsx"/></Relationships>
</file>

<file path=ppt/charts/_rels/chart743.xml.rels><?xml version='1.0' encoding='UTF-8' standalone='yes'?>
<Relationships xmlns="http://schemas.openxmlformats.org/package/2006/relationships"><Relationship Id="rId1" Type="http://schemas.openxmlformats.org/officeDocument/2006/relationships/package" Target="../embeddings/Microsoft_Excel_Worksheet743.xlsx"/></Relationships>
</file>

<file path=ppt/charts/_rels/chart744.xml.rels><?xml version='1.0' encoding='UTF-8' standalone='yes'?>
<Relationships xmlns="http://schemas.openxmlformats.org/package/2006/relationships"><Relationship Id="rId1" Type="http://schemas.openxmlformats.org/officeDocument/2006/relationships/package" Target="../embeddings/Microsoft_Excel_Worksheet744.xlsx"/></Relationships>
</file>

<file path=ppt/charts/_rels/chart745.xml.rels><?xml version='1.0' encoding='UTF-8' standalone='yes'?>
<Relationships xmlns="http://schemas.openxmlformats.org/package/2006/relationships"><Relationship Id="rId1" Type="http://schemas.openxmlformats.org/officeDocument/2006/relationships/package" Target="../embeddings/Microsoft_Excel_Worksheet745.xlsx"/></Relationships>
</file>

<file path=ppt/charts/_rels/chart746.xml.rels><?xml version='1.0' encoding='UTF-8' standalone='yes'?>
<Relationships xmlns="http://schemas.openxmlformats.org/package/2006/relationships"><Relationship Id="rId1" Type="http://schemas.openxmlformats.org/officeDocument/2006/relationships/package" Target="../embeddings/Microsoft_Excel_Worksheet746.xlsx"/></Relationships>
</file>

<file path=ppt/charts/_rels/chart747.xml.rels><?xml version='1.0' encoding='UTF-8' standalone='yes'?>
<Relationships xmlns="http://schemas.openxmlformats.org/package/2006/relationships"><Relationship Id="rId1" Type="http://schemas.openxmlformats.org/officeDocument/2006/relationships/package" Target="../embeddings/Microsoft_Excel_Worksheet747.xlsx"/></Relationships>
</file>

<file path=ppt/charts/_rels/chart748.xml.rels><?xml version='1.0' encoding='UTF-8' standalone='yes'?>
<Relationships xmlns="http://schemas.openxmlformats.org/package/2006/relationships"><Relationship Id="rId1" Type="http://schemas.openxmlformats.org/officeDocument/2006/relationships/package" Target="../embeddings/Microsoft_Excel_Worksheet748.xlsx"/></Relationships>
</file>

<file path=ppt/charts/_rels/chart749.xml.rels><?xml version='1.0' encoding='UTF-8' standalone='yes'?>
<Relationships xmlns="http://schemas.openxmlformats.org/package/2006/relationships"><Relationship Id="rId1" Type="http://schemas.openxmlformats.org/officeDocument/2006/relationships/package" Target="../embeddings/Microsoft_Excel_Worksheet749.xlsx"/></Relationships>
</file>

<file path=ppt/charts/_rels/chart750.xml.rels><?xml version='1.0' encoding='UTF-8' standalone='yes'?>
<Relationships xmlns="http://schemas.openxmlformats.org/package/2006/relationships"><Relationship Id="rId1" Type="http://schemas.openxmlformats.org/officeDocument/2006/relationships/package" Target="../embeddings/Microsoft_Excel_Worksheet750.xlsx"/></Relationships>
</file>

<file path=ppt/charts/_rels/chart751.xml.rels><?xml version='1.0' encoding='UTF-8' standalone='yes'?>
<Relationships xmlns="http://schemas.openxmlformats.org/package/2006/relationships"><Relationship Id="rId1" Type="http://schemas.openxmlformats.org/officeDocument/2006/relationships/package" Target="../embeddings/Microsoft_Excel_Worksheet751.xlsx"/></Relationships>
</file>

<file path=ppt/charts/_rels/chart752.xml.rels><?xml version='1.0' encoding='UTF-8' standalone='yes'?>
<Relationships xmlns="http://schemas.openxmlformats.org/package/2006/relationships"><Relationship Id="rId1" Type="http://schemas.openxmlformats.org/officeDocument/2006/relationships/package" Target="../embeddings/Microsoft_Excel_Worksheet752.xlsx"/></Relationships>
</file>

<file path=ppt/charts/_rels/chart753.xml.rels><?xml version='1.0' encoding='UTF-8' standalone='yes'?>
<Relationships xmlns="http://schemas.openxmlformats.org/package/2006/relationships"><Relationship Id="rId1" Type="http://schemas.openxmlformats.org/officeDocument/2006/relationships/package" Target="../embeddings/Microsoft_Excel_Worksheet753.xlsx"/></Relationships>
</file>

<file path=ppt/charts/_rels/chart754.xml.rels><?xml version='1.0' encoding='UTF-8' standalone='yes'?>
<Relationships xmlns="http://schemas.openxmlformats.org/package/2006/relationships"><Relationship Id="rId1" Type="http://schemas.openxmlformats.org/officeDocument/2006/relationships/package" Target="../embeddings/Microsoft_Excel_Worksheet754.xlsx"/></Relationships>
</file>

<file path=ppt/charts/_rels/chart755.xml.rels><?xml version='1.0' encoding='UTF-8' standalone='yes'?>
<Relationships xmlns="http://schemas.openxmlformats.org/package/2006/relationships"><Relationship Id="rId1" Type="http://schemas.openxmlformats.org/officeDocument/2006/relationships/package" Target="../embeddings/Microsoft_Excel_Worksheet755.xlsx"/></Relationships>
</file>

<file path=ppt/charts/_rels/chart756.xml.rels><?xml version='1.0' encoding='UTF-8' standalone='yes'?>
<Relationships xmlns="http://schemas.openxmlformats.org/package/2006/relationships"><Relationship Id="rId1" Type="http://schemas.openxmlformats.org/officeDocument/2006/relationships/package" Target="../embeddings/Microsoft_Excel_Worksheet756.xlsx"/></Relationships>
</file>

<file path=ppt/charts/_rels/chart757.xml.rels><?xml version='1.0' encoding='UTF-8' standalone='yes'?>
<Relationships xmlns="http://schemas.openxmlformats.org/package/2006/relationships"><Relationship Id="rId1" Type="http://schemas.openxmlformats.org/officeDocument/2006/relationships/package" Target="../embeddings/Microsoft_Excel_Worksheet757.xlsx"/></Relationships>
</file>

<file path=ppt/charts/_rels/chart758.xml.rels><?xml version='1.0' encoding='UTF-8' standalone='yes'?>
<Relationships xmlns="http://schemas.openxmlformats.org/package/2006/relationships"><Relationship Id="rId1" Type="http://schemas.openxmlformats.org/officeDocument/2006/relationships/package" Target="../embeddings/Microsoft_Excel_Worksheet758.xlsx"/></Relationships>
</file>

<file path=ppt/charts/_rels/chart759.xml.rels><?xml version='1.0' encoding='UTF-8' standalone='yes'?>
<Relationships xmlns="http://schemas.openxmlformats.org/package/2006/relationships"><Relationship Id="rId1" Type="http://schemas.openxmlformats.org/officeDocument/2006/relationships/package" Target="../embeddings/Microsoft_Excel_Worksheet759.xlsx"/></Relationships>
</file>

<file path=ppt/charts/_rels/chart760.xml.rels><?xml version='1.0' encoding='UTF-8' standalone='yes'?>
<Relationships xmlns="http://schemas.openxmlformats.org/package/2006/relationships"><Relationship Id="rId1" Type="http://schemas.openxmlformats.org/officeDocument/2006/relationships/package" Target="../embeddings/Microsoft_Excel_Worksheet760.xlsx"/></Relationships>
</file>

<file path=ppt/charts/_rels/chart761.xml.rels><?xml version='1.0' encoding='UTF-8' standalone='yes'?>
<Relationships xmlns="http://schemas.openxmlformats.org/package/2006/relationships"><Relationship Id="rId1" Type="http://schemas.openxmlformats.org/officeDocument/2006/relationships/package" Target="../embeddings/Microsoft_Excel_Worksheet761.xlsx"/></Relationships>
</file>

<file path=ppt/charts/_rels/chart762.xml.rels><?xml version='1.0' encoding='UTF-8' standalone='yes'?>
<Relationships xmlns="http://schemas.openxmlformats.org/package/2006/relationships"><Relationship Id="rId1" Type="http://schemas.openxmlformats.org/officeDocument/2006/relationships/package" Target="../embeddings/Microsoft_Excel_Worksheet762.xlsx"/></Relationships>
</file>

<file path=ppt/charts/_rels/chart763.xml.rels><?xml version='1.0' encoding='UTF-8' standalone='yes'?>
<Relationships xmlns="http://schemas.openxmlformats.org/package/2006/relationships"><Relationship Id="rId1" Type="http://schemas.openxmlformats.org/officeDocument/2006/relationships/package" Target="../embeddings/Microsoft_Excel_Worksheet763.xlsx"/></Relationships>
</file>

<file path=ppt/charts/_rels/chart764.xml.rels><?xml version='1.0' encoding='UTF-8' standalone='yes'?>
<Relationships xmlns="http://schemas.openxmlformats.org/package/2006/relationships"><Relationship Id="rId1" Type="http://schemas.openxmlformats.org/officeDocument/2006/relationships/package" Target="../embeddings/Microsoft_Excel_Worksheet764.xlsx"/></Relationships>
</file>

<file path=ppt/charts/_rels/chart765.xml.rels><?xml version='1.0' encoding='UTF-8' standalone='yes'?>
<Relationships xmlns="http://schemas.openxmlformats.org/package/2006/relationships"><Relationship Id="rId1" Type="http://schemas.openxmlformats.org/officeDocument/2006/relationships/package" Target="../embeddings/Microsoft_Excel_Worksheet765.xlsx"/></Relationships>
</file>

<file path=ppt/charts/_rels/chart766.xml.rels><?xml version='1.0' encoding='UTF-8' standalone='yes'?>
<Relationships xmlns="http://schemas.openxmlformats.org/package/2006/relationships"><Relationship Id="rId1" Type="http://schemas.openxmlformats.org/officeDocument/2006/relationships/package" Target="../embeddings/Microsoft_Excel_Worksheet766.xlsx"/></Relationships>
</file>

<file path=ppt/charts/_rels/chart767.xml.rels><?xml version='1.0' encoding='UTF-8' standalone='yes'?>
<Relationships xmlns="http://schemas.openxmlformats.org/package/2006/relationships"><Relationship Id="rId1" Type="http://schemas.openxmlformats.org/officeDocument/2006/relationships/package" Target="../embeddings/Microsoft_Excel_Worksheet767.xlsx"/></Relationships>
</file>

<file path=ppt/charts/_rels/chart768.xml.rels><?xml version='1.0' encoding='UTF-8' standalone='yes'?>
<Relationships xmlns="http://schemas.openxmlformats.org/package/2006/relationships"><Relationship Id="rId1" Type="http://schemas.openxmlformats.org/officeDocument/2006/relationships/package" Target="../embeddings/Microsoft_Excel_Worksheet768.xlsx"/></Relationships>
</file>

<file path=ppt/charts/_rels/chart769.xml.rels><?xml version='1.0' encoding='UTF-8' standalone='yes'?>
<Relationships xmlns="http://schemas.openxmlformats.org/package/2006/relationships"><Relationship Id="rId1" Type="http://schemas.openxmlformats.org/officeDocument/2006/relationships/package" Target="../embeddings/Microsoft_Excel_Worksheet769.xlsx"/></Relationships>
</file>

<file path=ppt/charts/_rels/chart770.xml.rels><?xml version='1.0' encoding='UTF-8' standalone='yes'?>
<Relationships xmlns="http://schemas.openxmlformats.org/package/2006/relationships"><Relationship Id="rId1" Type="http://schemas.openxmlformats.org/officeDocument/2006/relationships/package" Target="../embeddings/Microsoft_Excel_Worksheet770.xlsx"/></Relationships>
</file>

<file path=ppt/charts/_rels/chart771.xml.rels><?xml version='1.0' encoding='UTF-8' standalone='yes'?>
<Relationships xmlns="http://schemas.openxmlformats.org/package/2006/relationships"><Relationship Id="rId1" Type="http://schemas.openxmlformats.org/officeDocument/2006/relationships/package" Target="../embeddings/Microsoft_Excel_Worksheet771.xlsx"/></Relationships>
</file>

<file path=ppt/charts/_rels/chart772.xml.rels><?xml version='1.0' encoding='UTF-8' standalone='yes'?>
<Relationships xmlns="http://schemas.openxmlformats.org/package/2006/relationships"><Relationship Id="rId1" Type="http://schemas.openxmlformats.org/officeDocument/2006/relationships/package" Target="../embeddings/Microsoft_Excel_Worksheet772.xlsx"/></Relationships>
</file>

<file path=ppt/charts/_rels/chart773.xml.rels><?xml version='1.0' encoding='UTF-8' standalone='yes'?>
<Relationships xmlns="http://schemas.openxmlformats.org/package/2006/relationships"><Relationship Id="rId1" Type="http://schemas.openxmlformats.org/officeDocument/2006/relationships/package" Target="../embeddings/Microsoft_Excel_Worksheet773.xlsx"/></Relationships>
</file>

<file path=ppt/charts/_rels/chart774.xml.rels><?xml version='1.0' encoding='UTF-8' standalone='yes'?>
<Relationships xmlns="http://schemas.openxmlformats.org/package/2006/relationships"><Relationship Id="rId1" Type="http://schemas.openxmlformats.org/officeDocument/2006/relationships/package" Target="../embeddings/Microsoft_Excel_Worksheet774.xlsx"/></Relationships>
</file>

<file path=ppt/charts/_rels/chart775.xml.rels><?xml version='1.0' encoding='UTF-8' standalone='yes'?>
<Relationships xmlns="http://schemas.openxmlformats.org/package/2006/relationships"><Relationship Id="rId1" Type="http://schemas.openxmlformats.org/officeDocument/2006/relationships/package" Target="../embeddings/Microsoft_Excel_Worksheet775.xlsx"/></Relationships>
</file>

<file path=ppt/charts/_rels/chart776.xml.rels><?xml version='1.0' encoding='UTF-8' standalone='yes'?>
<Relationships xmlns="http://schemas.openxmlformats.org/package/2006/relationships"><Relationship Id="rId1" Type="http://schemas.openxmlformats.org/officeDocument/2006/relationships/package" Target="../embeddings/Microsoft_Excel_Worksheet776.xlsx"/></Relationships>
</file>

<file path=ppt/charts/_rels/chart777.xml.rels><?xml version='1.0' encoding='UTF-8' standalone='yes'?>
<Relationships xmlns="http://schemas.openxmlformats.org/package/2006/relationships"><Relationship Id="rId1" Type="http://schemas.openxmlformats.org/officeDocument/2006/relationships/package" Target="../embeddings/Microsoft_Excel_Worksheet777.xlsx"/></Relationships>
</file>

<file path=ppt/charts/_rels/chart778.xml.rels><?xml version='1.0' encoding='UTF-8' standalone='yes'?>
<Relationships xmlns="http://schemas.openxmlformats.org/package/2006/relationships"><Relationship Id="rId1" Type="http://schemas.openxmlformats.org/officeDocument/2006/relationships/package" Target="../embeddings/Microsoft_Excel_Worksheet778.xlsx"/></Relationships>
</file>

<file path=ppt/charts/_rels/chart779.xml.rels><?xml version='1.0' encoding='UTF-8' standalone='yes'?>
<Relationships xmlns="http://schemas.openxmlformats.org/package/2006/relationships"><Relationship Id="rId1" Type="http://schemas.openxmlformats.org/officeDocument/2006/relationships/package" Target="../embeddings/Microsoft_Excel_Worksheet779.xlsx"/></Relationships>
</file>

<file path=ppt/charts/_rels/chart780.xml.rels><?xml version='1.0' encoding='UTF-8' standalone='yes'?>
<Relationships xmlns="http://schemas.openxmlformats.org/package/2006/relationships"><Relationship Id="rId1" Type="http://schemas.openxmlformats.org/officeDocument/2006/relationships/package" Target="../embeddings/Microsoft_Excel_Worksheet780.xlsx"/></Relationships>
</file>

<file path=ppt/charts/_rels/chart781.xml.rels><?xml version='1.0' encoding='UTF-8' standalone='yes'?>
<Relationships xmlns="http://schemas.openxmlformats.org/package/2006/relationships"><Relationship Id="rId1" Type="http://schemas.openxmlformats.org/officeDocument/2006/relationships/package" Target="../embeddings/Microsoft_Excel_Worksheet781.xlsx"/></Relationships>
</file>

<file path=ppt/charts/_rels/chart782.xml.rels><?xml version='1.0' encoding='UTF-8' standalone='yes'?>
<Relationships xmlns="http://schemas.openxmlformats.org/package/2006/relationships"><Relationship Id="rId1" Type="http://schemas.openxmlformats.org/officeDocument/2006/relationships/package" Target="../embeddings/Microsoft_Excel_Worksheet782.xlsx"/></Relationships>
</file>

<file path=ppt/charts/_rels/chart783.xml.rels><?xml version='1.0' encoding='UTF-8' standalone='yes'?>
<Relationships xmlns="http://schemas.openxmlformats.org/package/2006/relationships"><Relationship Id="rId1" Type="http://schemas.openxmlformats.org/officeDocument/2006/relationships/package" Target="../embeddings/Microsoft_Excel_Worksheet783.xlsx"/></Relationships>
</file>

<file path=ppt/charts/_rels/chart784.xml.rels><?xml version='1.0' encoding='UTF-8' standalone='yes'?>
<Relationships xmlns="http://schemas.openxmlformats.org/package/2006/relationships"><Relationship Id="rId1" Type="http://schemas.openxmlformats.org/officeDocument/2006/relationships/package" Target="../embeddings/Microsoft_Excel_Worksheet784.xlsx"/></Relationships>
</file>

<file path=ppt/charts/_rels/chart785.xml.rels><?xml version='1.0' encoding='UTF-8' standalone='yes'?>
<Relationships xmlns="http://schemas.openxmlformats.org/package/2006/relationships"><Relationship Id="rId1" Type="http://schemas.openxmlformats.org/officeDocument/2006/relationships/package" Target="../embeddings/Microsoft_Excel_Worksheet785.xlsx"/></Relationships>
</file>

<file path=ppt/charts/_rels/chart786.xml.rels><?xml version='1.0' encoding='UTF-8' standalone='yes'?>
<Relationships xmlns="http://schemas.openxmlformats.org/package/2006/relationships"><Relationship Id="rId1" Type="http://schemas.openxmlformats.org/officeDocument/2006/relationships/package" Target="../embeddings/Microsoft_Excel_Worksheet786.xlsx"/></Relationships>
</file>

<file path=ppt/charts/_rels/chart787.xml.rels><?xml version='1.0' encoding='UTF-8' standalone='yes'?>
<Relationships xmlns="http://schemas.openxmlformats.org/package/2006/relationships"><Relationship Id="rId1" Type="http://schemas.openxmlformats.org/officeDocument/2006/relationships/package" Target="../embeddings/Microsoft_Excel_Worksheet787.xlsx"/></Relationships>
</file>

<file path=ppt/charts/_rels/chart788.xml.rels><?xml version='1.0' encoding='UTF-8' standalone='yes'?>
<Relationships xmlns="http://schemas.openxmlformats.org/package/2006/relationships"><Relationship Id="rId1" Type="http://schemas.openxmlformats.org/officeDocument/2006/relationships/package" Target="../embeddings/Microsoft_Excel_Worksheet788.xlsx"/></Relationships>
</file>

<file path=ppt/charts/_rels/chart789.xml.rels><?xml version='1.0' encoding='UTF-8' standalone='yes'?>
<Relationships xmlns="http://schemas.openxmlformats.org/package/2006/relationships"><Relationship Id="rId1" Type="http://schemas.openxmlformats.org/officeDocument/2006/relationships/package" Target="../embeddings/Microsoft_Excel_Worksheet789.xlsx"/></Relationships>
</file>

<file path=ppt/charts/_rels/chart790.xml.rels><?xml version='1.0' encoding='UTF-8' standalone='yes'?>
<Relationships xmlns="http://schemas.openxmlformats.org/package/2006/relationships"><Relationship Id="rId1" Type="http://schemas.openxmlformats.org/officeDocument/2006/relationships/package" Target="../embeddings/Microsoft_Excel_Worksheet790.xlsx"/></Relationships>
</file>

<file path=ppt/charts/_rels/chart791.xml.rels><?xml version='1.0' encoding='UTF-8' standalone='yes'?>
<Relationships xmlns="http://schemas.openxmlformats.org/package/2006/relationships"><Relationship Id="rId1" Type="http://schemas.openxmlformats.org/officeDocument/2006/relationships/package" Target="../embeddings/Microsoft_Excel_Worksheet791.xlsx"/></Relationships>
</file>

<file path=ppt/charts/_rels/chart792.xml.rels><?xml version='1.0' encoding='UTF-8' standalone='yes'?>
<Relationships xmlns="http://schemas.openxmlformats.org/package/2006/relationships"><Relationship Id="rId1" Type="http://schemas.openxmlformats.org/officeDocument/2006/relationships/package" Target="../embeddings/Microsoft_Excel_Worksheet792.xlsx"/></Relationships>
</file>

<file path=ppt/charts/_rels/chart793.xml.rels><?xml version='1.0' encoding='UTF-8' standalone='yes'?>
<Relationships xmlns="http://schemas.openxmlformats.org/package/2006/relationships"><Relationship Id="rId1" Type="http://schemas.openxmlformats.org/officeDocument/2006/relationships/package" Target="../embeddings/Microsoft_Excel_Worksheet793.xlsx"/></Relationships>
</file>

<file path=ppt/charts/_rels/chart794.xml.rels><?xml version='1.0' encoding='UTF-8' standalone='yes'?>
<Relationships xmlns="http://schemas.openxmlformats.org/package/2006/relationships"><Relationship Id="rId1" Type="http://schemas.openxmlformats.org/officeDocument/2006/relationships/package" Target="../embeddings/Microsoft_Excel_Worksheet794.xlsx"/></Relationships>
</file>

<file path=ppt/charts/_rels/chart795.xml.rels><?xml version='1.0' encoding='UTF-8' standalone='yes'?>
<Relationships xmlns="http://schemas.openxmlformats.org/package/2006/relationships"><Relationship Id="rId1" Type="http://schemas.openxmlformats.org/officeDocument/2006/relationships/package" Target="../embeddings/Microsoft_Excel_Worksheet795.xlsx"/></Relationships>
</file>

<file path=ppt/charts/_rels/chart796.xml.rels><?xml version='1.0' encoding='UTF-8' standalone='yes'?>
<Relationships xmlns="http://schemas.openxmlformats.org/package/2006/relationships"><Relationship Id="rId1" Type="http://schemas.openxmlformats.org/officeDocument/2006/relationships/package" Target="../embeddings/Microsoft_Excel_Worksheet796.xlsx"/></Relationships>
</file>

<file path=ppt/charts/_rels/chart797.xml.rels><?xml version='1.0' encoding='UTF-8' standalone='yes'?>
<Relationships xmlns="http://schemas.openxmlformats.org/package/2006/relationships"><Relationship Id="rId1" Type="http://schemas.openxmlformats.org/officeDocument/2006/relationships/package" Target="../embeddings/Microsoft_Excel_Worksheet797.xlsx"/></Relationships>
</file>

<file path=ppt/charts/_rels/chart798.xml.rels><?xml version='1.0' encoding='UTF-8' standalone='yes'?>
<Relationships xmlns="http://schemas.openxmlformats.org/package/2006/relationships"><Relationship Id="rId1" Type="http://schemas.openxmlformats.org/officeDocument/2006/relationships/package" Target="../embeddings/Microsoft_Excel_Worksheet798.xlsx"/></Relationships>
</file>

<file path=ppt/charts/_rels/chart799.xml.rels><?xml version='1.0' encoding='UTF-8' standalone='yes'?>
<Relationships xmlns="http://schemas.openxmlformats.org/package/2006/relationships"><Relationship Id="rId1" Type="http://schemas.openxmlformats.org/officeDocument/2006/relationships/package" Target="../embeddings/Microsoft_Excel_Worksheet799.xlsx"/></Relationships>
</file>

<file path=ppt/charts/_rels/chart800.xml.rels><?xml version='1.0' encoding='UTF-8' standalone='yes'?>
<Relationships xmlns="http://schemas.openxmlformats.org/package/2006/relationships"><Relationship Id="rId1" Type="http://schemas.openxmlformats.org/officeDocument/2006/relationships/package" Target="../embeddings/Microsoft_Excel_Worksheet800.xlsx"/></Relationships>
</file>

<file path=ppt/charts/_rels/chart801.xml.rels><?xml version='1.0' encoding='UTF-8' standalone='yes'?>
<Relationships xmlns="http://schemas.openxmlformats.org/package/2006/relationships"><Relationship Id="rId1" Type="http://schemas.openxmlformats.org/officeDocument/2006/relationships/package" Target="../embeddings/Microsoft_Excel_Worksheet801.xlsx"/></Relationships>
</file>

<file path=ppt/charts/_rels/chart802.xml.rels><?xml version='1.0' encoding='UTF-8' standalone='yes'?>
<Relationships xmlns="http://schemas.openxmlformats.org/package/2006/relationships"><Relationship Id="rId1" Type="http://schemas.openxmlformats.org/officeDocument/2006/relationships/package" Target="../embeddings/Microsoft_Excel_Worksheet802.xlsx"/></Relationships>
</file>

<file path=ppt/charts/_rels/chart803.xml.rels><?xml version='1.0' encoding='UTF-8' standalone='yes'?>
<Relationships xmlns="http://schemas.openxmlformats.org/package/2006/relationships"><Relationship Id="rId1" Type="http://schemas.openxmlformats.org/officeDocument/2006/relationships/package" Target="../embeddings/Microsoft_Excel_Worksheet803.xlsx"/></Relationships>
</file>

<file path=ppt/charts/_rels/chart804.xml.rels><?xml version='1.0' encoding='UTF-8' standalone='yes'?>
<Relationships xmlns="http://schemas.openxmlformats.org/package/2006/relationships"><Relationship Id="rId1" Type="http://schemas.openxmlformats.org/officeDocument/2006/relationships/package" Target="../embeddings/Microsoft_Excel_Worksheet804.xlsx"/></Relationships>
</file>

<file path=ppt/charts/_rels/chart805.xml.rels><?xml version='1.0' encoding='UTF-8' standalone='yes'?>
<Relationships xmlns="http://schemas.openxmlformats.org/package/2006/relationships"><Relationship Id="rId1" Type="http://schemas.openxmlformats.org/officeDocument/2006/relationships/package" Target="../embeddings/Microsoft_Excel_Worksheet805.xlsx"/></Relationships>
</file>

<file path=ppt/charts/_rels/chart806.xml.rels><?xml version='1.0' encoding='UTF-8' standalone='yes'?>
<Relationships xmlns="http://schemas.openxmlformats.org/package/2006/relationships"><Relationship Id="rId1" Type="http://schemas.openxmlformats.org/officeDocument/2006/relationships/package" Target="../embeddings/Microsoft_Excel_Worksheet806.xlsx"/></Relationships>
</file>

<file path=ppt/charts/_rels/chart807.xml.rels><?xml version='1.0' encoding='UTF-8' standalone='yes'?>
<Relationships xmlns="http://schemas.openxmlformats.org/package/2006/relationships"><Relationship Id="rId1" Type="http://schemas.openxmlformats.org/officeDocument/2006/relationships/package" Target="../embeddings/Microsoft_Excel_Worksheet807.xlsx"/></Relationships>
</file>

<file path=ppt/charts/_rels/chart808.xml.rels><?xml version='1.0' encoding='UTF-8' standalone='yes'?>
<Relationships xmlns="http://schemas.openxmlformats.org/package/2006/relationships"><Relationship Id="rId1" Type="http://schemas.openxmlformats.org/officeDocument/2006/relationships/package" Target="../embeddings/Microsoft_Excel_Worksheet808.xlsx"/></Relationships>
</file>

<file path=ppt/charts/_rels/chart809.xml.rels><?xml version='1.0' encoding='UTF-8' standalone='yes'?>
<Relationships xmlns="http://schemas.openxmlformats.org/package/2006/relationships"><Relationship Id="rId1" Type="http://schemas.openxmlformats.org/officeDocument/2006/relationships/package" Target="../embeddings/Microsoft_Excel_Worksheet809.xlsx"/></Relationships>
</file>

<file path=ppt/charts/_rels/chart810.xml.rels><?xml version='1.0' encoding='UTF-8' standalone='yes'?>
<Relationships xmlns="http://schemas.openxmlformats.org/package/2006/relationships"><Relationship Id="rId1" Type="http://schemas.openxmlformats.org/officeDocument/2006/relationships/package" Target="../embeddings/Microsoft_Excel_Worksheet810.xlsx"/></Relationships>
</file>

<file path=ppt/charts/_rels/chart811.xml.rels><?xml version='1.0' encoding='UTF-8' standalone='yes'?>
<Relationships xmlns="http://schemas.openxmlformats.org/package/2006/relationships"><Relationship Id="rId1" Type="http://schemas.openxmlformats.org/officeDocument/2006/relationships/package" Target="../embeddings/Microsoft_Excel_Worksheet811.xlsx"/></Relationships>
</file>

<file path=ppt/charts/_rels/chart812.xml.rels><?xml version='1.0' encoding='UTF-8' standalone='yes'?>
<Relationships xmlns="http://schemas.openxmlformats.org/package/2006/relationships"><Relationship Id="rId1" Type="http://schemas.openxmlformats.org/officeDocument/2006/relationships/package" Target="../embeddings/Microsoft_Excel_Worksheet812.xlsx"/></Relationships>
</file>

<file path=ppt/charts/_rels/chart813.xml.rels><?xml version='1.0' encoding='UTF-8' standalone='yes'?>
<Relationships xmlns="http://schemas.openxmlformats.org/package/2006/relationships"><Relationship Id="rId1" Type="http://schemas.openxmlformats.org/officeDocument/2006/relationships/package" Target="../embeddings/Microsoft_Excel_Worksheet813.xlsx"/></Relationships>
</file>

<file path=ppt/charts/_rels/chart814.xml.rels><?xml version='1.0' encoding='UTF-8' standalone='yes'?>
<Relationships xmlns="http://schemas.openxmlformats.org/package/2006/relationships"><Relationship Id="rId1" Type="http://schemas.openxmlformats.org/officeDocument/2006/relationships/package" Target="../embeddings/Microsoft_Excel_Worksheet814.xlsx"/></Relationships>
</file>

<file path=ppt/charts/_rels/chart815.xml.rels><?xml version='1.0' encoding='UTF-8' standalone='yes'?>
<Relationships xmlns="http://schemas.openxmlformats.org/package/2006/relationships"><Relationship Id="rId1" Type="http://schemas.openxmlformats.org/officeDocument/2006/relationships/package" Target="../embeddings/Microsoft_Excel_Worksheet815.xlsx"/></Relationships>
</file>

<file path=ppt/charts/_rels/chart816.xml.rels><?xml version='1.0' encoding='UTF-8' standalone='yes'?>
<Relationships xmlns="http://schemas.openxmlformats.org/package/2006/relationships"><Relationship Id="rId1" Type="http://schemas.openxmlformats.org/officeDocument/2006/relationships/package" Target="../embeddings/Microsoft_Excel_Worksheet816.xlsx"/></Relationships>
</file>

<file path=ppt/charts/_rels/chart817.xml.rels><?xml version='1.0' encoding='UTF-8' standalone='yes'?>
<Relationships xmlns="http://schemas.openxmlformats.org/package/2006/relationships"><Relationship Id="rId1" Type="http://schemas.openxmlformats.org/officeDocument/2006/relationships/package" Target="../embeddings/Microsoft_Excel_Worksheet817.xlsx"/></Relationships>
</file>

<file path=ppt/charts/_rels/chart818.xml.rels><?xml version='1.0' encoding='UTF-8' standalone='yes'?>
<Relationships xmlns="http://schemas.openxmlformats.org/package/2006/relationships"><Relationship Id="rId1" Type="http://schemas.openxmlformats.org/officeDocument/2006/relationships/package" Target="../embeddings/Microsoft_Excel_Worksheet818.xlsx"/></Relationships>
</file>

<file path=ppt/charts/_rels/chart819.xml.rels><?xml version='1.0' encoding='UTF-8' standalone='yes'?>
<Relationships xmlns="http://schemas.openxmlformats.org/package/2006/relationships"><Relationship Id="rId1" Type="http://schemas.openxmlformats.org/officeDocument/2006/relationships/package" Target="../embeddings/Microsoft_Excel_Worksheet819.xlsx"/></Relationships>
</file>

<file path=ppt/charts/_rels/chart820.xml.rels><?xml version='1.0' encoding='UTF-8' standalone='yes'?>
<Relationships xmlns="http://schemas.openxmlformats.org/package/2006/relationships"><Relationship Id="rId1" Type="http://schemas.openxmlformats.org/officeDocument/2006/relationships/package" Target="../embeddings/Microsoft_Excel_Worksheet820.xlsx"/></Relationships>
</file>

<file path=ppt/charts/_rels/chart821.xml.rels><?xml version='1.0' encoding='UTF-8' standalone='yes'?>
<Relationships xmlns="http://schemas.openxmlformats.org/package/2006/relationships"><Relationship Id="rId1" Type="http://schemas.openxmlformats.org/officeDocument/2006/relationships/package" Target="../embeddings/Microsoft_Excel_Worksheet821.xlsx"/></Relationships>
</file>

<file path=ppt/charts/_rels/chart822.xml.rels><?xml version='1.0' encoding='UTF-8' standalone='yes'?>
<Relationships xmlns="http://schemas.openxmlformats.org/package/2006/relationships"><Relationship Id="rId1" Type="http://schemas.openxmlformats.org/officeDocument/2006/relationships/package" Target="../embeddings/Microsoft_Excel_Worksheet822.xlsx"/></Relationships>
</file>

<file path=ppt/charts/_rels/chart823.xml.rels><?xml version='1.0' encoding='UTF-8' standalone='yes'?>
<Relationships xmlns="http://schemas.openxmlformats.org/package/2006/relationships"><Relationship Id="rId1" Type="http://schemas.openxmlformats.org/officeDocument/2006/relationships/package" Target="../embeddings/Microsoft_Excel_Worksheet823.xlsx"/></Relationships>
</file>

<file path=ppt/charts/_rels/chart824.xml.rels><?xml version='1.0' encoding='UTF-8' standalone='yes'?>
<Relationships xmlns="http://schemas.openxmlformats.org/package/2006/relationships"><Relationship Id="rId1" Type="http://schemas.openxmlformats.org/officeDocument/2006/relationships/package" Target="../embeddings/Microsoft_Excel_Worksheet824.xlsx"/></Relationships>
</file>

<file path=ppt/charts/_rels/chart825.xml.rels><?xml version='1.0' encoding='UTF-8' standalone='yes'?>
<Relationships xmlns="http://schemas.openxmlformats.org/package/2006/relationships"><Relationship Id="rId1" Type="http://schemas.openxmlformats.org/officeDocument/2006/relationships/package" Target="../embeddings/Microsoft_Excel_Worksheet825.xlsx"/></Relationships>
</file>

<file path=ppt/charts/_rels/chart826.xml.rels><?xml version='1.0' encoding='UTF-8' standalone='yes'?>
<Relationships xmlns="http://schemas.openxmlformats.org/package/2006/relationships"><Relationship Id="rId1" Type="http://schemas.openxmlformats.org/officeDocument/2006/relationships/package" Target="../embeddings/Microsoft_Excel_Worksheet826.xlsx"/></Relationships>
</file>

<file path=ppt/charts/_rels/chart827.xml.rels><?xml version='1.0' encoding='UTF-8' standalone='yes'?>
<Relationships xmlns="http://schemas.openxmlformats.org/package/2006/relationships"><Relationship Id="rId1" Type="http://schemas.openxmlformats.org/officeDocument/2006/relationships/package" Target="../embeddings/Microsoft_Excel_Worksheet827.xlsx"/></Relationships>
</file>

<file path=ppt/charts/_rels/chart828.xml.rels><?xml version='1.0' encoding='UTF-8' standalone='yes'?>
<Relationships xmlns="http://schemas.openxmlformats.org/package/2006/relationships"><Relationship Id="rId1" Type="http://schemas.openxmlformats.org/officeDocument/2006/relationships/package" Target="../embeddings/Microsoft_Excel_Worksheet828.xlsx"/></Relationships>
</file>

<file path=ppt/charts/_rels/chart829.xml.rels><?xml version='1.0' encoding='UTF-8' standalone='yes'?>
<Relationships xmlns="http://schemas.openxmlformats.org/package/2006/relationships"><Relationship Id="rId1" Type="http://schemas.openxmlformats.org/officeDocument/2006/relationships/package" Target="../embeddings/Microsoft_Excel_Worksheet829.xlsx"/></Relationships>
</file>

<file path=ppt/charts/_rels/chart830.xml.rels><?xml version='1.0' encoding='UTF-8' standalone='yes'?>
<Relationships xmlns="http://schemas.openxmlformats.org/package/2006/relationships"><Relationship Id="rId1" Type="http://schemas.openxmlformats.org/officeDocument/2006/relationships/package" Target="../embeddings/Microsoft_Excel_Worksheet830.xlsx"/></Relationships>
</file>

<file path=ppt/charts/_rels/chart831.xml.rels><?xml version='1.0' encoding='UTF-8' standalone='yes'?>
<Relationships xmlns="http://schemas.openxmlformats.org/package/2006/relationships"><Relationship Id="rId1" Type="http://schemas.openxmlformats.org/officeDocument/2006/relationships/package" Target="../embeddings/Microsoft_Excel_Worksheet831.xlsx"/></Relationships>
</file>

<file path=ppt/charts/_rels/chart832.xml.rels><?xml version='1.0' encoding='UTF-8' standalone='yes'?>
<Relationships xmlns="http://schemas.openxmlformats.org/package/2006/relationships"><Relationship Id="rId1" Type="http://schemas.openxmlformats.org/officeDocument/2006/relationships/package" Target="../embeddings/Microsoft_Excel_Worksheet832.xlsx"/></Relationships>
</file>

<file path=ppt/charts/_rels/chart833.xml.rels><?xml version='1.0' encoding='UTF-8' standalone='yes'?>
<Relationships xmlns="http://schemas.openxmlformats.org/package/2006/relationships"><Relationship Id="rId1" Type="http://schemas.openxmlformats.org/officeDocument/2006/relationships/package" Target="../embeddings/Microsoft_Excel_Worksheet833.xlsx"/></Relationships>
</file>

<file path=ppt/charts/_rels/chart834.xml.rels><?xml version='1.0' encoding='UTF-8' standalone='yes'?>
<Relationships xmlns="http://schemas.openxmlformats.org/package/2006/relationships"><Relationship Id="rId1" Type="http://schemas.openxmlformats.org/officeDocument/2006/relationships/package" Target="../embeddings/Microsoft_Excel_Worksheet83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673214.4099999999</c:v>
                </c:pt>
                <c:pt idx="1">
                  <c:v>667043.93</c:v>
                </c:pt>
                <c:pt idx="2">
                  <c:v>660698.5700000001</c:v>
                </c:pt>
                <c:pt idx="3">
                  <c:v>783779.69</c:v>
                </c:pt>
                <c:pt idx="4">
                  <c:v>686251.59</c:v>
                </c:pt>
                <c:pt idx="5">
                  <c:v>762803.78</c:v>
                </c:pt>
                <c:pt idx="6">
                  <c:v>862929.99</c:v>
                </c:pt>
                <c:pt idx="7">
                  <c:v>726104.11</c:v>
                </c:pt>
                <c:pt idx="8">
                  <c:v>591602.85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745844.09</c:v>
                </c:pt>
                <c:pt idx="1">
                  <c:v>786979.38</c:v>
                </c:pt>
                <c:pt idx="2">
                  <c:v>853584.5199999999</c:v>
                </c:pt>
                <c:pt idx="3">
                  <c:v>886019.2000000001</c:v>
                </c:pt>
                <c:pt idx="4">
                  <c:v>848389.89</c:v>
                </c:pt>
                <c:pt idx="5">
                  <c:v>907975.3200000001</c:v>
                </c:pt>
                <c:pt idx="6">
                  <c:v>953945.6100000001</c:v>
                </c:pt>
                <c:pt idx="7">
                  <c:v>919011.0900000001</c:v>
                </c:pt>
                <c:pt idx="8">
                  <c:v>928518.6799999999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82933.0308000001"/>
          <c:min val="562615.42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426367.52</c:v>
                </c:pt>
                <c:pt idx="1">
                  <c:v>359449.32999999996</c:v>
                </c:pt>
                <c:pt idx="2">
                  <c:v>344941.30000000005</c:v>
                </c:pt>
                <c:pt idx="3">
                  <c:v>467680.61</c:v>
                </c:pt>
                <c:pt idx="4">
                  <c:v>501380.55</c:v>
                </c:pt>
                <c:pt idx="5">
                  <c:v>528913.37</c:v>
                </c:pt>
                <c:pt idx="6">
                  <c:v>498520.88</c:v>
                </c:pt>
                <c:pt idx="7">
                  <c:v>533962.25</c:v>
                </c:pt>
                <c:pt idx="8">
                  <c:v>445357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631319.72</c:v>
                </c:pt>
                <c:pt idx="1">
                  <c:v>546833.85</c:v>
                </c:pt>
                <c:pt idx="2">
                  <c:v>542606.93</c:v>
                </c:pt>
                <c:pt idx="3">
                  <c:v>590782.32</c:v>
                </c:pt>
                <c:pt idx="4">
                  <c:v>414490.05</c:v>
                </c:pt>
                <c:pt idx="5">
                  <c:v>470078.17000000004</c:v>
                </c:pt>
                <c:pt idx="6">
                  <c:v>746155.96</c:v>
                </c:pt>
                <c:pt idx="7">
                  <c:v>500529.55</c:v>
                </c:pt>
                <c:pt idx="8">
                  <c:v>502102.01999999996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78253.1327999999"/>
          <c:min val="312844.1272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174589.61</c:v>
                </c:pt>
                <c:pt idx="1">
                  <c:v>95405.77</c:v>
                </c:pt>
                <c:pt idx="2">
                  <c:v>140625.01</c:v>
                </c:pt>
                <c:pt idx="3">
                  <c:v>203321.24</c:v>
                </c:pt>
                <c:pt idx="4">
                  <c:v>219850.85</c:v>
                </c:pt>
                <c:pt idx="5">
                  <c:v>252107.89</c:v>
                </c:pt>
                <c:pt idx="6">
                  <c:v>232479.66</c:v>
                </c:pt>
                <c:pt idx="7">
                  <c:v>295546.51</c:v>
                </c:pt>
                <c:pt idx="8">
                  <c:v>218835.64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249580.28</c:v>
                </c:pt>
                <c:pt idx="1">
                  <c:v>274924.13</c:v>
                </c:pt>
                <c:pt idx="2">
                  <c:v>284945.48</c:v>
                </c:pt>
                <c:pt idx="3">
                  <c:v>417111.44</c:v>
                </c:pt>
                <c:pt idx="4">
                  <c:v>224022.98</c:v>
                </c:pt>
                <c:pt idx="5">
                  <c:v>244327.32</c:v>
                </c:pt>
                <c:pt idx="6">
                  <c:v>316671.08999999997</c:v>
                </c:pt>
                <c:pt idx="7">
                  <c:v>338493.80000000005</c:v>
                </c:pt>
                <c:pt idx="8">
                  <c:v>248463.19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2847.8936"/>
          <c:min val="69669.3164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584689.0700000001</c:v>
                </c:pt>
                <c:pt idx="1">
                  <c:v>558117.13</c:v>
                </c:pt>
                <c:pt idx="2">
                  <c:v>703874.1499999999</c:v>
                </c:pt>
                <c:pt idx="3">
                  <c:v>556698.45</c:v>
                </c:pt>
                <c:pt idx="4">
                  <c:v>677884.43</c:v>
                </c:pt>
                <c:pt idx="5">
                  <c:v>614133.19</c:v>
                </c:pt>
                <c:pt idx="6">
                  <c:v>611029.54</c:v>
                </c:pt>
                <c:pt idx="7">
                  <c:v>629549.39</c:v>
                </c:pt>
                <c:pt idx="8">
                  <c:v>450419.98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573373.03</c:v>
                </c:pt>
                <c:pt idx="1">
                  <c:v>430536.70999999996</c:v>
                </c:pt>
                <c:pt idx="2">
                  <c:v>753650.69</c:v>
                </c:pt>
                <c:pt idx="3">
                  <c:v>652757.3</c:v>
                </c:pt>
                <c:pt idx="4">
                  <c:v>679631.37</c:v>
                </c:pt>
                <c:pt idx="5">
                  <c:v>813403.42</c:v>
                </c:pt>
                <c:pt idx="6">
                  <c:v>825379.6699999999</c:v>
                </c:pt>
                <c:pt idx="7">
                  <c:v>692141.1499999999</c:v>
                </c:pt>
                <c:pt idx="8">
                  <c:v>657769.0599999999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-26463.230000000003</c:v>
                </c:pt>
                <c:pt idx="1">
                  <c:v>-44186.57</c:v>
                </c:pt>
                <c:pt idx="2">
                  <c:v>-12549.57</c:v>
                </c:pt>
                <c:pt idx="3">
                  <c:v>-31739.4</c:v>
                </c:pt>
                <c:pt idx="4">
                  <c:v>-31558.960000000003</c:v>
                </c:pt>
                <c:pt idx="5">
                  <c:v>-68943.1</c:v>
                </c:pt>
                <c:pt idx="6">
                  <c:v>-52091.22</c:v>
                </c:pt>
                <c:pt idx="7">
                  <c:v>-26663.800000000003</c:v>
                </c:pt>
                <c:pt idx="8">
                  <c:v>-95108.88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-6470.57</c:v>
                </c:pt>
                <c:pt idx="1">
                  <c:v>-6038.219999999999</c:v>
                </c:pt>
                <c:pt idx="2">
                  <c:v>26901.36</c:v>
                </c:pt>
                <c:pt idx="3">
                  <c:v>372.7600000000002</c:v>
                </c:pt>
                <c:pt idx="4">
                  <c:v>-24119.12000000001</c:v>
                </c:pt>
                <c:pt idx="5">
                  <c:v>-15411.61</c:v>
                </c:pt>
                <c:pt idx="6">
                  <c:v>33968.16</c:v>
                </c:pt>
                <c:pt idx="7">
                  <c:v>42532.58</c:v>
                </c:pt>
                <c:pt idx="8">
                  <c:v>42694.33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3718.586800000005"/>
          <c:min val="-106133.136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245650.74</c:v>
                </c:pt>
                <c:pt idx="1">
                  <c:v>205123.04</c:v>
                </c:pt>
                <c:pt idx="2">
                  <c:v>363576.81</c:v>
                </c:pt>
                <c:pt idx="3">
                  <c:v>412964.21</c:v>
                </c:pt>
                <c:pt idx="4">
                  <c:v>375704.95</c:v>
                </c:pt>
                <c:pt idx="5">
                  <c:v>294757.57</c:v>
                </c:pt>
                <c:pt idx="6">
                  <c:v>348013.7</c:v>
                </c:pt>
                <c:pt idx="7">
                  <c:v>340023.29000000004</c:v>
                </c:pt>
                <c:pt idx="8">
                  <c:v>324492.52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121855.7</c:v>
                </c:pt>
                <c:pt idx="1">
                  <c:v>156572.78</c:v>
                </c:pt>
                <c:pt idx="2">
                  <c:v>264672.1</c:v>
                </c:pt>
                <c:pt idx="3">
                  <c:v>340203.34</c:v>
                </c:pt>
                <c:pt idx="4">
                  <c:v>215194.3</c:v>
                </c:pt>
                <c:pt idx="5">
                  <c:v>286901.52</c:v>
                </c:pt>
                <c:pt idx="6">
                  <c:v>407732.62</c:v>
                </c:pt>
                <c:pt idx="7">
                  <c:v>244529.28999999998</c:v>
                </c:pt>
                <c:pt idx="8">
                  <c:v>229306.31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6252.89080000005"/>
          <c:min val="98567.01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120502.33</c:v>
                </c:pt>
                <c:pt idx="1">
                  <c:v>137723.4</c:v>
                </c:pt>
                <c:pt idx="2">
                  <c:v>146104.6</c:v>
                </c:pt>
                <c:pt idx="3">
                  <c:v>105201.39</c:v>
                </c:pt>
                <c:pt idx="4">
                  <c:v>223669.27000000002</c:v>
                </c:pt>
                <c:pt idx="5">
                  <c:v>209534.28999999998</c:v>
                </c:pt>
                <c:pt idx="6">
                  <c:v>220370.36000000002</c:v>
                </c:pt>
                <c:pt idx="7">
                  <c:v>220706.81</c:v>
                </c:pt>
                <c:pt idx="8">
                  <c:v>164187.72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140485.17</c:v>
                </c:pt>
                <c:pt idx="1">
                  <c:v>80036.92</c:v>
                </c:pt>
                <c:pt idx="2">
                  <c:v>90158.89</c:v>
                </c:pt>
                <c:pt idx="3">
                  <c:v>132751.79</c:v>
                </c:pt>
                <c:pt idx="4">
                  <c:v>138796.77</c:v>
                </c:pt>
                <c:pt idx="5">
                  <c:v>130956.01000000001</c:v>
                </c:pt>
                <c:pt idx="6">
                  <c:v>162421.52</c:v>
                </c:pt>
                <c:pt idx="7">
                  <c:v>120607.87</c:v>
                </c:pt>
                <c:pt idx="8">
                  <c:v>94286.11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159.858"/>
          <c:min val="68546.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170486.2</c:v>
                </c:pt>
                <c:pt idx="1">
                  <c:v>142584.58</c:v>
                </c:pt>
                <c:pt idx="2">
                  <c:v>169880.13</c:v>
                </c:pt>
                <c:pt idx="3">
                  <c:v>98520.33</c:v>
                </c:pt>
                <c:pt idx="4">
                  <c:v>128191.81</c:v>
                </c:pt>
                <c:pt idx="5">
                  <c:v>56035.07000000001</c:v>
                </c:pt>
                <c:pt idx="6">
                  <c:v>114671.90000000001</c:v>
                </c:pt>
                <c:pt idx="7">
                  <c:v>49038.1900000001</c:v>
                </c:pt>
                <c:pt idx="8">
                  <c:v>37765.13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48124.9100000001</c:v>
                </c:pt>
                <c:pt idx="1">
                  <c:v>67628.62</c:v>
                </c:pt>
                <c:pt idx="2">
                  <c:v>85568.91</c:v>
                </c:pt>
                <c:pt idx="3">
                  <c:v>74715.74</c:v>
                </c:pt>
                <c:pt idx="4">
                  <c:v>77653.98000000001</c:v>
                </c:pt>
                <c:pt idx="5">
                  <c:v>96905.8</c:v>
                </c:pt>
                <c:pt idx="6">
                  <c:v>150361.94</c:v>
                </c:pt>
                <c:pt idx="7">
                  <c:v>56361.46</c:v>
                </c:pt>
                <c:pt idx="8">
                  <c:v>42003.899999999994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1103.8856"/>
          <c:min val="27147.4443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37716.71</c:v>
                </c:pt>
                <c:pt idx="1">
                  <c:v>4642.220000000001</c:v>
                </c:pt>
                <c:pt idx="2">
                  <c:v>11060.24</c:v>
                </c:pt>
                <c:pt idx="3">
                  <c:v>44582.18</c:v>
                </c:pt>
                <c:pt idx="4">
                  <c:v>21382.129999999997</c:v>
                </c:pt>
                <c:pt idx="5">
                  <c:v>10339.22999999999</c:v>
                </c:pt>
                <c:pt idx="6">
                  <c:v>8475.94</c:v>
                </c:pt>
                <c:pt idx="7">
                  <c:v>17071.07</c:v>
                </c:pt>
                <c:pt idx="8">
                  <c:v>-1812.039999999999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8050.36</c:v>
                </c:pt>
                <c:pt idx="1">
                  <c:v>-18682.78</c:v>
                </c:pt>
                <c:pt idx="2">
                  <c:v>-51.42000000000007</c:v>
                </c:pt>
                <c:pt idx="3">
                  <c:v>1084.6799999999994</c:v>
                </c:pt>
                <c:pt idx="4">
                  <c:v>-34679.21</c:v>
                </c:pt>
                <c:pt idx="5">
                  <c:v>8947.710000000001</c:v>
                </c:pt>
                <c:pt idx="6">
                  <c:v>11240.54</c:v>
                </c:pt>
                <c:pt idx="7">
                  <c:v>-30117.020000000004</c:v>
                </c:pt>
                <c:pt idx="8">
                  <c:v>-4436.4000000000015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923.0912"/>
          <c:min val="-41020.1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219802.3</c:v>
                </c:pt>
                <c:pt idx="1">
                  <c:v>211892.04</c:v>
                </c:pt>
                <c:pt idx="2">
                  <c:v>214300.62</c:v>
                </c:pt>
                <c:pt idx="3">
                  <c:v>228246.07</c:v>
                </c:pt>
                <c:pt idx="4">
                  <c:v>229116.99000000002</c:v>
                </c:pt>
                <c:pt idx="5">
                  <c:v>274971.16000000003</c:v>
                </c:pt>
                <c:pt idx="6">
                  <c:v>253016.14</c:v>
                </c:pt>
                <c:pt idx="7">
                  <c:v>182040.11</c:v>
                </c:pt>
                <c:pt idx="8">
                  <c:v>179843.81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222426</c:v>
                </c:pt>
                <c:pt idx="1">
                  <c:v>169870.58000000002</c:v>
                </c:pt>
                <c:pt idx="2">
                  <c:v>242438.32</c:v>
                </c:pt>
                <c:pt idx="3">
                  <c:v>154932.47999999998</c:v>
                </c:pt>
                <c:pt idx="4">
                  <c:v>212075.43</c:v>
                </c:pt>
                <c:pt idx="5">
                  <c:v>253409.36</c:v>
                </c:pt>
                <c:pt idx="6">
                  <c:v>176333.12</c:v>
                </c:pt>
                <c:pt idx="7">
                  <c:v>218003.21</c:v>
                </c:pt>
                <c:pt idx="8">
                  <c:v>166067.97999999998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574.25440000003"/>
          <c:min val="145329.3855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585853.4766666667</c:v>
                </c:pt>
                <c:pt idx="1">
                  <c:v>585853.4766666667</c:v>
                </c:pt>
                <c:pt idx="2">
                  <c:v>585853.4766666667</c:v>
                </c:pt>
                <c:pt idx="3">
                  <c:v>585853.4766666667</c:v>
                </c:pt>
                <c:pt idx="4">
                  <c:v>585853.4766666667</c:v>
                </c:pt>
                <c:pt idx="5">
                  <c:v>585853.4766666667</c:v>
                </c:pt>
                <c:pt idx="6">
                  <c:v>585853.4766666667</c:v>
                </c:pt>
                <c:pt idx="7">
                  <c:v>585853.4766666667</c:v>
                </c:pt>
                <c:pt idx="8">
                  <c:v>585853.4766666667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573373.03</c:v>
                </c:pt>
                <c:pt idx="1">
                  <c:v>430536.70999999996</c:v>
                </c:pt>
                <c:pt idx="2">
                  <c:v>753650.69</c:v>
                </c:pt>
                <c:pt idx="3">
                  <c:v>652757.3</c:v>
                </c:pt>
                <c:pt idx="4">
                  <c:v>679631.37</c:v>
                </c:pt>
                <c:pt idx="5">
                  <c:v>813403.42</c:v>
                </c:pt>
                <c:pt idx="6">
                  <c:v>825379.6699999999</c:v>
                </c:pt>
                <c:pt idx="7">
                  <c:v>692141.1499999999</c:v>
                </c:pt>
                <c:pt idx="8">
                  <c:v>657769.0599999999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56967.1068"/>
          <c:min val="398949.2731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795469.33</c:v>
                </c:pt>
                <c:pt idx="1">
                  <c:v>795469.33</c:v>
                </c:pt>
                <c:pt idx="2">
                  <c:v>795469.33</c:v>
                </c:pt>
                <c:pt idx="3">
                  <c:v>795469.33</c:v>
                </c:pt>
                <c:pt idx="4">
                  <c:v>795469.33</c:v>
                </c:pt>
                <c:pt idx="5">
                  <c:v>795469.33</c:v>
                </c:pt>
                <c:pt idx="6">
                  <c:v>795469.33</c:v>
                </c:pt>
                <c:pt idx="7">
                  <c:v>795469.33</c:v>
                </c:pt>
                <c:pt idx="8">
                  <c:v>795469.33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0593.7316"/>
          <c:min val="729195.96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745844.09</c:v>
                </c:pt>
                <c:pt idx="1">
                  <c:v>786979.38</c:v>
                </c:pt>
                <c:pt idx="2">
                  <c:v>853584.5199999999</c:v>
                </c:pt>
                <c:pt idx="3">
                  <c:v>886019.2000000001</c:v>
                </c:pt>
                <c:pt idx="4">
                  <c:v>848389.89</c:v>
                </c:pt>
                <c:pt idx="5">
                  <c:v>907975.3200000001</c:v>
                </c:pt>
                <c:pt idx="6">
                  <c:v>953945.6100000001</c:v>
                </c:pt>
                <c:pt idx="7">
                  <c:v>919011.0900000001</c:v>
                </c:pt>
                <c:pt idx="8">
                  <c:v>928518.6799999999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0593.7316"/>
          <c:min val="729195.96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181033.52666666667</c:v>
                </c:pt>
                <c:pt idx="1">
                  <c:v>181033.52666666667</c:v>
                </c:pt>
                <c:pt idx="2">
                  <c:v>181033.52666666667</c:v>
                </c:pt>
                <c:pt idx="3">
                  <c:v>181033.52666666667</c:v>
                </c:pt>
                <c:pt idx="4">
                  <c:v>181033.52666666667</c:v>
                </c:pt>
                <c:pt idx="5">
                  <c:v>181033.52666666667</c:v>
                </c:pt>
                <c:pt idx="6">
                  <c:v>181033.52666666667</c:v>
                </c:pt>
                <c:pt idx="7">
                  <c:v>181033.52666666667</c:v>
                </c:pt>
                <c:pt idx="8">
                  <c:v>181033.52666666667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0602.7736"/>
          <c:min val="98985.5463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121855.7</c:v>
                </c:pt>
                <c:pt idx="1">
                  <c:v>156572.78</c:v>
                </c:pt>
                <c:pt idx="2">
                  <c:v>264672.1</c:v>
                </c:pt>
                <c:pt idx="3">
                  <c:v>340203.34</c:v>
                </c:pt>
                <c:pt idx="4">
                  <c:v>215194.3</c:v>
                </c:pt>
                <c:pt idx="5">
                  <c:v>286901.52</c:v>
                </c:pt>
                <c:pt idx="6">
                  <c:v>407732.62</c:v>
                </c:pt>
                <c:pt idx="7">
                  <c:v>244529.28999999998</c:v>
                </c:pt>
                <c:pt idx="8">
                  <c:v>229306.31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0602.7736"/>
          <c:min val="98985.5463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315935.0233333333</c:v>
                </c:pt>
                <c:pt idx="1">
                  <c:v>315935.0233333333</c:v>
                </c:pt>
                <c:pt idx="2">
                  <c:v>315935.0233333333</c:v>
                </c:pt>
                <c:pt idx="3">
                  <c:v>315935.0233333333</c:v>
                </c:pt>
                <c:pt idx="4">
                  <c:v>315935.0233333333</c:v>
                </c:pt>
                <c:pt idx="5">
                  <c:v>315935.0233333333</c:v>
                </c:pt>
                <c:pt idx="6">
                  <c:v>315935.0233333333</c:v>
                </c:pt>
                <c:pt idx="7">
                  <c:v>315935.0233333333</c:v>
                </c:pt>
                <c:pt idx="8">
                  <c:v>315935.0233333333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5617.74279999995"/>
          <c:min val="261792.42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273780.38</c:v>
                </c:pt>
                <c:pt idx="1">
                  <c:v>309944.18</c:v>
                </c:pt>
                <c:pt idx="2">
                  <c:v>364080.51</c:v>
                </c:pt>
                <c:pt idx="3">
                  <c:v>354687.55</c:v>
                </c:pt>
                <c:pt idx="4">
                  <c:v>371375.56</c:v>
                </c:pt>
                <c:pt idx="5">
                  <c:v>423629.79</c:v>
                </c:pt>
                <c:pt idx="6">
                  <c:v>394775.23</c:v>
                </c:pt>
                <c:pt idx="7">
                  <c:v>408930.12</c:v>
                </c:pt>
                <c:pt idx="8">
                  <c:v>420860.37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5617.74279999995"/>
          <c:min val="261792.42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70601.78333333333</c:v>
                </c:pt>
                <c:pt idx="1">
                  <c:v>70601.78333333333</c:v>
                </c:pt>
                <c:pt idx="2">
                  <c:v>70601.78333333333</c:v>
                </c:pt>
                <c:pt idx="3">
                  <c:v>70601.78333333333</c:v>
                </c:pt>
                <c:pt idx="4">
                  <c:v>70601.78333333333</c:v>
                </c:pt>
                <c:pt idx="5">
                  <c:v>70601.78333333333</c:v>
                </c:pt>
                <c:pt idx="6">
                  <c:v>70601.78333333333</c:v>
                </c:pt>
                <c:pt idx="7">
                  <c:v>70601.78333333333</c:v>
                </c:pt>
                <c:pt idx="8">
                  <c:v>70601.78333333333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098.6772"/>
          <c:min val="12853.732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47136.119999999995</c:v>
                </c:pt>
                <c:pt idx="1">
                  <c:v>26801.659999999996</c:v>
                </c:pt>
                <c:pt idx="2">
                  <c:v>137867.57</c:v>
                </c:pt>
                <c:pt idx="3">
                  <c:v>112157.02</c:v>
                </c:pt>
                <c:pt idx="4">
                  <c:v>82989.38</c:v>
                </c:pt>
                <c:pt idx="5">
                  <c:v>113482.47</c:v>
                </c:pt>
                <c:pt idx="6">
                  <c:v>112178.77</c:v>
                </c:pt>
                <c:pt idx="7">
                  <c:v>151377.61</c:v>
                </c:pt>
                <c:pt idx="8">
                  <c:v>201150.75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098.6772"/>
          <c:min val="12853.732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2.43</c:v>
                </c:pt>
                <c:pt idx="1">
                  <c:v>2.59</c:v>
                </c:pt>
                <c:pt idx="2">
                  <c:v>3.51</c:v>
                </c:pt>
                <c:pt idx="3">
                  <c:v>3.42</c:v>
                </c:pt>
                <c:pt idx="4">
                  <c:v>3</c:v>
                </c:pt>
                <c:pt idx="5">
                  <c:v>3.16</c:v>
                </c:pt>
                <c:pt idx="6">
                  <c:v>3.58</c:v>
                </c:pt>
                <c:pt idx="7">
                  <c:v>3.24</c:v>
                </c:pt>
                <c:pt idx="8">
                  <c:v>2.75</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majorGridlines>
          <c:spPr>
            <a:ln w="9525" cap="flat">
              <a:solidFill>
                <a:srgbClr val="D9D9D9"/>
              </a:solidFill>
              <a:prstDash val="solid"/>
              <a:round/>
            </a:ln>
          </c:spPr>
        </c:majorGridlines>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2.43</c:v>
                </c:pt>
                <c:pt idx="1">
                  <c:v>2.59</c:v>
                </c:pt>
                <c:pt idx="2">
                  <c:v>3.51</c:v>
                </c:pt>
                <c:pt idx="3">
                  <c:v>3.42</c:v>
                </c:pt>
                <c:pt idx="4">
                  <c:v>3</c:v>
                </c:pt>
                <c:pt idx="5">
                  <c:v>3.16</c:v>
                </c:pt>
                <c:pt idx="6">
                  <c:v>3.58</c:v>
                </c:pt>
                <c:pt idx="7">
                  <c:v>3.24</c:v>
                </c:pt>
                <c:pt idx="8">
                  <c:v>2.75</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2.9</c:v>
                </c:pt>
                <c:pt idx="10">
                  <c:v/>
                </c:pt>
                <c:pt idx="11">
                  <c:v>2.15</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2.26</c:v>
                </c:pt>
                <c:pt idx="1">
                  <c:v>2.03</c:v>
                </c:pt>
                <c:pt idx="2">
                  <c:v>2.88</c:v>
                </c:pt>
                <c:pt idx="3">
                  <c:v>2.98</c:v>
                </c:pt>
                <c:pt idx="4">
                  <c:v>2.92</c:v>
                </c:pt>
                <c:pt idx="5">
                  <c:v>2.63</c:v>
                </c:pt>
                <c:pt idx="6">
                  <c:v>2.79</c:v>
                </c:pt>
                <c:pt idx="7">
                  <c:v>2.65</c:v>
                </c:pt>
                <c:pt idx="8">
                  <c:v>1.64</c:v>
                </c:pt>
                <c:pt idx="9">
                  <c:v/>
                </c:pt>
                <c:pt idx="10">
                  <c:v>1.7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2.26</c:v>
                </c:pt>
                <c:pt idx="1">
                  <c:v>2.03</c:v>
                </c:pt>
                <c:pt idx="2">
                  <c:v>2.88</c:v>
                </c:pt>
                <c:pt idx="3">
                  <c:v>2.98</c:v>
                </c:pt>
                <c:pt idx="4">
                  <c:v>2.92</c:v>
                </c:pt>
                <c:pt idx="5">
                  <c:v>2.63</c:v>
                </c:pt>
                <c:pt idx="6">
                  <c:v>2.79</c:v>
                </c:pt>
                <c:pt idx="7">
                  <c:v>2.65</c:v>
                </c:pt>
                <c:pt idx="8">
                  <c:v>1.64</c:v>
                </c:pt>
                <c:pt idx="9">
                  <c:v>2.9</c:v>
                </c:pt>
                <c:pt idx="10">
                  <c:v>1.7</c:v>
                </c:pt>
                <c:pt idx="11">
                  <c:v>2.15</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420311.04</c:v>
                </c:pt>
                <c:pt idx="1">
                  <c:v>443850.03</c:v>
                </c:pt>
                <c:pt idx="2">
                  <c:v>481215.75</c:v>
                </c:pt>
                <c:pt idx="3">
                  <c:v>565861.32</c:v>
                </c:pt>
                <c:pt idx="4">
                  <c:v>490645.94</c:v>
                </c:pt>
                <c:pt idx="5">
                  <c:v>524829.12</c:v>
                </c:pt>
                <c:pt idx="6">
                  <c:v>566182.44</c:v>
                </c:pt>
                <c:pt idx="7">
                  <c:v>535834.87</c:v>
                </c:pt>
                <c:pt idx="8">
                  <c:v>437745.3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553633.61</c:v>
                </c:pt>
                <c:pt idx="1">
                  <c:v>608333.29</c:v>
                </c:pt>
                <c:pt idx="2">
                  <c:v>625121.69</c:v>
                </c:pt>
                <c:pt idx="3">
                  <c:v>667375.92</c:v>
                </c:pt>
                <c:pt idx="4">
                  <c:v>600165.72</c:v>
                </c:pt>
                <c:pt idx="5">
                  <c:v>599891.5</c:v>
                </c:pt>
                <c:pt idx="6">
                  <c:v>691962.43</c:v>
                </c:pt>
                <c:pt idx="7">
                  <c:v>639472.55</c:v>
                </c:pt>
                <c:pt idx="8">
                  <c:v>605568.27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13694.5412000001"/>
          <c:min val="398578.92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255579.1</c:v>
                </c:pt>
                <c:pt idx="1">
                  <c:v>228168.27</c:v>
                </c:pt>
                <c:pt idx="2">
                  <c:v>205339.01</c:v>
                </c:pt>
                <c:pt idx="3">
                  <c:v>258930.11</c:v>
                </c:pt>
                <c:pt idx="4">
                  <c:v>356753.68</c:v>
                </c:pt>
                <c:pt idx="5">
                  <c:v>297535.47</c:v>
                </c:pt>
                <c:pt idx="6">
                  <c:v>328532.84</c:v>
                </c:pt>
                <c:pt idx="7">
                  <c:v>355085.85</c:v>
                </c:pt>
                <c:pt idx="8">
                  <c:v>260044.02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498948.03</c:v>
                </c:pt>
                <c:pt idx="1">
                  <c:v>427496.06</c:v>
                </c:pt>
                <c:pt idx="2">
                  <c:v>390054.7</c:v>
                </c:pt>
                <c:pt idx="3">
                  <c:v>404876.48</c:v>
                </c:pt>
                <c:pt idx="4">
                  <c:v>355183.56</c:v>
                </c:pt>
                <c:pt idx="5">
                  <c:v>295898.63</c:v>
                </c:pt>
                <c:pt idx="6">
                  <c:v>412806.33</c:v>
                </c:pt>
                <c:pt idx="7">
                  <c:v>320824.74</c:v>
                </c:pt>
                <c:pt idx="8">
                  <c:v>289173.41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2436.7516"/>
          <c:min val="181850.2884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450275.31</c:v>
                </c:pt>
                <c:pt idx="1">
                  <c:v>421950.15</c:v>
                </c:pt>
                <c:pt idx="2">
                  <c:v>561761.94</c:v>
                </c:pt>
                <c:pt idx="3">
                  <c:v>443687.47</c:v>
                </c:pt>
                <c:pt idx="4">
                  <c:v>531557.8</c:v>
                </c:pt>
                <c:pt idx="5">
                  <c:v>468094.37</c:v>
                </c:pt>
                <c:pt idx="6">
                  <c:v>419038.53</c:v>
                </c:pt>
                <c:pt idx="7">
                  <c:v>442095.45</c:v>
                </c:pt>
                <c:pt idx="8">
                  <c:v>318567.12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416148.62</c:v>
                </c:pt>
                <c:pt idx="1">
                  <c:v>327970.12</c:v>
                </c:pt>
                <c:pt idx="2">
                  <c:v>568605.45</c:v>
                </c:pt>
                <c:pt idx="3">
                  <c:v>513625.8</c:v>
                </c:pt>
                <c:pt idx="4">
                  <c:v>529901.62</c:v>
                </c:pt>
                <c:pt idx="5">
                  <c:v>618599.04</c:v>
                </c:pt>
                <c:pt idx="6">
                  <c:v>599612.12</c:v>
                </c:pt>
                <c:pt idx="7">
                  <c:v>497375.1</c:v>
                </c:pt>
                <c:pt idx="8">
                  <c:v>471532.6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42601.5936"/>
          <c:min val="294564.56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17589.42</c:v>
                </c:pt>
                <c:pt idx="1">
                  <c:v>35525.65</c:v>
                </c:pt>
                <c:pt idx="2">
                  <c:v>19584.51</c:v>
                </c:pt>
                <c:pt idx="3">
                  <c:v>52854.74</c:v>
                </c:pt>
                <c:pt idx="4">
                  <c:v>59597.54</c:v>
                </c:pt>
                <c:pt idx="5">
                  <c:v>50019.62</c:v>
                </c:pt>
                <c:pt idx="6">
                  <c:v>48650.8</c:v>
                </c:pt>
                <c:pt idx="7">
                  <c:v>42561.33</c:v>
                </c:pt>
                <c:pt idx="8">
                  <c:v>29640.6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48576.86</c:v>
                </c:pt>
                <c:pt idx="1">
                  <c:v>83209.45</c:v>
                </c:pt>
                <c:pt idx="2">
                  <c:v>80953.47</c:v>
                </c:pt>
                <c:pt idx="3">
                  <c:v>115975.73</c:v>
                </c:pt>
                <c:pt idx="4">
                  <c:v>93331.13</c:v>
                </c:pt>
                <c:pt idx="5">
                  <c:v>81497.9</c:v>
                </c:pt>
                <c:pt idx="6">
                  <c:v>95432.62</c:v>
                </c:pt>
                <c:pt idx="7">
                  <c:v>74389.37</c:v>
                </c:pt>
                <c:pt idx="8">
                  <c:v>59261.43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3846.6348"/>
          <c:min val="9718.51519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-32541.88</c:v>
                </c:pt>
                <c:pt idx="1">
                  <c:v>-39371.54</c:v>
                </c:pt>
                <c:pt idx="2">
                  <c:v>-15968.48</c:v>
                </c:pt>
                <c:pt idx="3">
                  <c:v>-36489.05</c:v>
                </c:pt>
                <c:pt idx="4">
                  <c:v>-30268.56</c:v>
                </c:pt>
                <c:pt idx="5">
                  <c:v>-65947.82</c:v>
                </c:pt>
                <c:pt idx="6">
                  <c:v>-62537.18</c:v>
                </c:pt>
                <c:pt idx="7">
                  <c:v>-42445.23</c:v>
                </c:pt>
                <c:pt idx="8">
                  <c:v>-87703.46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-25134.32</c:v>
                </c:pt>
                <c:pt idx="1">
                  <c:v>-18928.46</c:v>
                </c:pt>
                <c:pt idx="2">
                  <c:v>-1794.83</c:v>
                </c:pt>
                <c:pt idx="3">
                  <c:v>-11749.32</c:v>
                </c:pt>
                <c:pt idx="4">
                  <c:v>-24257.93</c:v>
                </c:pt>
                <c:pt idx="5">
                  <c:v>-25293.4</c:v>
                </c:pt>
                <c:pt idx="6">
                  <c:v>8767.79</c:v>
                </c:pt>
                <c:pt idx="7">
                  <c:v>13670.42</c:v>
                </c:pt>
                <c:pt idx="8">
                  <c:v>18628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134.5168"/>
          <c:min val="-96209.97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77073.67</c:v>
                </c:pt>
                <c:pt idx="1">
                  <c:v>92099.54</c:v>
                </c:pt>
                <c:pt idx="2">
                  <c:v>101048.2</c:v>
                </c:pt>
                <c:pt idx="3">
                  <c:v>91691.08</c:v>
                </c:pt>
                <c:pt idx="4">
                  <c:v>160169.22</c:v>
                </c:pt>
                <c:pt idx="5">
                  <c:v>156997.96</c:v>
                </c:pt>
                <c:pt idx="6">
                  <c:v>195935.67</c:v>
                </c:pt>
                <c:pt idx="7">
                  <c:v>188134.48</c:v>
                </c:pt>
                <c:pt idx="8">
                  <c:v>122728.94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121150.3</c:v>
                </c:pt>
                <c:pt idx="1">
                  <c:v>72302.37</c:v>
                </c:pt>
                <c:pt idx="2">
                  <c:v>81362.06</c:v>
                </c:pt>
                <c:pt idx="3">
                  <c:v>116810.07</c:v>
                </c:pt>
                <c:pt idx="4">
                  <c:v>126484.37</c:v>
                </c:pt>
                <c:pt idx="5">
                  <c:v>105855.38</c:v>
                </c:pt>
                <c:pt idx="6">
                  <c:v>118014.29</c:v>
                </c:pt>
                <c:pt idx="7">
                  <c:v>82291.05</c:v>
                </c:pt>
                <c:pt idx="8">
                  <c:v>62780.89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588.05240000002"/>
          <c:min val="52128.50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55703.02</c:v>
                </c:pt>
                <c:pt idx="1">
                  <c:v>42892.19</c:v>
                </c:pt>
                <c:pt idx="2">
                  <c:v>185253.56</c:v>
                </c:pt>
                <c:pt idx="3">
                  <c:v>204317.42</c:v>
                </c:pt>
                <c:pt idx="4">
                  <c:v>118792.69</c:v>
                </c:pt>
                <c:pt idx="5">
                  <c:v>114030.87</c:v>
                </c:pt>
                <c:pt idx="6">
                  <c:v>146466.73</c:v>
                </c:pt>
                <c:pt idx="7">
                  <c:v>142291.26</c:v>
                </c:pt>
                <c:pt idx="8">
                  <c:v>93156.07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-21041.08</c:v>
                </c:pt>
                <c:pt idx="1">
                  <c:v>64465.27</c:v>
                </c:pt>
                <c:pt idx="2">
                  <c:v>136919.07</c:v>
                </c:pt>
                <c:pt idx="3">
                  <c:v>123213.89</c:v>
                </c:pt>
                <c:pt idx="4">
                  <c:v>73519.73</c:v>
                </c:pt>
                <c:pt idx="5">
                  <c:v>137496.64</c:v>
                </c:pt>
                <c:pt idx="6">
                  <c:v>181851.9</c:v>
                </c:pt>
                <c:pt idx="7">
                  <c:v>92517.45</c:v>
                </c:pt>
                <c:pt idx="8">
                  <c:v>34879.4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46.1"/>
          <c:min val="-39069.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80976.61</c:v>
                </c:pt>
                <c:pt idx="1">
                  <c:v>52092.09</c:v>
                </c:pt>
                <c:pt idx="2">
                  <c:v>113452.64</c:v>
                </c:pt>
                <c:pt idx="3">
                  <c:v>95194.01</c:v>
                </c:pt>
                <c:pt idx="4">
                  <c:v>78321.3</c:v>
                </c:pt>
                <c:pt idx="5">
                  <c:v>101763.43</c:v>
                </c:pt>
                <c:pt idx="6">
                  <c:v>85370.55</c:v>
                </c:pt>
                <c:pt idx="7">
                  <c:v>62712.59</c:v>
                </c:pt>
                <c:pt idx="8">
                  <c:v>70875.08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38432.31</c:v>
                </c:pt>
                <c:pt idx="1">
                  <c:v>17846.53</c:v>
                </c:pt>
                <c:pt idx="2">
                  <c:v>72981.94</c:v>
                </c:pt>
                <c:pt idx="3">
                  <c:v>61396.62</c:v>
                </c:pt>
                <c:pt idx="4">
                  <c:v>43998.15</c:v>
                </c:pt>
                <c:pt idx="5">
                  <c:v>56554.72</c:v>
                </c:pt>
                <c:pt idx="6">
                  <c:v>73289.44</c:v>
                </c:pt>
                <c:pt idx="7">
                  <c:v>109514.2</c:v>
                </c:pt>
                <c:pt idx="8">
                  <c:v>99458.85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1101.1288"/>
          <c:min val="10198.04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11779.22</c:v>
                </c:pt>
                <c:pt idx="1">
                  <c:v>-5066.73</c:v>
                </c:pt>
                <c:pt idx="2">
                  <c:v>-1793.58</c:v>
                </c:pt>
                <c:pt idx="3">
                  <c:v>19736.6</c:v>
                </c:pt>
                <c:pt idx="4">
                  <c:v>1278.94</c:v>
                </c:pt>
                <c:pt idx="5">
                  <c:v>186.48999999999</c:v>
                </c:pt>
                <c:pt idx="6">
                  <c:v>-8854.69</c:v>
                </c:pt>
                <c:pt idx="7">
                  <c:v>3606.24</c:v>
                </c:pt>
                <c:pt idx="8">
                  <c:v>-9184.38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-3189.55</c:v>
                </c:pt>
                <c:pt idx="1">
                  <c:v>-22237.25</c:v>
                </c:pt>
                <c:pt idx="2">
                  <c:v>-4203.13</c:v>
                </c:pt>
                <c:pt idx="3">
                  <c:v>-7805.55</c:v>
                </c:pt>
                <c:pt idx="4">
                  <c:v>-37733.95</c:v>
                </c:pt>
                <c:pt idx="5">
                  <c:v>-2784.64</c:v>
                </c:pt>
                <c:pt idx="6">
                  <c:v>-11296.39</c:v>
                </c:pt>
                <c:pt idx="7">
                  <c:v>-41449.98</c:v>
                </c:pt>
                <c:pt idx="8">
                  <c:v>-17585.2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631.5264"/>
          <c:min val="-46344.9064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10085.66</c:v>
                </c:pt>
                <c:pt idx="1">
                  <c:v>25784.56</c:v>
                </c:pt>
                <c:pt idx="2">
                  <c:v>30502.7</c:v>
                </c:pt>
                <c:pt idx="3">
                  <c:v>21383.29</c:v>
                </c:pt>
                <c:pt idx="4">
                  <c:v>29102.34</c:v>
                </c:pt>
                <c:pt idx="5">
                  <c:v>24403.39</c:v>
                </c:pt>
                <c:pt idx="6">
                  <c:v>33878.51</c:v>
                </c:pt>
                <c:pt idx="7">
                  <c:v>15819.91</c:v>
                </c:pt>
                <c:pt idx="8">
                  <c:v>6336.05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-3752.42</c:v>
                </c:pt>
                <c:pt idx="1">
                  <c:v>-3270.05</c:v>
                </c:pt>
                <c:pt idx="2">
                  <c:v>-1165.61</c:v>
                </c:pt>
                <c:pt idx="3">
                  <c:v>14392.76</c:v>
                </c:pt>
                <c:pt idx="4">
                  <c:v>14497.02</c:v>
                </c:pt>
                <c:pt idx="5">
                  <c:v>12321.7</c:v>
                </c:pt>
                <c:pt idx="6">
                  <c:v>33878.7</c:v>
                </c:pt>
                <c:pt idx="7">
                  <c:v>3858.83</c:v>
                </c:pt>
                <c:pt idx="8">
                  <c:v>1067.26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889.1896"/>
          <c:min val="-6762.90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437574.73</c:v>
                </c:pt>
                <c:pt idx="1">
                  <c:v>437574.73</c:v>
                </c:pt>
                <c:pt idx="2">
                  <c:v>437574.73</c:v>
                </c:pt>
                <c:pt idx="3">
                  <c:v>437574.73</c:v>
                </c:pt>
                <c:pt idx="4">
                  <c:v>437574.73</c:v>
                </c:pt>
                <c:pt idx="5">
                  <c:v>437574.73</c:v>
                </c:pt>
                <c:pt idx="6">
                  <c:v>437574.73</c:v>
                </c:pt>
                <c:pt idx="7">
                  <c:v>437574.73</c:v>
                </c:pt>
                <c:pt idx="8">
                  <c:v>437574.73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41849.3536"/>
          <c:min val="304719.80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416148.62</c:v>
                </c:pt>
                <c:pt idx="1">
                  <c:v>327970.12</c:v>
                </c:pt>
                <c:pt idx="2">
                  <c:v>568605.45</c:v>
                </c:pt>
                <c:pt idx="3">
                  <c:v>513625.8</c:v>
                </c:pt>
                <c:pt idx="4">
                  <c:v>529901.62</c:v>
                </c:pt>
                <c:pt idx="5">
                  <c:v>618599.04</c:v>
                </c:pt>
                <c:pt idx="6">
                  <c:v>599612.12</c:v>
                </c:pt>
                <c:pt idx="7">
                  <c:v>497375.1</c:v>
                </c:pt>
                <c:pt idx="8">
                  <c:v>471532.6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41849.3536"/>
          <c:min val="304719.80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61295.403333333335</c:v>
                </c:pt>
                <c:pt idx="1">
                  <c:v>61295.403333333335</c:v>
                </c:pt>
                <c:pt idx="2">
                  <c:v>61295.403333333335</c:v>
                </c:pt>
                <c:pt idx="3">
                  <c:v>61295.403333333335</c:v>
                </c:pt>
                <c:pt idx="4">
                  <c:v>61295.403333333335</c:v>
                </c:pt>
                <c:pt idx="5">
                  <c:v>61295.403333333335</c:v>
                </c:pt>
                <c:pt idx="6">
                  <c:v>61295.403333333335</c:v>
                </c:pt>
                <c:pt idx="7">
                  <c:v>61295.403333333335</c:v>
                </c:pt>
                <c:pt idx="8">
                  <c:v>61295.403333333335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486.6276"/>
          <c:min val="35818.15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45312.53</c:v>
                </c:pt>
                <c:pt idx="1">
                  <c:v>62279.61</c:v>
                </c:pt>
                <c:pt idx="2">
                  <c:v>76294.07</c:v>
                </c:pt>
                <c:pt idx="3">
                  <c:v>101804.04</c:v>
                </c:pt>
                <c:pt idx="4">
                  <c:v>66569.66</c:v>
                </c:pt>
                <c:pt idx="5">
                  <c:v>73044.97</c:v>
                </c:pt>
                <c:pt idx="6">
                  <c:v>163992.25</c:v>
                </c:pt>
                <c:pt idx="7">
                  <c:v>135186.96</c:v>
                </c:pt>
                <c:pt idx="8">
                  <c:v>66862.41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486.6276"/>
          <c:min val="35818.15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217765.1433333333</c:v>
                </c:pt>
                <c:pt idx="1">
                  <c:v>217765.1433333333</c:v>
                </c:pt>
                <c:pt idx="2">
                  <c:v>217765.1433333333</c:v>
                </c:pt>
                <c:pt idx="3">
                  <c:v>217765.1433333333</c:v>
                </c:pt>
                <c:pt idx="4">
                  <c:v>217765.1433333333</c:v>
                </c:pt>
                <c:pt idx="5">
                  <c:v>217765.1433333333</c:v>
                </c:pt>
                <c:pt idx="6">
                  <c:v>217765.1433333333</c:v>
                </c:pt>
                <c:pt idx="7">
                  <c:v>217765.1433333333</c:v>
                </c:pt>
                <c:pt idx="8">
                  <c:v>217765.1433333333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508.28479999996"/>
          <c:min val="171635.6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180454.42</c:v>
                </c:pt>
                <c:pt idx="1">
                  <c:v>215415.4</c:v>
                </c:pt>
                <c:pt idx="2">
                  <c:v>257425.61</c:v>
                </c:pt>
                <c:pt idx="3">
                  <c:v>227801.37</c:v>
                </c:pt>
                <c:pt idx="4">
                  <c:v>273946.79</c:v>
                </c:pt>
                <c:pt idx="5">
                  <c:v>290689.48</c:v>
                </c:pt>
                <c:pt idx="6">
                  <c:v>255919.96</c:v>
                </c:pt>
                <c:pt idx="7">
                  <c:v>288607.42</c:v>
                </c:pt>
                <c:pt idx="8">
                  <c:v>270576.38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508.28479999996"/>
          <c:min val="171635.6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43086.926666666666</c:v>
                </c:pt>
                <c:pt idx="1">
                  <c:v>43086.926666666666</c:v>
                </c:pt>
                <c:pt idx="2">
                  <c:v>43086.926666666666</c:v>
                </c:pt>
                <c:pt idx="3">
                  <c:v>43086.926666666666</c:v>
                </c:pt>
                <c:pt idx="4">
                  <c:v>43086.926666666666</c:v>
                </c:pt>
                <c:pt idx="5">
                  <c:v>43086.926666666666</c:v>
                </c:pt>
                <c:pt idx="6">
                  <c:v>43086.926666666666</c:v>
                </c:pt>
                <c:pt idx="7">
                  <c:v>43086.926666666666</c:v>
                </c:pt>
                <c:pt idx="8">
                  <c:v>43086.926666666666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6847.6136"/>
          <c:min val="10513.1163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38432.31</c:v>
                </c:pt>
                <c:pt idx="1">
                  <c:v>17846.53</c:v>
                </c:pt>
                <c:pt idx="2">
                  <c:v>72981.94</c:v>
                </c:pt>
                <c:pt idx="3">
                  <c:v>61396.62</c:v>
                </c:pt>
                <c:pt idx="4">
                  <c:v>43998.15</c:v>
                </c:pt>
                <c:pt idx="5">
                  <c:v>56554.72</c:v>
                </c:pt>
                <c:pt idx="6">
                  <c:v>73289.44</c:v>
                </c:pt>
                <c:pt idx="7">
                  <c:v>109514.2</c:v>
                </c:pt>
                <c:pt idx="8">
                  <c:v>99458.85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6847.6136"/>
          <c:min val="10513.1163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595696.1966666667</c:v>
                </c:pt>
                <c:pt idx="1">
                  <c:v>595696.1966666667</c:v>
                </c:pt>
                <c:pt idx="2">
                  <c:v>595696.1966666667</c:v>
                </c:pt>
                <c:pt idx="3">
                  <c:v>595696.1966666667</c:v>
                </c:pt>
                <c:pt idx="4">
                  <c:v>595696.1966666667</c:v>
                </c:pt>
                <c:pt idx="5">
                  <c:v>595696.1966666667</c:v>
                </c:pt>
                <c:pt idx="6">
                  <c:v>595696.1966666667</c:v>
                </c:pt>
                <c:pt idx="7">
                  <c:v>595696.1966666667</c:v>
                </c:pt>
                <c:pt idx="8">
                  <c:v>595696.1966666667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3028.7356"/>
          <c:min val="542567.3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553633.61</c:v>
                </c:pt>
                <c:pt idx="1">
                  <c:v>608333.29</c:v>
                </c:pt>
                <c:pt idx="2">
                  <c:v>625121.69</c:v>
                </c:pt>
                <c:pt idx="3">
                  <c:v>667375.92</c:v>
                </c:pt>
                <c:pt idx="4">
                  <c:v>600165.72</c:v>
                </c:pt>
                <c:pt idx="5">
                  <c:v>599891.5</c:v>
                </c:pt>
                <c:pt idx="6">
                  <c:v>691962.43</c:v>
                </c:pt>
                <c:pt idx="7">
                  <c:v>639472.55</c:v>
                </c:pt>
                <c:pt idx="8">
                  <c:v>605568.27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3028.7356"/>
          <c:min val="542567.3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2.15</c:v>
                </c:pt>
                <c:pt idx="1">
                  <c:v>1.94</c:v>
                </c:pt>
                <c:pt idx="2">
                  <c:v>2.46</c:v>
                </c:pt>
                <c:pt idx="3">
                  <c:v>2.72</c:v>
                </c:pt>
                <c:pt idx="4">
                  <c:v>2.16</c:v>
                </c:pt>
                <c:pt idx="5">
                  <c:v>2.66</c:v>
                </c:pt>
                <c:pt idx="6">
                  <c:v>3.14</c:v>
                </c:pt>
                <c:pt idx="7">
                  <c:v>2.75</c:v>
                </c:pt>
                <c:pt idx="8">
                  <c:v>2.78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majorGridlines>
          <c:spPr>
            <a:ln w="9525" cap="flat">
              <a:solidFill>
                <a:srgbClr val="D9D9D9"/>
              </a:solidFill>
              <a:prstDash val="solid"/>
              <a:round/>
            </a:ln>
          </c:spPr>
        </c:majorGridlines>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2.46</c:v>
                </c:pt>
                <c:pt idx="3">
                  <c:v>2.72</c:v>
                </c:pt>
                <c:pt idx="4">
                  <c:v/>
                </c:pt>
                <c:pt idx="5">
                  <c:v>2.66</c:v>
                </c:pt>
                <c:pt idx="6">
                  <c:v>3.14</c:v>
                </c:pt>
                <c:pt idx="7">
                  <c:v>2.75</c:v>
                </c:pt>
                <c:pt idx="8">
                  <c:v>2.78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2.15</c:v>
                </c:pt>
                <c:pt idx="1">
                  <c:v>1.94</c:v>
                </c:pt>
                <c:pt idx="2">
                  <c:v/>
                </c:pt>
                <c:pt idx="3">
                  <c:v/>
                </c:pt>
                <c:pt idx="4">
                  <c:v>2.16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2.79</c:v>
                </c:pt>
                <c:pt idx="1">
                  <c:v>2.37</c:v>
                </c:pt>
                <c:pt idx="2">
                  <c:v/>
                </c:pt>
                <c:pt idx="3">
                  <c:v/>
                </c:pt>
                <c:pt idx="4">
                  <c:v>2.45</c:v>
                </c:pt>
                <c:pt idx="5">
                  <c:v/>
                </c:pt>
                <c:pt idx="6">
                  <c:v/>
                </c:pt>
                <c:pt idx="7">
                  <c:v/>
                </c:pt>
                <c:pt idx="8">
                  <c:v/>
                </c:pt>
                <c:pt idx="9">
                  <c:v>3.21</c:v>
                </c:pt>
                <c:pt idx="10">
                  <c:v/>
                </c:pt>
                <c:pt idx="11">
                  <c:v>2.16</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2.31</c:v>
                </c:pt>
                <c:pt idx="3">
                  <c:v>2.58</c:v>
                </c:pt>
                <c:pt idx="4">
                  <c:v/>
                </c:pt>
                <c:pt idx="5">
                  <c:v>2.59</c:v>
                </c:pt>
                <c:pt idx="6">
                  <c:v>2.77</c:v>
                </c:pt>
                <c:pt idx="7">
                  <c:v>2.43</c:v>
                </c:pt>
                <c:pt idx="8">
                  <c:v>2.28</c:v>
                </c:pt>
                <c:pt idx="9">
                  <c:v/>
                </c:pt>
                <c:pt idx="10">
                  <c:v>1.97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2.79</c:v>
                </c:pt>
                <c:pt idx="1">
                  <c:v>2.37</c:v>
                </c:pt>
                <c:pt idx="2">
                  <c:v>2.31</c:v>
                </c:pt>
                <c:pt idx="3">
                  <c:v>2.58</c:v>
                </c:pt>
                <c:pt idx="4">
                  <c:v>2.45</c:v>
                </c:pt>
                <c:pt idx="5">
                  <c:v>2.59</c:v>
                </c:pt>
                <c:pt idx="6">
                  <c:v>2.77</c:v>
                </c:pt>
                <c:pt idx="7">
                  <c:v>2.43</c:v>
                </c:pt>
                <c:pt idx="8">
                  <c:v>2.28</c:v>
                </c:pt>
                <c:pt idx="9">
                  <c:v>3.21</c:v>
                </c:pt>
                <c:pt idx="10">
                  <c:v>1.97</c:v>
                </c:pt>
                <c:pt idx="11">
                  <c:v>2.16</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123215.66</c:v>
                </c:pt>
                <c:pt idx="1">
                  <c:v>110010.36</c:v>
                </c:pt>
                <c:pt idx="2">
                  <c:v>96829.34</c:v>
                </c:pt>
                <c:pt idx="3">
                  <c:v>95331.84</c:v>
                </c:pt>
                <c:pt idx="4">
                  <c:v>110877.46</c:v>
                </c:pt>
                <c:pt idx="5">
                  <c:v>102619.21</c:v>
                </c:pt>
                <c:pt idx="6">
                  <c:v>90650.85</c:v>
                </c:pt>
                <c:pt idx="7">
                  <c:v>85532.76</c:v>
                </c:pt>
                <c:pt idx="8">
                  <c:v>100726.47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148016.81</c:v>
                </c:pt>
                <c:pt idx="1">
                  <c:v>159327.37</c:v>
                </c:pt>
                <c:pt idx="2">
                  <c:v>128970.55</c:v>
                </c:pt>
                <c:pt idx="3">
                  <c:v>179906.37</c:v>
                </c:pt>
                <c:pt idx="4">
                  <c:v>145330.98</c:v>
                </c:pt>
                <c:pt idx="5">
                  <c:v>138184.45</c:v>
                </c:pt>
                <c:pt idx="6">
                  <c:v>173029.51</c:v>
                </c:pt>
                <c:pt idx="7">
                  <c:v>147169.38</c:v>
                </c:pt>
                <c:pt idx="8">
                  <c:v>152825.04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456.2588"/>
          <c:min val="77982.8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252903.37</c:v>
                </c:pt>
                <c:pt idx="1">
                  <c:v>223193.9</c:v>
                </c:pt>
                <c:pt idx="2">
                  <c:v>179482.82</c:v>
                </c:pt>
                <c:pt idx="3">
                  <c:v>217918.37</c:v>
                </c:pt>
                <c:pt idx="4">
                  <c:v>195605.65</c:v>
                </c:pt>
                <c:pt idx="5">
                  <c:v>237974.66</c:v>
                </c:pt>
                <c:pt idx="6">
                  <c:v>296747.55</c:v>
                </c:pt>
                <c:pt idx="7">
                  <c:v>190269.24</c:v>
                </c:pt>
                <c:pt idx="8">
                  <c:v>153857.55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192210.48</c:v>
                </c:pt>
                <c:pt idx="1">
                  <c:v>178646.09</c:v>
                </c:pt>
                <c:pt idx="2">
                  <c:v>228462.83</c:v>
                </c:pt>
                <c:pt idx="3">
                  <c:v>218643.28</c:v>
                </c:pt>
                <c:pt idx="4">
                  <c:v>248224.17</c:v>
                </c:pt>
                <c:pt idx="5">
                  <c:v>308083.82</c:v>
                </c:pt>
                <c:pt idx="6">
                  <c:v>261983.18</c:v>
                </c:pt>
                <c:pt idx="7">
                  <c:v>279538.54</c:v>
                </c:pt>
                <c:pt idx="8">
                  <c:v>322950.41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6477.83879999997"/>
          <c:min val="140330.1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43201.78</c:v>
                </c:pt>
                <c:pt idx="1">
                  <c:v>44815.95</c:v>
                </c:pt>
                <c:pt idx="2">
                  <c:v>55934.55</c:v>
                </c:pt>
                <c:pt idx="3">
                  <c:v>29188.55</c:v>
                </c:pt>
                <c:pt idx="4">
                  <c:v>31503.8</c:v>
                </c:pt>
                <c:pt idx="5">
                  <c:v>20986.14</c:v>
                </c:pt>
                <c:pt idx="6">
                  <c:v>46723.29</c:v>
                </c:pt>
                <c:pt idx="7">
                  <c:v>20430.16</c:v>
                </c:pt>
                <c:pt idx="8">
                  <c:v>14569.03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30131.57</c:v>
                </c:pt>
                <c:pt idx="1">
                  <c:v>40975.9</c:v>
                </c:pt>
                <c:pt idx="2">
                  <c:v>54618.91</c:v>
                </c:pt>
                <c:pt idx="3">
                  <c:v>63568.61</c:v>
                </c:pt>
                <c:pt idx="4">
                  <c:v>51049.48</c:v>
                </c:pt>
                <c:pt idx="5">
                  <c:v>67600.24</c:v>
                </c:pt>
                <c:pt idx="6">
                  <c:v>88176.2</c:v>
                </c:pt>
                <c:pt idx="7">
                  <c:v>61545.37</c:v>
                </c:pt>
                <c:pt idx="8">
                  <c:v>65597.54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4064.7736"/>
          <c:min val="8680.456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134413.76</c:v>
                </c:pt>
                <c:pt idx="1">
                  <c:v>136166.98</c:v>
                </c:pt>
                <c:pt idx="2">
                  <c:v>142112.21</c:v>
                </c:pt>
                <c:pt idx="3">
                  <c:v>113010.98</c:v>
                </c:pt>
                <c:pt idx="4">
                  <c:v>146326.63</c:v>
                </c:pt>
                <c:pt idx="5">
                  <c:v>146038.82</c:v>
                </c:pt>
                <c:pt idx="6">
                  <c:v>191991.01</c:v>
                </c:pt>
                <c:pt idx="7">
                  <c:v>187453.94</c:v>
                </c:pt>
                <c:pt idx="8">
                  <c:v>131852.86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157224.41</c:v>
                </c:pt>
                <c:pt idx="1">
                  <c:v>102566.59</c:v>
                </c:pt>
                <c:pt idx="2">
                  <c:v>185045.24</c:v>
                </c:pt>
                <c:pt idx="3">
                  <c:v>139131.5</c:v>
                </c:pt>
                <c:pt idx="4">
                  <c:v>149729.75</c:v>
                </c:pt>
                <c:pt idx="5">
                  <c:v>194804.38</c:v>
                </c:pt>
                <c:pt idx="6">
                  <c:v>225767.55</c:v>
                </c:pt>
                <c:pt idx="7">
                  <c:v>194766.05</c:v>
                </c:pt>
                <c:pt idx="8">
                  <c:v>186236.46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623.6268"/>
          <c:min val="92710.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55321.72</c:v>
                </c:pt>
                <c:pt idx="1">
                  <c:v>54548.56</c:v>
                </c:pt>
                <c:pt idx="2">
                  <c:v>47454.96</c:v>
                </c:pt>
                <c:pt idx="3">
                  <c:v>92027.64</c:v>
                </c:pt>
                <c:pt idx="4">
                  <c:v>63683.07</c:v>
                </c:pt>
                <c:pt idx="5">
                  <c:v>68067.68</c:v>
                </c:pt>
                <c:pt idx="6">
                  <c:v>75466.91</c:v>
                </c:pt>
                <c:pt idx="7">
                  <c:v>72641.58</c:v>
                </c:pt>
                <c:pt idx="8">
                  <c:v>62078.61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76050.03</c:v>
                </c:pt>
                <c:pt idx="1">
                  <c:v>73273.59</c:v>
                </c:pt>
                <c:pt idx="2">
                  <c:v>81634.74</c:v>
                </c:pt>
                <c:pt idx="3">
                  <c:v>94249.5</c:v>
                </c:pt>
                <c:pt idx="4">
                  <c:v>67981.64</c:v>
                </c:pt>
                <c:pt idx="5">
                  <c:v>108381.83</c:v>
                </c:pt>
                <c:pt idx="6">
                  <c:v>109246.03</c:v>
                </c:pt>
                <c:pt idx="7">
                  <c:v>81026.75</c:v>
                </c:pt>
                <c:pt idx="8">
                  <c:v>79296.99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4189.3156"/>
          <c:min val="42511.6743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189947.72</c:v>
                </c:pt>
                <c:pt idx="1">
                  <c:v>162230.85</c:v>
                </c:pt>
                <c:pt idx="2">
                  <c:v>178323.25</c:v>
                </c:pt>
                <c:pt idx="3">
                  <c:v>208646.79</c:v>
                </c:pt>
                <c:pt idx="4">
                  <c:v>256912.26</c:v>
                </c:pt>
                <c:pt idx="5">
                  <c:v>180726.7</c:v>
                </c:pt>
                <c:pt idx="6">
                  <c:v>201546.97</c:v>
                </c:pt>
                <c:pt idx="7">
                  <c:v>197732.03</c:v>
                </c:pt>
                <c:pt idx="8">
                  <c:v>231336.45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142896.78</c:v>
                </c:pt>
                <c:pt idx="1">
                  <c:v>92107.51</c:v>
                </c:pt>
                <c:pt idx="2">
                  <c:v>127753.03</c:v>
                </c:pt>
                <c:pt idx="3">
                  <c:v>216989.45</c:v>
                </c:pt>
                <c:pt idx="4">
                  <c:v>141674.57</c:v>
                </c:pt>
                <c:pt idx="5">
                  <c:v>149404.88</c:v>
                </c:pt>
                <c:pt idx="6">
                  <c:v>225880.72</c:v>
                </c:pt>
                <c:pt idx="7">
                  <c:v>152011.84</c:v>
                </c:pt>
                <c:pt idx="8">
                  <c:v>194426.91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0096.64"/>
          <c:min val="78923.12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235100.17</c:v>
                </c:pt>
                <c:pt idx="1">
                  <c:v>223369.51</c:v>
                </c:pt>
                <c:pt idx="2">
                  <c:v>198683.97</c:v>
                </c:pt>
                <c:pt idx="3">
                  <c:v>203999.16</c:v>
                </c:pt>
                <c:pt idx="4">
                  <c:v>193727.9</c:v>
                </c:pt>
                <c:pt idx="5">
                  <c:v>214511.09</c:v>
                </c:pt>
                <c:pt idx="6">
                  <c:v>266254.12</c:v>
                </c:pt>
                <c:pt idx="7">
                  <c:v>224751.57</c:v>
                </c:pt>
                <c:pt idx="8">
                  <c:v>219517.46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154695.8</c:v>
                </c:pt>
                <c:pt idx="1">
                  <c:v>211049.3</c:v>
                </c:pt>
                <c:pt idx="2">
                  <c:v>233643.92</c:v>
                </c:pt>
                <c:pt idx="3">
                  <c:v>196463.73</c:v>
                </c:pt>
                <c:pt idx="4">
                  <c:v>176540.16</c:v>
                </c:pt>
                <c:pt idx="5">
                  <c:v>176088.02</c:v>
                </c:pt>
                <c:pt idx="6">
                  <c:v>194226.98</c:v>
                </c:pt>
                <c:pt idx="7">
                  <c:v>220020.33</c:v>
                </c:pt>
                <c:pt idx="8">
                  <c:v>171512.83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5178.7856"/>
          <c:min val="145771.1343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125680</c:v>
                </c:pt>
                <c:pt idx="1">
                  <c:v>107016.81</c:v>
                </c:pt>
                <c:pt idx="2">
                  <c:v>117943.74</c:v>
                </c:pt>
                <c:pt idx="3">
                  <c:v>96609.31</c:v>
                </c:pt>
                <c:pt idx="4">
                  <c:v>101029.54</c:v>
                </c:pt>
                <c:pt idx="5">
                  <c:v>58681.66</c:v>
                </c:pt>
                <c:pt idx="6">
                  <c:v>112248.66</c:v>
                </c:pt>
                <c:pt idx="7">
                  <c:v>43704.85</c:v>
                </c:pt>
                <c:pt idx="8">
                  <c:v>48775.59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56609.46</c:v>
                </c:pt>
                <c:pt idx="1">
                  <c:v>55714.53</c:v>
                </c:pt>
                <c:pt idx="2">
                  <c:v>60023.65</c:v>
                </c:pt>
                <c:pt idx="3">
                  <c:v>56589.33</c:v>
                </c:pt>
                <c:pt idx="4">
                  <c:v>48530.9</c:v>
                </c:pt>
                <c:pt idx="5">
                  <c:v>61490.04</c:v>
                </c:pt>
                <c:pt idx="6">
                  <c:v>101592.87</c:v>
                </c:pt>
                <c:pt idx="7">
                  <c:v>64314.52</c:v>
                </c:pt>
                <c:pt idx="8">
                  <c:v>63921.71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238.012"/>
          <c:min val="37146.837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120336.79</c:v>
                </c:pt>
                <c:pt idx="1">
                  <c:v>99641.21</c:v>
                </c:pt>
                <c:pt idx="2">
                  <c:v>72810.24</c:v>
                </c:pt>
                <c:pt idx="3">
                  <c:v>115223.2</c:v>
                </c:pt>
                <c:pt idx="4">
                  <c:v>93203.85</c:v>
                </c:pt>
                <c:pt idx="5">
                  <c:v>114670.06</c:v>
                </c:pt>
                <c:pt idx="6">
                  <c:v>108656.19</c:v>
                </c:pt>
                <c:pt idx="7">
                  <c:v>74005.2</c:v>
                </c:pt>
                <c:pt idx="8">
                  <c:v>122291.01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68736.62</c:v>
                </c:pt>
                <c:pt idx="1">
                  <c:v>93035.19</c:v>
                </c:pt>
                <c:pt idx="2">
                  <c:v>83390.54</c:v>
                </c:pt>
                <c:pt idx="3">
                  <c:v>54122</c:v>
                </c:pt>
                <c:pt idx="4">
                  <c:v>75146.85</c:v>
                </c:pt>
                <c:pt idx="5">
                  <c:v>97428.29</c:v>
                </c:pt>
                <c:pt idx="6">
                  <c:v>76205.69</c:v>
                </c:pt>
                <c:pt idx="7">
                  <c:v>82008.78</c:v>
                </c:pt>
                <c:pt idx="8">
                  <c:v>58643.86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7744.5308"/>
          <c:min val="48668.4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67269.28</c:v>
                </c:pt>
                <c:pt idx="1">
                  <c:v>38966.85</c:v>
                </c:pt>
                <c:pt idx="2">
                  <c:v>40788.52</c:v>
                </c:pt>
                <c:pt idx="3">
                  <c:v>48717.99</c:v>
                </c:pt>
                <c:pt idx="4">
                  <c:v>86983.88</c:v>
                </c:pt>
                <c:pt idx="5">
                  <c:v>50432.82</c:v>
                </c:pt>
                <c:pt idx="6">
                  <c:v>58049.4</c:v>
                </c:pt>
                <c:pt idx="7">
                  <c:v>62697.4</c:v>
                </c:pt>
                <c:pt idx="8">
                  <c:v>65157.71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39781.29</c:v>
                </c:pt>
                <c:pt idx="1">
                  <c:v>20862.86</c:v>
                </c:pt>
                <c:pt idx="2">
                  <c:v>34330.16</c:v>
                </c:pt>
                <c:pt idx="3">
                  <c:v>47611.18</c:v>
                </c:pt>
                <c:pt idx="4">
                  <c:v>39832</c:v>
                </c:pt>
                <c:pt idx="5">
                  <c:v>23262.07</c:v>
                </c:pt>
                <c:pt idx="6">
                  <c:v>18770.66</c:v>
                </c:pt>
                <c:pt idx="7">
                  <c:v>41045</c:v>
                </c:pt>
                <c:pt idx="8">
                  <c:v>44226.97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2440.9376"/>
          <c:min val="13313.6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134753.90333333335</c:v>
                </c:pt>
                <c:pt idx="1">
                  <c:v>134753.90333333335</c:v>
                </c:pt>
                <c:pt idx="2">
                  <c:v>134753.90333333335</c:v>
                </c:pt>
                <c:pt idx="3">
                  <c:v>134753.90333333335</c:v>
                </c:pt>
                <c:pt idx="4">
                  <c:v>134753.90333333335</c:v>
                </c:pt>
                <c:pt idx="5">
                  <c:v>134753.90333333335</c:v>
                </c:pt>
                <c:pt idx="6">
                  <c:v>134753.90333333335</c:v>
                </c:pt>
                <c:pt idx="7">
                  <c:v>134753.90333333335</c:v>
                </c:pt>
                <c:pt idx="8">
                  <c:v>134753.90333333335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5273.0812"/>
          <c:min val="37383.0387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132371.69</c:v>
                </c:pt>
                <c:pt idx="1">
                  <c:v>119337.79</c:v>
                </c:pt>
                <c:pt idx="2">
                  <c:v>152552.23</c:v>
                </c:pt>
                <c:pt idx="3">
                  <c:v>185905.84</c:v>
                </c:pt>
                <c:pt idx="4">
                  <c:v>59306.49</c:v>
                </c:pt>
                <c:pt idx="5">
                  <c:v>174179.54</c:v>
                </c:pt>
                <c:pt idx="6">
                  <c:v>333349.63</c:v>
                </c:pt>
                <c:pt idx="7">
                  <c:v>179704.81</c:v>
                </c:pt>
                <c:pt idx="8">
                  <c:v>212928.61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5273.0812"/>
          <c:min val="37383.0387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199773.1333333333</c:v>
                </c:pt>
                <c:pt idx="1">
                  <c:v>199773.1333333333</c:v>
                </c:pt>
                <c:pt idx="2">
                  <c:v>199773.1333333333</c:v>
                </c:pt>
                <c:pt idx="3">
                  <c:v>199773.1333333333</c:v>
                </c:pt>
                <c:pt idx="4">
                  <c:v>199773.1333333333</c:v>
                </c:pt>
                <c:pt idx="5">
                  <c:v>199773.1333333333</c:v>
                </c:pt>
                <c:pt idx="6">
                  <c:v>199773.1333333333</c:v>
                </c:pt>
                <c:pt idx="7">
                  <c:v>199773.1333333333</c:v>
                </c:pt>
                <c:pt idx="8">
                  <c:v>199773.1333333333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494.7556"/>
          <c:min val="167101.7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192210.48</c:v>
                </c:pt>
                <c:pt idx="1">
                  <c:v>178646.09</c:v>
                </c:pt>
                <c:pt idx="2">
                  <c:v>228462.83</c:v>
                </c:pt>
                <c:pt idx="3">
                  <c:v>218643.28</c:v>
                </c:pt>
                <c:pt idx="4">
                  <c:v>248224.17</c:v>
                </c:pt>
                <c:pt idx="5">
                  <c:v>308083.82</c:v>
                </c:pt>
                <c:pt idx="6">
                  <c:v>261983.18</c:v>
                </c:pt>
                <c:pt idx="7">
                  <c:v>279538.54</c:v>
                </c:pt>
                <c:pt idx="8">
                  <c:v>322950.41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494.7556"/>
          <c:min val="167101.7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120919.10666666666</c:v>
                </c:pt>
                <c:pt idx="1">
                  <c:v>120919.10666666666</c:v>
                </c:pt>
                <c:pt idx="2">
                  <c:v>120919.10666666666</c:v>
                </c:pt>
                <c:pt idx="3">
                  <c:v>120919.10666666666</c:v>
                </c:pt>
                <c:pt idx="4">
                  <c:v>120919.10666666666</c:v>
                </c:pt>
                <c:pt idx="5">
                  <c:v>120919.10666666666</c:v>
                </c:pt>
                <c:pt idx="6">
                  <c:v>120919.10666666666</c:v>
                </c:pt>
                <c:pt idx="7">
                  <c:v>120919.10666666666</c:v>
                </c:pt>
                <c:pt idx="8">
                  <c:v>120919.10666666666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6582.5768"/>
          <c:min val="81405.65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142896.78</c:v>
                </c:pt>
                <c:pt idx="1">
                  <c:v>92107.51</c:v>
                </c:pt>
                <c:pt idx="2">
                  <c:v>127753.03</c:v>
                </c:pt>
                <c:pt idx="3">
                  <c:v>216989.45</c:v>
                </c:pt>
                <c:pt idx="4">
                  <c:v>141674.57</c:v>
                </c:pt>
                <c:pt idx="5">
                  <c:v>149404.88</c:v>
                </c:pt>
                <c:pt idx="6">
                  <c:v>225880.72</c:v>
                </c:pt>
                <c:pt idx="7">
                  <c:v>152011.84</c:v>
                </c:pt>
                <c:pt idx="8">
                  <c:v>194426.91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6582.5768"/>
          <c:min val="81405.65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148278.74666666667</c:v>
                </c:pt>
                <c:pt idx="1">
                  <c:v>148278.74666666667</c:v>
                </c:pt>
                <c:pt idx="2">
                  <c:v>148278.74666666667</c:v>
                </c:pt>
                <c:pt idx="3">
                  <c:v>148278.74666666667</c:v>
                </c:pt>
                <c:pt idx="4">
                  <c:v>148278.74666666667</c:v>
                </c:pt>
                <c:pt idx="5">
                  <c:v>148278.74666666667</c:v>
                </c:pt>
                <c:pt idx="6">
                  <c:v>148278.74666666667</c:v>
                </c:pt>
                <c:pt idx="7">
                  <c:v>148278.74666666667</c:v>
                </c:pt>
                <c:pt idx="8">
                  <c:v>148278.74666666667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623.6268"/>
          <c:min val="92710.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157224.41</c:v>
                </c:pt>
                <c:pt idx="1">
                  <c:v>102566.59</c:v>
                </c:pt>
                <c:pt idx="2">
                  <c:v>185045.24</c:v>
                </c:pt>
                <c:pt idx="3">
                  <c:v>139131.5</c:v>
                </c:pt>
                <c:pt idx="4">
                  <c:v>149729.75</c:v>
                </c:pt>
                <c:pt idx="5">
                  <c:v>194804.38</c:v>
                </c:pt>
                <c:pt idx="6">
                  <c:v>225767.55</c:v>
                </c:pt>
                <c:pt idx="7">
                  <c:v>194766.05</c:v>
                </c:pt>
                <c:pt idx="8">
                  <c:v>186236.46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623.6268"/>
          <c:min val="92710.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98169.88</c:v>
                </c:pt>
                <c:pt idx="1">
                  <c:v>98169.88</c:v>
                </c:pt>
                <c:pt idx="2">
                  <c:v>98169.88</c:v>
                </c:pt>
                <c:pt idx="3">
                  <c:v>98169.88</c:v>
                </c:pt>
                <c:pt idx="4">
                  <c:v>98169.88</c:v>
                </c:pt>
                <c:pt idx="5">
                  <c:v>98169.88</c:v>
                </c:pt>
                <c:pt idx="6">
                  <c:v>98169.88</c:v>
                </c:pt>
                <c:pt idx="7">
                  <c:v>98169.88</c:v>
                </c:pt>
                <c:pt idx="8">
                  <c:v>98169.88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840.6324"/>
          <c:min val="88769.3176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93325.96</c:v>
                </c:pt>
                <c:pt idx="1">
                  <c:v>94528.78</c:v>
                </c:pt>
                <c:pt idx="2">
                  <c:v>106654.9</c:v>
                </c:pt>
                <c:pt idx="3">
                  <c:v>126886.18</c:v>
                </c:pt>
                <c:pt idx="4">
                  <c:v>97428.77</c:v>
                </c:pt>
                <c:pt idx="5">
                  <c:v>132940.31</c:v>
                </c:pt>
                <c:pt idx="6">
                  <c:v>138855.27</c:v>
                </c:pt>
                <c:pt idx="7">
                  <c:v>120322.7</c:v>
                </c:pt>
                <c:pt idx="8">
                  <c:v>150283.99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840.6324"/>
          <c:min val="88769.3176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136708.57</c:v>
                </c:pt>
                <c:pt idx="1">
                  <c:v>112824.28</c:v>
                </c:pt>
                <c:pt idx="2">
                  <c:v>111636.20999999999</c:v>
                </c:pt>
                <c:pt idx="3">
                  <c:v>138557</c:v>
                </c:pt>
                <c:pt idx="4">
                  <c:v>102306.09</c:v>
                </c:pt>
                <c:pt idx="5">
                  <c:v>110209.59</c:v>
                </c:pt>
                <c:pt idx="6">
                  <c:v>167539.66999999998</c:v>
                </c:pt>
                <c:pt idx="7">
                  <c:v>130883.47</c:v>
                </c:pt>
                <c:pt idx="8">
                  <c:v>120116.82999999999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122685.44</c:v>
                </c:pt>
                <c:pt idx="1">
                  <c:v>170274.09</c:v>
                </c:pt>
                <c:pt idx="2">
                  <c:v>181574.05</c:v>
                </c:pt>
                <c:pt idx="3">
                  <c:v>159002.65</c:v>
                </c:pt>
                <c:pt idx="4">
                  <c:v>158555.92</c:v>
                </c:pt>
                <c:pt idx="5">
                  <c:v>177958.81</c:v>
                </c:pt>
                <c:pt idx="6">
                  <c:v>206377.29</c:v>
                </c:pt>
                <c:pt idx="7">
                  <c:v>179348.7</c:v>
                </c:pt>
                <c:pt idx="8">
                  <c:v>179494.38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702.986"/>
          <c:min val="93980.3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279158.61</c:v>
                </c:pt>
                <c:pt idx="1">
                  <c:v>246299.61</c:v>
                </c:pt>
                <c:pt idx="2">
                  <c:v>277949.06</c:v>
                </c:pt>
                <c:pt idx="3">
                  <c:v>257326.83000000002</c:v>
                </c:pt>
                <c:pt idx="4">
                  <c:v>261986.21</c:v>
                </c:pt>
                <c:pt idx="5">
                  <c:v>230101.88</c:v>
                </c:pt>
                <c:pt idx="6">
                  <c:v>240805.24</c:v>
                </c:pt>
                <c:pt idx="7">
                  <c:v>274478.65</c:v>
                </c:pt>
                <c:pt idx="8">
                  <c:v>196527.96000000002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318330.82</c:v>
                </c:pt>
                <c:pt idx="1">
                  <c:v>312431.39</c:v>
                </c:pt>
                <c:pt idx="2">
                  <c:v>357803.52999999997</c:v>
                </c:pt>
                <c:pt idx="3">
                  <c:v>316035.44</c:v>
                </c:pt>
                <c:pt idx="4">
                  <c:v>297229.79000000004</c:v>
                </c:pt>
                <c:pt idx="5">
                  <c:v>310532.31</c:v>
                </c:pt>
                <c:pt idx="6">
                  <c:v>341103.91000000003</c:v>
                </c:pt>
                <c:pt idx="7">
                  <c:v>359225.20999999996</c:v>
                </c:pt>
                <c:pt idx="8">
                  <c:v>369333.19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3157.6084"/>
          <c:min val="182703.5416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340480.1</c:v>
                </c:pt>
                <c:pt idx="1">
                  <c:v>275067.74</c:v>
                </c:pt>
                <c:pt idx="2">
                  <c:v>379293.83</c:v>
                </c:pt>
                <c:pt idx="3">
                  <c:v>394725.16000000003</c:v>
                </c:pt>
                <c:pt idx="4">
                  <c:v>367038.15</c:v>
                </c:pt>
                <c:pt idx="5">
                  <c:v>351035.32</c:v>
                </c:pt>
                <c:pt idx="6">
                  <c:v>419932</c:v>
                </c:pt>
                <c:pt idx="7">
                  <c:v>404285.91000000003</c:v>
                </c:pt>
                <c:pt idx="8">
                  <c:v>449602.85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439181.49</c:v>
                </c:pt>
                <c:pt idx="1">
                  <c:v>416904.62</c:v>
                </c:pt>
                <c:pt idx="2">
                  <c:v>459207.05</c:v>
                </c:pt>
                <c:pt idx="3">
                  <c:v>457504.79</c:v>
                </c:pt>
                <c:pt idx="4">
                  <c:v>496653.73</c:v>
                </c:pt>
                <c:pt idx="5">
                  <c:v>485200.04000000004</c:v>
                </c:pt>
                <c:pt idx="6">
                  <c:v>480320.26</c:v>
                </c:pt>
                <c:pt idx="7">
                  <c:v>447921.62</c:v>
                </c:pt>
                <c:pt idx="8">
                  <c:v>462303.26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4380.6092"/>
          <c:min val="257340.86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1233307.13</c:v>
                </c:pt>
                <c:pt idx="1">
                  <c:v>1076185.69</c:v>
                </c:pt>
                <c:pt idx="2">
                  <c:v>1033434.47</c:v>
                </c:pt>
                <c:pt idx="3">
                  <c:v>1191040.44</c:v>
                </c:pt>
                <c:pt idx="4">
                  <c:v>1162337.33</c:v>
                </c:pt>
                <c:pt idx="5">
                  <c:v>1239673.18</c:v>
                </c:pt>
                <c:pt idx="6">
                  <c:v>1220020.68</c:v>
                </c:pt>
                <c:pt idx="7">
                  <c:v>1281204.26</c:v>
                </c:pt>
                <c:pt idx="8">
                  <c:v>1198190.77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1385055.3800000001</c:v>
                </c:pt>
                <c:pt idx="1">
                  <c:v>1353588.3</c:v>
                </c:pt>
                <c:pt idx="2">
                  <c:v>1379665.18</c:v>
                </c:pt>
                <c:pt idx="3">
                  <c:v>1452085.1400000001</c:v>
                </c:pt>
                <c:pt idx="4">
                  <c:v>1180106.69</c:v>
                </c:pt>
                <c:pt idx="5">
                  <c:v>1305129.98</c:v>
                </c:pt>
                <c:pt idx="6">
                  <c:v>1604751.2200000002</c:v>
                </c:pt>
                <c:pt idx="7">
                  <c:v>1291680.98</c:v>
                </c:pt>
                <c:pt idx="8">
                  <c:v>1388194.07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50456.5600000003"/>
          <c:min val="987729.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263231.52</c:v>
                </c:pt>
                <c:pt idx="1">
                  <c:v>234356.07</c:v>
                </c:pt>
                <c:pt idx="2">
                  <c:v>241304.58000000002</c:v>
                </c:pt>
                <c:pt idx="3">
                  <c:v>349118.76</c:v>
                </c:pt>
                <c:pt idx="4">
                  <c:v>243181.2</c:v>
                </c:pt>
                <c:pt idx="5">
                  <c:v>248700.12</c:v>
                </c:pt>
                <c:pt idx="6">
                  <c:v>258834.46000000002</c:v>
                </c:pt>
                <c:pt idx="7">
                  <c:v>251010.46000000002</c:v>
                </c:pt>
                <c:pt idx="8">
                  <c:v>242456.11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281179.99</c:v>
                </c:pt>
                <c:pt idx="1">
                  <c:v>278749.47</c:v>
                </c:pt>
                <c:pt idx="2">
                  <c:v>304104.73</c:v>
                </c:pt>
                <c:pt idx="3">
                  <c:v>354141.44</c:v>
                </c:pt>
                <c:pt idx="4">
                  <c:v>274184</c:v>
                </c:pt>
                <c:pt idx="5">
                  <c:v>316107.88</c:v>
                </c:pt>
                <c:pt idx="6">
                  <c:v>317699.21</c:v>
                </c:pt>
                <c:pt idx="7">
                  <c:v>270325.27</c:v>
                </c:pt>
                <c:pt idx="8">
                  <c:v>303744.64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3724.2696"/>
          <c:min val="224773.2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566830.23</c:v>
                </c:pt>
                <c:pt idx="1">
                  <c:v>504828.86</c:v>
                </c:pt>
                <c:pt idx="2">
                  <c:v>482747.35</c:v>
                </c:pt>
                <c:pt idx="3">
                  <c:v>372562.69999999995</c:v>
                </c:pt>
                <c:pt idx="4">
                  <c:v>307076.6</c:v>
                </c:pt>
                <c:pt idx="5">
                  <c:v>275196.9</c:v>
                </c:pt>
                <c:pt idx="6">
                  <c:v>261415.97000000003</c:v>
                </c:pt>
                <c:pt idx="7">
                  <c:v>340682.17</c:v>
                </c:pt>
                <c:pt idx="8">
                  <c:v>298596.23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292739.36</c:v>
                </c:pt>
                <c:pt idx="1">
                  <c:v>331018.14</c:v>
                </c:pt>
                <c:pt idx="2">
                  <c:v>334322.33</c:v>
                </c:pt>
                <c:pt idx="3">
                  <c:v>331403.36</c:v>
                </c:pt>
                <c:pt idx="4">
                  <c:v>350644.58</c:v>
                </c:pt>
                <c:pt idx="5">
                  <c:v>338879.20999999996</c:v>
                </c:pt>
                <c:pt idx="6">
                  <c:v>288153.72</c:v>
                </c:pt>
                <c:pt idx="7">
                  <c:v>329076.15</c:v>
                </c:pt>
                <c:pt idx="8">
                  <c:v>296912.56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263.3708"/>
          <c:min val="236982.8292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159983.26</c:v>
                </c:pt>
                <c:pt idx="1">
                  <c:v>115519.44</c:v>
                </c:pt>
                <c:pt idx="2">
                  <c:v>118670.86</c:v>
                </c:pt>
                <c:pt idx="3">
                  <c:v>148822.94</c:v>
                </c:pt>
                <c:pt idx="4">
                  <c:v>126158.02</c:v>
                </c:pt>
                <c:pt idx="5">
                  <c:v>119292.35</c:v>
                </c:pt>
                <c:pt idx="6">
                  <c:v>122834.16999999998</c:v>
                </c:pt>
                <c:pt idx="7">
                  <c:v>123783.98999999999</c:v>
                </c:pt>
                <c:pt idx="8">
                  <c:v>95798.85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117493.94</c:v>
                </c:pt>
                <c:pt idx="1">
                  <c:v>82680.94</c:v>
                </c:pt>
                <c:pt idx="2">
                  <c:v>100488.31</c:v>
                </c:pt>
                <c:pt idx="3">
                  <c:v>115559.59</c:v>
                </c:pt>
                <c:pt idx="4">
                  <c:v>93798.13</c:v>
                </c:pt>
                <c:pt idx="5">
                  <c:v>131122.11</c:v>
                </c:pt>
                <c:pt idx="6">
                  <c:v>127210.19</c:v>
                </c:pt>
                <c:pt idx="7">
                  <c:v>99536.29</c:v>
                </c:pt>
                <c:pt idx="8">
                  <c:v>100128.37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167.4456"/>
          <c:min val="76496.75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548417.28</c:v>
                </c:pt>
                <c:pt idx="1">
                  <c:v>545274.66</c:v>
                </c:pt>
                <c:pt idx="2">
                  <c:v>605611.99</c:v>
                </c:pt>
                <c:pt idx="3">
                  <c:v>542256.23</c:v>
                </c:pt>
                <c:pt idx="4">
                  <c:v>678618.97</c:v>
                </c:pt>
                <c:pt idx="5">
                  <c:v>662986.98</c:v>
                </c:pt>
                <c:pt idx="6">
                  <c:v>675535.23</c:v>
                </c:pt>
                <c:pt idx="7">
                  <c:v>684367.38</c:v>
                </c:pt>
                <c:pt idx="8">
                  <c:v>608424.47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583117.07</c:v>
                </c:pt>
                <c:pt idx="1">
                  <c:v>477083.23</c:v>
                </c:pt>
                <c:pt idx="2">
                  <c:v>515173.79</c:v>
                </c:pt>
                <c:pt idx="3">
                  <c:v>519619.25</c:v>
                </c:pt>
                <c:pt idx="4">
                  <c:v>526372.95</c:v>
                </c:pt>
                <c:pt idx="5">
                  <c:v>562682.6900000001</c:v>
                </c:pt>
                <c:pt idx="6">
                  <c:v>573702.03</c:v>
                </c:pt>
                <c:pt idx="7">
                  <c:v>538592.21</c:v>
                </c:pt>
                <c:pt idx="8">
                  <c:v>493957.77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950.112"/>
          <c:min val="460500.49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602429.89</c:v>
                </c:pt>
                <c:pt idx="1">
                  <c:v>528244.79</c:v>
                </c:pt>
                <c:pt idx="2">
                  <c:v>543139.92</c:v>
                </c:pt>
                <c:pt idx="3">
                  <c:v>574849.89</c:v>
                </c:pt>
                <c:pt idx="4">
                  <c:v>558181.46</c:v>
                </c:pt>
                <c:pt idx="5">
                  <c:v>599446.3400000001</c:v>
                </c:pt>
                <c:pt idx="6">
                  <c:v>598329.81</c:v>
                </c:pt>
                <c:pt idx="7">
                  <c:v>508799.77</c:v>
                </c:pt>
                <c:pt idx="8">
                  <c:v>466259.57000000007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505116.31999999995</c:v>
                </c:pt>
                <c:pt idx="1">
                  <c:v>425545.19</c:v>
                </c:pt>
                <c:pt idx="2">
                  <c:v>523117.75</c:v>
                </c:pt>
                <c:pt idx="3">
                  <c:v>472803.14</c:v>
                </c:pt>
                <c:pt idx="4">
                  <c:v>489370.4</c:v>
                </c:pt>
                <c:pt idx="5">
                  <c:v>563912.45</c:v>
                </c:pt>
                <c:pt idx="6">
                  <c:v>490899.11</c:v>
                </c:pt>
                <c:pt idx="7">
                  <c:v>527163.38</c:v>
                </c:pt>
                <c:pt idx="8">
                  <c:v>461908.64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580.666"/>
          <c:min val="411394.4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967920.61</c:v>
                </c:pt>
                <c:pt idx="1">
                  <c:v>1023151.2</c:v>
                </c:pt>
                <c:pt idx="2">
                  <c:v>1114411.58</c:v>
                </c:pt>
                <c:pt idx="3">
                  <c:v>1115767.1</c:v>
                </c:pt>
                <c:pt idx="4">
                  <c:v>1023812.82</c:v>
                </c:pt>
                <c:pt idx="5">
                  <c:v>1082853.6099999999</c:v>
                </c:pt>
                <c:pt idx="6">
                  <c:v>1152022.0899999999</c:v>
                </c:pt>
                <c:pt idx="7">
                  <c:v>1064155.92</c:v>
                </c:pt>
                <c:pt idx="8">
                  <c:v>912177.99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871632.61</c:v>
                </c:pt>
                <c:pt idx="1">
                  <c:v>837180.61</c:v>
                </c:pt>
                <c:pt idx="2">
                  <c:v>938652.87</c:v>
                </c:pt>
                <c:pt idx="3">
                  <c:v>935728.03</c:v>
                </c:pt>
                <c:pt idx="4">
                  <c:v>926666.1399999999</c:v>
                </c:pt>
                <c:pt idx="5">
                  <c:v>1030137.8499999999</c:v>
                </c:pt>
                <c:pt idx="6">
                  <c:v>979647.22</c:v>
                </c:pt>
                <c:pt idx="7">
                  <c:v>1033811.8300000001</c:v>
                </c:pt>
                <c:pt idx="8">
                  <c:v>1062924.72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77209.4083999998"/>
          <c:min val="811993.29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313194.3666666667</c:v>
                </c:pt>
                <c:pt idx="1">
                  <c:v>313194.3666666667</c:v>
                </c:pt>
                <c:pt idx="2">
                  <c:v>313194.3666666667</c:v>
                </c:pt>
                <c:pt idx="3">
                  <c:v>313194.3666666667</c:v>
                </c:pt>
                <c:pt idx="4">
                  <c:v>313194.3666666667</c:v>
                </c:pt>
                <c:pt idx="5">
                  <c:v>313194.3666666667</c:v>
                </c:pt>
                <c:pt idx="6">
                  <c:v>313194.3666666667</c:v>
                </c:pt>
                <c:pt idx="7">
                  <c:v>313194.3666666667</c:v>
                </c:pt>
                <c:pt idx="8">
                  <c:v>313194.3666666667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3499.21200000006"/>
          <c:min val="223451.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312195.81</c:v>
                </c:pt>
                <c:pt idx="1">
                  <c:v>244144.63</c:v>
                </c:pt>
                <c:pt idx="2">
                  <c:v>383242.66000000003</c:v>
                </c:pt>
                <c:pt idx="3">
                  <c:v>370587.38</c:v>
                </c:pt>
                <c:pt idx="4">
                  <c:v>346514.70999999996</c:v>
                </c:pt>
                <c:pt idx="5">
                  <c:v>373696.75</c:v>
                </c:pt>
                <c:pt idx="6">
                  <c:v>354810.52</c:v>
                </c:pt>
                <c:pt idx="7">
                  <c:v>417024.20999999996</c:v>
                </c:pt>
                <c:pt idx="8">
                  <c:v>502806.28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3499.21200000006"/>
          <c:min val="223451.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227106.68333333335</c:v>
                </c:pt>
                <c:pt idx="1">
                  <c:v>227106.68333333335</c:v>
                </c:pt>
                <c:pt idx="2">
                  <c:v>227106.68333333335</c:v>
                </c:pt>
                <c:pt idx="3">
                  <c:v>227106.68333333335</c:v>
                </c:pt>
                <c:pt idx="4">
                  <c:v>227106.68333333335</c:v>
                </c:pt>
                <c:pt idx="5">
                  <c:v>227106.68333333335</c:v>
                </c:pt>
                <c:pt idx="6">
                  <c:v>227106.68333333335</c:v>
                </c:pt>
                <c:pt idx="7">
                  <c:v>227106.68333333335</c:v>
                </c:pt>
                <c:pt idx="8">
                  <c:v>227106.68333333335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9166.5412"/>
          <c:min val="212049.2988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220126.35</c:v>
                </c:pt>
                <c:pt idx="1">
                  <c:v>225929.27000000002</c:v>
                </c:pt>
                <c:pt idx="2">
                  <c:v>235264.43</c:v>
                </c:pt>
                <c:pt idx="3">
                  <c:v>268052.81</c:v>
                </c:pt>
                <c:pt idx="4">
                  <c:v>236399.33000000002</c:v>
                </c:pt>
                <c:pt idx="5">
                  <c:v>246286.1</c:v>
                </c:pt>
                <c:pt idx="6">
                  <c:v>321089.49</c:v>
                </c:pt>
                <c:pt idx="7">
                  <c:v>286186.58</c:v>
                </c:pt>
                <c:pt idx="8">
                  <c:v>296614.76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9166.5412"/>
          <c:min val="212049.2988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332331.74333333335</c:v>
                </c:pt>
                <c:pt idx="1">
                  <c:v>332331.74333333335</c:v>
                </c:pt>
                <c:pt idx="2">
                  <c:v>332331.74333333335</c:v>
                </c:pt>
                <c:pt idx="3">
                  <c:v>332331.74333333335</c:v>
                </c:pt>
                <c:pt idx="4">
                  <c:v>332331.74333333335</c:v>
                </c:pt>
                <c:pt idx="5">
                  <c:v>332331.74333333335</c:v>
                </c:pt>
                <c:pt idx="6">
                  <c:v>332331.74333333335</c:v>
                </c:pt>
                <c:pt idx="7">
                  <c:v>332331.74333333335</c:v>
                </c:pt>
                <c:pt idx="8">
                  <c:v>332331.74333333335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3070.14239999995"/>
          <c:min val="310778.48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319902.05</c:v>
                </c:pt>
                <c:pt idx="1">
                  <c:v>332719.38</c:v>
                </c:pt>
                <c:pt idx="2">
                  <c:v>344373.8</c:v>
                </c:pt>
                <c:pt idx="3">
                  <c:v>411838.2</c:v>
                </c:pt>
                <c:pt idx="4">
                  <c:v>359315.94</c:v>
                </c:pt>
                <c:pt idx="5">
                  <c:v>360807.55</c:v>
                </c:pt>
                <c:pt idx="6">
                  <c:v>433946.57999999996</c:v>
                </c:pt>
                <c:pt idx="7">
                  <c:v>424949.79000000004</c:v>
                </c:pt>
                <c:pt idx="8">
                  <c:v>428298.29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3070.14239999995"/>
          <c:min val="310778.48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363728.57333333336</c:v>
                </c:pt>
                <c:pt idx="1">
                  <c:v>363728.57333333336</c:v>
                </c:pt>
                <c:pt idx="2">
                  <c:v>363728.57333333336</c:v>
                </c:pt>
                <c:pt idx="3">
                  <c:v>363728.57333333336</c:v>
                </c:pt>
                <c:pt idx="4">
                  <c:v>363728.57333333336</c:v>
                </c:pt>
                <c:pt idx="5">
                  <c:v>363728.57333333336</c:v>
                </c:pt>
                <c:pt idx="6">
                  <c:v>363728.57333333336</c:v>
                </c:pt>
                <c:pt idx="7">
                  <c:v>363728.57333333336</c:v>
                </c:pt>
                <c:pt idx="8">
                  <c:v>363728.57333333336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2949.4132"/>
          <c:min val="319810.6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386437.18000000005</c:v>
                </c:pt>
                <c:pt idx="1">
                  <c:v>337833.08</c:v>
                </c:pt>
                <c:pt idx="2">
                  <c:v>366915.45999999996</c:v>
                </c:pt>
                <c:pt idx="3">
                  <c:v>331751.27</c:v>
                </c:pt>
                <c:pt idx="4">
                  <c:v>365252.67</c:v>
                </c:pt>
                <c:pt idx="5">
                  <c:v>420496.47</c:v>
                </c:pt>
                <c:pt idx="6">
                  <c:v>481008.81</c:v>
                </c:pt>
                <c:pt idx="7">
                  <c:v>465497.61</c:v>
                </c:pt>
                <c:pt idx="8">
                  <c:v>397956.2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2949.4132"/>
          <c:min val="319810.6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158177.86</c:v>
                </c:pt>
                <c:pt idx="1">
                  <c:v>158177.86</c:v>
                </c:pt>
                <c:pt idx="2">
                  <c:v>158177.86</c:v>
                </c:pt>
                <c:pt idx="3">
                  <c:v>158177.86</c:v>
                </c:pt>
                <c:pt idx="4">
                  <c:v>158177.86</c:v>
                </c:pt>
                <c:pt idx="5">
                  <c:v>158177.86</c:v>
                </c:pt>
                <c:pt idx="6">
                  <c:v>158177.86</c:v>
                </c:pt>
                <c:pt idx="7">
                  <c:v>158177.86</c:v>
                </c:pt>
                <c:pt idx="8">
                  <c:v>158177.86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3072.638"/>
          <c:min val="115990.0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122685.44</c:v>
                </c:pt>
                <c:pt idx="1">
                  <c:v>170274.09</c:v>
                </c:pt>
                <c:pt idx="2">
                  <c:v>181574.05</c:v>
                </c:pt>
                <c:pt idx="3">
                  <c:v>159002.65</c:v>
                </c:pt>
                <c:pt idx="4">
                  <c:v>158555.92</c:v>
                </c:pt>
                <c:pt idx="5">
                  <c:v>177958.81</c:v>
                </c:pt>
                <c:pt idx="6">
                  <c:v>206377.29</c:v>
                </c:pt>
                <c:pt idx="7">
                  <c:v>179348.7</c:v>
                </c:pt>
                <c:pt idx="8">
                  <c:v>179494.38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3072.638"/>
          <c:min val="115990.0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69798.23</c:v>
                </c:pt>
                <c:pt idx="1">
                  <c:v>71904.48</c:v>
                </c:pt>
                <c:pt idx="2">
                  <c:v>59129.22</c:v>
                </c:pt>
                <c:pt idx="3">
                  <c:v>91421.93</c:v>
                </c:pt>
                <c:pt idx="4">
                  <c:v>64530.06</c:v>
                </c:pt>
                <c:pt idx="5">
                  <c:v>59551.19</c:v>
                </c:pt>
                <c:pt idx="6">
                  <c:v>95630.58</c:v>
                </c:pt>
                <c:pt idx="7">
                  <c:v>70250.86</c:v>
                </c:pt>
                <c:pt idx="8">
                  <c:v>65453.38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746.2808"/>
          <c:min val="52490.9192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202262.9</c:v>
                </c:pt>
                <c:pt idx="1">
                  <c:v>182948.08</c:v>
                </c:pt>
                <c:pt idx="2">
                  <c:v>203100.59</c:v>
                </c:pt>
                <c:pt idx="3">
                  <c:v>183103.26</c:v>
                </c:pt>
                <c:pt idx="4">
                  <c:v>191403.86</c:v>
                </c:pt>
                <c:pt idx="5">
                  <c:v>164166.47</c:v>
                </c:pt>
                <c:pt idx="6">
                  <c:v>165192.98</c:v>
                </c:pt>
                <c:pt idx="7">
                  <c:v>178976.28</c:v>
                </c:pt>
                <c:pt idx="8">
                  <c:v>139572.17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220081.2</c:v>
                </c:pt>
                <c:pt idx="1">
                  <c:v>219688.36</c:v>
                </c:pt>
                <c:pt idx="2">
                  <c:v>242099.99</c:v>
                </c:pt>
                <c:pt idx="3">
                  <c:v>225354.2</c:v>
                </c:pt>
                <c:pt idx="4">
                  <c:v>211300.66</c:v>
                </c:pt>
                <c:pt idx="5">
                  <c:v>220497.88</c:v>
                </c:pt>
                <c:pt idx="6">
                  <c:v>237136.14</c:v>
                </c:pt>
                <c:pt idx="7">
                  <c:v>246949.08</c:v>
                </c:pt>
                <c:pt idx="8">
                  <c:v>262460.99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2292.0956"/>
          <c:min val="129741.0644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216918.34</c:v>
                </c:pt>
                <c:pt idx="1">
                  <c:v>168250.31</c:v>
                </c:pt>
                <c:pt idx="2">
                  <c:v>264333.21</c:v>
                </c:pt>
                <c:pt idx="3">
                  <c:v>282688.96</c:v>
                </c:pt>
                <c:pt idx="4">
                  <c:v>256619.26</c:v>
                </c:pt>
                <c:pt idx="5">
                  <c:v>238233.6</c:v>
                </c:pt>
                <c:pt idx="6">
                  <c:v>281263.05</c:v>
                </c:pt>
                <c:pt idx="7">
                  <c:v>276144.77</c:v>
                </c:pt>
                <c:pt idx="8">
                  <c:v>326475.32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328408.31</c:v>
                </c:pt>
                <c:pt idx="1">
                  <c:v>305255.29</c:v>
                </c:pt>
                <c:pt idx="2">
                  <c:v>340713.51</c:v>
                </c:pt>
                <c:pt idx="3">
                  <c:v>321010.17</c:v>
                </c:pt>
                <c:pt idx="4">
                  <c:v>342497.71</c:v>
                </c:pt>
                <c:pt idx="5">
                  <c:v>334870.15</c:v>
                </c:pt>
                <c:pt idx="6">
                  <c:v>330217.21</c:v>
                </c:pt>
                <c:pt idx="7">
                  <c:v>314456.25</c:v>
                </c:pt>
                <c:pt idx="8">
                  <c:v>332821.98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6437.50200000004"/>
          <c:min val="154310.5179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121245.48</c:v>
                </c:pt>
                <c:pt idx="1">
                  <c:v>113928.38</c:v>
                </c:pt>
                <c:pt idx="2">
                  <c:v>119209.34</c:v>
                </c:pt>
                <c:pt idx="3">
                  <c:v>128224.83</c:v>
                </c:pt>
                <c:pt idx="4">
                  <c:v>136494.92</c:v>
                </c:pt>
                <c:pt idx="5">
                  <c:v>151095.11</c:v>
                </c:pt>
                <c:pt idx="6">
                  <c:v>142830.91</c:v>
                </c:pt>
                <c:pt idx="7">
                  <c:v>93867.8</c:v>
                </c:pt>
                <c:pt idx="8">
                  <c:v>136634.43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154644.19</c:v>
                </c:pt>
                <c:pt idx="1">
                  <c:v>143432.3</c:v>
                </c:pt>
                <c:pt idx="2">
                  <c:v>170167.88</c:v>
                </c:pt>
                <c:pt idx="3">
                  <c:v>169885.52</c:v>
                </c:pt>
                <c:pt idx="4">
                  <c:v>143686.51</c:v>
                </c:pt>
                <c:pt idx="5">
                  <c:v>158003.55</c:v>
                </c:pt>
                <c:pt idx="6">
                  <c:v>172735.07</c:v>
                </c:pt>
                <c:pt idx="7">
                  <c:v>166546.76</c:v>
                </c:pt>
                <c:pt idx="8">
                  <c:v>179392.89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6234.8972"/>
          <c:min val="87025.7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327013.44</c:v>
                </c:pt>
                <c:pt idx="1">
                  <c:v>293779.76</c:v>
                </c:pt>
                <c:pt idx="2">
                  <c:v>302078.84</c:v>
                </c:pt>
                <c:pt idx="3">
                  <c:v>349051.56</c:v>
                </c:pt>
                <c:pt idx="4">
                  <c:v>333755.03</c:v>
                </c:pt>
                <c:pt idx="5">
                  <c:v>355036.92</c:v>
                </c:pt>
                <c:pt idx="6">
                  <c:v>346479.07</c:v>
                </c:pt>
                <c:pt idx="7">
                  <c:v>360176.95</c:v>
                </c:pt>
                <c:pt idx="8">
                  <c:v>345809.44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355402.02</c:v>
                </c:pt>
                <c:pt idx="1">
                  <c:v>376148.84</c:v>
                </c:pt>
                <c:pt idx="2">
                  <c:v>397129.01</c:v>
                </c:pt>
                <c:pt idx="3">
                  <c:v>463124.14</c:v>
                </c:pt>
                <c:pt idx="4">
                  <c:v>405826.33</c:v>
                </c:pt>
                <c:pt idx="5">
                  <c:v>413300.11</c:v>
                </c:pt>
                <c:pt idx="6">
                  <c:v>425693.34</c:v>
                </c:pt>
                <c:pt idx="7">
                  <c:v>407256.91</c:v>
                </c:pt>
                <c:pt idx="8">
                  <c:v>388411.02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76671.6904"/>
          <c:min val="280232.20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353275.54</c:v>
                </c:pt>
                <c:pt idx="1">
                  <c:v>314975.53</c:v>
                </c:pt>
                <c:pt idx="2">
                  <c:v>314604.76</c:v>
                </c:pt>
                <c:pt idx="3">
                  <c:v>270945.17</c:v>
                </c:pt>
                <c:pt idx="4">
                  <c:v>236041.07</c:v>
                </c:pt>
                <c:pt idx="5">
                  <c:v>209056.48</c:v>
                </c:pt>
                <c:pt idx="6">
                  <c:v>181741.73</c:v>
                </c:pt>
                <c:pt idx="7">
                  <c:v>237104.9</c:v>
                </c:pt>
                <c:pt idx="8">
                  <c:v>207834.25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194970.43</c:v>
                </c:pt>
                <c:pt idx="1">
                  <c:v>238617.46</c:v>
                </c:pt>
                <c:pt idx="2">
                  <c:v>233128.95</c:v>
                </c:pt>
                <c:pt idx="3">
                  <c:v>222241.48</c:v>
                </c:pt>
                <c:pt idx="4">
                  <c:v>228299.88</c:v>
                </c:pt>
                <c:pt idx="5">
                  <c:v>217804.65</c:v>
                </c:pt>
                <c:pt idx="6">
                  <c:v>180347.34</c:v>
                </c:pt>
                <c:pt idx="7">
                  <c:v>197623.48</c:v>
                </c:pt>
                <c:pt idx="8">
                  <c:v>174623.32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7567.7176"/>
          <c:min val="160331.14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102033.74</c:v>
                </c:pt>
                <c:pt idx="1">
                  <c:v>76401</c:v>
                </c:pt>
                <c:pt idx="2">
                  <c:v>76469</c:v>
                </c:pt>
                <c:pt idx="3">
                  <c:v>97849.57</c:v>
                </c:pt>
                <c:pt idx="4">
                  <c:v>76957.35</c:v>
                </c:pt>
                <c:pt idx="5">
                  <c:v>80529.47</c:v>
                </c:pt>
                <c:pt idx="6">
                  <c:v>75751.65</c:v>
                </c:pt>
                <c:pt idx="7">
                  <c:v>76285.47</c:v>
                </c:pt>
                <c:pt idx="8">
                  <c:v>61238.72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77148.21</c:v>
                </c:pt>
                <c:pt idx="1">
                  <c:v>50714.3</c:v>
                </c:pt>
                <c:pt idx="2">
                  <c:v>62970.27</c:v>
                </c:pt>
                <c:pt idx="3">
                  <c:v>69943.09</c:v>
                </c:pt>
                <c:pt idx="4">
                  <c:v>57099.67</c:v>
                </c:pt>
                <c:pt idx="5">
                  <c:v>81302.86</c:v>
                </c:pt>
                <c:pt idx="6">
                  <c:v>71072.87</c:v>
                </c:pt>
                <c:pt idx="7">
                  <c:v>57804.52</c:v>
                </c:pt>
                <c:pt idx="8">
                  <c:v>60424.61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6139.29520000001"/>
          <c:min val="46608.74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391793.32</c:v>
                </c:pt>
                <c:pt idx="1">
                  <c:v>381151.32</c:v>
                </c:pt>
                <c:pt idx="2">
                  <c:v>436075.66</c:v>
                </c:pt>
                <c:pt idx="3">
                  <c:v>404816.51</c:v>
                </c:pt>
                <c:pt idx="4">
                  <c:v>482371.2</c:v>
                </c:pt>
                <c:pt idx="5">
                  <c:v>481502.62</c:v>
                </c:pt>
                <c:pt idx="6">
                  <c:v>517873.69</c:v>
                </c:pt>
                <c:pt idx="7">
                  <c:v>518472.34</c:v>
                </c:pt>
                <c:pt idx="8">
                  <c:v>435666.96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440569.72</c:v>
                </c:pt>
                <c:pt idx="1">
                  <c:v>353021.73</c:v>
                </c:pt>
                <c:pt idx="2">
                  <c:v>386548.74</c:v>
                </c:pt>
                <c:pt idx="3">
                  <c:v>386837.05</c:v>
                </c:pt>
                <c:pt idx="4">
                  <c:v>393064.84</c:v>
                </c:pt>
                <c:pt idx="5">
                  <c:v>409975.28</c:v>
                </c:pt>
                <c:pt idx="6">
                  <c:v>412383.09</c:v>
                </c:pt>
                <c:pt idx="7">
                  <c:v>379293.05</c:v>
                </c:pt>
                <c:pt idx="8">
                  <c:v>340820.23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32684.5088000001"/>
          <c:min val="326608.0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673827.96</c:v>
                </c:pt>
                <c:pt idx="1">
                  <c:v>749491.65</c:v>
                </c:pt>
                <c:pt idx="2">
                  <c:v>806776.87</c:v>
                </c:pt>
                <c:pt idx="3">
                  <c:v>790655.95</c:v>
                </c:pt>
                <c:pt idx="4">
                  <c:v>716533.45</c:v>
                </c:pt>
                <c:pt idx="5">
                  <c:v>747376.46</c:v>
                </c:pt>
                <c:pt idx="6">
                  <c:v>805503.98</c:v>
                </c:pt>
                <c:pt idx="7">
                  <c:v>712082.62</c:v>
                </c:pt>
                <c:pt idx="8">
                  <c:v>611615.1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606190.88</c:v>
                </c:pt>
                <c:pt idx="1">
                  <c:v>576206.27</c:v>
                </c:pt>
                <c:pt idx="2">
                  <c:v>654753.34</c:v>
                </c:pt>
                <c:pt idx="3">
                  <c:v>632216.13</c:v>
                </c:pt>
                <c:pt idx="4">
                  <c:v>647585.46</c:v>
                </c:pt>
                <c:pt idx="5">
                  <c:v>705023.44</c:v>
                </c:pt>
                <c:pt idx="6">
                  <c:v>662392.5</c:v>
                </c:pt>
                <c:pt idx="7">
                  <c:v>723575.54</c:v>
                </c:pt>
                <c:pt idx="8">
                  <c:v>711304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25222.518"/>
          <c:min val="557760.6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388690.59</c:v>
                </c:pt>
                <c:pt idx="1">
                  <c:v>340253.4</c:v>
                </c:pt>
                <c:pt idx="2">
                  <c:v>363438.9</c:v>
                </c:pt>
                <c:pt idx="3">
                  <c:v>368519.12</c:v>
                </c:pt>
                <c:pt idx="4">
                  <c:v>366273.39</c:v>
                </c:pt>
                <c:pt idx="5">
                  <c:v>387754.64</c:v>
                </c:pt>
                <c:pt idx="6">
                  <c:v>399942.95</c:v>
                </c:pt>
                <c:pt idx="7">
                  <c:v>343979.42</c:v>
                </c:pt>
                <c:pt idx="8">
                  <c:v>273370.84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352982.92</c:v>
                </c:pt>
                <c:pt idx="1">
                  <c:v>257357.28</c:v>
                </c:pt>
                <c:pt idx="2">
                  <c:v>359403.52</c:v>
                </c:pt>
                <c:pt idx="3">
                  <c:v>338905.35</c:v>
                </c:pt>
                <c:pt idx="4">
                  <c:v>339820.26</c:v>
                </c:pt>
                <c:pt idx="5">
                  <c:v>386529.52</c:v>
                </c:pt>
                <c:pt idx="6">
                  <c:v>334867.23</c:v>
                </c:pt>
                <c:pt idx="7">
                  <c:v>353652.99</c:v>
                </c:pt>
                <c:pt idx="8">
                  <c:v>316777.81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1349.8036"/>
          <c:min val="245950.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199414.9533333333</c:v>
                </c:pt>
                <c:pt idx="1">
                  <c:v>199414.9533333333</c:v>
                </c:pt>
                <c:pt idx="2">
                  <c:v>199414.9533333333</c:v>
                </c:pt>
                <c:pt idx="3">
                  <c:v>199414.9533333333</c:v>
                </c:pt>
                <c:pt idx="4">
                  <c:v>199414.9533333333</c:v>
                </c:pt>
                <c:pt idx="5">
                  <c:v>199414.9533333333</c:v>
                </c:pt>
                <c:pt idx="6">
                  <c:v>199414.9533333333</c:v>
                </c:pt>
                <c:pt idx="7">
                  <c:v>199414.9533333333</c:v>
                </c:pt>
                <c:pt idx="8">
                  <c:v>199414.9533333333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3970.87"/>
          <c:min val="14703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200653.06</c:v>
                </c:pt>
                <c:pt idx="1">
                  <c:v>158543.21</c:v>
                </c:pt>
                <c:pt idx="2">
                  <c:v>239048.59</c:v>
                </c:pt>
                <c:pt idx="3">
                  <c:v>229696.39</c:v>
                </c:pt>
                <c:pt idx="4">
                  <c:v>230043.21</c:v>
                </c:pt>
                <c:pt idx="5">
                  <c:v>228281.59</c:v>
                </c:pt>
                <c:pt idx="6">
                  <c:v>237882.27</c:v>
                </c:pt>
                <c:pt idx="7">
                  <c:v>285444.13</c:v>
                </c:pt>
                <c:pt idx="8">
                  <c:v>302457.71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3970.87"/>
          <c:min val="14703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132477.43333333335</c:v>
                </c:pt>
                <c:pt idx="1">
                  <c:v>132477.43333333335</c:v>
                </c:pt>
                <c:pt idx="2">
                  <c:v>132477.43333333335</c:v>
                </c:pt>
                <c:pt idx="3">
                  <c:v>132477.43333333335</c:v>
                </c:pt>
                <c:pt idx="4">
                  <c:v>132477.43333333335</c:v>
                </c:pt>
                <c:pt idx="5">
                  <c:v>132477.43333333335</c:v>
                </c:pt>
                <c:pt idx="6">
                  <c:v>132477.43333333335</c:v>
                </c:pt>
                <c:pt idx="7">
                  <c:v>132477.43333333335</c:v>
                </c:pt>
                <c:pt idx="8">
                  <c:v>132477.43333333335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2198.226"/>
          <c:min val="120486.79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125432.41</c:v>
                </c:pt>
                <c:pt idx="1">
                  <c:v>134497.26</c:v>
                </c:pt>
                <c:pt idx="2">
                  <c:v>137502.63</c:v>
                </c:pt>
                <c:pt idx="3">
                  <c:v>157909.72</c:v>
                </c:pt>
                <c:pt idx="4">
                  <c:v>150491.06</c:v>
                </c:pt>
                <c:pt idx="5">
                  <c:v>154136.1</c:v>
                </c:pt>
                <c:pt idx="6">
                  <c:v>187252.61</c:v>
                </c:pt>
                <c:pt idx="7">
                  <c:v>171149.75</c:v>
                </c:pt>
                <c:pt idx="8">
                  <c:v>176195.28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2198.226"/>
          <c:min val="120486.79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95711.04000000001</c:v>
                </c:pt>
                <c:pt idx="1">
                  <c:v>95711.04000000001</c:v>
                </c:pt>
                <c:pt idx="2">
                  <c:v>95711.04000000001</c:v>
                </c:pt>
                <c:pt idx="3">
                  <c:v>95711.04000000001</c:v>
                </c:pt>
                <c:pt idx="4">
                  <c:v>95711.04000000001</c:v>
                </c:pt>
                <c:pt idx="5">
                  <c:v>95711.04000000001</c:v>
                </c:pt>
                <c:pt idx="6">
                  <c:v>95711.04000000001</c:v>
                </c:pt>
                <c:pt idx="7">
                  <c:v>95711.04000000001</c:v>
                </c:pt>
                <c:pt idx="8">
                  <c:v>95711.04000000001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902.02560000002"/>
          <c:min val="63888.3644000000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902.02560000002"/>
          <c:min val="63888.3644000000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205994.71333333332</c:v>
                </c:pt>
                <c:pt idx="1">
                  <c:v>205994.71333333332</c:v>
                </c:pt>
                <c:pt idx="2">
                  <c:v>205994.71333333332</c:v>
                </c:pt>
                <c:pt idx="3">
                  <c:v>205994.71333333332</c:v>
                </c:pt>
                <c:pt idx="4">
                  <c:v>205994.71333333332</c:v>
                </c:pt>
                <c:pt idx="5">
                  <c:v>205994.71333333332</c:v>
                </c:pt>
                <c:pt idx="6">
                  <c:v>205994.71333333332</c:v>
                </c:pt>
                <c:pt idx="7">
                  <c:v>205994.71333333332</c:v>
                </c:pt>
                <c:pt idx="8">
                  <c:v>205994.71333333332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7801.7684"/>
          <c:min val="193418.1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199927.32</c:v>
                </c:pt>
                <c:pt idx="1">
                  <c:v>200794.5</c:v>
                </c:pt>
                <c:pt idx="2">
                  <c:v>217262.32</c:v>
                </c:pt>
                <c:pt idx="3">
                  <c:v>260817.67</c:v>
                </c:pt>
                <c:pt idx="4">
                  <c:v>226404.32</c:v>
                </c:pt>
                <c:pt idx="5">
                  <c:v>217622.84</c:v>
                </c:pt>
                <c:pt idx="6">
                  <c:v>260714.22</c:v>
                </c:pt>
                <c:pt idx="7">
                  <c:v>275924.76</c:v>
                </c:pt>
                <c:pt idx="8">
                  <c:v>281292.55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7801.7684"/>
          <c:min val="193418.1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235718.37</c:v>
                </c:pt>
                <c:pt idx="1">
                  <c:v>235718.37</c:v>
                </c:pt>
                <c:pt idx="2">
                  <c:v>235718.37</c:v>
                </c:pt>
                <c:pt idx="3">
                  <c:v>235718.37</c:v>
                </c:pt>
                <c:pt idx="4">
                  <c:v>235718.37</c:v>
                </c:pt>
                <c:pt idx="5">
                  <c:v>235718.37</c:v>
                </c:pt>
                <c:pt idx="6">
                  <c:v>235718.37</c:v>
                </c:pt>
                <c:pt idx="7">
                  <c:v>235718.37</c:v>
                </c:pt>
                <c:pt idx="8">
                  <c:v>235718.37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0068.2588"/>
          <c:min val="201845.8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248354.23</c:v>
                </c:pt>
                <c:pt idx="1">
                  <c:v>217565.48</c:v>
                </c:pt>
                <c:pt idx="2">
                  <c:v>241235.4</c:v>
                </c:pt>
                <c:pt idx="3">
                  <c:v>209999.13</c:v>
                </c:pt>
                <c:pt idx="4">
                  <c:v>235363.8</c:v>
                </c:pt>
                <c:pt idx="5">
                  <c:v>273739.86</c:v>
                </c:pt>
                <c:pt idx="6">
                  <c:v>311914.99</c:v>
                </c:pt>
                <c:pt idx="7">
                  <c:v>296487.01</c:v>
                </c:pt>
                <c:pt idx="8">
                  <c:v>260612.17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0068.2588"/>
          <c:min val="201845.8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76895.71</c:v>
                </c:pt>
                <c:pt idx="1">
                  <c:v>63351.53</c:v>
                </c:pt>
                <c:pt idx="2">
                  <c:v>74848.47</c:v>
                </c:pt>
                <c:pt idx="3">
                  <c:v>74223.57</c:v>
                </c:pt>
                <c:pt idx="4">
                  <c:v>70582.35</c:v>
                </c:pt>
                <c:pt idx="5">
                  <c:v>65935.41</c:v>
                </c:pt>
                <c:pt idx="6">
                  <c:v>75612.26</c:v>
                </c:pt>
                <c:pt idx="7">
                  <c:v>95502.37</c:v>
                </c:pt>
                <c:pt idx="8">
                  <c:v>56955.79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98249.62</c:v>
                </c:pt>
                <c:pt idx="1">
                  <c:v>92743.03</c:v>
                </c:pt>
                <c:pt idx="2">
                  <c:v>115703.54</c:v>
                </c:pt>
                <c:pt idx="3">
                  <c:v>90681.24</c:v>
                </c:pt>
                <c:pt idx="4">
                  <c:v>85929.13</c:v>
                </c:pt>
                <c:pt idx="5">
                  <c:v>90034.43</c:v>
                </c:pt>
                <c:pt idx="6">
                  <c:v>103967.77</c:v>
                </c:pt>
                <c:pt idx="7">
                  <c:v>112276.13</c:v>
                </c:pt>
                <c:pt idx="8">
                  <c:v>106872.2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0403.35999999999"/>
          <c:min val="5225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288780.22</c:v>
                </c:pt>
                <c:pt idx="1">
                  <c:v>287893.23</c:v>
                </c:pt>
                <c:pt idx="2">
                  <c:v>277157.05</c:v>
                </c:pt>
                <c:pt idx="3">
                  <c:v>249244.4</c:v>
                </c:pt>
                <c:pt idx="4">
                  <c:v>267904.23</c:v>
                </c:pt>
                <c:pt idx="5">
                  <c:v>262698.23</c:v>
                </c:pt>
                <c:pt idx="6">
                  <c:v>247923.28</c:v>
                </c:pt>
                <c:pt idx="7">
                  <c:v>263121.6</c:v>
                </c:pt>
                <c:pt idx="8">
                  <c:v>274470.91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329503.49</c:v>
                </c:pt>
                <c:pt idx="1">
                  <c:v>348356.24</c:v>
                </c:pt>
                <c:pt idx="2">
                  <c:v>317317.02</c:v>
                </c:pt>
                <c:pt idx="3">
                  <c:v>377563.15</c:v>
                </c:pt>
                <c:pt idx="4">
                  <c:v>339869.98</c:v>
                </c:pt>
                <c:pt idx="5">
                  <c:v>330694.3</c:v>
                </c:pt>
                <c:pt idx="6">
                  <c:v>375385.77</c:v>
                </c:pt>
                <c:pt idx="7">
                  <c:v>343496.27</c:v>
                </c:pt>
                <c:pt idx="8">
                  <c:v>345080.68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7934.3396"/>
          <c:min val="237552.09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106094.58</c:v>
                </c:pt>
                <c:pt idx="1">
                  <c:v>104588.12</c:v>
                </c:pt>
                <c:pt idx="2">
                  <c:v>102498.93</c:v>
                </c:pt>
                <c:pt idx="3">
                  <c:v>144262.77</c:v>
                </c:pt>
                <c:pt idx="4">
                  <c:v>109208.44</c:v>
                </c:pt>
                <c:pt idx="5">
                  <c:v>115148.29</c:v>
                </c:pt>
                <c:pt idx="6">
                  <c:v>123631.65</c:v>
                </c:pt>
                <c:pt idx="7">
                  <c:v>123522.18</c:v>
                </c:pt>
                <c:pt idx="8">
                  <c:v>114266.37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133304.69</c:v>
                </c:pt>
                <c:pt idx="1">
                  <c:v>132944.95</c:v>
                </c:pt>
                <c:pt idx="2">
                  <c:v>145709.43</c:v>
                </c:pt>
                <c:pt idx="3">
                  <c:v>156186.31</c:v>
                </c:pt>
                <c:pt idx="4">
                  <c:v>124661.75</c:v>
                </c:pt>
                <c:pt idx="5">
                  <c:v>174470.39</c:v>
                </c:pt>
                <c:pt idx="6">
                  <c:v>166389.2</c:v>
                </c:pt>
                <c:pt idx="7">
                  <c:v>137675.38</c:v>
                </c:pt>
                <c:pt idx="8">
                  <c:v>142608.93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228.1068"/>
          <c:min val="96741.2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105679.38</c:v>
                </c:pt>
                <c:pt idx="1">
                  <c:v>102851.51</c:v>
                </c:pt>
                <c:pt idx="2">
                  <c:v>104744.98</c:v>
                </c:pt>
                <c:pt idx="3">
                  <c:v>105578.74</c:v>
                </c:pt>
                <c:pt idx="4">
                  <c:v>100630.41</c:v>
                </c:pt>
                <c:pt idx="5">
                  <c:v>100219.16</c:v>
                </c:pt>
                <c:pt idx="6">
                  <c:v>94972.94</c:v>
                </c:pt>
                <c:pt idx="7">
                  <c:v>116597.05</c:v>
                </c:pt>
                <c:pt idx="8">
                  <c:v>101160.83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121412.31</c:v>
                </c:pt>
                <c:pt idx="1">
                  <c:v>108389.47</c:v>
                </c:pt>
                <c:pt idx="2">
                  <c:v>122300.81</c:v>
                </c:pt>
                <c:pt idx="3">
                  <c:v>147987.17</c:v>
                </c:pt>
                <c:pt idx="4">
                  <c:v>116051.34</c:v>
                </c:pt>
                <c:pt idx="5">
                  <c:v>116244.06</c:v>
                </c:pt>
                <c:pt idx="6">
                  <c:v>139933.37</c:v>
                </c:pt>
                <c:pt idx="7">
                  <c:v>108019.33</c:v>
                </c:pt>
                <c:pt idx="8">
                  <c:v>110304.77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28.3084"/>
          <c:min val="90731.8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113737.77</c:v>
                </c:pt>
                <c:pt idx="1">
                  <c:v>92891.17</c:v>
                </c:pt>
                <c:pt idx="2">
                  <c:v>92995.13</c:v>
                </c:pt>
                <c:pt idx="3">
                  <c:v>167767.17</c:v>
                </c:pt>
                <c:pt idx="4">
                  <c:v>94503.26</c:v>
                </c:pt>
                <c:pt idx="5">
                  <c:v>92028.9</c:v>
                </c:pt>
                <c:pt idx="6">
                  <c:v>102948.71</c:v>
                </c:pt>
                <c:pt idx="7">
                  <c:v>97165.98</c:v>
                </c:pt>
                <c:pt idx="8">
                  <c:v>93491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117746.86</c:v>
                </c:pt>
                <c:pt idx="1">
                  <c:v>97316.61</c:v>
                </c:pt>
                <c:pt idx="2">
                  <c:v>118434.99</c:v>
                </c:pt>
                <c:pt idx="3">
                  <c:v>166645.04</c:v>
                </c:pt>
                <c:pt idx="4">
                  <c:v>101829.87</c:v>
                </c:pt>
                <c:pt idx="5">
                  <c:v>137816.89</c:v>
                </c:pt>
                <c:pt idx="6">
                  <c:v>128869.76</c:v>
                </c:pt>
                <c:pt idx="7">
                  <c:v>110127.71</c:v>
                </c:pt>
                <c:pt idx="8">
                  <c:v>120083.47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826.23160000003"/>
          <c:min val="85969.83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124816.87</c:v>
                </c:pt>
                <c:pt idx="1">
                  <c:v>93804.02</c:v>
                </c:pt>
                <c:pt idx="2">
                  <c:v>99730.27</c:v>
                </c:pt>
                <c:pt idx="3">
                  <c:v>108477.44</c:v>
                </c:pt>
                <c:pt idx="4">
                  <c:v>142761.56</c:v>
                </c:pt>
                <c:pt idx="5">
                  <c:v>109804.29</c:v>
                </c:pt>
                <c:pt idx="6">
                  <c:v>120024.28</c:v>
                </c:pt>
                <c:pt idx="7">
                  <c:v>128308.9</c:v>
                </c:pt>
                <c:pt idx="8">
                  <c:v>125710.97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96449.16</c:v>
                </c:pt>
                <c:pt idx="1">
                  <c:v>70961.75</c:v>
                </c:pt>
                <c:pt idx="2">
                  <c:v>91530.65</c:v>
                </c:pt>
                <c:pt idx="3">
                  <c:v>103342.66</c:v>
                </c:pt>
                <c:pt idx="4">
                  <c:v>94616.02</c:v>
                </c:pt>
                <c:pt idx="5">
                  <c:v>86731.08</c:v>
                </c:pt>
                <c:pt idx="6">
                  <c:v>76610.72</c:v>
                </c:pt>
                <c:pt idx="7">
                  <c:v>97999.31</c:v>
                </c:pt>
                <c:pt idx="8">
                  <c:v>108420.24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505.5448"/>
          <c:min val="65217.76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213739.3</c:v>
                </c:pt>
                <c:pt idx="1">
                  <c:v>187991.39</c:v>
                </c:pt>
                <c:pt idx="2">
                  <c:v>179701.02</c:v>
                </c:pt>
                <c:pt idx="3">
                  <c:v>206330.77</c:v>
                </c:pt>
                <c:pt idx="4">
                  <c:v>191908.07</c:v>
                </c:pt>
                <c:pt idx="5">
                  <c:v>211691.7</c:v>
                </c:pt>
                <c:pt idx="6">
                  <c:v>198386.86</c:v>
                </c:pt>
                <c:pt idx="7">
                  <c:v>164820.35</c:v>
                </c:pt>
                <c:pt idx="8">
                  <c:v>192888.73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152133.4</c:v>
                </c:pt>
                <c:pt idx="1">
                  <c:v>168187.91</c:v>
                </c:pt>
                <c:pt idx="2">
                  <c:v>163714.23</c:v>
                </c:pt>
                <c:pt idx="3">
                  <c:v>133897.79</c:v>
                </c:pt>
                <c:pt idx="4">
                  <c:v>149550.14</c:v>
                </c:pt>
                <c:pt idx="5">
                  <c:v>177382.93</c:v>
                </c:pt>
                <c:pt idx="6">
                  <c:v>156031.88</c:v>
                </c:pt>
                <c:pt idx="7">
                  <c:v>173510.39</c:v>
                </c:pt>
                <c:pt idx="8">
                  <c:v>145130.83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0126.62079999998"/>
          <c:min val="127510.4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156623.96</c:v>
                </c:pt>
                <c:pt idx="1">
                  <c:v>164123.34</c:v>
                </c:pt>
                <c:pt idx="2">
                  <c:v>169536.33</c:v>
                </c:pt>
                <c:pt idx="3">
                  <c:v>137439.72</c:v>
                </c:pt>
                <c:pt idx="4">
                  <c:v>196247.77</c:v>
                </c:pt>
                <c:pt idx="5">
                  <c:v>181484.36</c:v>
                </c:pt>
                <c:pt idx="6">
                  <c:v>157661.54</c:v>
                </c:pt>
                <c:pt idx="7">
                  <c:v>165895.04</c:v>
                </c:pt>
                <c:pt idx="8">
                  <c:v>172757.51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142547.35</c:v>
                </c:pt>
                <c:pt idx="1">
                  <c:v>124061.5</c:v>
                </c:pt>
                <c:pt idx="2">
                  <c:v>128625.05</c:v>
                </c:pt>
                <c:pt idx="3">
                  <c:v>132782.2</c:v>
                </c:pt>
                <c:pt idx="4">
                  <c:v>133308.11</c:v>
                </c:pt>
                <c:pt idx="5">
                  <c:v>152707.41</c:v>
                </c:pt>
                <c:pt idx="6">
                  <c:v>161318.94</c:v>
                </c:pt>
                <c:pt idx="7">
                  <c:v>159299.16</c:v>
                </c:pt>
                <c:pt idx="8">
                  <c:v>153137.54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2022.6716"/>
          <c:min val="118286.59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165373.29</c:v>
                </c:pt>
                <c:pt idx="1">
                  <c:v>127959.29</c:v>
                </c:pt>
                <c:pt idx="2">
                  <c:v>168950.19</c:v>
                </c:pt>
                <c:pt idx="3">
                  <c:v>161259.98</c:v>
                </c:pt>
                <c:pt idx="4">
                  <c:v>170584.57</c:v>
                </c:pt>
                <c:pt idx="5">
                  <c:v>143951.24</c:v>
                </c:pt>
                <c:pt idx="6">
                  <c:v>154984.9</c:v>
                </c:pt>
                <c:pt idx="7">
                  <c:v>173262.56</c:v>
                </c:pt>
                <c:pt idx="8">
                  <c:v>137460.66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138082.95</c:v>
                </c:pt>
                <c:pt idx="1">
                  <c:v>120267.6</c:v>
                </c:pt>
                <c:pt idx="2">
                  <c:v>125680.06</c:v>
                </c:pt>
                <c:pt idx="3">
                  <c:v>121752.14</c:v>
                </c:pt>
                <c:pt idx="4">
                  <c:v>129888.87</c:v>
                </c:pt>
                <c:pt idx="5">
                  <c:v>146756.61</c:v>
                </c:pt>
                <c:pt idx="6">
                  <c:v>169093.82</c:v>
                </c:pt>
                <c:pt idx="7">
                  <c:v>169010.6</c:v>
                </c:pt>
                <c:pt idx="8">
                  <c:v>137344.03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7502.1568"/>
          <c:min val="116028.00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226281.23</c:v>
                </c:pt>
                <c:pt idx="1">
                  <c:v>258519.3</c:v>
                </c:pt>
                <c:pt idx="2">
                  <c:v>248326.62</c:v>
                </c:pt>
                <c:pt idx="3">
                  <c:v>276231.51</c:v>
                </c:pt>
                <c:pt idx="4">
                  <c:v>238657.58</c:v>
                </c:pt>
                <c:pt idx="5">
                  <c:v>230114.84</c:v>
                </c:pt>
                <c:pt idx="6">
                  <c:v>230559.94</c:v>
                </c:pt>
                <c:pt idx="7">
                  <c:v>272192.33</c:v>
                </c:pt>
                <c:pt idx="8">
                  <c:v>287599.6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250162.74</c:v>
                </c:pt>
                <c:pt idx="1">
                  <c:v>194615.76</c:v>
                </c:pt>
                <c:pt idx="2">
                  <c:v>261520.03</c:v>
                </c:pt>
                <c:pt idx="3">
                  <c:v>246342.75</c:v>
                </c:pt>
                <c:pt idx="4">
                  <c:v>215201.81</c:v>
                </c:pt>
                <c:pt idx="5">
                  <c:v>241079.74</c:v>
                </c:pt>
                <c:pt idx="6">
                  <c:v>249640.6</c:v>
                </c:pt>
                <c:pt idx="7">
                  <c:v>207349.13</c:v>
                </c:pt>
                <c:pt idx="8">
                  <c:v>235394.39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5038.3072"/>
          <c:min val="187177.05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338994.64333333337</c:v>
                </c:pt>
                <c:pt idx="1">
                  <c:v>338994.64333333337</c:v>
                </c:pt>
                <c:pt idx="2">
                  <c:v>338994.64333333337</c:v>
                </c:pt>
                <c:pt idx="3">
                  <c:v>338994.64333333337</c:v>
                </c:pt>
                <c:pt idx="4">
                  <c:v>338994.64333333337</c:v>
                </c:pt>
                <c:pt idx="5">
                  <c:v>338994.64333333337</c:v>
                </c:pt>
                <c:pt idx="6">
                  <c:v>338994.64333333337</c:v>
                </c:pt>
                <c:pt idx="7">
                  <c:v>338994.64333333337</c:v>
                </c:pt>
                <c:pt idx="8">
                  <c:v>338994.64333333337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656.1460000001"/>
          <c:min val="244660.734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330069.84</c:v>
                </c:pt>
                <c:pt idx="1">
                  <c:v>328865.04</c:v>
                </c:pt>
                <c:pt idx="2">
                  <c:v>358049.05</c:v>
                </c:pt>
                <c:pt idx="3">
                  <c:v>400948.54</c:v>
                </c:pt>
                <c:pt idx="4">
                  <c:v>270315.59</c:v>
                </c:pt>
                <c:pt idx="5">
                  <c:v>392703.12</c:v>
                </c:pt>
                <c:pt idx="6">
                  <c:v>591001.29</c:v>
                </c:pt>
                <c:pt idx="7">
                  <c:v>406582.71</c:v>
                </c:pt>
                <c:pt idx="8">
                  <c:v>460969.91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656.1460000001"/>
          <c:min val="244660.734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113779.41333333333</c:v>
                </c:pt>
                <c:pt idx="1">
                  <c:v>113779.41333333333</c:v>
                </c:pt>
                <c:pt idx="2">
                  <c:v>113779.41333333333</c:v>
                </c:pt>
                <c:pt idx="3">
                  <c:v>113779.41333333333</c:v>
                </c:pt>
                <c:pt idx="4">
                  <c:v>113779.41333333333</c:v>
                </c:pt>
                <c:pt idx="5">
                  <c:v>113779.41333333333</c:v>
                </c:pt>
                <c:pt idx="6">
                  <c:v>113779.41333333333</c:v>
                </c:pt>
                <c:pt idx="7">
                  <c:v>113779.41333333333</c:v>
                </c:pt>
                <c:pt idx="8">
                  <c:v>113779.41333333333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9528.342"/>
          <c:min val="76421.6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111542.75</c:v>
                </c:pt>
                <c:pt idx="1">
                  <c:v>85601.42</c:v>
                </c:pt>
                <c:pt idx="2">
                  <c:v>144194.07</c:v>
                </c:pt>
                <c:pt idx="3">
                  <c:v>140890.99</c:v>
                </c:pt>
                <c:pt idx="4">
                  <c:v>116471.5</c:v>
                </c:pt>
                <c:pt idx="5">
                  <c:v>145415.16</c:v>
                </c:pt>
                <c:pt idx="6">
                  <c:v>116928.25</c:v>
                </c:pt>
                <c:pt idx="7">
                  <c:v>131580.08</c:v>
                </c:pt>
                <c:pt idx="8">
                  <c:v>200348.57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9528.342"/>
          <c:min val="76421.6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51867.87666666666</c:v>
                </c:pt>
                <c:pt idx="1">
                  <c:v>51867.87666666666</c:v>
                </c:pt>
                <c:pt idx="2">
                  <c:v>51867.87666666666</c:v>
                </c:pt>
                <c:pt idx="3">
                  <c:v>51867.87666666666</c:v>
                </c:pt>
                <c:pt idx="4">
                  <c:v>51867.87666666666</c:v>
                </c:pt>
                <c:pt idx="5">
                  <c:v>51867.87666666666</c:v>
                </c:pt>
                <c:pt idx="6">
                  <c:v>51867.87666666666</c:v>
                </c:pt>
                <c:pt idx="7">
                  <c:v>51867.87666666666</c:v>
                </c:pt>
                <c:pt idx="8">
                  <c:v>51867.87666666666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117.7384"/>
          <c:min val="44297.56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46596.07</c:v>
                </c:pt>
                <c:pt idx="1">
                  <c:v>46285.16</c:v>
                </c:pt>
                <c:pt idx="2">
                  <c:v>62722.4</c:v>
                </c:pt>
                <c:pt idx="3">
                  <c:v>61451.27</c:v>
                </c:pt>
                <c:pt idx="4">
                  <c:v>59931.85</c:v>
                </c:pt>
                <c:pt idx="5">
                  <c:v>66637.27</c:v>
                </c:pt>
                <c:pt idx="6">
                  <c:v>67929.32</c:v>
                </c:pt>
                <c:pt idx="7">
                  <c:v>65180.57</c:v>
                </c:pt>
                <c:pt idx="8">
                  <c:v>71130.14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117.7384"/>
          <c:min val="44297.56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94629.25</c:v>
                </c:pt>
                <c:pt idx="1">
                  <c:v>94629.25</c:v>
                </c:pt>
                <c:pt idx="2">
                  <c:v>94629.25</c:v>
                </c:pt>
                <c:pt idx="3">
                  <c:v>94629.25</c:v>
                </c:pt>
                <c:pt idx="4">
                  <c:v>94629.25</c:v>
                </c:pt>
                <c:pt idx="5">
                  <c:v>94629.25</c:v>
                </c:pt>
                <c:pt idx="6">
                  <c:v>94629.25</c:v>
                </c:pt>
                <c:pt idx="7">
                  <c:v>94629.25</c:v>
                </c:pt>
                <c:pt idx="8">
                  <c:v>94629.25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7671.1688"/>
          <c:min val="82073.9812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94693.94</c:v>
                </c:pt>
                <c:pt idx="1">
                  <c:v>91432.01</c:v>
                </c:pt>
                <c:pt idx="2">
                  <c:v>97761.8</c:v>
                </c:pt>
                <c:pt idx="3">
                  <c:v>110143.09</c:v>
                </c:pt>
                <c:pt idx="4">
                  <c:v>85908.27</c:v>
                </c:pt>
                <c:pt idx="5">
                  <c:v>92150</c:v>
                </c:pt>
                <c:pt idx="6">
                  <c:v>133836.88</c:v>
                </c:pt>
                <c:pt idx="7">
                  <c:v>115036.83</c:v>
                </c:pt>
                <c:pt idx="8">
                  <c:v>120419.48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7671.1688"/>
          <c:min val="82073.9812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155185.01333333334</c:v>
                </c:pt>
                <c:pt idx="1">
                  <c:v>155185.01333333334</c:v>
                </c:pt>
                <c:pt idx="2">
                  <c:v>155185.01333333334</c:v>
                </c:pt>
                <c:pt idx="3">
                  <c:v>155185.01333333334</c:v>
                </c:pt>
                <c:pt idx="4">
                  <c:v>155185.01333333334</c:v>
                </c:pt>
                <c:pt idx="5">
                  <c:v>155185.01333333334</c:v>
                </c:pt>
                <c:pt idx="6">
                  <c:v>155185.01333333334</c:v>
                </c:pt>
                <c:pt idx="7">
                  <c:v>155185.01333333334</c:v>
                </c:pt>
                <c:pt idx="8">
                  <c:v>155185.01333333334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522.9608"/>
          <c:min val="138388.4591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143708.08</c:v>
                </c:pt>
                <c:pt idx="1">
                  <c:v>150156.17</c:v>
                </c:pt>
                <c:pt idx="2">
                  <c:v>171690.79</c:v>
                </c:pt>
                <c:pt idx="3">
                  <c:v>179733.55</c:v>
                </c:pt>
                <c:pt idx="4">
                  <c:v>162543.22</c:v>
                </c:pt>
                <c:pt idx="5">
                  <c:v>190573.96</c:v>
                </c:pt>
                <c:pt idx="6">
                  <c:v>210203.34</c:v>
                </c:pt>
                <c:pt idx="7">
                  <c:v>183677.31</c:v>
                </c:pt>
                <c:pt idx="8">
                  <c:v>200380.49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522.9608"/>
          <c:min val="138388.4591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0.5007084766066044</c:v>
                </c:pt>
                <c:pt idx="1">
                  <c:v>0.4658918838951703</c:v>
                </c:pt>
                <c:pt idx="2">
                  <c:v>0.5175516423135714</c:v>
                </c:pt>
                <c:pt idx="3">
                  <c:v>0.39273961070513336</c:v>
                </c:pt>
                <c:pt idx="4">
                  <c:v>0.3799231348939657</c:v>
                </c:pt>
                <c:pt idx="5">
                  <c:v>0.4223488830238979</c:v>
                </c:pt>
                <c:pt idx="6">
                  <c:v>0.4417183644449401</c:v>
                </c:pt>
                <c:pt idx="7">
                  <c:v>0.49519175604866505</c:v>
                </c:pt>
                <c:pt idx="8">
                  <c:v>0.35446641609125773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0.5599060855951783</c:v>
                </c:pt>
                <c:pt idx="1">
                  <c:v>0.5953764289456657</c:v>
                </c:pt>
                <c:pt idx="2">
                  <c:v>0.6207784036759297</c:v>
                </c:pt>
                <c:pt idx="3">
                  <c:v>0.5641788497037027</c:v>
                </c:pt>
                <c:pt idx="4">
                  <c:v>0.5359691971939233</c:v>
                </c:pt>
                <c:pt idx="5">
                  <c:v>0.5256899089127502</c:v>
                </c:pt>
                <c:pt idx="6">
                  <c:v>0.6374969342654748</c:v>
                </c:pt>
                <c:pt idx="7">
                  <c:v>0.6639569377993084</c:v>
                </c:pt>
                <c:pt idx="8">
                  <c:v>0.6993705794894085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269629125612606"/>
          <c:min val="0.32687408301940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0.7391248471009725</c:v>
                </c:pt>
                <c:pt idx="1">
                  <c:v>0.7409028682892094</c:v>
                </c:pt>
                <c:pt idx="2">
                  <c:v>0.7035773620438628</c:v>
                </c:pt>
                <c:pt idx="3">
                  <c:v>0.7356171923561571</c:v>
                </c:pt>
                <c:pt idx="4">
                  <c:v>0.754332313805736</c:v>
                </c:pt>
                <c:pt idx="5">
                  <c:v>0.8437802736400347</c:v>
                </c:pt>
                <c:pt idx="6">
                  <c:v>0.826037384399677</c:v>
                </c:pt>
                <c:pt idx="7">
                  <c:v>0.8069663483423346</c:v>
                </c:pt>
                <c:pt idx="8">
                  <c:v>0.7428055066420377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0.8612503909127255</c:v>
                </c:pt>
                <c:pt idx="1">
                  <c:v>0.8502138452203871</c:v>
                </c:pt>
                <c:pt idx="2">
                  <c:v>0.8613062091675363</c:v>
                </c:pt>
                <c:pt idx="3">
                  <c:v>0.9594634463474739</c:v>
                </c:pt>
                <c:pt idx="4">
                  <c:v>0.8094036988521878</c:v>
                </c:pt>
                <c:pt idx="5">
                  <c:v>0.8474203476103612</c:v>
                </c:pt>
                <c:pt idx="6">
                  <c:v>0.8973011578897543</c:v>
                </c:pt>
                <c:pt idx="7">
                  <c:v>0.8703770629958808</c:v>
                </c:pt>
                <c:pt idx="8">
                  <c:v>0.7888740877263815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799343330917628"/>
          <c:min val="0.68310647529957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0.7780011942718925</c:v>
                </c:pt>
                <c:pt idx="1">
                  <c:v>0.6249344609333205</c:v>
                </c:pt>
                <c:pt idx="2">
                  <c:v>0.6079602160245704</c:v>
                </c:pt>
                <c:pt idx="3">
                  <c:v>0.7126662465412464</c:v>
                </c:pt>
                <c:pt idx="4">
                  <c:v>0.7391488656869744</c:v>
                </c:pt>
                <c:pt idx="5">
                  <c:v>0.7520176048780929</c:v>
                </c:pt>
                <c:pt idx="6">
                  <c:v>0.824033006206738</c:v>
                </c:pt>
                <c:pt idx="7">
                  <c:v>0.41598321657633663</c:v>
                </c:pt>
                <c:pt idx="8">
                  <c:v>0.6166608020266906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0.7149519115439406</c:v>
                </c:pt>
                <c:pt idx="1">
                  <c:v>0.5658488336093703</c:v>
                </c:pt>
                <c:pt idx="2">
                  <c:v>0.8028068820195635</c:v>
                </c:pt>
                <c:pt idx="3">
                  <c:v>0.8955068367926623</c:v>
                </c:pt>
                <c:pt idx="4">
                  <c:v>0.6926436435486412</c:v>
                </c:pt>
                <c:pt idx="5">
                  <c:v>0.7527979568294318</c:v>
                </c:pt>
                <c:pt idx="6">
                  <c:v>0.8121987387827239</c:v>
                </c:pt>
                <c:pt idx="7">
                  <c:v>1.0061459927467944</c:v>
                </c:pt>
                <c:pt idx="8">
                  <c:v>0.728444370250533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53359014840431"/>
          <c:min val="0.3687701944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0.6900221781972805</c:v>
                </c:pt>
                <c:pt idx="1">
                  <c:v>0.5933247378933056</c:v>
                </c:pt>
                <c:pt idx="2">
                  <c:v>0.7142805125397766</c:v>
                </c:pt>
                <c:pt idx="3">
                  <c:v>0.6570514519637847</c:v>
                </c:pt>
                <c:pt idx="4">
                  <c:v>0.6234843116063218</c:v>
                </c:pt>
                <c:pt idx="5">
                  <c:v>0.9255516501965666</c:v>
                </c:pt>
                <c:pt idx="6">
                  <c:v>0.8503689755576581</c:v>
                </c:pt>
                <c:pt idx="7">
                  <c:v>0.7184182716938973</c:v>
                </c:pt>
                <c:pt idx="8">
                  <c:v>0.8223294946208929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0.7164286429445438</c:v>
                </c:pt>
                <c:pt idx="1">
                  <c:v>0.6252395726683551</c:v>
                </c:pt>
                <c:pt idx="2">
                  <c:v>0.8412022682100951</c:v>
                </c:pt>
                <c:pt idx="3">
                  <c:v>0.7867221155521004</c:v>
                </c:pt>
                <c:pt idx="4">
                  <c:v>0.7755942859235323</c:v>
                </c:pt>
                <c:pt idx="5">
                  <c:v>0.7922355198248646</c:v>
                </c:pt>
                <c:pt idx="6">
                  <c:v>0.7538786629597675</c:v>
                </c:pt>
                <c:pt idx="7">
                  <c:v>0.7919291156345933</c:v>
                </c:pt>
                <c:pt idx="8">
                  <c:v>0.921708275861715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521298031808275"/>
          <c:min val="0.56674658490904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0.7050565150902268</c:v>
                </c:pt>
                <c:pt idx="1">
                  <c:v>0.6972871213226081</c:v>
                </c:pt>
                <c:pt idx="2">
                  <c:v>0.6308768362351774</c:v>
                </c:pt>
                <c:pt idx="3">
                  <c:v>0.7445204586744981</c:v>
                </c:pt>
                <c:pt idx="4">
                  <c:v>0.660415938777662</c:v>
                </c:pt>
                <c:pt idx="5">
                  <c:v>0.700367973810301</c:v>
                </c:pt>
                <c:pt idx="6">
                  <c:v>0.6836058770468785</c:v>
                </c:pt>
                <c:pt idx="7">
                  <c:v>0.7804051689622145</c:v>
                </c:pt>
                <c:pt idx="8">
                  <c:v>0.7106603615435741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0.7403703599119972</c:v>
                </c:pt>
                <c:pt idx="1">
                  <c:v>0.7710928483677514</c:v>
                </c:pt>
                <c:pt idx="2">
                  <c:v>0.826189338680264</c:v>
                </c:pt>
                <c:pt idx="3">
                  <c:v>0.8425333637632726</c:v>
                </c:pt>
                <c:pt idx="4">
                  <c:v>0.6847998583114988</c:v>
                </c:pt>
                <c:pt idx="5">
                  <c:v>0.7168673511984457</c:v>
                </c:pt>
                <c:pt idx="6">
                  <c:v>0.7724004923395711</c:v>
                </c:pt>
                <c:pt idx="7">
                  <c:v>0.7344914599245522</c:v>
                </c:pt>
                <c:pt idx="8">
                  <c:v>0.708305313389445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594658859655202"/>
          <c:min val="0.6139443140329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0.853378636833553</c:v>
                </c:pt>
                <c:pt idx="1">
                  <c:v>0.6247038023296071</c:v>
                </c:pt>
                <c:pt idx="2">
                  <c:v>0.6792670837409984</c:v>
                </c:pt>
                <c:pt idx="3">
                  <c:v>0.878644639780231</c:v>
                </c:pt>
                <c:pt idx="4">
                  <c:v>0.7451530183571232</c:v>
                </c:pt>
                <c:pt idx="5">
                  <c:v>0.6576100477351875</c:v>
                </c:pt>
                <c:pt idx="6">
                  <c:v>0.6750289266701013</c:v>
                </c:pt>
                <c:pt idx="7">
                  <c:v>0.7202130547063254</c:v>
                </c:pt>
                <c:pt idx="8">
                  <c:v>0.5956656780653243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0.6171481379522767</c:v>
                </c:pt>
                <c:pt idx="1">
                  <c:v>0.46277890535786437</c:v>
                </c:pt>
                <c:pt idx="2">
                  <c:v>0.5529485629230996</c:v>
                </c:pt>
                <c:pt idx="3">
                  <c:v>0.5744854953580403</c:v>
                </c:pt>
                <c:pt idx="4">
                  <c:v>0.4429815006198323</c:v>
                </c:pt>
                <c:pt idx="5">
                  <c:v>0.6297826593153499</c:v>
                </c:pt>
                <c:pt idx="6">
                  <c:v>0.6161366435109226</c:v>
                </c:pt>
                <c:pt idx="7">
                  <c:v>0.44810640749418146</c:v>
                </c:pt>
                <c:pt idx="8">
                  <c:v>0.5271088831058458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34976909130629"/>
          <c:min val="0.40812844948700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0.7599768626538274</c:v>
                </c:pt>
                <c:pt idx="1">
                  <c:v>0.7830798437816583</c:v>
                </c:pt>
                <c:pt idx="2">
                  <c:v>0.7626795993431513</c:v>
                </c:pt>
                <c:pt idx="3">
                  <c:v>0.7688698524518264</c:v>
                </c:pt>
                <c:pt idx="4">
                  <c:v>0.7495697281542794</c:v>
                </c:pt>
                <c:pt idx="5">
                  <c:v>0.7963416143072259</c:v>
                </c:pt>
                <c:pt idx="6">
                  <c:v>0.736251369774425</c:v>
                </c:pt>
                <c:pt idx="7">
                  <c:v>0.6800766854095037</c:v>
                </c:pt>
                <c:pt idx="8">
                  <c:v>0.8021539845867794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0.6241018800200733</c:v>
                </c:pt>
                <c:pt idx="1">
                  <c:v>0.6291925628435708</c:v>
                </c:pt>
                <c:pt idx="2">
                  <c:v>0.6072420314663973</c:v>
                </c:pt>
                <c:pt idx="3">
                  <c:v>0.6422654132499127</c:v>
                </c:pt>
                <c:pt idx="4">
                  <c:v>0.6114912306114826</c:v>
                </c:pt>
                <c:pt idx="5">
                  <c:v>0.60193276537458</c:v>
                </c:pt>
                <c:pt idx="6">
                  <c:v>0.7934726472426145</c:v>
                </c:pt>
                <c:pt idx="7">
                  <c:v>0.7122729918478748</c:v>
                </c:pt>
                <c:pt idx="8">
                  <c:v>0.6898987062321641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81716821237554"/>
          <c:min val="0.585915067837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0.8085933842189513</c:v>
                </c:pt>
                <c:pt idx="1">
                  <c:v>0.8349538745023005</c:v>
                </c:pt>
                <c:pt idx="2">
                  <c:v>0.8737701164417023</c:v>
                </c:pt>
                <c:pt idx="3">
                  <c:v>0.8527346062964446</c:v>
                </c:pt>
                <c:pt idx="4">
                  <c:v>1.0582330985943935</c:v>
                </c:pt>
                <c:pt idx="5">
                  <c:v>1.028016161351654</c:v>
                </c:pt>
                <c:pt idx="6">
                  <c:v>1.0058575078440883</c:v>
                </c:pt>
                <c:pt idx="7">
                  <c:v>1.0234746382890063</c:v>
                </c:pt>
                <c:pt idx="8">
                  <c:v>0.9356321144067818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0.9009653319121848</c:v>
                </c:pt>
                <c:pt idx="1">
                  <c:v>0.8131285211419739</c:v>
                </c:pt>
                <c:pt idx="2">
                  <c:v>0.8066254594530933</c:v>
                </c:pt>
                <c:pt idx="3">
                  <c:v>0.8626575968564566</c:v>
                </c:pt>
                <c:pt idx="4">
                  <c:v>0.8454990906402006</c:v>
                </c:pt>
                <c:pt idx="5">
                  <c:v>0.8299379831261204</c:v>
                </c:pt>
                <c:pt idx="6">
                  <c:v>0.8713143037970473</c:v>
                </c:pt>
                <c:pt idx="7">
                  <c:v>0.8286440545521533</c:v>
                </c:pt>
                <c:pt idx="8">
                  <c:v>0.78232146024707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803060296621794"/>
          <c:min val="0.76024852917928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1.0677903326131248</c:v>
                </c:pt>
                <c:pt idx="1">
                  <c:v>1.0847682962377936</c:v>
                </c:pt>
                <c:pt idx="2">
                  <c:v>1.0822422538888816</c:v>
                </c:pt>
                <c:pt idx="3">
                  <c:v>1.0735954139267194</c:v>
                </c:pt>
                <c:pt idx="4">
                  <c:v>1.1363227240925946</c:v>
                </c:pt>
                <c:pt idx="5">
                  <c:v>1.2311140114650694</c:v>
                </c:pt>
                <c:pt idx="6">
                  <c:v>1.18480172153826</c:v>
                </c:pt>
                <c:pt idx="7">
                  <c:v>1.0277431801947496</c:v>
                </c:pt>
                <c:pt idx="8">
                  <c:v>0.9859766650705274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1.0398617108896582</c:v>
                </c:pt>
                <c:pt idx="1">
                  <c:v>0.9759218070363714</c:v>
                </c:pt>
                <c:pt idx="2">
                  <c:v>1.1814901267275122</c:v>
                </c:pt>
                <c:pt idx="3">
                  <c:v>0.9351336620111177</c:v>
                </c:pt>
                <c:pt idx="4">
                  <c:v>1.074398471161886</c:v>
                </c:pt>
                <c:pt idx="5">
                  <c:v>1.1155718382233792</c:v>
                </c:pt>
                <c:pt idx="6">
                  <c:v>0.9775402112462451</c:v>
                </c:pt>
                <c:pt idx="7">
                  <c:v>1.0513632613479733</c:v>
                </c:pt>
                <c:pt idx="8">
                  <c:v>0.9803497357201435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547924394213854"/>
          <c:min val="0.91145523405480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0.8007470085189965</c:v>
                </c:pt>
                <c:pt idx="1">
                  <c:v>0.7960579784701964</c:v>
                </c:pt>
                <c:pt idx="2">
                  <c:v>0.730272221110609</c:v>
                </c:pt>
                <c:pt idx="3">
                  <c:v>0.6090821009943207</c:v>
                </c:pt>
                <c:pt idx="4">
                  <c:v>0.555842407701091</c:v>
                </c:pt>
                <c:pt idx="5">
                  <c:v>0.4954824972707196</c:v>
                </c:pt>
                <c:pt idx="6">
                  <c:v>0.5157238522328759</c:v>
                </c:pt>
                <c:pt idx="7">
                  <c:v>0.6530825104532697</c:v>
                </c:pt>
                <c:pt idx="8">
                  <c:v>0.6420616546090437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0.61103256630774</c:v>
                </c:pt>
                <c:pt idx="1">
                  <c:v>0.6595352694952525</c:v>
                </c:pt>
                <c:pt idx="2">
                  <c:v>0.6666160540213655</c:v>
                </c:pt>
                <c:pt idx="3">
                  <c:v>0.6477156196855707</c:v>
                </c:pt>
                <c:pt idx="4">
                  <c:v>0.6402126082807236</c:v>
                </c:pt>
                <c:pt idx="5">
                  <c:v>0.7202403722831867</c:v>
                </c:pt>
                <c:pt idx="6">
                  <c:v>0.515399791342243</c:v>
                </c:pt>
                <c:pt idx="7">
                  <c:v>0.6113501905317787</c:v>
                </c:pt>
                <c:pt idx="8">
                  <c:v>0.6204992017340641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51681694188586"/>
          <c:min val="0.471061336370857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0.6667101490374474</c:v>
                </c:pt>
                <c:pt idx="1">
                  <c:v>0.6667101490374474</c:v>
                </c:pt>
                <c:pt idx="2">
                  <c:v>0.6667101490374474</c:v>
                </c:pt>
                <c:pt idx="3">
                  <c:v>0.6667101490374474</c:v>
                </c:pt>
                <c:pt idx="4">
                  <c:v>0.6667101490374474</c:v>
                </c:pt>
                <c:pt idx="5">
                  <c:v>0.6667101490374474</c:v>
                </c:pt>
                <c:pt idx="6">
                  <c:v>0.6667101490374474</c:v>
                </c:pt>
                <c:pt idx="7">
                  <c:v>0.6667101490374474</c:v>
                </c:pt>
                <c:pt idx="8">
                  <c:v>0.6667101490374474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17156298575043"/>
          <c:min val="0.62385024647826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0.6416340660216564</c:v>
                </c:pt>
                <c:pt idx="1">
                  <c:v>0.6879866984579203</c:v>
                </c:pt>
                <c:pt idx="2">
                  <c:v>0.6710215851370895</c:v>
                </c:pt>
                <c:pt idx="3">
                  <c:v>0.8146457262660504</c:v>
                </c:pt>
                <c:pt idx="4">
                  <c:v>0.6633982076488285</c:v>
                </c:pt>
                <c:pt idx="5">
                  <c:v>0.7216184194447294</c:v>
                </c:pt>
                <c:pt idx="6">
                  <c:v>0.7962932865515217</c:v>
                </c:pt>
                <c:pt idx="7">
                  <c:v>0.8310729032296043</c:v>
                </c:pt>
                <c:pt idx="8">
                  <c:v>0.8639318103141082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17156298575043"/>
          <c:min val="0.62385024647826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0.6953218301011714</c:v>
                </c:pt>
                <c:pt idx="1">
                  <c:v>0.6953218301011714</c:v>
                </c:pt>
                <c:pt idx="2">
                  <c:v>0.6953218301011714</c:v>
                </c:pt>
                <c:pt idx="3">
                  <c:v>0.6953218301011714</c:v>
                </c:pt>
                <c:pt idx="4">
                  <c:v>0.6953218301011714</c:v>
                </c:pt>
                <c:pt idx="5">
                  <c:v>0.6953218301011714</c:v>
                </c:pt>
                <c:pt idx="6">
                  <c:v>0.6953218301011714</c:v>
                </c:pt>
                <c:pt idx="7">
                  <c:v>0.6953218301011714</c:v>
                </c:pt>
                <c:pt idx="8">
                  <c:v>0.6953218301011714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413697654777883"/>
          <c:min val="0.5306250608783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0.7149519115439406</c:v>
                </c:pt>
                <c:pt idx="1">
                  <c:v>0.5658488336093703</c:v>
                </c:pt>
                <c:pt idx="2">
                  <c:v>0.8028068820195635</c:v>
                </c:pt>
                <c:pt idx="3">
                  <c:v>0.8955068367926623</c:v>
                </c:pt>
                <c:pt idx="4">
                  <c:v>0.6926436435486412</c:v>
                </c:pt>
                <c:pt idx="5">
                  <c:v>0.7527979568294318</c:v>
                </c:pt>
                <c:pt idx="6">
                  <c:v>0.8121987387827239</c:v>
                </c:pt>
                <c:pt idx="7">
                  <c:v>1.0061459927467944</c:v>
                </c:pt>
                <c:pt idx="8">
                  <c:v>0.728444370250533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413697654777883"/>
          <c:min val="0.5306250608783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0.6198224052282543</c:v>
                </c:pt>
                <c:pt idx="1">
                  <c:v>0.6198224052282543</c:v>
                </c:pt>
                <c:pt idx="2">
                  <c:v>0.6198224052282543</c:v>
                </c:pt>
                <c:pt idx="3">
                  <c:v>0.6198224052282543</c:v>
                </c:pt>
                <c:pt idx="4">
                  <c:v>0.6198224052282543</c:v>
                </c:pt>
                <c:pt idx="5">
                  <c:v>0.6198224052282543</c:v>
                </c:pt>
                <c:pt idx="6">
                  <c:v>0.6198224052282543</c:v>
                </c:pt>
                <c:pt idx="7">
                  <c:v>0.6198224052282543</c:v>
                </c:pt>
                <c:pt idx="8">
                  <c:v>0.6198224052282543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87958377920572"/>
          <c:min val="0.58660957482513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0.6241018800200733</c:v>
                </c:pt>
                <c:pt idx="1">
                  <c:v>0.6291925628435708</c:v>
                </c:pt>
                <c:pt idx="2">
                  <c:v>0.6072420314663973</c:v>
                </c:pt>
                <c:pt idx="3">
                  <c:v>0.6422654132499127</c:v>
                </c:pt>
                <c:pt idx="4">
                  <c:v>0.6114912306114826</c:v>
                </c:pt>
                <c:pt idx="5">
                  <c:v>0.60193276537458</c:v>
                </c:pt>
                <c:pt idx="6">
                  <c:v>0.7934726472426145</c:v>
                </c:pt>
                <c:pt idx="7">
                  <c:v>0.7122729918478748</c:v>
                </c:pt>
                <c:pt idx="8">
                  <c:v>0.6898987062321641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87958377920572"/>
          <c:min val="0.58660957482513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0.8362740966149049</c:v>
                </c:pt>
                <c:pt idx="1">
                  <c:v>0.8362740966149049</c:v>
                </c:pt>
                <c:pt idx="2">
                  <c:v>0.8362740966149049</c:v>
                </c:pt>
                <c:pt idx="3">
                  <c:v>0.8362740966149049</c:v>
                </c:pt>
                <c:pt idx="4">
                  <c:v>0.8362740966149049</c:v>
                </c:pt>
                <c:pt idx="5">
                  <c:v>0.8362740966149049</c:v>
                </c:pt>
                <c:pt idx="6">
                  <c:v>0.8362740966149049</c:v>
                </c:pt>
                <c:pt idx="7">
                  <c:v>0.8362740966149049</c:v>
                </c:pt>
                <c:pt idx="8">
                  <c:v>0.8362740966149049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68534163565384"/>
          <c:min val="0.7757925536740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0.7890850784940989</c:v>
                </c:pt>
                <c:pt idx="1">
                  <c:v>0.8483271451406758</c:v>
                </c:pt>
                <c:pt idx="2">
                  <c:v>0.8737220091935026</c:v>
                </c:pt>
                <c:pt idx="3">
                  <c:v>0.9031020331212618</c:v>
                </c:pt>
                <c:pt idx="4">
                  <c:v>0.9001049607163213</c:v>
                </c:pt>
                <c:pt idx="5">
                  <c:v>0.9422484395664092</c:v>
                </c:pt>
                <c:pt idx="6">
                  <c:v>0.9441518227810289</c:v>
                </c:pt>
                <c:pt idx="7">
                  <c:v>0.9314098297713501</c:v>
                </c:pt>
                <c:pt idx="8">
                  <c:v>0.9552416387452888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68534163565384"/>
          <c:min val="0.7757925536740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0.7416030867121686</c:v>
                </c:pt>
                <c:pt idx="1">
                  <c:v>0.7416030867121686</c:v>
                </c:pt>
                <c:pt idx="2">
                  <c:v>0.7416030867121686</c:v>
                </c:pt>
                <c:pt idx="3">
                  <c:v>0.7416030867121686</c:v>
                </c:pt>
                <c:pt idx="4">
                  <c:v>0.7416030867121686</c:v>
                </c:pt>
                <c:pt idx="5">
                  <c:v>0.7416030867121686</c:v>
                </c:pt>
                <c:pt idx="6">
                  <c:v>0.7416030867121686</c:v>
                </c:pt>
                <c:pt idx="7">
                  <c:v>0.7416030867121686</c:v>
                </c:pt>
                <c:pt idx="8">
                  <c:v>0.7416030867121686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73970012333618"/>
          <c:min val="0.670724593094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0.7058377560544787</c:v>
                </c:pt>
                <c:pt idx="1">
                  <c:v>0.6877364833105505</c:v>
                </c:pt>
                <c:pt idx="2">
                  <c:v>0.8351041150379535</c:v>
                </c:pt>
                <c:pt idx="3">
                  <c:v>0.8943640443149931</c:v>
                </c:pt>
                <c:pt idx="4">
                  <c:v>0.829880124754641</c:v>
                </c:pt>
                <c:pt idx="5">
                  <c:v>0.8925481096864348</c:v>
                </c:pt>
                <c:pt idx="6">
                  <c:v>0.8040133913761467</c:v>
                </c:pt>
                <c:pt idx="7">
                  <c:v>0.9003851110168573</c:v>
                </c:pt>
                <c:pt idx="8">
                  <c:v>0.8190054329130878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9173970012333618"/>
          <c:min val="0.670724593094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-0.5686827588607907</c:v>
                </c:pt>
                <c:pt idx="1">
                  <c:v>-0.21640515305861333</c:v>
                </c:pt>
                <c:pt idx="2">
                  <c:v>-0.5010258887230374</c:v>
                </c:pt>
                <c:pt idx="3">
                  <c:v>0.020036439834512355</c:v>
                </c:pt>
                <c:pt idx="4">
                  <c:v>-0.5551277962549547</c:v>
                </c:pt>
                <c:pt idx="5">
                  <c:v>-1.043289815031404</c:v>
                </c:pt>
                <c:pt idx="6">
                  <c:v>-0.43700864305120807</c:v>
                </c:pt>
                <c:pt idx="7">
                  <c:v>-0.8198436289605565</c:v>
                </c:pt>
                <c:pt idx="8">
                  <c:v>-0.9277138934612698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-0.688980188831012</c:v>
                </c:pt>
                <c:pt idx="1">
                  <c:v>-0.48762848286745186</c:v>
                </c:pt>
                <c:pt idx="2">
                  <c:v>0.009288642442946355</c:v>
                </c:pt>
                <c:pt idx="3">
                  <c:v>-0.44395618345867127</c:v>
                </c:pt>
                <c:pt idx="4">
                  <c:v>-0.15070373288497496</c:v>
                </c:pt>
                <c:pt idx="5">
                  <c:v>-0.06949989405927927</c:v>
                </c:pt>
                <c:pt idx="6">
                  <c:v>-0.02764679365648572</c:v>
                </c:pt>
                <c:pt idx="7">
                  <c:v>-0.013964302456237882</c:v>
                </c:pt>
                <c:pt idx="8">
                  <c:v>-0.22064758414685792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510254022378566"/>
          <c:min val="-1.12835591542067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-0.16088902116997236</c:v>
                </c:pt>
                <c:pt idx="1">
                  <c:v>-0.21520608469900315</c:v>
                </c:pt>
                <c:pt idx="2">
                  <c:v>-0.07862350375250017</c:v>
                </c:pt>
                <c:pt idx="3">
                  <c:v>-0.19928126894081516</c:v>
                </c:pt>
                <c:pt idx="4">
                  <c:v>-0.15813975747406558</c:v>
                </c:pt>
                <c:pt idx="5">
                  <c:v>-0.40171309037710323</c:v>
                </c:pt>
                <c:pt idx="6">
                  <c:v>-0.3785704453058477</c:v>
                </c:pt>
                <c:pt idx="7">
                  <c:v>-0.23715561637553315</c:v>
                </c:pt>
                <c:pt idx="8">
                  <c:v>-0.6283735504004846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-0.11420475715326887</c:v>
                </c:pt>
                <c:pt idx="1">
                  <c:v>-0.08616050481691429</c:v>
                </c:pt>
                <c:pt idx="2">
                  <c:v>-0.0074135897320772295</c:v>
                </c:pt>
                <c:pt idx="3">
                  <c:v>-0.05213712457988357</c:v>
                </c:pt>
                <c:pt idx="4">
                  <c:v>-0.11480290690999262</c:v>
                </c:pt>
                <c:pt idx="5">
                  <c:v>-0.11471039993672502</c:v>
                </c:pt>
                <c:pt idx="6">
                  <c:v>0.03697365572366996</c:v>
                </c:pt>
                <c:pt idx="7">
                  <c:v>0.05535724206787893</c:v>
                </c:pt>
                <c:pt idx="8">
                  <c:v>0.07097435698920437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692218958037949"/>
          <c:min val="-0.6843213829916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0.19073581415503624</c:v>
                </c:pt>
                <c:pt idx="1">
                  <c:v>-0.09482884404710147</c:v>
                </c:pt>
                <c:pt idx="2">
                  <c:v>-0.07923748967010867</c:v>
                </c:pt>
                <c:pt idx="3">
                  <c:v>0.03100531914859389</c:v>
                </c:pt>
                <c:pt idx="4">
                  <c:v>0.002445552508567806</c:v>
                </c:pt>
                <c:pt idx="5">
                  <c:v>0.033769739655606104</c:v>
                </c:pt>
                <c:pt idx="6">
                  <c:v>0.02122288658942832</c:v>
                </c:pt>
                <c:pt idx="7">
                  <c:v>-0.728898343026288</c:v>
                </c:pt>
                <c:pt idx="8">
                  <c:v>-0.1695181947766519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0.08765446120418573</c:v>
                </c:pt>
                <c:pt idx="1">
                  <c:v>-0.13907562970383783</c:v>
                </c:pt>
                <c:pt idx="2">
                  <c:v>0.15433312239519317</c:v>
                </c:pt>
                <c:pt idx="3">
                  <c:v>0.3269022584611513</c:v>
                </c:pt>
                <c:pt idx="4">
                  <c:v>0.15941971721152334</c:v>
                </c:pt>
                <c:pt idx="5">
                  <c:v>0.0879362065438371</c:v>
                </c:pt>
                <c:pt idx="6">
                  <c:v>0.15724543966181995</c:v>
                </c:pt>
                <c:pt idx="7">
                  <c:v>0.34214191912152975</c:v>
                </c:pt>
                <c:pt idx="8">
                  <c:v>0.10861721821029051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782514009335515"/>
          <c:min val="-0.81458156399811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-0.5100009501385124</c:v>
                </c:pt>
                <c:pt idx="1">
                  <c:v>-0.22902835974671104</c:v>
                </c:pt>
                <c:pt idx="2">
                  <c:v>-0.23244269282926994</c:v>
                </c:pt>
                <c:pt idx="3">
                  <c:v>-0.2717310679998562</c:v>
                </c:pt>
                <c:pt idx="4">
                  <c:v>-0.162550445100814</c:v>
                </c:pt>
                <c:pt idx="5">
                  <c:v>-0.11334443583250313</c:v>
                </c:pt>
                <c:pt idx="6">
                  <c:v>-0.17967861438395932</c:v>
                </c:pt>
                <c:pt idx="7">
                  <c:v>-0.7852095180668983</c:v>
                </c:pt>
                <c:pt idx="8">
                  <c:v>-0.1890797948950349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-0.21167655894476217</c:v>
                </c:pt>
                <c:pt idx="1">
                  <c:v>-0.1167396046776075</c:v>
                </c:pt>
                <c:pt idx="2">
                  <c:v>-0.09243518812128353</c:v>
                </c:pt>
                <c:pt idx="3">
                  <c:v>-0.10010541216226079</c:v>
                </c:pt>
                <c:pt idx="4">
                  <c:v>-0.2539966347571529</c:v>
                </c:pt>
                <c:pt idx="5">
                  <c:v>-0.14376885835792932</c:v>
                </c:pt>
                <c:pt idx="6">
                  <c:v>-0.11155059595020282</c:v>
                </c:pt>
                <c:pt idx="7">
                  <c:v>-0.14895018071801575</c:v>
                </c:pt>
                <c:pt idx="8">
                  <c:v>-0.09104820152013827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3551529619639747"/>
          <c:min val="-0.84074242339063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-0.22453092520590326</c:v>
                </c:pt>
                <c:pt idx="1">
                  <c:v>-0.22957609979577973</c:v>
                </c:pt>
                <c:pt idx="2">
                  <c:v>-0.15304790085864386</c:v>
                </c:pt>
                <c:pt idx="3">
                  <c:v>-0.17713111861881112</c:v>
                </c:pt>
                <c:pt idx="4">
                  <c:v>-0.3081851282039555</c:v>
                </c:pt>
                <c:pt idx="5">
                  <c:v>-0.24597689352262656</c:v>
                </c:pt>
                <c:pt idx="6">
                  <c:v>-0.2721383449096534</c:v>
                </c:pt>
                <c:pt idx="7">
                  <c:v>-0.3398660127422186</c:v>
                </c:pt>
                <c:pt idx="8">
                  <c:v>-0.4320269357032664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-0.23424705872059112</c:v>
                </c:pt>
                <c:pt idx="1">
                  <c:v>-0.07297641673068485</c:v>
                </c:pt>
                <c:pt idx="2">
                  <c:v>-0.11724414543802344</c:v>
                </c:pt>
                <c:pt idx="3">
                  <c:v>-0.14612989902739468</c:v>
                </c:pt>
                <c:pt idx="4">
                  <c:v>-0.12194317594826419</c:v>
                </c:pt>
                <c:pt idx="5">
                  <c:v>-0.1891368150460099</c:v>
                </c:pt>
                <c:pt idx="6">
                  <c:v>-0.16599206320836077</c:v>
                </c:pt>
                <c:pt idx="7">
                  <c:v>-0.16705054683729265</c:v>
                </c:pt>
                <c:pt idx="8">
                  <c:v>-0.09081070320961149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4425237521287832"/>
          <c:min val="-0.460750977221072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0.11544436183560457</c:v>
                </c:pt>
                <c:pt idx="1">
                  <c:v>-0.06631758746613263</c:v>
                </c:pt>
                <c:pt idx="2">
                  <c:v>-0.0234549948345081</c:v>
                </c:pt>
                <c:pt idx="3">
                  <c:v>0.2017034924118726</c:v>
                </c:pt>
                <c:pt idx="4">
                  <c:v>0.016618815486759874</c:v>
                </c:pt>
                <c:pt idx="5">
                  <c:v>0.002315798179225444</c:v>
                </c:pt>
                <c:pt idx="6">
                  <c:v>-0.11689105121802629</c:v>
                </c:pt>
                <c:pt idx="7">
                  <c:v>0.04727296036846859</c:v>
                </c:pt>
                <c:pt idx="8">
                  <c:v>-0.14997668141985984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-0.04134314976329328</c:v>
                </c:pt>
                <c:pt idx="1">
                  <c:v>-0.43848086239975703</c:v>
                </c:pt>
                <c:pt idx="2">
                  <c:v>-0.06674784783358878</c:v>
                </c:pt>
                <c:pt idx="3">
                  <c:v>-0.11159858679392061</c:v>
                </c:pt>
                <c:pt idx="4">
                  <c:v>-0.6608435740521793</c:v>
                </c:pt>
                <c:pt idx="5">
                  <c:v>-0.03425020964822147</c:v>
                </c:pt>
                <c:pt idx="6">
                  <c:v>-0.15894095735827188</c:v>
                </c:pt>
                <c:pt idx="7">
                  <c:v>-0.7170716061650543</c:v>
                </c:pt>
                <c:pt idx="8">
                  <c:v>-0.29102711626934785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7520550029802676"/>
          <c:min val="-0.79057361405120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0.07743202013331102</c:v>
                </c:pt>
                <c:pt idx="1">
                  <c:v>0.19089457679130983</c:v>
                </c:pt>
                <c:pt idx="2">
                  <c:v>0.22723282113629445</c:v>
                </c:pt>
                <c:pt idx="3">
                  <c:v>0.1548873567041565</c:v>
                </c:pt>
                <c:pt idx="4">
                  <c:v>0.2209480307483303</c:v>
                </c:pt>
                <c:pt idx="5">
                  <c:v>0.1794010879752614</c:v>
                </c:pt>
                <c:pt idx="6">
                  <c:v>0.25050997066878383</c:v>
                </c:pt>
                <c:pt idx="7">
                  <c:v>0.11994303962108095</c:v>
                </c:pt>
                <c:pt idx="8">
                  <c:v>0.041419723019555044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-0.029915872620162525</c:v>
                </c:pt>
                <c:pt idx="1">
                  <c:v>-0.024313134706238623</c:v>
                </c:pt>
                <c:pt idx="2">
                  <c:v>-0.008477001494444142</c:v>
                </c:pt>
                <c:pt idx="3">
                  <c:v>0.09114549756658424</c:v>
                </c:pt>
                <c:pt idx="4">
                  <c:v>0.09633143656506905</c:v>
                </c:pt>
                <c:pt idx="5">
                  <c:v>0.07994039034333943</c:v>
                </c:pt>
                <c:pt idx="6">
                  <c:v>0.18092511500907785</c:v>
                </c:pt>
                <c:pt idx="7">
                  <c:v>0.02254651263002137</c:v>
                </c:pt>
                <c:pt idx="8">
                  <c:v>0.0060572564713424785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7294403813189955"/>
          <c:min val="-0.0523499400832782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0.3668387033117843</c:v>
                </c:pt>
                <c:pt idx="1">
                  <c:v>0.27817082121713677</c:v>
                </c:pt>
                <c:pt idx="2">
                  <c:v>0.4424800960742535</c:v>
                </c:pt>
                <c:pt idx="3">
                  <c:v>0.38996894963610984</c:v>
                </c:pt>
                <c:pt idx="4">
                  <c:v>0.35711022376104146</c:v>
                </c:pt>
                <c:pt idx="5">
                  <c:v>0.42349841765665863</c:v>
                </c:pt>
                <c:pt idx="6">
                  <c:v>0.33905831280872795</c:v>
                </c:pt>
                <c:pt idx="7">
                  <c:v>0.26759622110514336</c:v>
                </c:pt>
                <c:pt idx="8">
                  <c:v>0.31278561100432156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0.19153612708423184</c:v>
                </c:pt>
                <c:pt idx="1">
                  <c:v>0.1125657163116604</c:v>
                </c:pt>
                <c:pt idx="2">
                  <c:v>0.3053016961949033</c:v>
                </c:pt>
                <c:pt idx="3">
                  <c:v>0.26729466666846613</c:v>
                </c:pt>
                <c:pt idx="4">
                  <c:v>0.19126037234483037</c:v>
                </c:pt>
                <c:pt idx="5">
                  <c:v>0.24774104648561454</c:v>
                </c:pt>
                <c:pt idx="6">
                  <c:v>0.30809122512577336</c:v>
                </c:pt>
                <c:pt idx="7">
                  <c:v>0.38366247013031934</c:v>
                </c:pt>
                <c:pt idx="8">
                  <c:v>0.32883555853147206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88732464552609"/>
          <c:min val="0.086172565930652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0.21932401605255195</c:v>
                </c:pt>
                <c:pt idx="1">
                  <c:v>0.293000892179278</c:v>
                </c:pt>
                <c:pt idx="2">
                  <c:v>0.18462467849803768</c:v>
                </c:pt>
                <c:pt idx="3">
                  <c:v>0.28946425412177107</c:v>
                </c:pt>
                <c:pt idx="4">
                  <c:v>0.2676627339640587</c:v>
                </c:pt>
                <c:pt idx="5">
                  <c:v>0.22840307166795745</c:v>
                </c:pt>
                <c:pt idx="6">
                  <c:v>0.24464926303881138</c:v>
                </c:pt>
                <c:pt idx="7">
                  <c:v>0.23307423007451167</c:v>
                </c:pt>
                <c:pt idx="8">
                  <c:v>0.10556819782685031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0.20097879847393926</c:v>
                </c:pt>
                <c:pt idx="1">
                  <c:v>0.18437097278574174</c:v>
                </c:pt>
                <c:pt idx="2">
                  <c:v>0.2476711981324426</c:v>
                </c:pt>
                <c:pt idx="3">
                  <c:v>0.16553566145891918</c:v>
                </c:pt>
                <c:pt idx="4">
                  <c:v>0.2176638454839057</c:v>
                </c:pt>
                <c:pt idx="5">
                  <c:v>0.16629789543397613</c:v>
                </c:pt>
                <c:pt idx="6">
                  <c:v>0.18266078309733383</c:v>
                </c:pt>
                <c:pt idx="7">
                  <c:v>0.14086532278426317</c:v>
                </c:pt>
                <c:pt idx="8">
                  <c:v>0.1098325759289772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079955077274722"/>
          <c:min val="0.09057358227865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0.19672022483691146</c:v>
                </c:pt>
                <c:pt idx="1">
                  <c:v>0.24163510702258617</c:v>
                </c:pt>
                <c:pt idx="2">
                  <c:v>0.23172171544726894</c:v>
                </c:pt>
                <c:pt idx="3">
                  <c:v>0.22650034703377092</c:v>
                </c:pt>
                <c:pt idx="4">
                  <c:v>0.33204556988476924</c:v>
                </c:pt>
                <c:pt idx="5">
                  <c:v>0.32605837118809444</c:v>
                </c:pt>
                <c:pt idx="6">
                  <c:v>0.37834644582929094</c:v>
                </c:pt>
                <c:pt idx="7">
                  <c:v>0.3628630989263574</c:v>
                </c:pt>
                <c:pt idx="8">
                  <c:v>0.28170357467548146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0.27498553463910325</c:v>
                </c:pt>
                <c:pt idx="1">
                  <c:v>0.20480997019645222</c:v>
                </c:pt>
                <c:pt idx="2">
                  <c:v>0.21048331447154633</c:v>
                </c:pt>
                <c:pt idx="3">
                  <c:v>0.3019619501286136</c:v>
                </c:pt>
                <c:pt idx="4">
                  <c:v>0.3217900893908496</c:v>
                </c:pt>
                <c:pt idx="5">
                  <c:v>0.25819942119437056</c:v>
                </c:pt>
                <c:pt idx="6">
                  <c:v>0.2861763560673644</c:v>
                </c:pt>
                <c:pt idx="7">
                  <c:v>0.2169590241635063</c:v>
                </c:pt>
                <c:pt idx="8">
                  <c:v>0.1842052920391492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387773813250226"/>
          <c:min val="0.16867399973593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-0.31985697087121123</c:v>
                </c:pt>
                <c:pt idx="1">
                  <c:v>-0.31985697087121123</c:v>
                </c:pt>
                <c:pt idx="2">
                  <c:v>-0.31985697087121123</c:v>
                </c:pt>
                <c:pt idx="3">
                  <c:v>-0.31985697087121123</c:v>
                </c:pt>
                <c:pt idx="4">
                  <c:v>-0.31985697087121123</c:v>
                </c:pt>
                <c:pt idx="5">
                  <c:v>-0.31985697087121123</c:v>
                </c:pt>
                <c:pt idx="6">
                  <c:v>-0.31985697087121123</c:v>
                </c:pt>
                <c:pt idx="7">
                  <c:v>-0.31985697087121123</c:v>
                </c:pt>
                <c:pt idx="8">
                  <c:v>-0.31985697087121123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515014894486303"/>
          <c:min val="-0.7448416953329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-0.688980188831012</c:v>
                </c:pt>
                <c:pt idx="1">
                  <c:v>-0.48762848286745186</c:v>
                </c:pt>
                <c:pt idx="2">
                  <c:v>0.009288642442946355</c:v>
                </c:pt>
                <c:pt idx="3">
                  <c:v>-0.44395618345867127</c:v>
                </c:pt>
                <c:pt idx="4">
                  <c:v>-0.15070373288497496</c:v>
                </c:pt>
                <c:pt idx="5">
                  <c:v>-0.06949989405927927</c:v>
                </c:pt>
                <c:pt idx="6">
                  <c:v>-0.02764679365648572</c:v>
                </c:pt>
                <c:pt idx="7">
                  <c:v>-0.013964302456237882</c:v>
                </c:pt>
                <c:pt idx="8">
                  <c:v>-0.22064758414685792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515014894486303"/>
          <c:min val="-0.7448416953329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-0.044793139836889664</c:v>
                </c:pt>
                <c:pt idx="1">
                  <c:v>-0.044793139836889664</c:v>
                </c:pt>
                <c:pt idx="2">
                  <c:v>-0.044793139836889664</c:v>
                </c:pt>
                <c:pt idx="3">
                  <c:v>-0.044793139836889664</c:v>
                </c:pt>
                <c:pt idx="4">
                  <c:v>-0.044793139836889664</c:v>
                </c:pt>
                <c:pt idx="5">
                  <c:v>-0.044793139836889664</c:v>
                </c:pt>
                <c:pt idx="6">
                  <c:v>-0.044793139836889664</c:v>
                </c:pt>
                <c:pt idx="7">
                  <c:v>-0.044793139836889664</c:v>
                </c:pt>
                <c:pt idx="8">
                  <c:v>-0.044793139836889664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356950741470751"/>
          <c:min val="-0.132867183276424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-0.05447804732239696</c:v>
                </c:pt>
                <c:pt idx="1">
                  <c:v>0.03264451964570743</c:v>
                </c:pt>
                <c:pt idx="2">
                  <c:v>-0.1074490965575623</c:v>
                </c:pt>
                <c:pt idx="3">
                  <c:v>0.07847639310634129</c:v>
                </c:pt>
                <c:pt idx="4">
                  <c:v>-0.025021254011407555</c:v>
                </c:pt>
                <c:pt idx="5">
                  <c:v>-0.056317572181302296</c:v>
                </c:pt>
                <c:pt idx="6">
                  <c:v>0.015325823041029368</c:v>
                </c:pt>
                <c:pt idx="7">
                  <c:v>0.15331788274455688</c:v>
                </c:pt>
                <c:pt idx="8">
                  <c:v>0.21027698742821307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356950741470751"/>
          <c:min val="-0.132867183276424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0.04796827900924639</c:v>
                </c:pt>
                <c:pt idx="1">
                  <c:v>0.04796827900924639</c:v>
                </c:pt>
                <c:pt idx="2">
                  <c:v>0.04796827900924639</c:v>
                </c:pt>
                <c:pt idx="3">
                  <c:v>0.04796827900924639</c:v>
                </c:pt>
                <c:pt idx="4">
                  <c:v>0.04796827900924639</c:v>
                </c:pt>
                <c:pt idx="5">
                  <c:v>0.04796827900924639</c:v>
                </c:pt>
                <c:pt idx="6">
                  <c:v>0.04796827900924639</c:v>
                </c:pt>
                <c:pt idx="7">
                  <c:v>0.04796827900924639</c:v>
                </c:pt>
                <c:pt idx="8">
                  <c:v>0.04796827900924639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063932302755915"/>
          <c:min val="-0.17757303360986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0.08765446120418573</c:v>
                </c:pt>
                <c:pt idx="1">
                  <c:v>-0.13907562970383783</c:v>
                </c:pt>
                <c:pt idx="2">
                  <c:v>0.15433312239519317</c:v>
                </c:pt>
                <c:pt idx="3">
                  <c:v>0.3269022584611513</c:v>
                </c:pt>
                <c:pt idx="4">
                  <c:v>0.15941971721152334</c:v>
                </c:pt>
                <c:pt idx="5">
                  <c:v>0.0879362065438371</c:v>
                </c:pt>
                <c:pt idx="6">
                  <c:v>0.15724543966181995</c:v>
                </c:pt>
                <c:pt idx="7">
                  <c:v>0.34214191912152975</c:v>
                </c:pt>
                <c:pt idx="8">
                  <c:v>0.10861721821029051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063932302755915"/>
          <c:min val="-0.17757303360986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0.2160666787843359</c:v>
                </c:pt>
                <c:pt idx="1">
                  <c:v>0.2160666787843359</c:v>
                </c:pt>
                <c:pt idx="2">
                  <c:v>0.2160666787843359</c:v>
                </c:pt>
                <c:pt idx="3">
                  <c:v>0.2160666787843359</c:v>
                </c:pt>
                <c:pt idx="4">
                  <c:v>0.2160666787843359</c:v>
                </c:pt>
                <c:pt idx="5">
                  <c:v>0.2160666787843359</c:v>
                </c:pt>
                <c:pt idx="6">
                  <c:v>0.2160666787843359</c:v>
                </c:pt>
                <c:pt idx="7">
                  <c:v>0.2160666787843359</c:v>
                </c:pt>
                <c:pt idx="8">
                  <c:v>0.2160666787843359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535021043581204"/>
          <c:min val="0.090877976006167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0.19153612708423184</c:v>
                </c:pt>
                <c:pt idx="1">
                  <c:v>0.1125657163116604</c:v>
                </c:pt>
                <c:pt idx="2">
                  <c:v>0.3053016961949033</c:v>
                </c:pt>
                <c:pt idx="3">
                  <c:v>0.26729466666846613</c:v>
                </c:pt>
                <c:pt idx="4">
                  <c:v>0.19126037234483037</c:v>
                </c:pt>
                <c:pt idx="5">
                  <c:v>0.24774104648561454</c:v>
                </c:pt>
                <c:pt idx="6">
                  <c:v>0.30809122512577336</c:v>
                </c:pt>
                <c:pt idx="7">
                  <c:v>0.38366247013031934</c:v>
                </c:pt>
                <c:pt idx="8">
                  <c:v>0.32883555853147206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535021043581204"/>
          <c:min val="0.090877976006167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-0.06725276117697293</c:v>
                </c:pt>
                <c:pt idx="1">
                  <c:v>-0.06725276117697293</c:v>
                </c:pt>
                <c:pt idx="2">
                  <c:v>-0.06725276117697293</c:v>
                </c:pt>
                <c:pt idx="3">
                  <c:v>-0.06725276117697293</c:v>
                </c:pt>
                <c:pt idx="4">
                  <c:v>-0.06725276117697293</c:v>
                </c:pt>
                <c:pt idx="5">
                  <c:v>-0.06725276117697293</c:v>
                </c:pt>
                <c:pt idx="6">
                  <c:v>-0.06725276117697293</c:v>
                </c:pt>
                <c:pt idx="7">
                  <c:v>-0.06725276117697293</c:v>
                </c:pt>
                <c:pt idx="8">
                  <c:v>-0.06725276117697293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583653810114013"/>
          <c:min val="-0.1296650880219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-0.11420475715326887</c:v>
                </c:pt>
                <c:pt idx="1">
                  <c:v>-0.08616050481691429</c:v>
                </c:pt>
                <c:pt idx="2">
                  <c:v>-0.0074135897320772295</c:v>
                </c:pt>
                <c:pt idx="3">
                  <c:v>-0.05213712457988357</c:v>
                </c:pt>
                <c:pt idx="4">
                  <c:v>-0.11480290690999262</c:v>
                </c:pt>
                <c:pt idx="5">
                  <c:v>-0.11471039993672502</c:v>
                </c:pt>
                <c:pt idx="6">
                  <c:v>0.03697365572366996</c:v>
                </c:pt>
                <c:pt idx="7">
                  <c:v>0.05535724206787893</c:v>
                </c:pt>
                <c:pt idx="8">
                  <c:v>0.07097435698920437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583653810114013"/>
          <c:min val="-0.1296650880219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0.07905057382264888</c:v>
                </c:pt>
                <c:pt idx="1">
                  <c:v>-0.0760049520508818</c:v>
                </c:pt>
                <c:pt idx="2">
                  <c:v>0.04567775400084998</c:v>
                </c:pt>
                <c:pt idx="3">
                  <c:v>0.06399112842456917</c:v>
                </c:pt>
                <c:pt idx="4">
                  <c:v>-0.01828219094433665</c:v>
                </c:pt>
                <c:pt idx="5">
                  <c:v>-0.045427487294004844</c:v>
                </c:pt>
                <c:pt idx="6">
                  <c:v>0.13815167011275684</c:v>
                </c:pt>
                <c:pt idx="7">
                  <c:v>0.1652464750351222</c:v>
                </c:pt>
                <c:pt idx="8">
                  <c:v>-0.13002049484345665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0.18996256677633971</c:v>
                </c:pt>
                <c:pt idx="1">
                  <c:v>0.13898877360379536</c:v>
                </c:pt>
                <c:pt idx="2">
                  <c:v>0.24801479712720978</c:v>
                </c:pt>
                <c:pt idx="3">
                  <c:v>0.1336779250041133</c:v>
                </c:pt>
                <c:pt idx="4">
                  <c:v>0.0016154009705438655</c:v>
                </c:pt>
                <c:pt idx="5">
                  <c:v>0.10975567902190309</c:v>
                </c:pt>
                <c:pt idx="6">
                  <c:v>0.24238636646722342</c:v>
                </c:pt>
                <c:pt idx="7">
                  <c:v>0.2570640794263215</c:v>
                </c:pt>
                <c:pt idx="8">
                  <c:v>0.225187934748232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803084536790374"/>
          <c:min val="-0.160987260785038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0.3572101834897656</c:v>
                </c:pt>
                <c:pt idx="1">
                  <c:v>0.3504575347717104</c:v>
                </c:pt>
                <c:pt idx="2">
                  <c:v>0.24726798843767067</c:v>
                </c:pt>
                <c:pt idx="3">
                  <c:v>-0.12478043896559973</c:v>
                </c:pt>
                <c:pt idx="4">
                  <c:v>-0.2547139438531676</c:v>
                </c:pt>
                <c:pt idx="5">
                  <c:v>-0.5118558364159164</c:v>
                </c:pt>
                <c:pt idx="6">
                  <c:v>-0.08870081471753104</c:v>
                </c:pt>
                <c:pt idx="7">
                  <c:v>0.12350605494815609</c:v>
                </c:pt>
                <c:pt idx="8">
                  <c:v>0.06740212146099062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0.18912828441509996</c:v>
                </c:pt>
                <c:pt idx="1">
                  <c:v>0.0789152201044408</c:v>
                </c:pt>
                <c:pt idx="2">
                  <c:v>0.19421912777298275</c:v>
                </c:pt>
                <c:pt idx="3">
                  <c:v>0.21755680646027714</c:v>
                </c:pt>
                <c:pt idx="4">
                  <c:v>0.1990275835406029</c:v>
                </c:pt>
                <c:pt idx="5">
                  <c:v>0.39519895839390207</c:v>
                </c:pt>
                <c:pt idx="6">
                  <c:v>0.14290647733464382</c:v>
                </c:pt>
                <c:pt idx="7">
                  <c:v>0.3485632509404335</c:v>
                </c:pt>
                <c:pt idx="8">
                  <c:v>0.4146013991091939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871797795120275"/>
          <c:min val="-0.5859724152579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0.26714885873391747</c:v>
                </c:pt>
                <c:pt idx="1">
                  <c:v>0.29218416907165573</c:v>
                </c:pt>
                <c:pt idx="2">
                  <c:v>0.3364487448529274</c:v>
                </c:pt>
                <c:pt idx="3">
                  <c:v>0.20117672519851593</c:v>
                </c:pt>
                <c:pt idx="4">
                  <c:v>0.19497353259576625</c:v>
                </c:pt>
                <c:pt idx="5">
                  <c:v>0.15207617816403263</c:v>
                </c:pt>
                <c:pt idx="6">
                  <c:v>0.2845824488215541</c:v>
                </c:pt>
                <c:pt idx="7">
                  <c:v>0.1405442203826185</c:v>
                </c:pt>
                <c:pt idx="8">
                  <c:v>0.09951158212297814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0.20967206575997677</c:v>
                </c:pt>
                <c:pt idx="1">
                  <c:v>0.27288855329754347</c:v>
                </c:pt>
                <c:pt idx="2">
                  <c:v>0.3181237036651762</c:v>
                </c:pt>
                <c:pt idx="3">
                  <c:v>0.35368249277889413</c:v>
                </c:pt>
                <c:pt idx="4">
                  <c:v>0.3140671139651349</c:v>
                </c:pt>
                <c:pt idx="5">
                  <c:v>0.3547191861889211</c:v>
                </c:pt>
                <c:pt idx="6">
                  <c:v>0.41948048970106755</c:v>
                </c:pt>
                <c:pt idx="7">
                  <c:v>0.33507334139420925</c:v>
                </c:pt>
                <c:pt idx="8">
                  <c:v>0.327364904637173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50780023073147"/>
          <c:min val="0.07391406951673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0.1389378125606195</c:v>
                </c:pt>
                <c:pt idx="1">
                  <c:v>0.09219998275370878</c:v>
                </c:pt>
                <c:pt idx="2">
                  <c:v>0.08143512495482269</c:v>
                </c:pt>
                <c:pt idx="3">
                  <c:v>0.16427319078615907</c:v>
                </c:pt>
                <c:pt idx="4">
                  <c:v>0.22762973081163837</c:v>
                </c:pt>
                <c:pt idx="5">
                  <c:v>0.2808309517857114</c:v>
                </c:pt>
                <c:pt idx="6">
                  <c:v>0.24129445259184354</c:v>
                </c:pt>
                <c:pt idx="7">
                  <c:v>0.2609114993623523</c:v>
                </c:pt>
                <c:pt idx="8">
                  <c:v>0.15181065338522184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0.10402615499547495</c:v>
                </c:pt>
                <c:pt idx="1">
                  <c:v>0.11037555017634161</c:v>
                </c:pt>
                <c:pt idx="2">
                  <c:v>0.2909123375381044</c:v>
                </c:pt>
                <c:pt idx="3">
                  <c:v>0.36387693858890147</c:v>
                </c:pt>
                <c:pt idx="4">
                  <c:v>0.27397635814679505</c:v>
                </c:pt>
                <c:pt idx="5">
                  <c:v>0.31912351751504825</c:v>
                </c:pt>
                <c:pt idx="6">
                  <c:v>0.3029088175768578</c:v>
                </c:pt>
                <c:pt idx="7">
                  <c:v>0.26861225668937844</c:v>
                </c:pt>
                <c:pt idx="8">
                  <c:v>0.27517533355058765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647228367962777"/>
          <c:min val="0.0588397798640963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0.32242497532826736</c:v>
                </c:pt>
                <c:pt idx="1">
                  <c:v>0.41504181699393433</c:v>
                </c:pt>
                <c:pt idx="2">
                  <c:v>0.36154879408417834</c:v>
                </c:pt>
                <c:pt idx="3">
                  <c:v>0.3884579279170577</c:v>
                </c:pt>
                <c:pt idx="4">
                  <c:v>0.3644832483426674</c:v>
                </c:pt>
                <c:pt idx="5">
                  <c:v>0.3792483787660109</c:v>
                </c:pt>
                <c:pt idx="6">
                  <c:v>0.36321348799795833</c:v>
                </c:pt>
                <c:pt idx="7">
                  <c:v>0.42779236284872535</c:v>
                </c:pt>
                <c:pt idx="8">
                  <c:v>0.3307234780576886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0.5136376024662985</c:v>
                </c:pt>
                <c:pt idx="1">
                  <c:v>0.3901690181720123</c:v>
                </c:pt>
                <c:pt idx="2">
                  <c:v>0.48881112471576266</c:v>
                </c:pt>
                <c:pt idx="3">
                  <c:v>0.4921578167005118</c:v>
                </c:pt>
                <c:pt idx="4">
                  <c:v>0.4332227503105109</c:v>
                </c:pt>
                <c:pt idx="5">
                  <c:v>0.43640689176120734</c:v>
                </c:pt>
                <c:pt idx="6">
                  <c:v>0.4292825766321664</c:v>
                </c:pt>
                <c:pt idx="7">
                  <c:v>0.33961256553138175</c:v>
                </c:pt>
                <c:pt idx="8">
                  <c:v>0.4372887985988111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28934612637341"/>
          <c:min val="0.30712796515722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0.41247107696657953</c:v>
                </c:pt>
                <c:pt idx="1">
                  <c:v>0.13689265343427875</c:v>
                </c:pt>
                <c:pt idx="2">
                  <c:v>0.3398155178958078</c:v>
                </c:pt>
                <c:pt idx="3">
                  <c:v>0.32791677194920893</c:v>
                </c:pt>
                <c:pt idx="4">
                  <c:v>-0.0009045418483624139</c:v>
                </c:pt>
                <c:pt idx="5">
                  <c:v>0.08675737883549421</c:v>
                </c:pt>
                <c:pt idx="6">
                  <c:v>0.3228444415024582</c:v>
                </c:pt>
                <c:pt idx="7">
                  <c:v>0.14136468807791713</c:v>
                </c:pt>
                <c:pt idx="8">
                  <c:v>0.1097685930909959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-0.021637253568333733</c:v>
                </c:pt>
                <c:pt idx="1">
                  <c:v>0.28688062853724633</c:v>
                </c:pt>
                <c:pt idx="2">
                  <c:v>-0.013275557904842365</c:v>
                </c:pt>
                <c:pt idx="3">
                  <c:v>0.16249716866181238</c:v>
                </c:pt>
                <c:pt idx="4">
                  <c:v>-0.007031034319714161</c:v>
                </c:pt>
                <c:pt idx="5">
                  <c:v>0.14879454639417744</c:v>
                </c:pt>
                <c:pt idx="6">
                  <c:v>0.07839589377885028</c:v>
                </c:pt>
                <c:pt idx="7">
                  <c:v>0.051653514521827766</c:v>
                </c:pt>
                <c:pt idx="8">
                  <c:v>0.11543456537581386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71997434093726"/>
          <c:min val="-0.056365920011126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0.5389438142456224</c:v>
                </c:pt>
                <c:pt idx="1">
                  <c:v>0.4154070369265624</c:v>
                </c:pt>
                <c:pt idx="2">
                  <c:v>0.40898836431506697</c:v>
                </c:pt>
                <c:pt idx="3">
                  <c:v>0.44910711388469343</c:v>
                </c:pt>
                <c:pt idx="4">
                  <c:v>0.6092948269828378</c:v>
                </c:pt>
                <c:pt idx="5">
                  <c:v>0.4592973553219096</c:v>
                </c:pt>
                <c:pt idx="6">
                  <c:v>0.48364714206158954</c:v>
                </c:pt>
                <c:pt idx="7">
                  <c:v>0.4886442016103326</c:v>
                </c:pt>
                <c:pt idx="8">
                  <c:v>0.5183136364312517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0.4124586466071866</c:v>
                </c:pt>
                <c:pt idx="1">
                  <c:v>0.2940014867164353</c:v>
                </c:pt>
                <c:pt idx="2">
                  <c:v>0.375067368143895</c:v>
                </c:pt>
                <c:pt idx="3">
                  <c:v>0.4607117718858795</c:v>
                </c:pt>
                <c:pt idx="4">
                  <c:v>0.4209857907783481</c:v>
                </c:pt>
                <c:pt idx="5">
                  <c:v>0.26820915870066414</c:v>
                </c:pt>
                <c:pt idx="6">
                  <c:v>0.24501349158446756</c:v>
                </c:pt>
                <c:pt idx="7">
                  <c:v>0.4188294795136823</c:v>
                </c:pt>
                <c:pt idx="8">
                  <c:v>0.4079217127724491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6384373338147074"/>
          <c:min val="0.21587098475259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0.4475876590522234</c:v>
                </c:pt>
                <c:pt idx="1">
                  <c:v>0.24819369075044914</c:v>
                </c:pt>
                <c:pt idx="2">
                  <c:v>0.30457946640266564</c:v>
                </c:pt>
                <c:pt idx="3">
                  <c:v>0.4874227464262222</c:v>
                </c:pt>
                <c:pt idx="4">
                  <c:v>0.4085958585523327</c:v>
                </c:pt>
                <c:pt idx="5">
                  <c:v>0.26191913500751235</c:v>
                </c:pt>
                <c:pt idx="6">
                  <c:v>0.3680905355108436</c:v>
                </c:pt>
                <c:pt idx="7">
                  <c:v>0.2834789378700642</c:v>
                </c:pt>
                <c:pt idx="8">
                  <c:v>0.21331922073209797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0.2785898284651188</c:v>
                </c:pt>
                <c:pt idx="1">
                  <c:v>0.11119310631333164</c:v>
                </c:pt>
                <c:pt idx="2">
                  <c:v>0.11065903229486401</c:v>
                </c:pt>
                <c:pt idx="3">
                  <c:v>0.194890664562165</c:v>
                </c:pt>
                <c:pt idx="4">
                  <c:v>0.08323891520243629</c:v>
                </c:pt>
                <c:pt idx="5">
                  <c:v>0.23549832645011717</c:v>
                </c:pt>
                <c:pt idx="6">
                  <c:v>0.40146073948667305</c:v>
                </c:pt>
                <c:pt idx="7">
                  <c:v>0.27156672242754143</c:v>
                </c:pt>
                <c:pt idx="8">
                  <c:v>0.3311726647551768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9757452924125"/>
          <c:min val="0.050904208704533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0.45443523802491914</c:v>
                </c:pt>
                <c:pt idx="1">
                  <c:v>0.44720595551333997</c:v>
                </c:pt>
                <c:pt idx="2">
                  <c:v>0.3952193976134586</c:v>
                </c:pt>
                <c:pt idx="3">
                  <c:v>0.37017886575864334</c:v>
                </c:pt>
                <c:pt idx="4">
                  <c:v>0.3783209252267361</c:v>
                </c:pt>
                <c:pt idx="5">
                  <c:v>0.24644264146784947</c:v>
                </c:pt>
                <c:pt idx="6">
                  <c:v>0.4237886249244675</c:v>
                </c:pt>
                <c:pt idx="7">
                  <c:v>0.1858519588493732</c:v>
                </c:pt>
                <c:pt idx="8">
                  <c:v>0.21489015930404537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0.22358798751118247</c:v>
                </c:pt>
                <c:pt idx="1">
                  <c:v>0.25821864293615077</c:v>
                </c:pt>
                <c:pt idx="2">
                  <c:v>0.2503195320935833</c:v>
                </c:pt>
                <c:pt idx="3">
                  <c:v>0.22223275125125708</c:v>
                </c:pt>
                <c:pt idx="4">
                  <c:v>0.20603728573135258</c:v>
                </c:pt>
                <c:pt idx="5">
                  <c:v>0.24814212331876656</c:v>
                </c:pt>
                <c:pt idx="6">
                  <c:v>0.3308784834488243</c:v>
                </c:pt>
                <c:pt idx="7">
                  <c:v>0.2492528655961083</c:v>
                </c:pt>
                <c:pt idx="8">
                  <c:v>0.2681249977716271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59219003589628"/>
          <c:min val="0.164365296515329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0.27727979805899433</c:v>
                </c:pt>
                <c:pt idx="1">
                  <c:v>0.27798520307958635</c:v>
                </c:pt>
                <c:pt idx="2">
                  <c:v>0.2657625064786999</c:v>
                </c:pt>
                <c:pt idx="3">
                  <c:v>0.098299894673825</c:v>
                </c:pt>
                <c:pt idx="4">
                  <c:v>0.3235708105116303</c:v>
                </c:pt>
                <c:pt idx="5">
                  <c:v>0.2894813084719808</c:v>
                </c:pt>
                <c:pt idx="6">
                  <c:v>0.15498193154779535</c:v>
                </c:pt>
                <c:pt idx="7">
                  <c:v>0.19634300097218096</c:v>
                </c:pt>
                <c:pt idx="8">
                  <c:v>0.23998250495738216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0.13563822827993643</c:v>
                </c:pt>
                <c:pt idx="1">
                  <c:v>0.06234448237366145</c:v>
                </c:pt>
                <c:pt idx="2">
                  <c:v>0.06839126593148069</c:v>
                </c:pt>
                <c:pt idx="3">
                  <c:v>0.12005916455669509</c:v>
                </c:pt>
                <c:pt idx="4">
                  <c:v>0.09236047229234591</c:v>
                </c:pt>
                <c:pt idx="5">
                  <c:v>0.16437074009702607</c:v>
                </c:pt>
                <c:pt idx="6">
                  <c:v>0.2752759843326518</c:v>
                </c:pt>
                <c:pt idx="7">
                  <c:v>0.24053372283946758</c:v>
                </c:pt>
                <c:pt idx="8">
                  <c:v>0.20573152735769426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444689167626678"/>
          <c:min val="0.0414463761226239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0.15664789459525832</c:v>
                </c:pt>
                <c:pt idx="1">
                  <c:v>0.15664789459525832</c:v>
                </c:pt>
                <c:pt idx="2">
                  <c:v>0.15664789459525832</c:v>
                </c:pt>
                <c:pt idx="3">
                  <c:v>0.15664789459525832</c:v>
                </c:pt>
                <c:pt idx="4">
                  <c:v>0.15664789459525832</c:v>
                </c:pt>
                <c:pt idx="5">
                  <c:v>0.15664789459525832</c:v>
                </c:pt>
                <c:pt idx="6">
                  <c:v>0.15664789459525832</c:v>
                </c:pt>
                <c:pt idx="7">
                  <c:v>0.15664789459525832</c:v>
                </c:pt>
                <c:pt idx="8">
                  <c:v>0.15664789459525832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002439062028507"/>
          <c:min val="-0.185314038000039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0.14091781354071506</c:v>
                </c:pt>
                <c:pt idx="1">
                  <c:v>-0.13942862912967197</c:v>
                </c:pt>
                <c:pt idx="2">
                  <c:v>0.33670839550788934</c:v>
                </c:pt>
                <c:pt idx="3">
                  <c:v>0.2577790909118599</c:v>
                </c:pt>
                <c:pt idx="4">
                  <c:v>0.1695474739260496</c:v>
                </c:pt>
                <c:pt idx="5">
                  <c:v>0.2736052705665371</c:v>
                </c:pt>
                <c:pt idx="6">
                  <c:v>0.4040565582889985</c:v>
                </c:pt>
                <c:pt idx="7">
                  <c:v>0.4341389817499179</c:v>
                </c:pt>
                <c:pt idx="8">
                  <c:v>0.18281142983865897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002439062028507"/>
          <c:min val="-0.185314038000039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0.17250313460543393</c:v>
                </c:pt>
                <c:pt idx="1">
                  <c:v>0.17250313460543393</c:v>
                </c:pt>
                <c:pt idx="2">
                  <c:v>0.17250313460543393</c:v>
                </c:pt>
                <c:pt idx="3">
                  <c:v>0.17250313460543393</c:v>
                </c:pt>
                <c:pt idx="4">
                  <c:v>0.17250313460543393</c:v>
                </c:pt>
                <c:pt idx="5">
                  <c:v>0.17250313460543393</c:v>
                </c:pt>
                <c:pt idx="6">
                  <c:v>0.17250313460543393</c:v>
                </c:pt>
                <c:pt idx="7">
                  <c:v>0.17250313460543393</c:v>
                </c:pt>
                <c:pt idx="8">
                  <c:v>0.17250313460543393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691848542941196"/>
          <c:min val="0.057781169259697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0.2785898284651188</c:v>
                </c:pt>
                <c:pt idx="1">
                  <c:v>0.11119310631333164</c:v>
                </c:pt>
                <c:pt idx="2">
                  <c:v>0.11065903229486401</c:v>
                </c:pt>
                <c:pt idx="3">
                  <c:v>0.194890664562165</c:v>
                </c:pt>
                <c:pt idx="4">
                  <c:v>0.08323891520243629</c:v>
                </c:pt>
                <c:pt idx="5">
                  <c:v>0.23549832645011717</c:v>
                </c:pt>
                <c:pt idx="6">
                  <c:v>0.40146073948667305</c:v>
                </c:pt>
                <c:pt idx="7">
                  <c:v>0.27156672242754143</c:v>
                </c:pt>
                <c:pt idx="8">
                  <c:v>0.3311726647551768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691848542941196"/>
          <c:min val="0.057781169259697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0.24182631866854415</c:v>
                </c:pt>
                <c:pt idx="1">
                  <c:v>0.24182631866854415</c:v>
                </c:pt>
                <c:pt idx="2">
                  <c:v>0.24182631866854415</c:v>
                </c:pt>
                <c:pt idx="3">
                  <c:v>0.24182631866854415</c:v>
                </c:pt>
                <c:pt idx="4">
                  <c:v>0.24182631866854415</c:v>
                </c:pt>
                <c:pt idx="5">
                  <c:v>0.24182631866854415</c:v>
                </c:pt>
                <c:pt idx="6">
                  <c:v>0.24182631866854415</c:v>
                </c:pt>
                <c:pt idx="7">
                  <c:v>0.24182631866854415</c:v>
                </c:pt>
                <c:pt idx="8">
                  <c:v>0.24182631866854415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419383703063755"/>
          <c:min val="0.04366766128316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0.07803115845718345</c:v>
                </c:pt>
                <c:pt idx="1">
                  <c:v>0.1046142692492718</c:v>
                </c:pt>
                <c:pt idx="2">
                  <c:v>0.4499881999308293</c:v>
                </c:pt>
                <c:pt idx="3">
                  <c:v>0.3602813778226699</c:v>
                </c:pt>
                <c:pt idx="4">
                  <c:v>0.33477056619001216</c:v>
                </c:pt>
                <c:pt idx="5">
                  <c:v>0.39148428540738117</c:v>
                </c:pt>
                <c:pt idx="6">
                  <c:v>0.3325913968608955</c:v>
                </c:pt>
                <c:pt idx="7">
                  <c:v>0.318159177285802</c:v>
                </c:pt>
                <c:pt idx="8">
                  <c:v>0.5075748731323613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419383703063755"/>
          <c:min val="0.04366766128316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0.15594423986382072</c:v>
                </c:pt>
                <c:pt idx="1">
                  <c:v>0.15594423986382072</c:v>
                </c:pt>
                <c:pt idx="2">
                  <c:v>0.15594423986382072</c:v>
                </c:pt>
                <c:pt idx="3">
                  <c:v>0.15594423986382072</c:v>
                </c:pt>
                <c:pt idx="4">
                  <c:v>0.15594423986382072</c:v>
                </c:pt>
                <c:pt idx="5">
                  <c:v>0.15594423986382072</c:v>
                </c:pt>
                <c:pt idx="6">
                  <c:v>0.15594423986382072</c:v>
                </c:pt>
                <c:pt idx="7">
                  <c:v>0.15594423986382072</c:v>
                </c:pt>
                <c:pt idx="8">
                  <c:v>0.15594423986382072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45629342957415"/>
          <c:min val="0.0520603257840605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0.18912828441509996</c:v>
                </c:pt>
                <c:pt idx="1">
                  <c:v>0.0789152201044408</c:v>
                </c:pt>
                <c:pt idx="2">
                  <c:v>0.19421912777298275</c:v>
                </c:pt>
                <c:pt idx="3">
                  <c:v>0.21755680646027714</c:v>
                </c:pt>
                <c:pt idx="4">
                  <c:v>0.1990275835406029</c:v>
                </c:pt>
                <c:pt idx="5">
                  <c:v>0.39519895839390207</c:v>
                </c:pt>
                <c:pt idx="6">
                  <c:v>0.14290647733464382</c:v>
                </c:pt>
                <c:pt idx="7">
                  <c:v>0.3485632509404335</c:v>
                </c:pt>
                <c:pt idx="8">
                  <c:v>0.4146013991091939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45629342957415"/>
          <c:min val="0.0520603257840605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0.0907468969640509</c:v>
                </c:pt>
                <c:pt idx="1">
                  <c:v>0.0907468969640509</c:v>
                </c:pt>
                <c:pt idx="2">
                  <c:v>0.0907468969640509</c:v>
                </c:pt>
                <c:pt idx="3">
                  <c:v>0.0907468969640509</c:v>
                </c:pt>
                <c:pt idx="4">
                  <c:v>0.0907468969640509</c:v>
                </c:pt>
                <c:pt idx="5">
                  <c:v>0.0907468969640509</c:v>
                </c:pt>
                <c:pt idx="6">
                  <c:v>0.0907468969640509</c:v>
                </c:pt>
                <c:pt idx="7">
                  <c:v>0.0907468969640509</c:v>
                </c:pt>
                <c:pt idx="8">
                  <c:v>0.0907468969640509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231050448937107"/>
          <c:min val="0.045309962216942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0.13563822827993643</c:v>
                </c:pt>
                <c:pt idx="1">
                  <c:v>0.06234448237366145</c:v>
                </c:pt>
                <c:pt idx="2">
                  <c:v>0.06839126593148069</c:v>
                </c:pt>
                <c:pt idx="3">
                  <c:v>0.12005916455669509</c:v>
                </c:pt>
                <c:pt idx="4">
                  <c:v>0.09236047229234591</c:v>
                </c:pt>
                <c:pt idx="5">
                  <c:v>0.16437074009702607</c:v>
                </c:pt>
                <c:pt idx="6">
                  <c:v>0.2752759843326518</c:v>
                </c:pt>
                <c:pt idx="7">
                  <c:v>0.24053372283946758</c:v>
                </c:pt>
                <c:pt idx="8">
                  <c:v>0.20573152735769426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231050448937107"/>
          <c:min val="0.045309962216942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764</c:v>
                </c:pt>
                <c:pt idx="1">
                  <c:v>719</c:v>
                </c:pt>
                <c:pt idx="2">
                  <c:v>885</c:v>
                </c:pt>
                <c:pt idx="3">
                  <c:v>827</c:v>
                </c:pt>
                <c:pt idx="4">
                  <c:v>799</c:v>
                </c:pt>
                <c:pt idx="5">
                  <c:v>788</c:v>
                </c:pt>
                <c:pt idx="6">
                  <c:v>776</c:v>
                </c:pt>
                <c:pt idx="7">
                  <c:v>835</c:v>
                </c:pt>
                <c:pt idx="8">
                  <c:v>763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927</c:v>
                </c:pt>
                <c:pt idx="1">
                  <c:v>787</c:v>
                </c:pt>
                <c:pt idx="2">
                  <c:v>924</c:v>
                </c:pt>
                <c:pt idx="3">
                  <c:v>944</c:v>
                </c:pt>
                <c:pt idx="4">
                  <c:v>915</c:v>
                </c:pt>
                <c:pt idx="5">
                  <c:v>936</c:v>
                </c:pt>
                <c:pt idx="6">
                  <c:v>960</c:v>
                </c:pt>
                <c:pt idx="7">
                  <c:v>881</c:v>
                </c:pt>
                <c:pt idx="8">
                  <c:v>859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79.28"/>
          <c:min val="699.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178</c:v>
                </c:pt>
                <c:pt idx="1">
                  <c:v>152</c:v>
                </c:pt>
                <c:pt idx="2">
                  <c:v>182</c:v>
                </c:pt>
                <c:pt idx="3">
                  <c:v>193</c:v>
                </c:pt>
                <c:pt idx="4">
                  <c:v>190</c:v>
                </c:pt>
                <c:pt idx="5">
                  <c:v>175</c:v>
                </c:pt>
                <c:pt idx="6">
                  <c:v>236</c:v>
                </c:pt>
                <c:pt idx="7">
                  <c:v>254</c:v>
                </c:pt>
                <c:pt idx="8">
                  <c:v>224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212</c:v>
                </c:pt>
                <c:pt idx="1">
                  <c:v>194</c:v>
                </c:pt>
                <c:pt idx="2">
                  <c:v>221</c:v>
                </c:pt>
                <c:pt idx="3">
                  <c:v>236</c:v>
                </c:pt>
                <c:pt idx="4">
                  <c:v>230</c:v>
                </c:pt>
                <c:pt idx="5">
                  <c:v>252</c:v>
                </c:pt>
                <c:pt idx="6">
                  <c:v>232</c:v>
                </c:pt>
                <c:pt idx="7">
                  <c:v>202</c:v>
                </c:pt>
                <c:pt idx="8">
                  <c:v>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2.16"/>
          <c:min val="143.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323</c:v>
                </c:pt>
                <c:pt idx="1">
                  <c:v>298</c:v>
                </c:pt>
                <c:pt idx="2">
                  <c:v>294</c:v>
                </c:pt>
                <c:pt idx="3">
                  <c:v>334</c:v>
                </c:pt>
                <c:pt idx="4">
                  <c:v>327</c:v>
                </c:pt>
                <c:pt idx="5">
                  <c:v>304</c:v>
                </c:pt>
                <c:pt idx="6">
                  <c:v>295</c:v>
                </c:pt>
                <c:pt idx="7">
                  <c:v>311</c:v>
                </c:pt>
                <c:pt idx="8">
                  <c:v>324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04"/>
          <c:min val="28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539</c:v>
                </c:pt>
                <c:pt idx="1">
                  <c:v>524</c:v>
                </c:pt>
                <c:pt idx="2">
                  <c:v>535</c:v>
                </c:pt>
                <c:pt idx="3">
                  <c:v>556</c:v>
                </c:pt>
                <c:pt idx="4">
                  <c:v>574</c:v>
                </c:pt>
                <c:pt idx="5">
                  <c:v>567</c:v>
                </c:pt>
                <c:pt idx="6">
                  <c:v>578</c:v>
                </c:pt>
                <c:pt idx="7">
                  <c:v>585</c:v>
                </c:pt>
                <c:pt idx="8">
                  <c:v>584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69.8"/>
          <c:min val="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163</c:v>
                </c:pt>
                <c:pt idx="1">
                  <c:v>132</c:v>
                </c:pt>
                <c:pt idx="2">
                  <c:v>131</c:v>
                </c:pt>
                <c:pt idx="3">
                  <c:v>143</c:v>
                </c:pt>
                <c:pt idx="4">
                  <c:v>155</c:v>
                </c:pt>
                <c:pt idx="5">
                  <c:v>173</c:v>
                </c:pt>
                <c:pt idx="6">
                  <c:v>164</c:v>
                </c:pt>
                <c:pt idx="7">
                  <c:v>95</c:v>
                </c:pt>
                <c:pt idx="8">
                  <c:v>147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175</c:v>
                </c:pt>
                <c:pt idx="1">
                  <c:v>136</c:v>
                </c:pt>
                <c:pt idx="2">
                  <c:v>157</c:v>
                </c:pt>
                <c:pt idx="3">
                  <c:v>163</c:v>
                </c:pt>
                <c:pt idx="4">
                  <c:v>140</c:v>
                </c:pt>
                <c:pt idx="5">
                  <c:v>161</c:v>
                </c:pt>
                <c:pt idx="6">
                  <c:v>173</c:v>
                </c:pt>
                <c:pt idx="7">
                  <c:v>188</c:v>
                </c:pt>
                <c:pt idx="8">
                  <c:v>128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44"/>
          <c:min val="87.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250</c:v>
                </c:pt>
                <c:pt idx="1">
                  <c:v>227</c:v>
                </c:pt>
                <c:pt idx="2">
                  <c:v>227</c:v>
                </c:pt>
                <c:pt idx="3">
                  <c:v>273</c:v>
                </c:pt>
                <c:pt idx="4">
                  <c:v>248</c:v>
                </c:pt>
                <c:pt idx="5">
                  <c:v>241</c:v>
                </c:pt>
                <c:pt idx="6">
                  <c:v>266</c:v>
                </c:pt>
                <c:pt idx="7">
                  <c:v>271</c:v>
                </c:pt>
                <c:pt idx="8">
                  <c:v>248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230</c:v>
                </c:pt>
                <c:pt idx="1">
                  <c:v>185</c:v>
                </c:pt>
                <c:pt idx="2">
                  <c:v>207</c:v>
                </c:pt>
                <c:pt idx="3">
                  <c:v>226</c:v>
                </c:pt>
                <c:pt idx="4">
                  <c:v>213</c:v>
                </c:pt>
                <c:pt idx="5">
                  <c:v>249</c:v>
                </c:pt>
                <c:pt idx="6">
                  <c:v>210</c:v>
                </c:pt>
                <c:pt idx="7">
                  <c:v>217</c:v>
                </c:pt>
                <c:pt idx="8">
                  <c:v>182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0.28"/>
          <c:min val="174.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407</c:v>
                </c:pt>
                <c:pt idx="1">
                  <c:v>370</c:v>
                </c:pt>
                <c:pt idx="2">
                  <c:v>420</c:v>
                </c:pt>
                <c:pt idx="3">
                  <c:v>449</c:v>
                </c:pt>
                <c:pt idx="4">
                  <c:v>427</c:v>
                </c:pt>
                <c:pt idx="5">
                  <c:v>458</c:v>
                </c:pt>
                <c:pt idx="6">
                  <c:v>438</c:v>
                </c:pt>
                <c:pt idx="7">
                  <c:v>419</c:v>
                </c:pt>
                <c:pt idx="8">
                  <c:v>396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412</c:v>
                </c:pt>
                <c:pt idx="1">
                  <c:v>346</c:v>
                </c:pt>
                <c:pt idx="2">
                  <c:v>372</c:v>
                </c:pt>
                <c:pt idx="3">
                  <c:v>394</c:v>
                </c:pt>
                <c:pt idx="4">
                  <c:v>326</c:v>
                </c:pt>
                <c:pt idx="5">
                  <c:v>404</c:v>
                </c:pt>
                <c:pt idx="6">
                  <c:v>377</c:v>
                </c:pt>
                <c:pt idx="7">
                  <c:v>344</c:v>
                </c:pt>
                <c:pt idx="8">
                  <c:v>374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8.56"/>
          <c:min val="315.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528</c:v>
                </c:pt>
                <c:pt idx="1">
                  <c:v>413</c:v>
                </c:pt>
                <c:pt idx="2">
                  <c:v>439</c:v>
                </c:pt>
                <c:pt idx="3">
                  <c:v>488</c:v>
                </c:pt>
                <c:pt idx="4">
                  <c:v>485</c:v>
                </c:pt>
                <c:pt idx="5">
                  <c:v>506</c:v>
                </c:pt>
                <c:pt idx="6">
                  <c:v>550</c:v>
                </c:pt>
                <c:pt idx="7">
                  <c:v>502</c:v>
                </c:pt>
                <c:pt idx="8">
                  <c:v>468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447</c:v>
                </c:pt>
                <c:pt idx="1">
                  <c:v>375</c:v>
                </c:pt>
                <c:pt idx="2">
                  <c:v>463</c:v>
                </c:pt>
                <c:pt idx="3">
                  <c:v>429</c:v>
                </c:pt>
                <c:pt idx="4">
                  <c:v>456</c:v>
                </c:pt>
                <c:pt idx="5">
                  <c:v>460</c:v>
                </c:pt>
                <c:pt idx="6">
                  <c:v>431</c:v>
                </c:pt>
                <c:pt idx="7">
                  <c:v>444</c:v>
                </c:pt>
                <c:pt idx="8">
                  <c:v>412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64"/>
          <c:min val="3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1063</c:v>
                </c:pt>
                <c:pt idx="1">
                  <c:v>957</c:v>
                </c:pt>
                <c:pt idx="2">
                  <c:v>1196</c:v>
                </c:pt>
                <c:pt idx="3">
                  <c:v>1174</c:v>
                </c:pt>
                <c:pt idx="4">
                  <c:v>1190</c:v>
                </c:pt>
                <c:pt idx="5">
                  <c:v>1068</c:v>
                </c:pt>
                <c:pt idx="6">
                  <c:v>1147</c:v>
                </c:pt>
                <c:pt idx="7">
                  <c:v>1076</c:v>
                </c:pt>
                <c:pt idx="8">
                  <c:v>1058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1026</c:v>
                </c:pt>
                <c:pt idx="1">
                  <c:v>830</c:v>
                </c:pt>
                <c:pt idx="2">
                  <c:v>979</c:v>
                </c:pt>
                <c:pt idx="3">
                  <c:v>991</c:v>
                </c:pt>
                <c:pt idx="4">
                  <c:v>1007</c:v>
                </c:pt>
                <c:pt idx="5">
                  <c:v>1028</c:v>
                </c:pt>
                <c:pt idx="6">
                  <c:v>1058</c:v>
                </c:pt>
                <c:pt idx="7">
                  <c:v>992</c:v>
                </c:pt>
                <c:pt idx="8">
                  <c:v>1019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25.28"/>
          <c:min val="800.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441</c:v>
                </c:pt>
                <c:pt idx="1">
                  <c:v>415</c:v>
                </c:pt>
                <c:pt idx="2">
                  <c:v>442</c:v>
                </c:pt>
                <c:pt idx="3">
                  <c:v>413</c:v>
                </c:pt>
                <c:pt idx="4">
                  <c:v>444</c:v>
                </c:pt>
                <c:pt idx="5">
                  <c:v>456</c:v>
                </c:pt>
                <c:pt idx="6">
                  <c:v>443</c:v>
                </c:pt>
                <c:pt idx="7">
                  <c:v>434</c:v>
                </c:pt>
                <c:pt idx="8">
                  <c:v>422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397</c:v>
                </c:pt>
                <c:pt idx="1">
                  <c:v>367</c:v>
                </c:pt>
                <c:pt idx="2">
                  <c:v>413</c:v>
                </c:pt>
                <c:pt idx="3">
                  <c:v>393</c:v>
                </c:pt>
                <c:pt idx="4">
                  <c:v>408</c:v>
                </c:pt>
                <c:pt idx="5">
                  <c:v>425</c:v>
                </c:pt>
                <c:pt idx="6">
                  <c:v>448</c:v>
                </c:pt>
                <c:pt idx="7">
                  <c:v>421</c:v>
                </c:pt>
                <c:pt idx="8">
                  <c:v>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3.12"/>
          <c:min val="359.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425.33333333333326</c:v>
                </c:pt>
                <c:pt idx="1">
                  <c:v>425.33333333333326</c:v>
                </c:pt>
                <c:pt idx="2">
                  <c:v>425.33333333333326</c:v>
                </c:pt>
                <c:pt idx="3">
                  <c:v>425.33333333333326</c:v>
                </c:pt>
                <c:pt idx="4">
                  <c:v>425.33333333333326</c:v>
                </c:pt>
                <c:pt idx="5">
                  <c:v>425.33333333333326</c:v>
                </c:pt>
                <c:pt idx="6">
                  <c:v>425.33333333333326</c:v>
                </c:pt>
                <c:pt idx="7">
                  <c:v>425.33333333333326</c:v>
                </c:pt>
                <c:pt idx="8">
                  <c:v>425.33333333333326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96"/>
          <c:min val="375.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96"/>
          <c:min val="375.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543.3333333333334</c:v>
                </c:pt>
                <c:pt idx="1">
                  <c:v>543.3333333333334</c:v>
                </c:pt>
                <c:pt idx="2">
                  <c:v>543.3333333333334</c:v>
                </c:pt>
                <c:pt idx="3">
                  <c:v>543.3333333333334</c:v>
                </c:pt>
                <c:pt idx="4">
                  <c:v>543.3333333333334</c:v>
                </c:pt>
                <c:pt idx="5">
                  <c:v>543.3333333333334</c:v>
                </c:pt>
                <c:pt idx="6">
                  <c:v>543.3333333333334</c:v>
                </c:pt>
                <c:pt idx="7">
                  <c:v>543.3333333333334</c:v>
                </c:pt>
                <c:pt idx="8">
                  <c:v>543.3333333333334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2.24"/>
          <c:min val="496.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2.24"/>
          <c:min val="496.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350</c:v>
                </c:pt>
                <c:pt idx="1">
                  <c:v>350</c:v>
                </c:pt>
                <c:pt idx="2">
                  <c:v>350</c:v>
                </c:pt>
                <c:pt idx="3">
                  <c:v>350</c:v>
                </c:pt>
                <c:pt idx="4">
                  <c:v>350</c:v>
                </c:pt>
                <c:pt idx="5">
                  <c:v>350</c:v>
                </c:pt>
                <c:pt idx="6">
                  <c:v>350</c:v>
                </c:pt>
                <c:pt idx="7">
                  <c:v>350</c:v>
                </c:pt>
                <c:pt idx="8">
                  <c:v>350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8.04"/>
          <c:min val="32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8.04"/>
          <c:min val="326.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578</c:v>
                </c:pt>
                <c:pt idx="1">
                  <c:v>578</c:v>
                </c:pt>
                <c:pt idx="2">
                  <c:v>578</c:v>
                </c:pt>
                <c:pt idx="3">
                  <c:v>578</c:v>
                </c:pt>
                <c:pt idx="4">
                  <c:v>578</c:v>
                </c:pt>
                <c:pt idx="5">
                  <c:v>578</c:v>
                </c:pt>
                <c:pt idx="6">
                  <c:v>578</c:v>
                </c:pt>
                <c:pt idx="7">
                  <c:v>578</c:v>
                </c:pt>
                <c:pt idx="8">
                  <c:v>578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89.64"/>
          <c:min val="506.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89.64"/>
          <c:min val="506.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397</c:v>
                </c:pt>
                <c:pt idx="1">
                  <c:v>397</c:v>
                </c:pt>
                <c:pt idx="2">
                  <c:v>397</c:v>
                </c:pt>
                <c:pt idx="3">
                  <c:v>397</c:v>
                </c:pt>
                <c:pt idx="4">
                  <c:v>397</c:v>
                </c:pt>
                <c:pt idx="5">
                  <c:v>397</c:v>
                </c:pt>
                <c:pt idx="6">
                  <c:v>397</c:v>
                </c:pt>
                <c:pt idx="7">
                  <c:v>397</c:v>
                </c:pt>
                <c:pt idx="8">
                  <c:v>397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8.44"/>
          <c:min val="35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8.44"/>
          <c:min val="35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834.06</c:v>
                </c:pt>
                <c:pt idx="1">
                  <c:v>966.61</c:v>
                </c:pt>
                <c:pt idx="2">
                  <c:v>918.5</c:v>
                </c:pt>
                <c:pt idx="3">
                  <c:v>952.81</c:v>
                </c:pt>
                <c:pt idx="4">
                  <c:v>930.11</c:v>
                </c:pt>
                <c:pt idx="5">
                  <c:v>946.3</c:v>
                </c:pt>
                <c:pt idx="6">
                  <c:v>1110.1</c:v>
                </c:pt>
                <c:pt idx="7">
                  <c:v>1128.62</c:v>
                </c:pt>
                <c:pt idx="8">
                  <c:v>1039.8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1458.9</c:v>
                </c:pt>
                <c:pt idx="1">
                  <c:v>1286.83</c:v>
                </c:pt>
                <c:pt idx="2">
                  <c:v>1497.81</c:v>
                </c:pt>
                <c:pt idx="3">
                  <c:v>1454.95</c:v>
                </c:pt>
                <c:pt idx="4">
                  <c:v>1380.55</c:v>
                </c:pt>
                <c:pt idx="5">
                  <c:v>1459</c:v>
                </c:pt>
                <c:pt idx="6">
                  <c:v>1432.46</c:v>
                </c:pt>
                <c:pt idx="7">
                  <c:v>1480.1</c:v>
                </c:pt>
                <c:pt idx="8">
                  <c:v>1315.5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50.9099999999999"/>
          <c:min val="780.95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1148.2</c:v>
                </c:pt>
                <c:pt idx="1">
                  <c:v>1014.02</c:v>
                </c:pt>
                <c:pt idx="2">
                  <c:v>1265.65</c:v>
                </c:pt>
                <c:pt idx="3">
                  <c:v>958.6</c:v>
                </c:pt>
                <c:pt idx="4">
                  <c:v>954.25</c:v>
                </c:pt>
                <c:pt idx="5">
                  <c:v>891.25</c:v>
                </c:pt>
                <c:pt idx="6">
                  <c:v>834.15</c:v>
                </c:pt>
                <c:pt idx="7">
                  <c:v>1116.05</c:v>
                </c:pt>
                <c:pt idx="8">
                  <c:v>1271.13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1489.2</c:v>
                </c:pt>
                <c:pt idx="1">
                  <c:v>1206.8</c:v>
                </c:pt>
                <c:pt idx="2">
                  <c:v>1350</c:v>
                </c:pt>
                <c:pt idx="3">
                  <c:v>1525.73</c:v>
                </c:pt>
                <c:pt idx="4">
                  <c:v>1346.7</c:v>
                </c:pt>
                <c:pt idx="5">
                  <c:v>1546.97</c:v>
                </c:pt>
                <c:pt idx="6">
                  <c:v>1632.9</c:v>
                </c:pt>
                <c:pt idx="7">
                  <c:v>1330.6</c:v>
                </c:pt>
                <c:pt idx="8">
                  <c:v>1328.59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96.8000000000002"/>
          <c:min val="770.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402.05</c:v>
                </c:pt>
                <c:pt idx="1">
                  <c:v>373.7</c:v>
                </c:pt>
                <c:pt idx="2">
                  <c:v>425.45</c:v>
                </c:pt>
                <c:pt idx="3">
                  <c:v>440.55</c:v>
                </c:pt>
                <c:pt idx="4">
                  <c:v>433</c:v>
                </c:pt>
                <c:pt idx="5">
                  <c:v>388.1</c:v>
                </c:pt>
                <c:pt idx="6">
                  <c:v>428.8</c:v>
                </c:pt>
                <c:pt idx="7">
                  <c:v>457.55</c:v>
                </c:pt>
                <c:pt idx="8">
                  <c:v>419.2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507.4</c:v>
                </c:pt>
                <c:pt idx="1">
                  <c:v>510.5</c:v>
                </c:pt>
                <c:pt idx="2">
                  <c:v>528.35</c:v>
                </c:pt>
                <c:pt idx="3">
                  <c:v>553</c:v>
                </c:pt>
                <c:pt idx="4">
                  <c:v>514.85</c:v>
                </c:pt>
                <c:pt idx="5">
                  <c:v>527.25</c:v>
                </c:pt>
                <c:pt idx="6">
                  <c:v>681.4</c:v>
                </c:pt>
                <c:pt idx="7">
                  <c:v>662.8</c:v>
                </c:pt>
                <c:pt idx="8">
                  <c:v>559.15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6.016"/>
          <c:min val="349.0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751.51</c:v>
                </c:pt>
                <c:pt idx="1">
                  <c:v>627.41</c:v>
                </c:pt>
                <c:pt idx="2">
                  <c:v>640.72</c:v>
                </c:pt>
                <c:pt idx="3">
                  <c:v>770.3</c:v>
                </c:pt>
                <c:pt idx="4">
                  <c:v>702.42</c:v>
                </c:pt>
                <c:pt idx="5">
                  <c:v>674.32</c:v>
                </c:pt>
                <c:pt idx="6">
                  <c:v>740.83</c:v>
                </c:pt>
                <c:pt idx="7">
                  <c:v>746.02</c:v>
                </c:pt>
                <c:pt idx="8">
                  <c:v>674.68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835.21</c:v>
                </c:pt>
                <c:pt idx="1">
                  <c:v>880.19</c:v>
                </c:pt>
                <c:pt idx="2">
                  <c:v>959.15</c:v>
                </c:pt>
                <c:pt idx="3">
                  <c:v>970.52</c:v>
                </c:pt>
                <c:pt idx="4">
                  <c:v>892.74</c:v>
                </c:pt>
                <c:pt idx="5">
                  <c:v>894.15</c:v>
                </c:pt>
                <c:pt idx="6">
                  <c:v>965.42</c:v>
                </c:pt>
                <c:pt idx="7">
                  <c:v>827.75</c:v>
                </c:pt>
                <c:pt idx="8">
                  <c:v>929.3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97.9688"/>
          <c:min val="599.9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220.3</c:v>
                </c:pt>
                <c:pt idx="1">
                  <c:v>237</c:v>
                </c:pt>
                <c:pt idx="2">
                  <c:v>254.6</c:v>
                </c:pt>
                <c:pt idx="3">
                  <c:v>284</c:v>
                </c:pt>
                <c:pt idx="4">
                  <c:v>253.64</c:v>
                </c:pt>
                <c:pt idx="5">
                  <c:v>223.31</c:v>
                </c:pt>
                <c:pt idx="6">
                  <c:v>390.87</c:v>
                </c:pt>
                <c:pt idx="7">
                  <c:v>360</c:v>
                </c:pt>
                <c:pt idx="8">
                  <c:v>342.3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309.7</c:v>
                </c:pt>
                <c:pt idx="1">
                  <c:v>285.4</c:v>
                </c:pt>
                <c:pt idx="2">
                  <c:v>382.3</c:v>
                </c:pt>
                <c:pt idx="3">
                  <c:v>419.7</c:v>
                </c:pt>
                <c:pt idx="4">
                  <c:v>331.52</c:v>
                </c:pt>
                <c:pt idx="5">
                  <c:v>385.5</c:v>
                </c:pt>
                <c:pt idx="6">
                  <c:v>422.11</c:v>
                </c:pt>
                <c:pt idx="7">
                  <c:v>352.52</c:v>
                </c:pt>
                <c:pt idx="8">
                  <c:v>398.5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8.2548"/>
          <c:min val="204.15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514.9</c:v>
                </c:pt>
                <c:pt idx="1">
                  <c:v>461.37</c:v>
                </c:pt>
                <c:pt idx="2">
                  <c:v>473.9</c:v>
                </c:pt>
                <c:pt idx="3">
                  <c:v>610.15</c:v>
                </c:pt>
                <c:pt idx="4">
                  <c:v>521.65</c:v>
                </c:pt>
                <c:pt idx="5">
                  <c:v>415.75</c:v>
                </c:pt>
                <c:pt idx="6">
                  <c:v>451.5</c:v>
                </c:pt>
                <c:pt idx="7">
                  <c:v>537.17</c:v>
                </c:pt>
                <c:pt idx="8">
                  <c:v>408.05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404.58</c:v>
                </c:pt>
                <c:pt idx="1">
                  <c:v>339</c:v>
                </c:pt>
                <c:pt idx="2">
                  <c:v>326.09</c:v>
                </c:pt>
                <c:pt idx="3">
                  <c:v>347.55</c:v>
                </c:pt>
                <c:pt idx="4">
                  <c:v>335.7</c:v>
                </c:pt>
                <c:pt idx="5">
                  <c:v>465.65</c:v>
                </c:pt>
                <c:pt idx="6">
                  <c:v>413.05</c:v>
                </c:pt>
                <c:pt idx="7">
                  <c:v>336.05</c:v>
                </c:pt>
                <c:pt idx="8">
                  <c:v>308.7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34.266"/>
          <c:min val="284.5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1486</c:v>
                </c:pt>
                <c:pt idx="1">
                  <c:v>1254.22</c:v>
                </c:pt>
                <c:pt idx="2">
                  <c:v>1465.55</c:v>
                </c:pt>
                <c:pt idx="3">
                  <c:v>1476.75</c:v>
                </c:pt>
                <c:pt idx="4">
                  <c:v>1319.27</c:v>
                </c:pt>
                <c:pt idx="5">
                  <c:v>1394.79</c:v>
                </c:pt>
                <c:pt idx="6">
                  <c:v>1544.84</c:v>
                </c:pt>
                <c:pt idx="7">
                  <c:v>1347.65</c:v>
                </c:pt>
                <c:pt idx="8">
                  <c:v>1321.81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1164.35</c:v>
                </c:pt>
                <c:pt idx="1">
                  <c:v>864.55</c:v>
                </c:pt>
                <c:pt idx="2">
                  <c:v>1311.7</c:v>
                </c:pt>
                <c:pt idx="3">
                  <c:v>1200.65</c:v>
                </c:pt>
                <c:pt idx="4">
                  <c:v>1174</c:v>
                </c:pt>
                <c:pt idx="5">
                  <c:v>1459.3</c:v>
                </c:pt>
                <c:pt idx="6">
                  <c:v>1164.64</c:v>
                </c:pt>
                <c:pt idx="7">
                  <c:v>1277.86</c:v>
                </c:pt>
                <c:pt idx="8">
                  <c:v>1066.5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99.2631999999999"/>
          <c:min val="810.12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903.15</c:v>
                </c:pt>
                <c:pt idx="1">
                  <c:v>797.1</c:v>
                </c:pt>
                <c:pt idx="2">
                  <c:v>1105.2</c:v>
                </c:pt>
                <c:pt idx="3">
                  <c:v>900.6</c:v>
                </c:pt>
                <c:pt idx="4">
                  <c:v>947</c:v>
                </c:pt>
                <c:pt idx="5">
                  <c:v>1066.7</c:v>
                </c:pt>
                <c:pt idx="6">
                  <c:v>951.2</c:v>
                </c:pt>
                <c:pt idx="7">
                  <c:v>1100.42</c:v>
                </c:pt>
                <c:pt idx="8">
                  <c:v>887.8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854.3</c:v>
                </c:pt>
                <c:pt idx="1">
                  <c:v>691.1</c:v>
                </c:pt>
                <c:pt idx="2">
                  <c:v>798</c:v>
                </c:pt>
                <c:pt idx="3">
                  <c:v>972.9</c:v>
                </c:pt>
                <c:pt idx="4">
                  <c:v>913.5</c:v>
                </c:pt>
                <c:pt idx="5">
                  <c:v>1044.22</c:v>
                </c:pt>
                <c:pt idx="6">
                  <c:v>782.45</c:v>
                </c:pt>
                <c:pt idx="7">
                  <c:v>919.6</c:v>
                </c:pt>
                <c:pt idx="8">
                  <c:v>773.3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38.328"/>
          <c:min val="657.9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1967.54</c:v>
                </c:pt>
                <c:pt idx="1">
                  <c:v>1842.2</c:v>
                </c:pt>
                <c:pt idx="2">
                  <c:v>2204.61</c:v>
                </c:pt>
                <c:pt idx="3">
                  <c:v>2366.05</c:v>
                </c:pt>
                <c:pt idx="4">
                  <c:v>2371.8</c:v>
                </c:pt>
                <c:pt idx="5">
                  <c:v>2252.5</c:v>
                </c:pt>
                <c:pt idx="6">
                  <c:v>2208.5</c:v>
                </c:pt>
                <c:pt idx="7">
                  <c:v>2091.6</c:v>
                </c:pt>
                <c:pt idx="8">
                  <c:v>2214.7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1855.71</c:v>
                </c:pt>
                <c:pt idx="1">
                  <c:v>1669.3</c:v>
                </c:pt>
                <c:pt idx="2">
                  <c:v>1966.6</c:v>
                </c:pt>
                <c:pt idx="3">
                  <c:v>2117.6</c:v>
                </c:pt>
                <c:pt idx="4">
                  <c:v>2101.9</c:v>
                </c:pt>
                <c:pt idx="5">
                  <c:v>2084.5</c:v>
                </c:pt>
                <c:pt idx="6">
                  <c:v>2206.5</c:v>
                </c:pt>
                <c:pt idx="7">
                  <c:v>1961.8</c:v>
                </c:pt>
                <c:pt idx="8">
                  <c:v>1961.8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28"/>
          <c:min val="161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5150.45</c:v>
                </c:pt>
                <c:pt idx="1">
                  <c:v>4912</c:v>
                </c:pt>
                <c:pt idx="2">
                  <c:v>5301.4</c:v>
                </c:pt>
                <c:pt idx="3">
                  <c:v>5754.85</c:v>
                </c:pt>
                <c:pt idx="4">
                  <c:v>5638.7</c:v>
                </c:pt>
                <c:pt idx="5">
                  <c:v>5523.35</c:v>
                </c:pt>
                <c:pt idx="6">
                  <c:v>5647.5</c:v>
                </c:pt>
                <c:pt idx="7">
                  <c:v>5532.78</c:v>
                </c:pt>
                <c:pt idx="8">
                  <c:v>5024.81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4936.2</c:v>
                </c:pt>
                <c:pt idx="1">
                  <c:v>4707.4</c:v>
                </c:pt>
                <c:pt idx="2">
                  <c:v>4916.9</c:v>
                </c:pt>
                <c:pt idx="3">
                  <c:v>5419</c:v>
                </c:pt>
                <c:pt idx="4">
                  <c:v>4689.83</c:v>
                </c:pt>
                <c:pt idx="5">
                  <c:v>5194.31</c:v>
                </c:pt>
                <c:pt idx="6">
                  <c:v>5350.5</c:v>
                </c:pt>
                <c:pt idx="7">
                  <c:v>5197.05</c:v>
                </c:pt>
                <c:pt idx="8">
                  <c:v>4471.45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857.522000000001"/>
          <c:min val="4368.777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779</c:v>
                </c:pt>
                <c:pt idx="1">
                  <c:v>779</c:v>
                </c:pt>
                <c:pt idx="2">
                  <c:v>779</c:v>
                </c:pt>
                <c:pt idx="3">
                  <c:v>779</c:v>
                </c:pt>
                <c:pt idx="4">
                  <c:v>779</c:v>
                </c:pt>
                <c:pt idx="5">
                  <c:v>779</c:v>
                </c:pt>
                <c:pt idx="6">
                  <c:v>779</c:v>
                </c:pt>
                <c:pt idx="7">
                  <c:v>779</c:v>
                </c:pt>
                <c:pt idx="8">
                  <c:v>779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808"/>
          <c:min val="630.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691.4</c:v>
                </c:pt>
                <c:pt idx="1">
                  <c:v>674.7</c:v>
                </c:pt>
                <c:pt idx="2">
                  <c:v>970.9</c:v>
                </c:pt>
                <c:pt idx="3">
                  <c:v>902.3</c:v>
                </c:pt>
                <c:pt idx="4">
                  <c:v>935.1</c:v>
                </c:pt>
                <c:pt idx="5">
                  <c:v>817.5</c:v>
                </c:pt>
                <c:pt idx="6">
                  <c:v>890.1</c:v>
                </c:pt>
                <c:pt idx="7">
                  <c:v>1191.6</c:v>
                </c:pt>
                <c:pt idx="8">
                  <c:v>1224.8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808"/>
          <c:min val="630.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1192.55</c:v>
                </c:pt>
                <c:pt idx="1">
                  <c:v>1192.55</c:v>
                </c:pt>
                <c:pt idx="2">
                  <c:v>1192.55</c:v>
                </c:pt>
                <c:pt idx="3">
                  <c:v>1192.55</c:v>
                </c:pt>
                <c:pt idx="4">
                  <c:v>1192.55</c:v>
                </c:pt>
                <c:pt idx="5">
                  <c:v>1192.55</c:v>
                </c:pt>
                <c:pt idx="6">
                  <c:v>1192.55</c:v>
                </c:pt>
                <c:pt idx="7">
                  <c:v>1192.55</c:v>
                </c:pt>
                <c:pt idx="8">
                  <c:v>1192.55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39.2152"/>
          <c:min val="1026.80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1259.71</c:v>
                </c:pt>
                <c:pt idx="1">
                  <c:v>1069.04</c:v>
                </c:pt>
                <c:pt idx="2">
                  <c:v>1248.9</c:v>
                </c:pt>
                <c:pt idx="3">
                  <c:v>1199.41</c:v>
                </c:pt>
                <c:pt idx="4">
                  <c:v>1159.59</c:v>
                </c:pt>
                <c:pt idx="5">
                  <c:v>1248.23</c:v>
                </c:pt>
                <c:pt idx="6">
                  <c:v>1596.98</c:v>
                </c:pt>
                <c:pt idx="7">
                  <c:v>1486.91</c:v>
                </c:pt>
                <c:pt idx="8">
                  <c:v>1525.73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39.2152"/>
          <c:min val="1026.80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922.0333333333333</c:v>
                </c:pt>
                <c:pt idx="1">
                  <c:v>922.0333333333333</c:v>
                </c:pt>
                <c:pt idx="2">
                  <c:v>922.0333333333333</c:v>
                </c:pt>
                <c:pt idx="3">
                  <c:v>922.0333333333333</c:v>
                </c:pt>
                <c:pt idx="4">
                  <c:v>922.0333333333333</c:v>
                </c:pt>
                <c:pt idx="5">
                  <c:v>922.0333333333333</c:v>
                </c:pt>
                <c:pt idx="6">
                  <c:v>922.0333333333333</c:v>
                </c:pt>
                <c:pt idx="7">
                  <c:v>922.0333333333333</c:v>
                </c:pt>
                <c:pt idx="8">
                  <c:v>922.0333333333333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7.1599999999999"/>
          <c:min val="797.93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833</c:v>
                </c:pt>
                <c:pt idx="1">
                  <c:v>830.3</c:v>
                </c:pt>
                <c:pt idx="2">
                  <c:v>1102.8</c:v>
                </c:pt>
                <c:pt idx="3">
                  <c:v>1057</c:v>
                </c:pt>
                <c:pt idx="4">
                  <c:v>1118.6</c:v>
                </c:pt>
                <c:pt idx="5">
                  <c:v>1134.2</c:v>
                </c:pt>
                <c:pt idx="6">
                  <c:v>1065.6</c:v>
                </c:pt>
                <c:pt idx="7">
                  <c:v>1137.7</c:v>
                </c:pt>
                <c:pt idx="8">
                  <c:v>1234.8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7.1599999999999"/>
          <c:min val="797.93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1366.75</c:v>
                </c:pt>
                <c:pt idx="1">
                  <c:v>1366.75</c:v>
                </c:pt>
                <c:pt idx="2">
                  <c:v>1366.75</c:v>
                </c:pt>
                <c:pt idx="3">
                  <c:v>1366.75</c:v>
                </c:pt>
                <c:pt idx="4">
                  <c:v>1366.75</c:v>
                </c:pt>
                <c:pt idx="5">
                  <c:v>1366.75</c:v>
                </c:pt>
                <c:pt idx="6">
                  <c:v>1366.75</c:v>
                </c:pt>
                <c:pt idx="7">
                  <c:v>1366.75</c:v>
                </c:pt>
                <c:pt idx="8">
                  <c:v>1366.75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1.9060000000002"/>
          <c:min val="1201.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1253.2</c:v>
                </c:pt>
                <c:pt idx="1">
                  <c:v>1426.25</c:v>
                </c:pt>
                <c:pt idx="2">
                  <c:v>1420.8</c:v>
                </c:pt>
                <c:pt idx="3">
                  <c:v>1611.95</c:v>
                </c:pt>
                <c:pt idx="4">
                  <c:v>1478.3</c:v>
                </c:pt>
                <c:pt idx="5">
                  <c:v>1671.8</c:v>
                </c:pt>
                <c:pt idx="6">
                  <c:v>1900.15</c:v>
                </c:pt>
                <c:pt idx="7">
                  <c:v>1603.9</c:v>
                </c:pt>
                <c:pt idx="8">
                  <c:v>1573.29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1.9060000000002"/>
          <c:min val="1201.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515.4166666666666</c:v>
                </c:pt>
                <c:pt idx="1">
                  <c:v>515.4166666666666</c:v>
                </c:pt>
                <c:pt idx="2">
                  <c:v>515.4166666666666</c:v>
                </c:pt>
                <c:pt idx="3">
                  <c:v>515.4166666666666</c:v>
                </c:pt>
                <c:pt idx="4">
                  <c:v>515.4166666666666</c:v>
                </c:pt>
                <c:pt idx="5">
                  <c:v>515.4166666666666</c:v>
                </c:pt>
                <c:pt idx="6">
                  <c:v>515.4166666666666</c:v>
                </c:pt>
                <c:pt idx="7">
                  <c:v>515.4166666666666</c:v>
                </c:pt>
                <c:pt idx="8">
                  <c:v>515.4166666666666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95.3199999999999"/>
          <c:min val="493.47999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507.4</c:v>
                </c:pt>
                <c:pt idx="1">
                  <c:v>510.5</c:v>
                </c:pt>
                <c:pt idx="2">
                  <c:v>528.35</c:v>
                </c:pt>
                <c:pt idx="3">
                  <c:v>553</c:v>
                </c:pt>
                <c:pt idx="4">
                  <c:v>514.85</c:v>
                </c:pt>
                <c:pt idx="5">
                  <c:v>527.25</c:v>
                </c:pt>
                <c:pt idx="6">
                  <c:v>681.4</c:v>
                </c:pt>
                <c:pt idx="7">
                  <c:v>662.8</c:v>
                </c:pt>
                <c:pt idx="8">
                  <c:v>559.15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95.3199999999999"/>
          <c:min val="493.47999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2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0.8095331695331696</c:v>
                </c:pt>
                <c:pt idx="1">
                  <c:v>1.0185135135135135</c:v>
                </c:pt>
                <c:pt idx="2">
                  <c:v>0.9882380952380952</c:v>
                </c:pt>
                <c:pt idx="3">
                  <c:v>1.0098218262806236</c:v>
                </c:pt>
                <c:pt idx="4">
                  <c:v>1.1224824355971896</c:v>
                </c:pt>
                <c:pt idx="5">
                  <c:v>1.0800655021834062</c:v>
                </c:pt>
                <c:pt idx="6">
                  <c:v>1.1494292237442922</c:v>
                </c:pt>
                <c:pt idx="7">
                  <c:v>0.916109785202864</c:v>
                </c:pt>
                <c:pt idx="8">
                  <c:v>1.132070707070707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24364090623393"/>
          <c:min val="0.74176791611907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1.547421150278293</c:v>
                </c:pt>
                <c:pt idx="1">
                  <c:v>1.844675572519084</c:v>
                </c:pt>
                <c:pt idx="2">
                  <c:v>1.716822429906542</c:v>
                </c:pt>
                <c:pt idx="3">
                  <c:v>1.7136870503597121</c:v>
                </c:pt>
                <c:pt idx="4">
                  <c:v>1.6204006968641116</c:v>
                </c:pt>
                <c:pt idx="5">
                  <c:v>1.6689594356261022</c:v>
                </c:pt>
                <c:pt idx="6">
                  <c:v>1.9205882352941175</c:v>
                </c:pt>
                <c:pt idx="7">
                  <c:v>1.9292649572649572</c:v>
                </c:pt>
                <c:pt idx="8">
                  <c:v>1.7804794520547944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2.37219512195122</c:v>
                </c:pt>
                <c:pt idx="1">
                  <c:v>2.4557824427480917</c:v>
                </c:pt>
                <c:pt idx="2">
                  <c:v>2.4675617792421747</c:v>
                </c:pt>
                <c:pt idx="3">
                  <c:v>2.3930098684210526</c:v>
                </c:pt>
                <c:pt idx="4">
                  <c:v>2.160485133020344</c:v>
                </c:pt>
                <c:pt idx="5">
                  <c:v>2.290423861852433</c:v>
                </c:pt>
                <c:pt idx="6">
                  <c:v>2.2665506329113922</c:v>
                </c:pt>
                <c:pt idx="7">
                  <c:v>2.3419303797468354</c:v>
                </c:pt>
                <c:pt idx="8">
                  <c:v>1.9962063732928679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11730295592854"/>
          <c:min val="1.4738098999611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0.9854166666666667</c:v>
                </c:pt>
                <c:pt idx="1">
                  <c:v>1.0497191011235956</c:v>
                </c:pt>
                <c:pt idx="2">
                  <c:v>0.9802995391705069</c:v>
                </c:pt>
                <c:pt idx="3">
                  <c:v>1.0718978102189782</c:v>
                </c:pt>
                <c:pt idx="4">
                  <c:v>0.9774266365688488</c:v>
                </c:pt>
                <c:pt idx="5">
                  <c:v>0.9004640371229699</c:v>
                </c:pt>
                <c:pt idx="6">
                  <c:v>0.9281385281385282</c:v>
                </c:pt>
                <c:pt idx="7">
                  <c:v>1.0842417061611376</c:v>
                </c:pt>
                <c:pt idx="8">
                  <c:v>0.9233480176211454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7474189247357"/>
          <c:min val="0.852537359187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1.349210053859964</c:v>
                </c:pt>
                <c:pt idx="1">
                  <c:v>1.2989855072463767</c:v>
                </c:pt>
                <c:pt idx="2">
                  <c:v>1.2662450592885377</c:v>
                </c:pt>
                <c:pt idx="3">
                  <c:v>1.3682060390763764</c:v>
                </c:pt>
                <c:pt idx="4">
                  <c:v>1.2476376554174067</c:v>
                </c:pt>
                <c:pt idx="5">
                  <c:v>1.272301886792453</c:v>
                </c:pt>
                <c:pt idx="6">
                  <c:v>1.3977924528301888</c:v>
                </c:pt>
                <c:pt idx="7">
                  <c:v>1.4801984126984127</c:v>
                </c:pt>
                <c:pt idx="8">
                  <c:v>1.3439840637450198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1.5103254972875226</c:v>
                </c:pt>
                <c:pt idx="1">
                  <c:v>1.71912109375</c:v>
                </c:pt>
                <c:pt idx="2">
                  <c:v>1.5672385620915033</c:v>
                </c:pt>
                <c:pt idx="3">
                  <c:v>1.6148419301164725</c:v>
                </c:pt>
                <c:pt idx="4">
                  <c:v>1.635054945054945</c:v>
                </c:pt>
                <c:pt idx="5">
                  <c:v>1.5284615384615383</c:v>
                </c:pt>
                <c:pt idx="6">
                  <c:v>1.6144147157190636</c:v>
                </c:pt>
                <c:pt idx="7">
                  <c:v>1.53003696857671</c:v>
                </c:pt>
                <c:pt idx="8">
                  <c:v>1.6684021543985637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568397688166075"/>
          <c:min val="1.209918980350799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1.5028795811518325</c:v>
                </c:pt>
                <c:pt idx="1">
                  <c:v>1.4103198887343533</c:v>
                </c:pt>
                <c:pt idx="2">
                  <c:v>1.4301129943502826</c:v>
                </c:pt>
                <c:pt idx="3">
                  <c:v>1.1591293833131802</c:v>
                </c:pt>
                <c:pt idx="4">
                  <c:v>1.194305381727159</c:v>
                </c:pt>
                <c:pt idx="5">
                  <c:v>1.1310279187817258</c:v>
                </c:pt>
                <c:pt idx="6">
                  <c:v>1.0749355670103093</c:v>
                </c:pt>
                <c:pt idx="7">
                  <c:v>1.3365868263473053</c:v>
                </c:pt>
                <c:pt idx="8">
                  <c:v>1.6659633027522938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1.6064724919093851</c:v>
                </c:pt>
                <c:pt idx="1">
                  <c:v>1.533418043202033</c:v>
                </c:pt>
                <c:pt idx="2">
                  <c:v>1.4610389610389611</c:v>
                </c:pt>
                <c:pt idx="3">
                  <c:v>1.616239406779661</c:v>
                </c:pt>
                <c:pt idx="4">
                  <c:v>1.4718032786885247</c:v>
                </c:pt>
                <c:pt idx="5">
                  <c:v>1.6527457264957266</c:v>
                </c:pt>
                <c:pt idx="6">
                  <c:v>1.7009375</c:v>
                </c:pt>
                <c:pt idx="7">
                  <c:v>1.5103291713961406</c:v>
                </c:pt>
                <c:pt idx="8">
                  <c:v>1.5466705471478461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510176546391754"/>
          <c:min val="1.02485541237113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4.693251533742331</c:v>
                </c:pt>
                <c:pt idx="1">
                  <c:v>3.9916666666666667</c:v>
                </c:pt>
                <c:pt idx="2">
                  <c:v>3.7259541984732825</c:v>
                </c:pt>
                <c:pt idx="3">
                  <c:v>4.5065034965034965</c:v>
                </c:pt>
                <c:pt idx="4">
                  <c:v>3.981161290322581</c:v>
                </c:pt>
                <c:pt idx="5">
                  <c:v>4.063872832369942</c:v>
                </c:pt>
                <c:pt idx="6">
                  <c:v>3.8731707317073174</c:v>
                </c:pt>
                <c:pt idx="7">
                  <c:v>3.154736842105263</c:v>
                </c:pt>
                <c:pt idx="8">
                  <c:v>3.9435374149659865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8420998917358355"/>
          <c:min val="2.6837987008300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2.0596</c:v>
                </c:pt>
                <c:pt idx="1">
                  <c:v>2.032466960352423</c:v>
                </c:pt>
                <c:pt idx="2">
                  <c:v>2.0876651982378855</c:v>
                </c:pt>
                <c:pt idx="3">
                  <c:v>2.234981684981685</c:v>
                </c:pt>
                <c:pt idx="4">
                  <c:v>2.103427419354839</c:v>
                </c:pt>
                <c:pt idx="5">
                  <c:v>1.7251037344398341</c:v>
                </c:pt>
                <c:pt idx="6">
                  <c:v>1.6973684210526316</c:v>
                </c:pt>
                <c:pt idx="7">
                  <c:v>1.9821771217712176</c:v>
                </c:pt>
                <c:pt idx="8">
                  <c:v>1.6453629032258066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1.7590434782608695</c:v>
                </c:pt>
                <c:pt idx="1">
                  <c:v>1.8324324324324324</c:v>
                </c:pt>
                <c:pt idx="2">
                  <c:v>1.5753140096618357</c:v>
                </c:pt>
                <c:pt idx="3">
                  <c:v>1.5378318584070796</c:v>
                </c:pt>
                <c:pt idx="4">
                  <c:v>1.576056338028169</c:v>
                </c:pt>
                <c:pt idx="5">
                  <c:v>1.8700803212851405</c:v>
                </c:pt>
                <c:pt idx="6">
                  <c:v>1.966904761904762</c:v>
                </c:pt>
                <c:pt idx="7">
                  <c:v>1.5486175115207375</c:v>
                </c:pt>
                <c:pt idx="8">
                  <c:v>1.6961538461538461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907536711076535"/>
          <c:min val="1.48205987228111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2.4811813186813185</c:v>
                </c:pt>
                <c:pt idx="1">
                  <c:v>2.5224683544303796</c:v>
                </c:pt>
                <c:pt idx="2">
                  <c:v>2.8484536082474228</c:v>
                </c:pt>
                <c:pt idx="3">
                  <c:v>2.212776412776413</c:v>
                </c:pt>
                <c:pt idx="4">
                  <c:v>2.608815426997245</c:v>
                </c:pt>
                <c:pt idx="5">
                  <c:v>2.821957671957672</c:v>
                </c:pt>
                <c:pt idx="6">
                  <c:v>2.5031578947368422</c:v>
                </c:pt>
                <c:pt idx="7">
                  <c:v>2.6452403846153847</c:v>
                </c:pt>
                <c:pt idx="8">
                  <c:v>2.580813953488372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2.248157894736842</c:v>
                </c:pt>
                <c:pt idx="1">
                  <c:v>2.0753753753753754</c:v>
                </c:pt>
                <c:pt idx="2">
                  <c:v>2.241573033707865</c:v>
                </c:pt>
                <c:pt idx="3">
                  <c:v>2.333093525179856</c:v>
                </c:pt>
                <c:pt idx="4">
                  <c:v>2.475609756097561</c:v>
                </c:pt>
                <c:pt idx="5">
                  <c:v>2.4686052009456265</c:v>
                </c:pt>
                <c:pt idx="6">
                  <c:v>2.1033602150537636</c:v>
                </c:pt>
                <c:pt idx="7">
                  <c:v>2.4010443864229765</c:v>
                </c:pt>
                <c:pt idx="8">
                  <c:v>2.0956639566395663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102998668771867"/>
          <c:min val="2.01352911674561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2.8143939393939394</c:v>
                </c:pt>
                <c:pt idx="1">
                  <c:v>3.036852300242131</c:v>
                </c:pt>
                <c:pt idx="2">
                  <c:v>3.338382687927107</c:v>
                </c:pt>
                <c:pt idx="3">
                  <c:v>3.026127049180328</c:v>
                </c:pt>
                <c:pt idx="4">
                  <c:v>2.720144329896907</c:v>
                </c:pt>
                <c:pt idx="5">
                  <c:v>2.756501976284585</c:v>
                </c:pt>
                <c:pt idx="6">
                  <c:v>2.8087999999999997</c:v>
                </c:pt>
                <c:pt idx="7">
                  <c:v>2.684561752988048</c:v>
                </c:pt>
                <c:pt idx="8">
                  <c:v>2.824380341880342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21015969627942"/>
          <c:min val="2.22283338496583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2.175021114864865</c:v>
                </c:pt>
                <c:pt idx="1">
                  <c:v>2.2921138590760615</c:v>
                </c:pt>
                <c:pt idx="2">
                  <c:v>2.3343901365037425</c:v>
                </c:pt>
                <c:pt idx="3">
                  <c:v>2.521844872918493</c:v>
                </c:pt>
                <c:pt idx="4">
                  <c:v>2.4752853380158033</c:v>
                </c:pt>
                <c:pt idx="5">
                  <c:v>2.3828084555651423</c:v>
                </c:pt>
                <c:pt idx="6">
                  <c:v>2.4052385008517887</c:v>
                </c:pt>
                <c:pt idx="7">
                  <c:v>2.356379897785349</c:v>
                </c:pt>
                <c:pt idx="8">
                  <c:v>2.3746739130434786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2.2305467690917307</c:v>
                </c:pt>
                <c:pt idx="1">
                  <c:v>2.3595989974937344</c:v>
                </c:pt>
                <c:pt idx="2">
                  <c:v>2.1852888888888886</c:v>
                </c:pt>
                <c:pt idx="3">
                  <c:v>2.4687927107061505</c:v>
                </c:pt>
                <c:pt idx="4">
                  <c:v>2.208017890772128</c:v>
                </c:pt>
                <c:pt idx="5">
                  <c:v>2.3503665158371043</c:v>
                </c:pt>
                <c:pt idx="6">
                  <c:v>2.3685258964143427</c:v>
                </c:pt>
                <c:pt idx="7">
                  <c:v>2.338906390639064</c:v>
                </c:pt>
                <c:pt idx="8">
                  <c:v>2.179069200779727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9590773562783"/>
          <c:min val="2.14727521422057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1.3477508650519032</c:v>
                </c:pt>
                <c:pt idx="1">
                  <c:v>1.3477508650519032</c:v>
                </c:pt>
                <c:pt idx="2">
                  <c:v>1.3477508650519032</c:v>
                </c:pt>
                <c:pt idx="3">
                  <c:v>1.3477508650519032</c:v>
                </c:pt>
                <c:pt idx="4">
                  <c:v>1.3477508650519032</c:v>
                </c:pt>
                <c:pt idx="5">
                  <c:v>1.3477508650519032</c:v>
                </c:pt>
                <c:pt idx="6">
                  <c:v>1.3477508650519032</c:v>
                </c:pt>
                <c:pt idx="7">
                  <c:v>1.3477508650519032</c:v>
                </c:pt>
                <c:pt idx="8">
                  <c:v>1.3477508650519032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176743612835947"/>
          <c:min val="1.14275076498501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176743612835947"/>
          <c:min val="1.14275076498501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1.5588516746411485</c:v>
                </c:pt>
                <c:pt idx="1">
                  <c:v>1.5588516746411485</c:v>
                </c:pt>
                <c:pt idx="2">
                  <c:v>1.5588516746411485</c:v>
                </c:pt>
                <c:pt idx="3">
                  <c:v>1.5588516746411485</c:v>
                </c:pt>
                <c:pt idx="4">
                  <c:v>1.5588516746411485</c:v>
                </c:pt>
                <c:pt idx="5">
                  <c:v>1.5588516746411485</c:v>
                </c:pt>
                <c:pt idx="6">
                  <c:v>1.5588516746411485</c:v>
                </c:pt>
                <c:pt idx="7">
                  <c:v>1.5588516746411485</c:v>
                </c:pt>
                <c:pt idx="8">
                  <c:v>1.5588516746411485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9683523238381"/>
          <c:min val="1.4111474362818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9683523238381"/>
          <c:min val="1.4111474362818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1.374734513274336</c:v>
                </c:pt>
                <c:pt idx="1">
                  <c:v>1.374734513274336</c:v>
                </c:pt>
                <c:pt idx="2">
                  <c:v>1.374734513274336</c:v>
                </c:pt>
                <c:pt idx="3">
                  <c:v>1.374734513274336</c:v>
                </c:pt>
                <c:pt idx="4">
                  <c:v>1.374734513274336</c:v>
                </c:pt>
                <c:pt idx="5">
                  <c:v>1.374734513274336</c:v>
                </c:pt>
                <c:pt idx="6">
                  <c:v>1.374734513274336</c:v>
                </c:pt>
                <c:pt idx="7">
                  <c:v>1.374734513274336</c:v>
                </c:pt>
                <c:pt idx="8">
                  <c:v>1.374734513274336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872960693394208"/>
          <c:min val="1.24218620345270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872960693394208"/>
          <c:min val="1.242186203452703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1.2320717131474106</c:v>
                </c:pt>
                <c:pt idx="1">
                  <c:v>1.2320717131474106</c:v>
                </c:pt>
                <c:pt idx="2">
                  <c:v>1.2320717131474106</c:v>
                </c:pt>
                <c:pt idx="3">
                  <c:v>1.2320717131474106</c:v>
                </c:pt>
                <c:pt idx="4">
                  <c:v>1.2320717131474106</c:v>
                </c:pt>
                <c:pt idx="5">
                  <c:v>1.2320717131474106</c:v>
                </c:pt>
                <c:pt idx="6">
                  <c:v>1.2320717131474106</c:v>
                </c:pt>
                <c:pt idx="7">
                  <c:v>1.2320717131474106</c:v>
                </c:pt>
                <c:pt idx="8">
                  <c:v>1.2320717131474106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8636931695756"/>
          <c:min val="1.18477905623787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228636931695756"/>
          <c:min val="1.18477905623787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1.64759697256386</c:v>
                </c:pt>
                <c:pt idx="1">
                  <c:v>1.64759697256386</c:v>
                </c:pt>
                <c:pt idx="2">
                  <c:v>1.64759697256386</c:v>
                </c:pt>
                <c:pt idx="3">
                  <c:v>1.64759697256386</c:v>
                </c:pt>
                <c:pt idx="4">
                  <c:v>1.64759697256386</c:v>
                </c:pt>
                <c:pt idx="5">
                  <c:v>1.64759697256386</c:v>
                </c:pt>
                <c:pt idx="6">
                  <c:v>1.64759697256386</c:v>
                </c:pt>
                <c:pt idx="7">
                  <c:v>1.64759697256386</c:v>
                </c:pt>
                <c:pt idx="8">
                  <c:v>1.64759697256386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9813958721564"/>
          <c:min val="1.54661197566892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9813958721564"/>
          <c:min val="1.54661197566892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115.0490765117863</c:v>
                </c:pt>
                <c:pt idx="1">
                  <c:v>115.42740201932472</c:v>
                </c:pt>
                <c:pt idx="2">
                  <c:v>113.74017173105446</c:v>
                </c:pt>
                <c:pt idx="3">
                  <c:v>112.06231482851163</c:v>
                </c:pt>
                <c:pt idx="4">
                  <c:v>116.89331309553924</c:v>
                </c:pt>
                <c:pt idx="5">
                  <c:v>120.40416426193119</c:v>
                </c:pt>
                <c:pt idx="6">
                  <c:v>124.99917591125198</c:v>
                </c:pt>
                <c:pt idx="7">
                  <c:v>117.80952859055269</c:v>
                </c:pt>
                <c:pt idx="8">
                  <c:v>116.92744389759336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92777533976658"/>
          <c:min val="109.109317753603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182.378309250955</c:v>
                </c:pt>
                <c:pt idx="1">
                  <c:v>185.81206874921588</c:v>
                </c:pt>
                <c:pt idx="2">
                  <c:v>185.37376040535648</c:v>
                </c:pt>
                <c:pt idx="3">
                  <c:v>172.41419053964023</c:v>
                </c:pt>
                <c:pt idx="4">
                  <c:v>177.73820485744454</c:v>
                </c:pt>
                <c:pt idx="5">
                  <c:v>178.48273178963157</c:v>
                </c:pt>
                <c:pt idx="6">
                  <c:v>172.32784903280066</c:v>
                </c:pt>
                <c:pt idx="7">
                  <c:v>184.52138274477016</c:v>
                </c:pt>
                <c:pt idx="8">
                  <c:v>195.6911579184501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3.1943474496042"/>
          <c:min val="167.81921952044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135.9761581587489</c:v>
                </c:pt>
                <c:pt idx="1">
                  <c:v>145.32653160453808</c:v>
                </c:pt>
                <c:pt idx="2">
                  <c:v>152.08800410617394</c:v>
                </c:pt>
                <c:pt idx="3">
                  <c:v>135.25783423218846</c:v>
                </c:pt>
                <c:pt idx="4">
                  <c:v>150.41921044451354</c:v>
                </c:pt>
                <c:pt idx="5">
                  <c:v>129.6778671403431</c:v>
                </c:pt>
                <c:pt idx="6">
                  <c:v>146.4719536903039</c:v>
                </c:pt>
                <c:pt idx="7">
                  <c:v>129.1160210605491</c:v>
                </c:pt>
                <c:pt idx="8">
                  <c:v>122.60498273310311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157.13454336399474</c:v>
                </c:pt>
                <c:pt idx="1">
                  <c:v>170.8547540513409</c:v>
                </c:pt>
                <c:pt idx="2">
                  <c:v>178.13305744286595</c:v>
                </c:pt>
                <c:pt idx="3">
                  <c:v>176.06865429917548</c:v>
                </c:pt>
                <c:pt idx="4">
                  <c:v>162.57445162926334</c:v>
                </c:pt>
                <c:pt idx="5">
                  <c:v>161.11247646541983</c:v>
                </c:pt>
                <c:pt idx="6">
                  <c:v>166.88648570603522</c:v>
                </c:pt>
                <c:pt idx="7">
                  <c:v>177.20261660978383</c:v>
                </c:pt>
                <c:pt idx="8">
                  <c:v>158.27184222676607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2.57530341964699"/>
          <c:min val="118.1627367563220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149.32348698651614</c:v>
                </c:pt>
                <c:pt idx="1">
                  <c:v>144.24817730225448</c:v>
                </c:pt>
                <c:pt idx="2">
                  <c:v>146.24885807504077</c:v>
                </c:pt>
                <c:pt idx="3">
                  <c:v>149.52470581099115</c:v>
                </c:pt>
                <c:pt idx="4">
                  <c:v>153.20146664239874</c:v>
                </c:pt>
                <c:pt idx="5">
                  <c:v>161.97568208778173</c:v>
                </c:pt>
                <c:pt idx="6">
                  <c:v>158.05879924780993</c:v>
                </c:pt>
                <c:pt idx="7">
                  <c:v>161.12207531403308</c:v>
                </c:pt>
                <c:pt idx="8">
                  <c:v>160.98694664803955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6.40171582654924"/>
          <c:min val="141.12569296712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120.28595760535457</c:v>
                </c:pt>
                <c:pt idx="1">
                  <c:v>119.36131078561068</c:v>
                </c:pt>
                <c:pt idx="2">
                  <c:v>116.55148894993131</c:v>
                </c:pt>
                <c:pt idx="3">
                  <c:v>120.82567830715307</c:v>
                </c:pt>
                <c:pt idx="4">
                  <c:v>120.04367757182314</c:v>
                </c:pt>
                <c:pt idx="5">
                  <c:v>125.28135010084232</c:v>
                </c:pt>
                <c:pt idx="6">
                  <c:v>124.02800912490044</c:v>
                </c:pt>
                <c:pt idx="7">
                  <c:v>128.16003592396987</c:v>
                </c:pt>
                <c:pt idx="8">
                  <c:v>124.94907215272427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139.84328492235485</c:v>
                </c:pt>
                <c:pt idx="1">
                  <c:v>139.96295118099502</c:v>
                </c:pt>
                <c:pt idx="2">
                  <c:v>138.48360527550435</c:v>
                </c:pt>
                <c:pt idx="3">
                  <c:v>142.01903103490912</c:v>
                </c:pt>
                <c:pt idx="4">
                  <c:v>138.2017720724959</c:v>
                </c:pt>
                <c:pt idx="5">
                  <c:v>134.06053794106134</c:v>
                </c:pt>
                <c:pt idx="6">
                  <c:v>140.50752004309004</c:v>
                </c:pt>
                <c:pt idx="7">
                  <c:v>139.84048323769255</c:v>
                </c:pt>
                <c:pt idx="8">
                  <c:v>139.0465188851824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4.05643440170735"/>
          <c:min val="114.514085583133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189.671764500958</c:v>
                </c:pt>
                <c:pt idx="1">
                  <c:v>190.39173783554565</c:v>
                </c:pt>
                <c:pt idx="2">
                  <c:v>186.32210326709594</c:v>
                </c:pt>
                <c:pt idx="3">
                  <c:v>189.28632380554976</c:v>
                </c:pt>
                <c:pt idx="4">
                  <c:v>187.42900707361804</c:v>
                </c:pt>
                <c:pt idx="5">
                  <c:v>190.19035063113603</c:v>
                </c:pt>
                <c:pt idx="6">
                  <c:v>188.12056584547142</c:v>
                </c:pt>
                <c:pt idx="7">
                  <c:v>185.7948927019399</c:v>
                </c:pt>
                <c:pt idx="8">
                  <c:v>158.9534508665518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4.47826347160375"/>
          <c:min val="135.223641748761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149.05162698127234</c:v>
                </c:pt>
                <c:pt idx="1">
                  <c:v>150.05470665521773</c:v>
                </c:pt>
                <c:pt idx="2">
                  <c:v>145.77087642896024</c:v>
                </c:pt>
                <c:pt idx="3">
                  <c:v>145.12440045759388</c:v>
                </c:pt>
                <c:pt idx="4">
                  <c:v>146.24468073668706</c:v>
                </c:pt>
                <c:pt idx="5">
                  <c:v>148.79892211772167</c:v>
                </c:pt>
                <c:pt idx="6">
                  <c:v>151.5719754977029</c:v>
                </c:pt>
                <c:pt idx="7">
                  <c:v>152.7365543761408</c:v>
                </c:pt>
                <c:pt idx="8">
                  <c:v>148.8406328140027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139.5087531701967</c:v>
                </c:pt>
                <c:pt idx="1">
                  <c:v>141.1091985732381</c:v>
                </c:pt>
                <c:pt idx="2">
                  <c:v>142.5638498875024</c:v>
                </c:pt>
                <c:pt idx="3">
                  <c:v>135.65051719990376</c:v>
                </c:pt>
                <c:pt idx="4">
                  <c:v>135.4198399188729</c:v>
                </c:pt>
                <c:pt idx="5">
                  <c:v>141.8193831391364</c:v>
                </c:pt>
                <c:pt idx="6">
                  <c:v>137.29292964550493</c:v>
                </c:pt>
                <c:pt idx="7">
                  <c:v>138.06952908587257</c:v>
                </c:pt>
                <c:pt idx="8">
                  <c:v>134.5364728240213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19256090031035"/>
          <c:min val="133.080466299851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210.02027815163748</c:v>
                </c:pt>
                <c:pt idx="1">
                  <c:v>222.79977355553197</c:v>
                </c:pt>
                <c:pt idx="2">
                  <c:v>225.26684543761638</c:v>
                </c:pt>
                <c:pt idx="3">
                  <c:v>227.9249692496925</c:v>
                </c:pt>
                <c:pt idx="4">
                  <c:v>223.36578823084912</c:v>
                </c:pt>
                <c:pt idx="5">
                  <c:v>218.08357952593607</c:v>
                </c:pt>
                <c:pt idx="6">
                  <c:v>218.64701325529353</c:v>
                </c:pt>
                <c:pt idx="7">
                  <c:v>231.49782975212543</c:v>
                </c:pt>
                <c:pt idx="8">
                  <c:v>221.1602813990173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233.40259197324417</c:v>
                </c:pt>
                <c:pt idx="1">
                  <c:v>234.50396825396825</c:v>
                </c:pt>
                <c:pt idx="2">
                  <c:v>228.27734493192133</c:v>
                </c:pt>
                <c:pt idx="3">
                  <c:v>220.45446566560454</c:v>
                </c:pt>
                <c:pt idx="4">
                  <c:v>197.96650892948708</c:v>
                </c:pt>
                <c:pt idx="5">
                  <c:v>195.17352900794802</c:v>
                </c:pt>
                <c:pt idx="6">
                  <c:v>195.53025739102716</c:v>
                </c:pt>
                <c:pt idx="7">
                  <c:v>200.40652989960716</c:v>
                </c:pt>
                <c:pt idx="8">
                  <c:v>201.48198896932092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7.65040339364987"/>
          <c:min val="192.02709386826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135.95224693599636</c:v>
                </c:pt>
                <c:pt idx="1">
                  <c:v>146.28303797468354</c:v>
                </c:pt>
                <c:pt idx="2">
                  <c:v>137.80938727415554</c:v>
                </c:pt>
                <c:pt idx="3">
                  <c:v>161.6775</c:v>
                </c:pt>
                <c:pt idx="4">
                  <c:v>144.15841349944802</c:v>
                </c:pt>
                <c:pt idx="5">
                  <c:v>134.06040929649365</c:v>
                </c:pt>
                <c:pt idx="6">
                  <c:v>132.43538772481898</c:v>
                </c:pt>
                <c:pt idx="7">
                  <c:v>134.92880555555556</c:v>
                </c:pt>
                <c:pt idx="8">
                  <c:v>112.02649722465672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120.36806587019696</c:v>
                </c:pt>
                <c:pt idx="1">
                  <c:v>139.80581639803785</c:v>
                </c:pt>
                <c:pt idx="2">
                  <c:v>136.80905048391315</c:v>
                </c:pt>
                <c:pt idx="3">
                  <c:v>110.65253752680486</c:v>
                </c:pt>
                <c:pt idx="4">
                  <c:v>133.05447635135135</c:v>
                </c:pt>
                <c:pt idx="5">
                  <c:v>127.42230869001298</c:v>
                </c:pt>
                <c:pt idx="6">
                  <c:v>138.17566511099002</c:v>
                </c:pt>
                <c:pt idx="7">
                  <c:v>137.32795302394192</c:v>
                </c:pt>
                <c:pt idx="8">
                  <c:v>132.88080301129236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5.75949699785562"/>
          <c:min val="106.570540528949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275.43518541485804</c:v>
                </c:pt>
                <c:pt idx="1">
                  <c:v>278.96533725524125</c:v>
                </c:pt>
                <c:pt idx="2">
                  <c:v>281.04521802806585</c:v>
                </c:pt>
                <c:pt idx="3">
                  <c:v>277.04081048412746</c:v>
                </c:pt>
                <c:pt idx="4">
                  <c:v>280.5210240144993</c:v>
                </c:pt>
                <c:pt idx="5">
                  <c:v>280.0300535169323</c:v>
                </c:pt>
                <c:pt idx="6">
                  <c:v>276.67996197890733</c:v>
                </c:pt>
                <c:pt idx="7">
                  <c:v>279.468018770381</c:v>
                </c:pt>
                <c:pt idx="8">
                  <c:v>282.0193477944388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265.50311630536123</c:v>
                </c:pt>
                <c:pt idx="1">
                  <c:v>278.2414332518731</c:v>
                </c:pt>
                <c:pt idx="2">
                  <c:v>265.00448042586225</c:v>
                </c:pt>
                <c:pt idx="3">
                  <c:v>264.73533636671306</c:v>
                </c:pt>
                <c:pt idx="4">
                  <c:v>263.85041569894645</c:v>
                </c:pt>
                <c:pt idx="5">
                  <c:v>259.2235124785078</c:v>
                </c:pt>
                <c:pt idx="6">
                  <c:v>260.7835021937597</c:v>
                </c:pt>
                <c:pt idx="7">
                  <c:v>272.0381843923673</c:v>
                </c:pt>
                <c:pt idx="8">
                  <c:v>268.1255393717244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3.84301461971324"/>
          <c:min val="257.399845653233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128.27146690100687</c:v>
                </c:pt>
                <c:pt idx="1">
                  <c:v>128.27146690100687</c:v>
                </c:pt>
                <c:pt idx="2">
                  <c:v>128.27146690100687</c:v>
                </c:pt>
                <c:pt idx="3">
                  <c:v>128.27146690100687</c:v>
                </c:pt>
                <c:pt idx="4">
                  <c:v>128.27146690100687</c:v>
                </c:pt>
                <c:pt idx="5">
                  <c:v>128.27146690100687</c:v>
                </c:pt>
                <c:pt idx="6">
                  <c:v>128.27146690100687</c:v>
                </c:pt>
                <c:pt idx="7">
                  <c:v>128.27146690100687</c:v>
                </c:pt>
                <c:pt idx="8">
                  <c:v>128.27146690100687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3.9701108146142"/>
          <c:min val="123.0889779162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3.9701108146142"/>
          <c:min val="123.0889779162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227.33972938993</c:v>
                </c:pt>
                <c:pt idx="1">
                  <c:v>227.33972938993</c:v>
                </c:pt>
                <c:pt idx="2">
                  <c:v>227.33972938993</c:v>
                </c:pt>
                <c:pt idx="3">
                  <c:v>227.33972938993</c:v>
                </c:pt>
                <c:pt idx="4">
                  <c:v>227.33972938993</c:v>
                </c:pt>
                <c:pt idx="5">
                  <c:v>227.33972938993</c:v>
                </c:pt>
                <c:pt idx="6">
                  <c:v>227.33972938993</c:v>
                </c:pt>
                <c:pt idx="7">
                  <c:v>227.33972938993</c:v>
                </c:pt>
                <c:pt idx="8">
                  <c:v>227.33972938993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0.10724380275198"/>
          <c:min val="218.166695060436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0.10724380275198"/>
          <c:min val="218.166695060436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139.3981819539261</c:v>
                </c:pt>
                <c:pt idx="1">
                  <c:v>139.3981819539261</c:v>
                </c:pt>
                <c:pt idx="2">
                  <c:v>139.3981819539261</c:v>
                </c:pt>
                <c:pt idx="3">
                  <c:v>139.3981819539261</c:v>
                </c:pt>
                <c:pt idx="4">
                  <c:v>139.3981819539261</c:v>
                </c:pt>
                <c:pt idx="5">
                  <c:v>139.3981819539261</c:v>
                </c:pt>
                <c:pt idx="6">
                  <c:v>139.3981819539261</c:v>
                </c:pt>
                <c:pt idx="7">
                  <c:v>139.3981819539261</c:v>
                </c:pt>
                <c:pt idx="8">
                  <c:v>139.3981819539261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0522654055815"/>
          <c:min val="134.428701865102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0522654055815"/>
          <c:min val="134.428701865102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142.55509144834403</c:v>
                </c:pt>
                <c:pt idx="1">
                  <c:v>142.55509144834403</c:v>
                </c:pt>
                <c:pt idx="2">
                  <c:v>142.55509144834403</c:v>
                </c:pt>
                <c:pt idx="3">
                  <c:v>142.55509144834403</c:v>
                </c:pt>
                <c:pt idx="4">
                  <c:v>142.55509144834403</c:v>
                </c:pt>
                <c:pt idx="5">
                  <c:v>142.55509144834403</c:v>
                </c:pt>
                <c:pt idx="6">
                  <c:v>142.55509144834403</c:v>
                </c:pt>
                <c:pt idx="7">
                  <c:v>142.55509144834403</c:v>
                </c:pt>
                <c:pt idx="8">
                  <c:v>142.55509144834403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1.24128645943162"/>
          <c:min val="137.68564004595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1.24128645943162"/>
          <c:min val="137.685640045959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139.08600161681488</c:v>
                </c:pt>
                <c:pt idx="1">
                  <c:v>139.08600161681488</c:v>
                </c:pt>
                <c:pt idx="2">
                  <c:v>139.08600161681488</c:v>
                </c:pt>
                <c:pt idx="3">
                  <c:v>139.08600161681488</c:v>
                </c:pt>
                <c:pt idx="4">
                  <c:v>139.08600161681488</c:v>
                </c:pt>
                <c:pt idx="5">
                  <c:v>139.08600161681488</c:v>
                </c:pt>
                <c:pt idx="6">
                  <c:v>139.08600161681488</c:v>
                </c:pt>
                <c:pt idx="7">
                  <c:v>139.08600161681488</c:v>
                </c:pt>
                <c:pt idx="8">
                  <c:v>139.08600161681488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92970204043894"/>
          <c:min val="133.766540114809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92970204043894"/>
          <c:min val="133.766540114809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129.88619164619163</c:v>
                </c:pt>
                <c:pt idx="1">
                  <c:v>169.77989189189188</c:v>
                </c:pt>
                <c:pt idx="2">
                  <c:v>165.71442857142856</c:v>
                </c:pt>
                <c:pt idx="3">
                  <c:v>168.16574610244987</c:v>
                </c:pt>
                <c:pt idx="4">
                  <c:v>186.088149882904</c:v>
                </c:pt>
                <c:pt idx="5">
                  <c:v>186.8659170305677</c:v>
                </c:pt>
                <c:pt idx="6">
                  <c:v>197.29289954337898</c:v>
                </c:pt>
                <c:pt idx="7">
                  <c:v>153.2679952267303</c:v>
                </c:pt>
                <c:pt idx="8">
                  <c:v>185.71292929292932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210.5308009708738</c:v>
                </c:pt>
                <c:pt idx="1">
                  <c:v>236.76679190751443</c:v>
                </c:pt>
                <c:pt idx="2">
                  <c:v>242.74465053763439</c:v>
                </c:pt>
                <c:pt idx="3">
                  <c:v>227.9738578680203</c:v>
                </c:pt>
                <c:pt idx="4">
                  <c:v>215.10911042944787</c:v>
                </c:pt>
                <c:pt idx="5">
                  <c:v>240.19306930693068</c:v>
                </c:pt>
                <c:pt idx="6">
                  <c:v>256.0121485411141</c:v>
                </c:pt>
                <c:pt idx="7">
                  <c:v>286.0521511627907</c:v>
                </c:pt>
                <c:pt idx="8">
                  <c:v>228.38080213903743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8.54542792411866"/>
          <c:min val="117.39291488486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292.58615873015873</c:v>
                </c:pt>
                <c:pt idx="1">
                  <c:v>337.091992481203</c:v>
                </c:pt>
                <c:pt idx="2">
                  <c:v>362.6182167832168</c:v>
                </c:pt>
                <c:pt idx="3">
                  <c:v>295.9710248447205</c:v>
                </c:pt>
                <c:pt idx="4">
                  <c:v>329.18272108843536</c:v>
                </c:pt>
                <c:pt idx="5">
                  <c:v>294.19940298507464</c:v>
                </c:pt>
                <c:pt idx="6">
                  <c:v>344.25891156462586</c:v>
                </c:pt>
                <c:pt idx="7">
                  <c:v>261.07946768060833</c:v>
                </c:pt>
                <c:pt idx="8">
                  <c:v>217.04829694323143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335.6614385964912</c:v>
                </c:pt>
                <c:pt idx="1">
                  <c:v>461.77139534883725</c:v>
                </c:pt>
                <c:pt idx="2">
                  <c:v>468.17762987012986</c:v>
                </c:pt>
                <c:pt idx="3">
                  <c:v>431.71779783393504</c:v>
                </c:pt>
                <c:pt idx="4">
                  <c:v>453.08293286219083</c:v>
                </c:pt>
                <c:pt idx="5">
                  <c:v>383.1591343283582</c:v>
                </c:pt>
                <c:pt idx="6">
                  <c:v>364.6232807570978</c:v>
                </c:pt>
                <c:pt idx="7">
                  <c:v>475.6064122137405</c:v>
                </c:pt>
                <c:pt idx="8">
                  <c:v>393.37039344262297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96.2910614353812"/>
          <c:min val="196.363647721590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162.29102333931777</c:v>
                </c:pt>
                <c:pt idx="1">
                  <c:v>155.0486128364389</c:v>
                </c:pt>
                <c:pt idx="2">
                  <c:v>147.5827470355731</c:v>
                </c:pt>
                <c:pt idx="3">
                  <c:v>165.31442273534637</c:v>
                </c:pt>
                <c:pt idx="4">
                  <c:v>149.77101243339254</c:v>
                </c:pt>
                <c:pt idx="5">
                  <c:v>159.39569811320754</c:v>
                </c:pt>
                <c:pt idx="6">
                  <c:v>173.36541509433962</c:v>
                </c:pt>
                <c:pt idx="7">
                  <c:v>189.70228174603173</c:v>
                </c:pt>
                <c:pt idx="8">
                  <c:v>167.92956175298804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211.2088788426763</c:v>
                </c:pt>
                <c:pt idx="1">
                  <c:v>240.61326171875</c:v>
                </c:pt>
                <c:pt idx="2">
                  <c:v>217.03684640522874</c:v>
                </c:pt>
                <c:pt idx="3">
                  <c:v>229.33828618968386</c:v>
                </c:pt>
                <c:pt idx="4">
                  <c:v>225.96749084249083</c:v>
                </c:pt>
                <c:pt idx="5">
                  <c:v>204.90637606837606</c:v>
                </c:pt>
                <c:pt idx="6">
                  <c:v>226.83740802675584</c:v>
                </c:pt>
                <c:pt idx="7">
                  <c:v>213.96110905730131</c:v>
                </c:pt>
                <c:pt idx="8">
                  <c:v>231.98551166965888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8.05570289340417"/>
          <c:min val="140.140305860918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135.6815931372549</c:v>
                </c:pt>
                <c:pt idx="1">
                  <c:v>147.02808988764045</c:v>
                </c:pt>
                <c:pt idx="2">
                  <c:v>136.36668202764977</c:v>
                </c:pt>
                <c:pt idx="3">
                  <c:v>154.5056690997567</c:v>
                </c:pt>
                <c:pt idx="4">
                  <c:v>139.04097065462753</c:v>
                </c:pt>
                <c:pt idx="5">
                  <c:v>127.37285382830626</c:v>
                </c:pt>
                <c:pt idx="6">
                  <c:v>135.22974025974025</c:v>
                </c:pt>
                <c:pt idx="7">
                  <c:v>165.37936018957345</c:v>
                </c:pt>
                <c:pt idx="8">
                  <c:v>131.10103524229075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170.70264285714285</c:v>
                </c:pt>
                <c:pt idx="1">
                  <c:v>177.0144226044226</c:v>
                </c:pt>
                <c:pt idx="2">
                  <c:v>166.6396028037383</c:v>
                </c:pt>
                <c:pt idx="3">
                  <c:v>170.2187899543379</c:v>
                </c:pt>
                <c:pt idx="4">
                  <c:v>164.08534278959812</c:v>
                </c:pt>
                <c:pt idx="5">
                  <c:v>180.7369082125604</c:v>
                </c:pt>
                <c:pt idx="6">
                  <c:v>201.44026476578412</c:v>
                </c:pt>
                <c:pt idx="7">
                  <c:v>218.0455882352941</c:v>
                </c:pt>
                <c:pt idx="8">
                  <c:v>184.16329621380848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5.29940698785313"/>
          <c:min val="120.119035075747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279.12813599062133</c:v>
                </c:pt>
                <c:pt idx="1">
                  <c:v>245.12823376623376</c:v>
                </c:pt>
                <c:pt idx="2">
                  <c:v>280.15796875</c:v>
                </c:pt>
                <c:pt idx="3">
                  <c:v>279.8029852440409</c:v>
                </c:pt>
                <c:pt idx="4">
                  <c:v>311.00628128724674</c:v>
                </c:pt>
                <c:pt idx="5">
                  <c:v>301.46409090909094</c:v>
                </c:pt>
                <c:pt idx="6">
                  <c:v>296.7169987699877</c:v>
                </c:pt>
                <c:pt idx="7">
                  <c:v>278.3379161816065</c:v>
                </c:pt>
                <c:pt idx="8">
                  <c:v>332.80262086513994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343.9307087628866</c:v>
                </c:pt>
                <c:pt idx="1">
                  <c:v>415.93649468892266</c:v>
                </c:pt>
                <c:pt idx="2">
                  <c:v>374.6610481927711</c:v>
                </c:pt>
                <c:pt idx="3">
                  <c:v>333.4739040207523</c:v>
                </c:pt>
                <c:pt idx="4">
                  <c:v>387.0673605947955</c:v>
                </c:pt>
                <c:pt idx="5">
                  <c:v>376.4515189873418</c:v>
                </c:pt>
                <c:pt idx="6">
                  <c:v>370.5279306071871</c:v>
                </c:pt>
                <c:pt idx="7">
                  <c:v>367.9260272277227</c:v>
                </c:pt>
                <c:pt idx="8">
                  <c:v>376.9737793103448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9.6011555627378"/>
          <c:min val="231.463572892418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290.62976000000003</c:v>
                </c:pt>
                <c:pt idx="1">
                  <c:v>285.3950220264317</c:v>
                </c:pt>
                <c:pt idx="2">
                  <c:v>280.42502202643175</c:v>
                </c:pt>
                <c:pt idx="3">
                  <c:v>321.4882417582417</c:v>
                </c:pt>
                <c:pt idx="4">
                  <c:v>292.63350806451615</c:v>
                </c:pt>
                <c:pt idx="5">
                  <c:v>220.18556016597512</c:v>
                </c:pt>
                <c:pt idx="6">
                  <c:v>226.89375939849623</c:v>
                </c:pt>
                <c:pt idx="7">
                  <c:v>267.67158671586714</c:v>
                </c:pt>
                <c:pt idx="8">
                  <c:v>223.76415322580647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234.84730434782608</c:v>
                </c:pt>
                <c:pt idx="1">
                  <c:v>228.19108108108108</c:v>
                </c:pt>
                <c:pt idx="2">
                  <c:v>197.96091787439616</c:v>
                </c:pt>
                <c:pt idx="3">
                  <c:v>202.15092920353982</c:v>
                </c:pt>
                <c:pt idx="4">
                  <c:v>209.12483568075115</c:v>
                </c:pt>
                <c:pt idx="5">
                  <c:v>262.1806425702811</c:v>
                </c:pt>
                <c:pt idx="6">
                  <c:v>280.343</c:v>
                </c:pt>
                <c:pt idx="7">
                  <c:v>219.08930875576036</c:v>
                </c:pt>
                <c:pt idx="8">
                  <c:v>240.00945054945055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1.37042766894933"/>
          <c:min val="188.07873196368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972.3704294478528</c:v>
                </c:pt>
                <c:pt idx="1">
                  <c:v>869.7270454545454</c:v>
                </c:pt>
                <c:pt idx="2">
                  <c:v>807.1629770992367</c:v>
                </c:pt>
                <c:pt idx="3">
                  <c:v>969.2566433566434</c:v>
                </c:pt>
                <c:pt idx="4">
                  <c:v>876.5754838709678</c:v>
                </c:pt>
                <c:pt idx="5">
                  <c:v>884.1474566473989</c:v>
                </c:pt>
                <c:pt idx="6">
                  <c:v>856.0540853658537</c:v>
                </c:pt>
                <c:pt idx="7">
                  <c:v>699.5857894736841</c:v>
                </c:pt>
                <c:pt idx="8">
                  <c:v>875.0613605442177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812.2049142857142</c:v>
                </c:pt>
                <c:pt idx="1">
                  <c:v>667.2275</c:v>
                </c:pt>
                <c:pt idx="2">
                  <c:v>778.788025477707</c:v>
                </c:pt>
                <c:pt idx="3">
                  <c:v>963.4282208588957</c:v>
                </c:pt>
                <c:pt idx="4">
                  <c:v>925.1539285714285</c:v>
                </c:pt>
                <c:pt idx="5">
                  <c:v>756.4858385093167</c:v>
                </c:pt>
                <c:pt idx="6">
                  <c:v>715.80774566474</c:v>
                </c:pt>
                <c:pt idx="7">
                  <c:v>914.5150531914893</c:v>
                </c:pt>
                <c:pt idx="8">
                  <c:v>793.52921875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96.781863803681"/>
          <c:min val="642.816065644171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285.0538219895288</c:v>
                </c:pt>
                <c:pt idx="1">
                  <c:v>268.5132545201669</c:v>
                </c:pt>
                <c:pt idx="2">
                  <c:v>266.46166101694917</c:v>
                </c:pt>
                <c:pt idx="3">
                  <c:v>219.40733978234582</c:v>
                </c:pt>
                <c:pt idx="4">
                  <c:v>223.84747183979977</c:v>
                </c:pt>
                <c:pt idx="5">
                  <c:v>215.1105964467005</c:v>
                </c:pt>
                <c:pt idx="6">
                  <c:v>202.21748711340206</c:v>
                </c:pt>
                <c:pt idx="7">
                  <c:v>248.33100598802397</c:v>
                </c:pt>
                <c:pt idx="8">
                  <c:v>264.8106159895151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234.72037756202806</c:v>
                </c:pt>
                <c:pt idx="1">
                  <c:v>213.6207242693774</c:v>
                </c:pt>
                <c:pt idx="2">
                  <c:v>206.78852813852814</c:v>
                </c:pt>
                <c:pt idx="3">
                  <c:v>240.97129237288135</c:v>
                </c:pt>
                <c:pt idx="4">
                  <c:v>232.34234972677595</c:v>
                </c:pt>
                <c:pt idx="5">
                  <c:v>256.4467948717949</c:v>
                </c:pt>
                <c:pt idx="6">
                  <c:v>248.00236458333333</c:v>
                </c:pt>
                <c:pt idx="7">
                  <c:v>223.34906923950058</c:v>
                </c:pt>
                <c:pt idx="8">
                  <c:v>246.87454016298022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1.6807287796189"/>
          <c:min val="195.59058032331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244.77371559633028</c:v>
                </c:pt>
                <c:pt idx="1">
                  <c:v>287.37333333333333</c:v>
                </c:pt>
                <c:pt idx="2">
                  <c:v>253.56468085106383</c:v>
                </c:pt>
                <c:pt idx="3">
                  <c:v>285.1451091703057</c:v>
                </c:pt>
                <c:pt idx="4">
                  <c:v>290.9608167330677</c:v>
                </c:pt>
                <c:pt idx="5">
                  <c:v>330.98859060402685</c:v>
                </c:pt>
                <c:pt idx="6">
                  <c:v>290.78504048582994</c:v>
                </c:pt>
                <c:pt idx="7">
                  <c:v>263.88587525150905</c:v>
                </c:pt>
                <c:pt idx="8">
                  <c:v>268.5960532687651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256.01376373626374</c:v>
                </c:pt>
                <c:pt idx="1">
                  <c:v>257.62968</c:v>
                </c:pt>
                <c:pt idx="2">
                  <c:v>318.7755973451328</c:v>
                </c:pt>
                <c:pt idx="3">
                  <c:v>291.4640631163708</c:v>
                </c:pt>
                <c:pt idx="4">
                  <c:v>237.50550755939526</c:v>
                </c:pt>
                <c:pt idx="5">
                  <c:v>251.92837728194726</c:v>
                </c:pt>
                <c:pt idx="6">
                  <c:v>291.90127789046653</c:v>
                </c:pt>
                <c:pt idx="7">
                  <c:v>249.4124672489083</c:v>
                </c:pt>
                <c:pt idx="8">
                  <c:v>279.8449411764706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8.4672372475974"/>
          <c:min val="230.026860915824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239.46704436860065</c:v>
                </c:pt>
                <c:pt idx="1">
                  <c:v>235.62801343744326</c:v>
                </c:pt>
                <c:pt idx="2">
                  <c:v>242.11747619842996</c:v>
                </c:pt>
                <c:pt idx="3">
                  <c:v>246.8423388305847</c:v>
                </c:pt>
                <c:pt idx="4">
                  <c:v>246.268765141319</c:v>
                </c:pt>
                <c:pt idx="5">
                  <c:v>230.12985269217742</c:v>
                </c:pt>
                <c:pt idx="6">
                  <c:v>220.50669986936643</c:v>
                </c:pt>
                <c:pt idx="7">
                  <c:v>227.80347106055535</c:v>
                </c:pt>
                <c:pt idx="8">
                  <c:v>216.22488791593696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215.14026315789474</c:v>
                </c:pt>
                <c:pt idx="1">
                  <c:v>231.7484196394323</c:v>
                </c:pt>
                <c:pt idx="2">
                  <c:v>238.93588157677718</c:v>
                </c:pt>
                <c:pt idx="3">
                  <c:v>242.59414494823275</c:v>
                </c:pt>
                <c:pt idx="4">
                  <c:v>240.32156913516314</c:v>
                </c:pt>
                <c:pt idx="5">
                  <c:v>233.46378905604232</c:v>
                </c:pt>
                <c:pt idx="6">
                  <c:v>210.3945931341386</c:v>
                </c:pt>
                <c:pt idx="7">
                  <c:v>220.89620700486884</c:v>
                </c:pt>
                <c:pt idx="8">
                  <c:v>215.4955898975627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9.7581584863004"/>
          <c:min val="207.47877347842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223.94994809688583</c:v>
                </c:pt>
                <c:pt idx="1">
                  <c:v>223.94994809688583</c:v>
                </c:pt>
                <c:pt idx="2">
                  <c:v>223.94994809688583</c:v>
                </c:pt>
                <c:pt idx="3">
                  <c:v>223.94994809688583</c:v>
                </c:pt>
                <c:pt idx="4">
                  <c:v>223.94994809688583</c:v>
                </c:pt>
                <c:pt idx="5">
                  <c:v>223.94994809688583</c:v>
                </c:pt>
                <c:pt idx="6">
                  <c:v>223.94994809688583</c:v>
                </c:pt>
                <c:pt idx="7">
                  <c:v>223.94994809688583</c:v>
                </c:pt>
                <c:pt idx="8">
                  <c:v>223.94994809688583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7.99051456579116"/>
          <c:min val="189.618106634270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204.29401384083044</c:v>
                </c:pt>
                <c:pt idx="1">
                  <c:v>212.2406936416185</c:v>
                </c:pt>
                <c:pt idx="2">
                  <c:v>251.32551020408164</c:v>
                </c:pt>
                <c:pt idx="3">
                  <c:v>223.57593457943926</c:v>
                </c:pt>
                <c:pt idx="4">
                  <c:v>223.97177978883863</c:v>
                </c:pt>
                <c:pt idx="5">
                  <c:v>198.471376146789</c:v>
                </c:pt>
                <c:pt idx="6">
                  <c:v>209.48700296735905</c:v>
                </c:pt>
                <c:pt idx="7">
                  <c:v>300.557976366322</c:v>
                </c:pt>
                <c:pt idx="8">
                  <c:v>309.13724505327247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7.99051456579116"/>
          <c:min val="189.618106634270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171.36392828685263</c:v>
                </c:pt>
                <c:pt idx="1">
                  <c:v>171.36392828685263</c:v>
                </c:pt>
                <c:pt idx="2">
                  <c:v>171.36392828685263</c:v>
                </c:pt>
                <c:pt idx="3">
                  <c:v>171.36392828685263</c:v>
                </c:pt>
                <c:pt idx="4">
                  <c:v>171.36392828685263</c:v>
                </c:pt>
                <c:pt idx="5">
                  <c:v>171.36392828685263</c:v>
                </c:pt>
                <c:pt idx="6">
                  <c:v>171.36392828685263</c:v>
                </c:pt>
                <c:pt idx="7">
                  <c:v>171.36392828685263</c:v>
                </c:pt>
                <c:pt idx="8">
                  <c:v>171.36392828685263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624078709498"/>
          <c:min val="159.768523153942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170.70264285714285</c:v>
                </c:pt>
                <c:pt idx="1">
                  <c:v>177.0144226044226</c:v>
                </c:pt>
                <c:pt idx="2">
                  <c:v>166.6396028037383</c:v>
                </c:pt>
                <c:pt idx="3">
                  <c:v>170.2187899543379</c:v>
                </c:pt>
                <c:pt idx="4">
                  <c:v>164.08534278959812</c:v>
                </c:pt>
                <c:pt idx="5">
                  <c:v>180.7369082125604</c:v>
                </c:pt>
                <c:pt idx="6">
                  <c:v>201.44026476578412</c:v>
                </c:pt>
                <c:pt idx="7">
                  <c:v>218.0455882352941</c:v>
                </c:pt>
                <c:pt idx="8">
                  <c:v>184.16329621380848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624078709498"/>
          <c:min val="159.768523153942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206.5082456140351</c:v>
                </c:pt>
                <c:pt idx="1">
                  <c:v>206.5082456140351</c:v>
                </c:pt>
                <c:pt idx="2">
                  <c:v>206.5082456140351</c:v>
                </c:pt>
                <c:pt idx="3">
                  <c:v>206.5082456140351</c:v>
                </c:pt>
                <c:pt idx="4">
                  <c:v>206.5082456140351</c:v>
                </c:pt>
                <c:pt idx="5">
                  <c:v>206.5082456140351</c:v>
                </c:pt>
                <c:pt idx="6">
                  <c:v>206.5082456140351</c:v>
                </c:pt>
                <c:pt idx="7">
                  <c:v>206.5082456140351</c:v>
                </c:pt>
                <c:pt idx="8">
                  <c:v>206.5082456140351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7.44730120364346"/>
          <c:min val="169.794558750813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175.8395754716981</c:v>
                </c:pt>
                <c:pt idx="1">
                  <c:v>205.67309278350515</c:v>
                </c:pt>
                <c:pt idx="2">
                  <c:v>236.66108597285069</c:v>
                </c:pt>
                <c:pt idx="3">
                  <c:v>196.78334745762712</c:v>
                </c:pt>
                <c:pt idx="4">
                  <c:v>191.7835652173913</c:v>
                </c:pt>
                <c:pt idx="5">
                  <c:v>194.92579365079365</c:v>
                </c:pt>
                <c:pt idx="6">
                  <c:v>251.40228448275863</c:v>
                </c:pt>
                <c:pt idx="7">
                  <c:v>239.65767326732671</c:v>
                </c:pt>
                <c:pt idx="8">
                  <c:v>229.23376623376623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7.44730120364346"/>
          <c:min val="169.794558750813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256.5597918637654</c:v>
                </c:pt>
                <c:pt idx="1">
                  <c:v>256.5597918637654</c:v>
                </c:pt>
                <c:pt idx="2">
                  <c:v>256.5597918637654</c:v>
                </c:pt>
                <c:pt idx="3">
                  <c:v>256.5597918637654</c:v>
                </c:pt>
                <c:pt idx="4">
                  <c:v>256.5597918637654</c:v>
                </c:pt>
                <c:pt idx="5">
                  <c:v>256.5597918637654</c:v>
                </c:pt>
                <c:pt idx="6">
                  <c:v>256.5597918637654</c:v>
                </c:pt>
                <c:pt idx="7">
                  <c:v>256.5597918637654</c:v>
                </c:pt>
                <c:pt idx="8">
                  <c:v>256.5597918637654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0.52450638163214"/>
          <c:min val="236.206827725232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241.33218487394956</c:v>
                </c:pt>
                <c:pt idx="1">
                  <c:v>268.2311773700306</c:v>
                </c:pt>
                <c:pt idx="2">
                  <c:v>260.90218498659516</c:v>
                </c:pt>
                <c:pt idx="3">
                  <c:v>305.3991492329149</c:v>
                </c:pt>
                <c:pt idx="4">
                  <c:v>259.8896827794562</c:v>
                </c:pt>
                <c:pt idx="5">
                  <c:v>260.9796888888889</c:v>
                </c:pt>
                <c:pt idx="6">
                  <c:v>298.6050330250991</c:v>
                </c:pt>
                <c:pt idx="7">
                  <c:v>305.1826722925457</c:v>
                </c:pt>
                <c:pt idx="8">
                  <c:v>263.0137147102526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0.52450638163214"/>
          <c:min val="236.206827725232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591.0125291828793</c:v>
                </c:pt>
                <c:pt idx="1">
                  <c:v>591.0125291828793</c:v>
                </c:pt>
                <c:pt idx="2">
                  <c:v>591.0125291828793</c:v>
                </c:pt>
                <c:pt idx="3">
                  <c:v>591.0125291828793</c:v>
                </c:pt>
                <c:pt idx="4">
                  <c:v>591.0125291828793</c:v>
                </c:pt>
                <c:pt idx="5">
                  <c:v>591.0125291828793</c:v>
                </c:pt>
                <c:pt idx="6">
                  <c:v>591.0125291828793</c:v>
                </c:pt>
                <c:pt idx="7">
                  <c:v>591.0125291828793</c:v>
                </c:pt>
                <c:pt idx="8">
                  <c:v>591.0125291828793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06.8193055536233"/>
          <c:min val="511.463114156521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591.2828635346756</c:v>
                </c:pt>
                <c:pt idx="1">
                  <c:v>531.8325066666666</c:v>
                </c:pt>
                <c:pt idx="2">
                  <c:v>638.6835205183585</c:v>
                </c:pt>
                <c:pt idx="3">
                  <c:v>616.7520512820513</c:v>
                </c:pt>
                <c:pt idx="4">
                  <c:v>589.6969736842105</c:v>
                </c:pt>
                <c:pt idx="5">
                  <c:v>786.4499130434783</c:v>
                </c:pt>
                <c:pt idx="6">
                  <c:v>657.1471229698375</c:v>
                </c:pt>
                <c:pt idx="7">
                  <c:v>701.6400900900901</c:v>
                </c:pt>
                <c:pt idx="8">
                  <c:v>635.5976213592234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06.8193055536233"/>
          <c:min val="511.463114156521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0.7623867954096765</c:v>
                </c:pt>
                <c:pt idx="1">
                  <c:v>0.7283105545936978</c:v>
                </c:pt>
                <c:pt idx="2">
                  <c:v>0.7275508965482076</c:v>
                </c:pt>
                <c:pt idx="3">
                  <c:v>0.7286792157632688</c:v>
                </c:pt>
                <c:pt idx="4">
                  <c:v>0.7300987979982152</c:v>
                </c:pt>
                <c:pt idx="5">
                  <c:v>0.7404397892279457</c:v>
                </c:pt>
                <c:pt idx="6">
                  <c:v>0.7202287044743452</c:v>
                </c:pt>
                <c:pt idx="7">
                  <c:v>0.7135118519284841</c:v>
                </c:pt>
                <c:pt idx="8">
                  <c:v>0.7973842466572788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0.7845832953998858</c:v>
                </c:pt>
                <c:pt idx="1">
                  <c:v>0.7839019320361219</c:v>
                </c:pt>
                <c:pt idx="2">
                  <c:v>0.7847969951286465</c:v>
                </c:pt>
                <c:pt idx="3">
                  <c:v>0.7835326313091308</c:v>
                </c:pt>
                <c:pt idx="4">
                  <c:v>0.7879104683381316</c:v>
                </c:pt>
                <c:pt idx="5">
                  <c:v>0.7856818427604036</c:v>
                </c:pt>
                <c:pt idx="6">
                  <c:v>0.7848019193580452</c:v>
                </c:pt>
                <c:pt idx="7">
                  <c:v>0.7815144356429409</c:v>
                </c:pt>
                <c:pt idx="8">
                  <c:v>0.7846073375768934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40940382355823"/>
          <c:min val="0.70680206035018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0.7553894030517089</c:v>
                </c:pt>
                <c:pt idx="1">
                  <c:v>0.7542145809008224</c:v>
                </c:pt>
                <c:pt idx="2">
                  <c:v>0.7509814449869179</c:v>
                </c:pt>
                <c:pt idx="3">
                  <c:v>0.7406926789956169</c:v>
                </c:pt>
                <c:pt idx="4">
                  <c:v>0.7526470566593986</c:v>
                </c:pt>
                <c:pt idx="5">
                  <c:v>0.7581010726801828</c:v>
                </c:pt>
                <c:pt idx="6">
                  <c:v>0.7659387783874183</c:v>
                </c:pt>
                <c:pt idx="7">
                  <c:v>0.7523318921469268</c:v>
                </c:pt>
                <c:pt idx="8">
                  <c:v>0.7483136436815667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0.791851624704491</c:v>
                </c:pt>
                <c:pt idx="1">
                  <c:v>0.7905926629474995</c:v>
                </c:pt>
                <c:pt idx="2">
                  <c:v>0.799717991772953</c:v>
                </c:pt>
                <c:pt idx="3">
                  <c:v>0.8003526290628066</c:v>
                </c:pt>
                <c:pt idx="4">
                  <c:v>0.7977448721810654</c:v>
                </c:pt>
                <c:pt idx="5">
                  <c:v>0.7977533817736701</c:v>
                </c:pt>
                <c:pt idx="6">
                  <c:v>0.8025133361607193</c:v>
                </c:pt>
                <c:pt idx="7">
                  <c:v>0.7996666748879707</c:v>
                </c:pt>
                <c:pt idx="8">
                  <c:v>0.7997363431961929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074589887339275"/>
          <c:min val="0.73574702642240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0.7524644413565905</c:v>
                </c:pt>
                <c:pt idx="1">
                  <c:v>0.7653892502655335</c:v>
                </c:pt>
                <c:pt idx="2">
                  <c:v>0.751502125156779</c:v>
                </c:pt>
                <c:pt idx="3">
                  <c:v>0.7697394979325205</c:v>
                </c:pt>
                <c:pt idx="4">
                  <c:v>0.7617088478087821</c:v>
                </c:pt>
                <c:pt idx="5">
                  <c:v>0.7471534759817822</c:v>
                </c:pt>
                <c:pt idx="6">
                  <c:v>0.7817972838137289</c:v>
                </c:pt>
                <c:pt idx="7">
                  <c:v>0.7737071092791464</c:v>
                </c:pt>
                <c:pt idx="8">
                  <c:v>0.7832301470928763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0.7859402816409109</c:v>
                </c:pt>
                <c:pt idx="1">
                  <c:v>0.7477931605446834</c:v>
                </c:pt>
                <c:pt idx="2">
                  <c:v>0.8005413160407644</c:v>
                </c:pt>
                <c:pt idx="3">
                  <c:v>0.79125821830749</c:v>
                </c:pt>
                <c:pt idx="4">
                  <c:v>0.8004224625810359</c:v>
                </c:pt>
                <c:pt idx="5">
                  <c:v>0.8212325785373156</c:v>
                </c:pt>
                <c:pt idx="6">
                  <c:v>0.7969298833418857</c:v>
                </c:pt>
                <c:pt idx="7">
                  <c:v>0.7970158414450433</c:v>
                </c:pt>
                <c:pt idx="8">
                  <c:v>0.795839083259542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589067417583"/>
          <c:min val="0.74122714777733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0.8060601115568835</c:v>
                </c:pt>
                <c:pt idx="1">
                  <c:v>0.810099025867752</c:v>
                </c:pt>
                <c:pt idx="2">
                  <c:v>0.8234325511979166</c:v>
                </c:pt>
                <c:pt idx="3">
                  <c:v>0.7990612435097568</c:v>
                </c:pt>
                <c:pt idx="4">
                  <c:v>0.819878069496378</c:v>
                </c:pt>
                <c:pt idx="5">
                  <c:v>0.795509290074353</c:v>
                </c:pt>
                <c:pt idx="6">
                  <c:v>0.8169906924190502</c:v>
                </c:pt>
                <c:pt idx="7">
                  <c:v>0.7809198137594865</c:v>
                </c:pt>
                <c:pt idx="8">
                  <c:v>0.7600467647914477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0.8300846372875091</c:v>
                </c:pt>
                <c:pt idx="1">
                  <c:v>0.8430878160289723</c:v>
                </c:pt>
                <c:pt idx="2">
                  <c:v>0.8347178695287913</c:v>
                </c:pt>
                <c:pt idx="3">
                  <c:v>0.8354788355777603</c:v>
                </c:pt>
                <c:pt idx="4">
                  <c:v>0.8229397702290402</c:v>
                </c:pt>
                <c:pt idx="5">
                  <c:v>0.8246389345574898</c:v>
                </c:pt>
                <c:pt idx="6">
                  <c:v>0.8310893971376014</c:v>
                </c:pt>
                <c:pt idx="7">
                  <c:v>0.8383931385949379</c:v>
                </c:pt>
                <c:pt idx="8">
                  <c:v>0.823187956922425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97311001279743"/>
          <c:min val="0.75340348069244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0.7747647118467771</c:v>
                </c:pt>
                <c:pt idx="1">
                  <c:v>0.7771151772513534</c:v>
                </c:pt>
                <c:pt idx="2">
                  <c:v>0.7756358244477545</c:v>
                </c:pt>
                <c:pt idx="3">
                  <c:v>0.7811041015705807</c:v>
                </c:pt>
                <c:pt idx="4">
                  <c:v>0.7843244697927955</c:v>
                </c:pt>
                <c:pt idx="5">
                  <c:v>0.7842486775828857</c:v>
                </c:pt>
                <c:pt idx="6">
                  <c:v>0.7799652080255377</c:v>
                </c:pt>
                <c:pt idx="7">
                  <c:v>0.7816230505627596</c:v>
                </c:pt>
                <c:pt idx="8">
                  <c:v>0.7681523650492434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0.7725314244502147</c:v>
                </c:pt>
                <c:pt idx="1">
                  <c:v>0.769591422763434</c:v>
                </c:pt>
                <c:pt idx="2">
                  <c:v>0.7744341830121779</c:v>
                </c:pt>
                <c:pt idx="3">
                  <c:v>0.7827573931956922</c:v>
                </c:pt>
                <c:pt idx="4">
                  <c:v>0.8011860041738821</c:v>
                </c:pt>
                <c:pt idx="5">
                  <c:v>0.8081676153017628</c:v>
                </c:pt>
                <c:pt idx="6">
                  <c:v>0.8067207801152638</c:v>
                </c:pt>
                <c:pt idx="7">
                  <c:v>0.8110248883892401</c:v>
                </c:pt>
                <c:pt idx="8">
                  <c:v>0.8103440680206176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4546902564399"/>
          <c:min val="0.7647225631820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0.7434848689227614</c:v>
                </c:pt>
                <c:pt idx="1">
                  <c:v>0.7580726110989965</c:v>
                </c:pt>
                <c:pt idx="2">
                  <c:v>0.7355831782631782</c:v>
                </c:pt>
                <c:pt idx="3">
                  <c:v>0.773266246206966</c:v>
                </c:pt>
                <c:pt idx="4">
                  <c:v>0.753970124990633</c:v>
                </c:pt>
                <c:pt idx="5">
                  <c:v>0.7395115681148063</c:v>
                </c:pt>
                <c:pt idx="6">
                  <c:v>0.7087019381041484</c:v>
                </c:pt>
                <c:pt idx="7">
                  <c:v>0.7138388001738364</c:v>
                </c:pt>
                <c:pt idx="8">
                  <c:v>0.6449339668868249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0.6588147590575565</c:v>
                </c:pt>
                <c:pt idx="1">
                  <c:v>0.7002123778651839</c:v>
                </c:pt>
                <c:pt idx="2">
                  <c:v>0.6849552886021785</c:v>
                </c:pt>
                <c:pt idx="3">
                  <c:v>0.611096863603115</c:v>
                </c:pt>
                <c:pt idx="4">
                  <c:v>0.6889859084810731</c:v>
                </c:pt>
                <c:pt idx="5">
                  <c:v>0.6679648136348183</c:v>
                </c:pt>
                <c:pt idx="6">
                  <c:v>0.6895302606946244</c:v>
                </c:pt>
                <c:pt idx="7">
                  <c:v>0.698565507525689</c:v>
                </c:pt>
                <c:pt idx="8">
                  <c:v>0.6892300719505977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862397968152741"/>
          <c:min val="0.59812331299480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0.7973937673454071</c:v>
                </c:pt>
                <c:pt idx="1">
                  <c:v>0.8040004351467674</c:v>
                </c:pt>
                <c:pt idx="2">
                  <c:v>0.8032328451524336</c:v>
                </c:pt>
                <c:pt idx="3">
                  <c:v>0.8078235455903459</c:v>
                </c:pt>
                <c:pt idx="4">
                  <c:v>0.7820698539556623</c:v>
                </c:pt>
                <c:pt idx="5">
                  <c:v>0.7787112435413373</c:v>
                </c:pt>
                <c:pt idx="6">
                  <c:v>0.7370465665152814</c:v>
                </c:pt>
                <c:pt idx="7">
                  <c:v>0.7024049253373219</c:v>
                </c:pt>
                <c:pt idx="8">
                  <c:v>0.7111389113674759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0.7240688483145926</c:v>
                </c:pt>
                <c:pt idx="1">
                  <c:v>0.7197196604671536</c:v>
                </c:pt>
                <c:pt idx="2">
                  <c:v>0.719781949445566</c:v>
                </c:pt>
                <c:pt idx="3">
                  <c:v>0.7221777470481148</c:v>
                </c:pt>
                <c:pt idx="4">
                  <c:v>0.7219424568942449</c:v>
                </c:pt>
                <c:pt idx="5">
                  <c:v>0.729639430104598</c:v>
                </c:pt>
                <c:pt idx="6">
                  <c:v>0.7086468860746036</c:v>
                </c:pt>
                <c:pt idx="7">
                  <c:v>0.7183993189212642</c:v>
                </c:pt>
                <c:pt idx="8">
                  <c:v>0.7346655496055636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62570352105878"/>
          <c:min val="0.693971435717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0.8117776789504294</c:v>
                </c:pt>
                <c:pt idx="1">
                  <c:v>0.8158996601757975</c:v>
                </c:pt>
                <c:pt idx="2">
                  <c:v>0.8190941354283671</c:v>
                </c:pt>
                <c:pt idx="3">
                  <c:v>0.8148733686895823</c:v>
                </c:pt>
                <c:pt idx="4">
                  <c:v>0.813879647264967</c:v>
                </c:pt>
                <c:pt idx="5">
                  <c:v>0.8090986397619949</c:v>
                </c:pt>
                <c:pt idx="6">
                  <c:v>0.8326149070983642</c:v>
                </c:pt>
                <c:pt idx="7">
                  <c:v>0.8194693445308031</c:v>
                </c:pt>
                <c:pt idx="8">
                  <c:v>0.8126594966723104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0.7881337072268148</c:v>
                </c:pt>
                <c:pt idx="1">
                  <c:v>0.7854703027053279</c:v>
                </c:pt>
                <c:pt idx="2">
                  <c:v>0.7843830149132022</c:v>
                </c:pt>
                <c:pt idx="3">
                  <c:v>0.7720839862543319</c:v>
                </c:pt>
                <c:pt idx="4">
                  <c:v>0.7813311564793425</c:v>
                </c:pt>
                <c:pt idx="5">
                  <c:v>0.7988869685611975</c:v>
                </c:pt>
                <c:pt idx="6">
                  <c:v>0.7973986974068216</c:v>
                </c:pt>
                <c:pt idx="7">
                  <c:v>0.7945466253135349</c:v>
                </c:pt>
                <c:pt idx="8">
                  <c:v>0.7809914161513463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374573807658867"/>
          <c:min val="0.76724151258680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0.8526824087918208</c:v>
                </c:pt>
                <c:pt idx="1">
                  <c:v>0.851843149540518</c:v>
                </c:pt>
                <c:pt idx="2">
                  <c:v>0.856153141247292</c:v>
                </c:pt>
                <c:pt idx="3">
                  <c:v>0.8460650101011278</c:v>
                </c:pt>
                <c:pt idx="4">
                  <c:v>0.8458385917680976</c:v>
                </c:pt>
                <c:pt idx="5">
                  <c:v>0.8506132938184316</c:v>
                </c:pt>
                <c:pt idx="6">
                  <c:v>0.8467909647814037</c:v>
                </c:pt>
                <c:pt idx="7">
                  <c:v>0.8505776068218754</c:v>
                </c:pt>
                <c:pt idx="8">
                  <c:v>0.8409402912499904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0.8281424356305128</c:v>
                </c:pt>
                <c:pt idx="1">
                  <c:v>0.8342952523586353</c:v>
                </c:pt>
                <c:pt idx="2">
                  <c:v>0.8287758907679993</c:v>
                </c:pt>
                <c:pt idx="3">
                  <c:v>0.8281239388700058</c:v>
                </c:pt>
                <c:pt idx="4">
                  <c:v>0.8346430553077856</c:v>
                </c:pt>
                <c:pt idx="5">
                  <c:v>0.8251619983923825</c:v>
                </c:pt>
                <c:pt idx="6">
                  <c:v>0.8199117705994141</c:v>
                </c:pt>
                <c:pt idx="7">
                  <c:v>0.8334448487499331</c:v>
                </c:pt>
                <c:pt idx="8">
                  <c:v>0.8299994310094244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590524508991223"/>
          <c:min val="0.8170124609475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0.7560216541450152</c:v>
                </c:pt>
                <c:pt idx="1">
                  <c:v>0.7734854669998245</c:v>
                </c:pt>
                <c:pt idx="2">
                  <c:v>0.7623043597923828</c:v>
                </c:pt>
                <c:pt idx="3">
                  <c:v>0.7717072769977836</c:v>
                </c:pt>
                <c:pt idx="4">
                  <c:v>0.765660072028656</c:v>
                </c:pt>
                <c:pt idx="5">
                  <c:v>0.7615661052087651</c:v>
                </c:pt>
                <c:pt idx="6">
                  <c:v>0.7602877212980741</c:v>
                </c:pt>
                <c:pt idx="7">
                  <c:v>0.7434490806526662</c:v>
                </c:pt>
                <c:pt idx="8">
                  <c:v>0.737468200877346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0.7286302533708656</c:v>
                </c:pt>
                <c:pt idx="1">
                  <c:v>0.7412018875057791</c:v>
                </c:pt>
                <c:pt idx="2">
                  <c:v>0.7480755718211226</c:v>
                </c:pt>
                <c:pt idx="3">
                  <c:v>0.735815499345577</c:v>
                </c:pt>
                <c:pt idx="4">
                  <c:v>0.7351432059225737</c:v>
                </c:pt>
                <c:pt idx="5">
                  <c:v>0.7479074446602287</c:v>
                </c:pt>
                <c:pt idx="6">
                  <c:v>0.7376220866753043</c:v>
                </c:pt>
                <c:pt idx="7">
                  <c:v>0.7353299531980134</c:v>
                </c:pt>
                <c:pt idx="8">
                  <c:v>0.7357171516113464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770738840901411"/>
          <c:min val="0.72504183628054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0.769365288747561</c:v>
                </c:pt>
                <c:pt idx="1">
                  <c:v>0.769365288747561</c:v>
                </c:pt>
                <c:pt idx="2">
                  <c:v>0.769365288747561</c:v>
                </c:pt>
                <c:pt idx="3">
                  <c:v>0.769365288747561</c:v>
                </c:pt>
                <c:pt idx="4">
                  <c:v>0.769365288747561</c:v>
                </c:pt>
                <c:pt idx="5">
                  <c:v>0.769365288747561</c:v>
                </c:pt>
                <c:pt idx="6">
                  <c:v>0.769365288747561</c:v>
                </c:pt>
                <c:pt idx="7">
                  <c:v>0.769365288747561</c:v>
                </c:pt>
                <c:pt idx="8">
                  <c:v>0.769365288747561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99779043986936"/>
          <c:min val="0.76415440407944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0.7717557027250533</c:v>
                </c:pt>
                <c:pt idx="1">
                  <c:v>0.7680043006531901</c:v>
                </c:pt>
                <c:pt idx="2">
                  <c:v>0.7683371482051408</c:v>
                </c:pt>
                <c:pt idx="3">
                  <c:v>0.7853232939664141</c:v>
                </c:pt>
                <c:pt idx="4">
                  <c:v>0.794487963220431</c:v>
                </c:pt>
                <c:pt idx="5">
                  <c:v>0.8105775496665022</c:v>
                </c:pt>
                <c:pt idx="6">
                  <c:v>0.8093667021308971</c:v>
                </c:pt>
                <c:pt idx="7">
                  <c:v>0.8068183881593113</c:v>
                </c:pt>
                <c:pt idx="8">
                  <c:v>0.8161280078249525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99779043986936"/>
          <c:min val="0.764154404079449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0.7722319818788754</c:v>
                </c:pt>
                <c:pt idx="1">
                  <c:v>0.7722319818788754</c:v>
                </c:pt>
                <c:pt idx="2">
                  <c:v>0.7722319818788754</c:v>
                </c:pt>
                <c:pt idx="3">
                  <c:v>0.7722319818788754</c:v>
                </c:pt>
                <c:pt idx="4">
                  <c:v>0.7722319818788754</c:v>
                </c:pt>
                <c:pt idx="5">
                  <c:v>0.7722319818788754</c:v>
                </c:pt>
                <c:pt idx="6">
                  <c:v>0.7722319818788754</c:v>
                </c:pt>
                <c:pt idx="7">
                  <c:v>0.7722319818788754</c:v>
                </c:pt>
                <c:pt idx="8">
                  <c:v>0.7722319818788754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3395656393047"/>
          <c:min val="0.76627674551336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0.7725314244502147</c:v>
                </c:pt>
                <c:pt idx="1">
                  <c:v>0.769591422763434</c:v>
                </c:pt>
                <c:pt idx="2">
                  <c:v>0.7744341830121779</c:v>
                </c:pt>
                <c:pt idx="3">
                  <c:v>0.7827573931956922</c:v>
                </c:pt>
                <c:pt idx="4">
                  <c:v>0.8011860041738821</c:v>
                </c:pt>
                <c:pt idx="5">
                  <c:v>0.8081676153017628</c:v>
                </c:pt>
                <c:pt idx="6">
                  <c:v>0.8067207801152638</c:v>
                </c:pt>
                <c:pt idx="7">
                  <c:v>0.8110248883892401</c:v>
                </c:pt>
                <c:pt idx="8">
                  <c:v>0.8103440680206176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43395656393047"/>
          <c:min val="0.76627674551336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0.7779644896197645</c:v>
                </c:pt>
                <c:pt idx="1">
                  <c:v>0.7779644896197645</c:v>
                </c:pt>
                <c:pt idx="2">
                  <c:v>0.7779644896197645</c:v>
                </c:pt>
                <c:pt idx="3">
                  <c:v>0.7779644896197645</c:v>
                </c:pt>
                <c:pt idx="4">
                  <c:v>0.7779644896197645</c:v>
                </c:pt>
                <c:pt idx="5">
                  <c:v>0.7779644896197645</c:v>
                </c:pt>
                <c:pt idx="6">
                  <c:v>0.7779644896197645</c:v>
                </c:pt>
                <c:pt idx="7">
                  <c:v>0.7779644896197645</c:v>
                </c:pt>
                <c:pt idx="8">
                  <c:v>0.7779644896197645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17621088629585"/>
          <c:min val="0.76067734027058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0.7808908831590161</c:v>
                </c:pt>
                <c:pt idx="1">
                  <c:v>0.7798183229244784</c:v>
                </c:pt>
                <c:pt idx="2">
                  <c:v>0.7732970892962546</c:v>
                </c:pt>
                <c:pt idx="3">
                  <c:v>0.7976647011189412</c:v>
                </c:pt>
                <c:pt idx="4">
                  <c:v>0.7642004277597164</c:v>
                </c:pt>
                <c:pt idx="5">
                  <c:v>0.7712413192023965</c:v>
                </c:pt>
                <c:pt idx="6">
                  <c:v>0.8082390213738295</c:v>
                </c:pt>
                <c:pt idx="7">
                  <c:v>0.8065895099348631</c:v>
                </c:pt>
                <c:pt idx="8">
                  <c:v>0.7973717799981831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17621088629585"/>
          <c:min val="0.76067734027058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0.7785640851920301</c:v>
                </c:pt>
                <c:pt idx="1">
                  <c:v>0.7785640851920301</c:v>
                </c:pt>
                <c:pt idx="2">
                  <c:v>0.7785640851920301</c:v>
                </c:pt>
                <c:pt idx="3">
                  <c:v>0.7785640851920301</c:v>
                </c:pt>
                <c:pt idx="4">
                  <c:v>0.7785640851920301</c:v>
                </c:pt>
                <c:pt idx="5">
                  <c:v>0.7785640851920301</c:v>
                </c:pt>
                <c:pt idx="6">
                  <c:v>0.7785640851920301</c:v>
                </c:pt>
                <c:pt idx="7">
                  <c:v>0.7785640851920301</c:v>
                </c:pt>
                <c:pt idx="8">
                  <c:v>0.7785640851920301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077319767262"/>
          <c:min val="0.74191800710527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0.7859402816409109</c:v>
                </c:pt>
                <c:pt idx="1">
                  <c:v>0.7477931605446834</c:v>
                </c:pt>
                <c:pt idx="2">
                  <c:v>0.8005413160407644</c:v>
                </c:pt>
                <c:pt idx="3">
                  <c:v>0.79125821830749</c:v>
                </c:pt>
                <c:pt idx="4">
                  <c:v>0.8004224625810359</c:v>
                </c:pt>
                <c:pt idx="5">
                  <c:v>0.8212325785373156</c:v>
                </c:pt>
                <c:pt idx="6">
                  <c:v>0.7969298833418857</c:v>
                </c:pt>
                <c:pt idx="7">
                  <c:v>0.7970158414450433</c:v>
                </c:pt>
                <c:pt idx="8">
                  <c:v>0.795839083259542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1077319767262"/>
          <c:min val="0.74191800710527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0.8539121783587758</c:v>
                </c:pt>
                <c:pt idx="1">
                  <c:v>0.8539121783587758</c:v>
                </c:pt>
                <c:pt idx="2">
                  <c:v>0.8539121783587758</c:v>
                </c:pt>
                <c:pt idx="3">
                  <c:v>0.8539121783587758</c:v>
                </c:pt>
                <c:pt idx="4">
                  <c:v>0.8539121783587758</c:v>
                </c:pt>
                <c:pt idx="5">
                  <c:v>0.8539121783587758</c:v>
                </c:pt>
                <c:pt idx="6">
                  <c:v>0.8539121783587758</c:v>
                </c:pt>
                <c:pt idx="7">
                  <c:v>0.8539121783587758</c:v>
                </c:pt>
                <c:pt idx="8">
                  <c:v>0.8539121783587758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19269529341427"/>
          <c:min val="0.84814015529948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0.8531949574316529</c:v>
                </c:pt>
                <c:pt idx="1">
                  <c:v>0.849780624101872</c:v>
                </c:pt>
                <c:pt idx="2">
                  <c:v>0.8578711674397532</c:v>
                </c:pt>
                <c:pt idx="3">
                  <c:v>0.8614678806791845</c:v>
                </c:pt>
                <c:pt idx="4">
                  <c:v>0.8601961904724471</c:v>
                </c:pt>
                <c:pt idx="5">
                  <c:v>0.860323322835417</c:v>
                </c:pt>
                <c:pt idx="6">
                  <c:v>0.8674421104673611</c:v>
                </c:pt>
                <c:pt idx="7">
                  <c:v>0.8664841234335822</c:v>
                </c:pt>
                <c:pt idx="8">
                  <c:v>0.8702864841317522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19269529341427"/>
          <c:min val="0.84814015529948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0.38598311904886695</c:v>
                </c:pt>
                <c:pt idx="1">
                  <c:v>0.39047524838116304</c:v>
                </c:pt>
                <c:pt idx="2">
                  <c:v>0.3904826897502513</c:v>
                </c:pt>
                <c:pt idx="3">
                  <c:v>0.3840915627162889</c:v>
                </c:pt>
                <c:pt idx="4">
                  <c:v>0.38143870903785965</c:v>
                </c:pt>
                <c:pt idx="5">
                  <c:v>0.38818740059658835</c:v>
                </c:pt>
                <c:pt idx="6">
                  <c:v>0.3940797315339646</c:v>
                </c:pt>
                <c:pt idx="7">
                  <c:v>0.379869697933222</c:v>
                </c:pt>
                <c:pt idx="8">
                  <c:v>0.3908087333712784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4277171664967"/>
          <c:min val="0.370717252064090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0.3783426164529417</c:v>
                </c:pt>
                <c:pt idx="1">
                  <c:v>0.353286305518064</c:v>
                </c:pt>
                <c:pt idx="2">
                  <c:v>0.38461412980780885</c:v>
                </c:pt>
                <c:pt idx="3">
                  <c:v>0.39021763707490936</c:v>
                </c:pt>
                <c:pt idx="4">
                  <c:v>0.37138689412260545</c:v>
                </c:pt>
                <c:pt idx="5">
                  <c:v>0.3936901947139535</c:v>
                </c:pt>
                <c:pt idx="6">
                  <c:v>0.37227942129576247</c:v>
                </c:pt>
                <c:pt idx="7">
                  <c:v>0.39091747680451056</c:v>
                </c:pt>
                <c:pt idx="8">
                  <c:v>0.4017764416963742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0.43991634620573283</c:v>
                </c:pt>
                <c:pt idx="1">
                  <c:v>0.41940433366580826</c:v>
                </c:pt>
                <c:pt idx="2">
                  <c:v>0.46993478895809015</c:v>
                </c:pt>
                <c:pt idx="3">
                  <c:v>0.3965659134580282</c:v>
                </c:pt>
                <c:pt idx="4">
                  <c:v>0.43081675540105374</c:v>
                </c:pt>
                <c:pt idx="5">
                  <c:v>0.44225263307265883</c:v>
                </c:pt>
                <c:pt idx="6">
                  <c:v>0.4305364772422386</c:v>
                </c:pt>
                <c:pt idx="7">
                  <c:v>0.40180744273547314</c:v>
                </c:pt>
                <c:pt idx="8">
                  <c:v>0.40612586262448785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926666763329223"/>
          <c:min val="0.3439544268428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0.30572379931499233</c:v>
                </c:pt>
                <c:pt idx="1">
                  <c:v>0.3069211093203133</c:v>
                </c:pt>
                <c:pt idx="2">
                  <c:v>0.30832588425810964</c:v>
                </c:pt>
                <c:pt idx="3">
                  <c:v>0.30307894275388275</c:v>
                </c:pt>
                <c:pt idx="4">
                  <c:v>0.3056908164087092</c:v>
                </c:pt>
                <c:pt idx="5">
                  <c:v>0.3269570579019263</c:v>
                </c:pt>
                <c:pt idx="6">
                  <c:v>0.3122645038412601</c:v>
                </c:pt>
                <c:pt idx="7">
                  <c:v>0.31297898396665813</c:v>
                </c:pt>
                <c:pt idx="8">
                  <c:v>0.30425150757924574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0.3480620576215342</c:v>
                </c:pt>
                <c:pt idx="1">
                  <c:v>0.3315448617572928</c:v>
                </c:pt>
                <c:pt idx="2">
                  <c:v>0.3680607954397946</c:v>
                </c:pt>
                <c:pt idx="3">
                  <c:v>0.35237770058422485</c:v>
                </c:pt>
                <c:pt idx="4">
                  <c:v>0.34150232163749217</c:v>
                </c:pt>
                <c:pt idx="5">
                  <c:v>0.3406943420615374</c:v>
                </c:pt>
                <c:pt idx="6">
                  <c:v>0.3542177192673228</c:v>
                </c:pt>
                <c:pt idx="7">
                  <c:v>0.344199988019082</c:v>
                </c:pt>
                <c:pt idx="8">
                  <c:v>0.34671938106160266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32593436546675"/>
          <c:min val="0.297880394539009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0.3577528769854739</c:v>
                </c:pt>
                <c:pt idx="1">
                  <c:v>0.3128764521323869</c:v>
                </c:pt>
                <c:pt idx="2">
                  <c:v>0.36281386291104845</c:v>
                </c:pt>
                <c:pt idx="3">
                  <c:v>0.3196182728903373</c:v>
                </c:pt>
                <c:pt idx="4">
                  <c:v>0.35329018725438516</c:v>
                </c:pt>
                <c:pt idx="5">
                  <c:v>0.3352719852592998</c:v>
                </c:pt>
                <c:pt idx="6">
                  <c:v>0.31794925709404914</c:v>
                </c:pt>
                <c:pt idx="7">
                  <c:v>0.3496049069188505</c:v>
                </c:pt>
                <c:pt idx="8">
                  <c:v>0.32093071228172826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0.38979678301129084</c:v>
                </c:pt>
                <c:pt idx="1">
                  <c:v>0.383551095139315</c:v>
                </c:pt>
                <c:pt idx="2">
                  <c:v>0.4166018200345825</c:v>
                </c:pt>
                <c:pt idx="3">
                  <c:v>0.3522053346072349</c:v>
                </c:pt>
                <c:pt idx="4">
                  <c:v>0.36017283576315706</c:v>
                </c:pt>
                <c:pt idx="5">
                  <c:v>0.347603573905152</c:v>
                </c:pt>
                <c:pt idx="6">
                  <c:v>0.3592620598408535</c:v>
                </c:pt>
                <c:pt idx="7">
                  <c:v>0.36697416561412427</c:v>
                </c:pt>
                <c:pt idx="8">
                  <c:v>0.3541123926056448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48998494667582"/>
          <c:min val="0.304578422700211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0.39790894239318125</c:v>
                </c:pt>
                <c:pt idx="1">
                  <c:v>0.37369114559592137</c:v>
                </c:pt>
                <c:pt idx="2">
                  <c:v>0.4500813743646748</c:v>
                </c:pt>
                <c:pt idx="3">
                  <c:v>0.35295297420017363</c:v>
                </c:pt>
                <c:pt idx="4">
                  <c:v>0.43418456023835417</c:v>
                </c:pt>
                <c:pt idx="5">
                  <c:v>0.4233664576504019</c:v>
                </c:pt>
                <c:pt idx="6">
                  <c:v>0.43368873339016123</c:v>
                </c:pt>
                <c:pt idx="7">
                  <c:v>0.43082331342110053</c:v>
                </c:pt>
                <c:pt idx="8">
                  <c:v>0.4432950124259102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11684983546327"/>
          <c:min val="0.34323713156052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0.35891582168831787</c:v>
                </c:pt>
                <c:pt idx="1">
                  <c:v>0.3877162161882417</c:v>
                </c:pt>
                <c:pt idx="2">
                  <c:v>0.3688960228207055</c:v>
                </c:pt>
                <c:pt idx="3">
                  <c:v>0.3664660094532402</c:v>
                </c:pt>
                <c:pt idx="4">
                  <c:v>0.3567442950806059</c:v>
                </c:pt>
                <c:pt idx="5">
                  <c:v>0.39011413937187595</c:v>
                </c:pt>
                <c:pt idx="6">
                  <c:v>0.34319556493387793</c:v>
                </c:pt>
                <c:pt idx="7">
                  <c:v>0.32585569070783</c:v>
                </c:pt>
                <c:pt idx="8">
                  <c:v>0.3216628322280271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0.3175921874084342</c:v>
                </c:pt>
                <c:pt idx="1">
                  <c:v>0.3373250226922007</c:v>
                </c:pt>
                <c:pt idx="2">
                  <c:v>0.3110132050701796</c:v>
                </c:pt>
                <c:pt idx="3">
                  <c:v>0.3689196586190935</c:v>
                </c:pt>
                <c:pt idx="4">
                  <c:v>0.3494274729186284</c:v>
                </c:pt>
                <c:pt idx="5">
                  <c:v>0.34200113696976503</c:v>
                </c:pt>
                <c:pt idx="6">
                  <c:v>0.32818155757111384</c:v>
                </c:pt>
                <c:pt idx="7">
                  <c:v>0.36072685718821257</c:v>
                </c:pt>
                <c:pt idx="8">
                  <c:v>0.31782468388300855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644221411601166"/>
          <c:min val="0.3046851303260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0.4511964303790522</c:v>
                </c:pt>
                <c:pt idx="1">
                  <c:v>0.45917908486545506</c:v>
                </c:pt>
                <c:pt idx="2">
                  <c:v>0.4333346409546394</c:v>
                </c:pt>
                <c:pt idx="3">
                  <c:v>0.4318358038132894</c:v>
                </c:pt>
                <c:pt idx="4">
                  <c:v>0.45094178147628905</c:v>
                </c:pt>
                <c:pt idx="5">
                  <c:v>0.4714642271434733</c:v>
                </c:pt>
                <c:pt idx="6">
                  <c:v>0.4775370414508386</c:v>
                </c:pt>
                <c:pt idx="7">
                  <c:v>0.4626710062466195</c:v>
                </c:pt>
                <c:pt idx="8">
                  <c:v>0.45093622282894874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0.4451627596167185</c:v>
                </c:pt>
                <c:pt idx="1">
                  <c:v>0.4535565283960975</c:v>
                </c:pt>
                <c:pt idx="2">
                  <c:v>0.46462367301298946</c:v>
                </c:pt>
                <c:pt idx="3">
                  <c:v>0.4004745250593397</c:v>
                </c:pt>
                <c:pt idx="4">
                  <c:v>0.43126958726457587</c:v>
                </c:pt>
                <c:pt idx="5">
                  <c:v>0.46510139556723706</c:v>
                </c:pt>
                <c:pt idx="6">
                  <c:v>0.44535624033322224</c:v>
                </c:pt>
                <c:pt idx="7">
                  <c:v>0.4509975715436039</c:v>
                </c:pt>
                <c:pt idx="8">
                  <c:v>0.4550153510800876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37020427621585"/>
          <c:min val="0.39430952374801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0.41095136837093743</c:v>
                </c:pt>
                <c:pt idx="1">
                  <c:v>0.4360727867074892</c:v>
                </c:pt>
                <c:pt idx="2">
                  <c:v>0.3891742480811233</c:v>
                </c:pt>
                <c:pt idx="3">
                  <c:v>0.39575949223677154</c:v>
                </c:pt>
                <c:pt idx="4">
                  <c:v>0.44235396407140803</c:v>
                </c:pt>
                <c:pt idx="5">
                  <c:v>0.4023732126598505</c:v>
                </c:pt>
                <c:pt idx="6">
                  <c:v>0.38370564500650006</c:v>
                </c:pt>
                <c:pt idx="7">
                  <c:v>0.3929434912018038</c:v>
                </c:pt>
                <c:pt idx="8">
                  <c:v>0.37130834362660076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0.3960316815661207</c:v>
                </c:pt>
                <c:pt idx="1">
                  <c:v>0.41640512700560156</c:v>
                </c:pt>
                <c:pt idx="2">
                  <c:v>0.40079876985314605</c:v>
                </c:pt>
                <c:pt idx="3">
                  <c:v>0.3583092085006641</c:v>
                </c:pt>
                <c:pt idx="4">
                  <c:v>0.3834062210436125</c:v>
                </c:pt>
                <c:pt idx="5">
                  <c:v>0.3758122273755331</c:v>
                </c:pt>
                <c:pt idx="6">
                  <c:v>0.3912563036795523</c:v>
                </c:pt>
                <c:pt idx="7">
                  <c:v>0.4044373851272572</c:v>
                </c:pt>
                <c:pt idx="8">
                  <c:v>0.42482025329747247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907754451706755"/>
          <c:min val="0.35158562805500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0.3917265230228122</c:v>
                </c:pt>
                <c:pt idx="1">
                  <c:v>0.36727750260890596</c:v>
                </c:pt>
                <c:pt idx="2">
                  <c:v>0.3909648266087148</c:v>
                </c:pt>
                <c:pt idx="3">
                  <c:v>0.3420047716578979</c:v>
                </c:pt>
                <c:pt idx="4">
                  <c:v>0.3910091979887504</c:v>
                </c:pt>
                <c:pt idx="5">
                  <c:v>0.3813489785986323</c:v>
                </c:pt>
                <c:pt idx="6">
                  <c:v>0.3561365775750995</c:v>
                </c:pt>
                <c:pt idx="7">
                  <c:v>0.3504855511843184</c:v>
                </c:pt>
                <c:pt idx="8">
                  <c:v>0.396295777216381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0.3562068115727734</c:v>
                </c:pt>
                <c:pt idx="1">
                  <c:v>0.3761033847795089</c:v>
                </c:pt>
                <c:pt idx="2">
                  <c:v>0.37162553760663075</c:v>
                </c:pt>
                <c:pt idx="3">
                  <c:v>0.34823567778781456</c:v>
                </c:pt>
                <c:pt idx="4">
                  <c:v>0.38564302101229647</c:v>
                </c:pt>
                <c:pt idx="5">
                  <c:v>0.37037508214444115</c:v>
                </c:pt>
                <c:pt idx="6">
                  <c:v>0.3678586410851762</c:v>
                </c:pt>
                <c:pt idx="7">
                  <c:v>0.3603698870843597</c:v>
                </c:pt>
                <c:pt idx="8">
                  <c:v>0.38464846720041795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06390576610596"/>
          <c:min val="0.337661491213219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0.4097202105284504</c:v>
                </c:pt>
                <c:pt idx="1">
                  <c:v>0.4154646161510049</c:v>
                </c:pt>
                <c:pt idx="2">
                  <c:v>0.4085336342772244</c:v>
                </c:pt>
                <c:pt idx="3">
                  <c:v>0.40858468546021226</c:v>
                </c:pt>
                <c:pt idx="4">
                  <c:v>0.4257371242463337</c:v>
                </c:pt>
                <c:pt idx="5">
                  <c:v>0.44347310666025064</c:v>
                </c:pt>
                <c:pt idx="6">
                  <c:v>0.4298260502265193</c:v>
                </c:pt>
                <c:pt idx="7">
                  <c:v>0.43424298371494635</c:v>
                </c:pt>
                <c:pt idx="8">
                  <c:v>0.4104143950023527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0.4413286169408319</c:v>
                </c:pt>
                <c:pt idx="1">
                  <c:v>0.4319217794268319</c:v>
                </c:pt>
                <c:pt idx="2">
                  <c:v>0.4534850759247865</c:v>
                </c:pt>
                <c:pt idx="3">
                  <c:v>0.4222273511529398</c:v>
                </c:pt>
                <c:pt idx="4">
                  <c:v>0.4313190184365507</c:v>
                </c:pt>
                <c:pt idx="5">
                  <c:v>0.40651072337706146</c:v>
                </c:pt>
                <c:pt idx="6">
                  <c:v>0.4038532955759655</c:v>
                </c:pt>
                <c:pt idx="7">
                  <c:v>0.3960123317519526</c:v>
                </c:pt>
                <c:pt idx="8">
                  <c:v>0.40067825356475656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580828954586132"/>
          <c:min val="0.39141451221812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0.3936303485160775</c:v>
                </c:pt>
                <c:pt idx="1">
                  <c:v>0.3936303485160775</c:v>
                </c:pt>
                <c:pt idx="2">
                  <c:v>0.3936303485160775</c:v>
                </c:pt>
                <c:pt idx="3">
                  <c:v>0.3936303485160775</c:v>
                </c:pt>
                <c:pt idx="4">
                  <c:v>0.3936303485160775</c:v>
                </c:pt>
                <c:pt idx="5">
                  <c:v>0.3936303485160775</c:v>
                </c:pt>
                <c:pt idx="6">
                  <c:v>0.3936303485160775</c:v>
                </c:pt>
                <c:pt idx="7">
                  <c:v>0.3936303485160775</c:v>
                </c:pt>
                <c:pt idx="8">
                  <c:v>0.3936303485160775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1119312049639"/>
          <c:min val="0.374980362544784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031119312049639"/>
          <c:min val="0.374980362544784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0.3913678558815367</c:v>
                </c:pt>
                <c:pt idx="1">
                  <c:v>0.3913678558815367</c:v>
                </c:pt>
                <c:pt idx="2">
                  <c:v>0.3913678558815367</c:v>
                </c:pt>
                <c:pt idx="3">
                  <c:v>0.3913678558815367</c:v>
                </c:pt>
                <c:pt idx="4">
                  <c:v>0.3913678558815367</c:v>
                </c:pt>
                <c:pt idx="5">
                  <c:v>0.3913678558815367</c:v>
                </c:pt>
                <c:pt idx="6">
                  <c:v>0.3913678558815367</c:v>
                </c:pt>
                <c:pt idx="7">
                  <c:v>0.3913678558815367</c:v>
                </c:pt>
                <c:pt idx="8">
                  <c:v>0.3913678558815367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679275696861905"/>
          <c:min val="0.3650569857093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6679275696861905"/>
          <c:min val="0.3650569857093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0.3526553480578478</c:v>
                </c:pt>
                <c:pt idx="1">
                  <c:v>0.3526553480578478</c:v>
                </c:pt>
                <c:pt idx="2">
                  <c:v>0.3526553480578478</c:v>
                </c:pt>
                <c:pt idx="3">
                  <c:v>0.3526553480578478</c:v>
                </c:pt>
                <c:pt idx="4">
                  <c:v>0.3526553480578478</c:v>
                </c:pt>
                <c:pt idx="5">
                  <c:v>0.3526553480578478</c:v>
                </c:pt>
                <c:pt idx="6">
                  <c:v>0.3526553480578478</c:v>
                </c:pt>
                <c:pt idx="7">
                  <c:v>0.3526553480578478</c:v>
                </c:pt>
                <c:pt idx="8">
                  <c:v>0.3526553480578478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64410424444459"/>
          <c:min val="0.33743681406171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64410424444459"/>
          <c:min val="0.33743681406171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0.41058075598302446</c:v>
                </c:pt>
                <c:pt idx="1">
                  <c:v>0.41058075598302446</c:v>
                </c:pt>
                <c:pt idx="2">
                  <c:v>0.41058075598302446</c:v>
                </c:pt>
                <c:pt idx="3">
                  <c:v>0.41058075598302446</c:v>
                </c:pt>
                <c:pt idx="4">
                  <c:v>0.41058075598302446</c:v>
                </c:pt>
                <c:pt idx="5">
                  <c:v>0.41058075598302446</c:v>
                </c:pt>
                <c:pt idx="6">
                  <c:v>0.41058075598302446</c:v>
                </c:pt>
                <c:pt idx="7">
                  <c:v>0.41058075598302446</c:v>
                </c:pt>
                <c:pt idx="8">
                  <c:v>0.41058075598302446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101897182505626"/>
          <c:min val="0.39999563509196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101897182505626"/>
          <c:min val="0.39999563509196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0.39442235024937655</c:v>
                </c:pt>
                <c:pt idx="1">
                  <c:v>0.39442235024937655</c:v>
                </c:pt>
                <c:pt idx="2">
                  <c:v>0.39442235024937655</c:v>
                </c:pt>
                <c:pt idx="3">
                  <c:v>0.39442235024937655</c:v>
                </c:pt>
                <c:pt idx="4">
                  <c:v>0.39442235024937655</c:v>
                </c:pt>
                <c:pt idx="5">
                  <c:v>0.39442235024937655</c:v>
                </c:pt>
                <c:pt idx="6">
                  <c:v>0.39442235024937655</c:v>
                </c:pt>
                <c:pt idx="7">
                  <c:v>0.39442235024937655</c:v>
                </c:pt>
                <c:pt idx="8">
                  <c:v>0.39442235024937655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52411638730452"/>
          <c:min val="0.32970623759183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52411638730452"/>
          <c:min val="0.32970623759183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0.04668304668304668</c:v>
                </c:pt>
                <c:pt idx="1">
                  <c:v>0.08648648648648649</c:v>
                </c:pt>
                <c:pt idx="2">
                  <c:v>0.05476190476190476</c:v>
                </c:pt>
                <c:pt idx="3">
                  <c:v>0.060133630289532294</c:v>
                </c:pt>
                <c:pt idx="4">
                  <c:v>0.05152224824355972</c:v>
                </c:pt>
                <c:pt idx="5">
                  <c:v>0.06331877729257641</c:v>
                </c:pt>
                <c:pt idx="6">
                  <c:v>0.02968036529680365</c:v>
                </c:pt>
                <c:pt idx="7">
                  <c:v>0.03818615751789976</c:v>
                </c:pt>
                <c:pt idx="8">
                  <c:v>0.03787878787878788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842770981368886"/>
          <c:min val="0.0164398212585158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0.0898876404494382</c:v>
                </c:pt>
                <c:pt idx="1">
                  <c:v>0.046052631578947366</c:v>
                </c:pt>
                <c:pt idx="2">
                  <c:v>0.09340659340659341</c:v>
                </c:pt>
                <c:pt idx="3">
                  <c:v>0.11917098445595854</c:v>
                </c:pt>
                <c:pt idx="4">
                  <c:v>0.14736842105263157</c:v>
                </c:pt>
                <c:pt idx="5">
                  <c:v>0.11428571428571428</c:v>
                </c:pt>
                <c:pt idx="6">
                  <c:v>0.19915254237288135</c:v>
                </c:pt>
                <c:pt idx="7">
                  <c:v>0.2440944881889764</c:v>
                </c:pt>
                <c:pt idx="8">
                  <c:v>0.20982142857142858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53656869446343"/>
          <c:min val="0.02757233994076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0.018575851393188854</c:v>
                </c:pt>
                <c:pt idx="1">
                  <c:v>0.03691275167785235</c:v>
                </c:pt>
                <c:pt idx="2">
                  <c:v>0.04778156996587031</c:v>
                </c:pt>
                <c:pt idx="3">
                  <c:v>0.03303303303303303</c:v>
                </c:pt>
                <c:pt idx="4">
                  <c:v>0.0581039755351682</c:v>
                </c:pt>
                <c:pt idx="5">
                  <c:v>0.1118421052631579</c:v>
                </c:pt>
                <c:pt idx="6">
                  <c:v>0.02040816326530612</c:v>
                </c:pt>
                <c:pt idx="7">
                  <c:v>0.0707395498392283</c:v>
                </c:pt>
                <c:pt idx="8">
                  <c:v>0.05263157894736842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0.05466237942122187</c:v>
                </c:pt>
                <c:pt idx="1">
                  <c:v>0.13149847094801223</c:v>
                </c:pt>
                <c:pt idx="2">
                  <c:v>0.12464589235127478</c:v>
                </c:pt>
                <c:pt idx="3">
                  <c:v>0.14244186046511628</c:v>
                </c:pt>
                <c:pt idx="4">
                  <c:v>0.14935064935064934</c:v>
                </c:pt>
                <c:pt idx="5">
                  <c:v>0.10704225352112676</c:v>
                </c:pt>
                <c:pt idx="6">
                  <c:v>0.10540540540540541</c:v>
                </c:pt>
                <c:pt idx="7">
                  <c:v>0.1256544502617801</c:v>
                </c:pt>
                <c:pt idx="8">
                  <c:v>0.11484593837535013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981263318724617"/>
          <c:min val="0.008113867556592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0.11335403726708075</c:v>
                </c:pt>
                <c:pt idx="1">
                  <c:v>0.11909262759924386</c:v>
                </c:pt>
                <c:pt idx="2">
                  <c:v>0.12057877813504823</c:v>
                </c:pt>
                <c:pt idx="3">
                  <c:v>0.09555189456342669</c:v>
                </c:pt>
                <c:pt idx="4">
                  <c:v>0.1116751269035533</c:v>
                </c:pt>
                <c:pt idx="5">
                  <c:v>0.078125</c:v>
                </c:pt>
                <c:pt idx="6">
                  <c:v>0.09037037037037036</c:v>
                </c:pt>
                <c:pt idx="7">
                  <c:v>0.07201309328968904</c:v>
                </c:pt>
                <c:pt idx="8">
                  <c:v>0.10132890365448505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55402102997557"/>
          <c:min val="0.05634339493855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0.12910798122065728</c:v>
                </c:pt>
                <c:pt idx="1">
                  <c:v>0.14180929095354522</c:v>
                </c:pt>
                <c:pt idx="2">
                  <c:v>0.12661498708010335</c:v>
                </c:pt>
                <c:pt idx="3">
                  <c:v>0.164021164021164</c:v>
                </c:pt>
                <c:pt idx="4">
                  <c:v>0.10582010582010581</c:v>
                </c:pt>
                <c:pt idx="5">
                  <c:v>0.10298102981029811</c:v>
                </c:pt>
                <c:pt idx="6">
                  <c:v>0.09444444444444444</c:v>
                </c:pt>
                <c:pt idx="7">
                  <c:v>0.07323943661971831</c:v>
                </c:pt>
                <c:pt idx="8">
                  <c:v>0.08092485549132948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0.1534090909090909</c:v>
                </c:pt>
                <c:pt idx="1">
                  <c:v>0.1464088397790055</c:v>
                </c:pt>
                <c:pt idx="2">
                  <c:v>0.16964285714285715</c:v>
                </c:pt>
                <c:pt idx="3">
                  <c:v>0.16666666666666666</c:v>
                </c:pt>
                <c:pt idx="4">
                  <c:v>0.21067415730337077</c:v>
                </c:pt>
                <c:pt idx="5">
                  <c:v>0.20361990950226244</c:v>
                </c:pt>
                <c:pt idx="6">
                  <c:v>0.20044543429844097</c:v>
                </c:pt>
                <c:pt idx="7">
                  <c:v>0.14898989898989898</c:v>
                </c:pt>
                <c:pt idx="8">
                  <c:v>0.1571072319201995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66893495806297"/>
          <c:min val="0.062244658965026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0.1656441717791411</c:v>
                </c:pt>
                <c:pt idx="1">
                  <c:v>0.16666666666666666</c:v>
                </c:pt>
                <c:pt idx="2">
                  <c:v>0.17557251908396945</c:v>
                </c:pt>
                <c:pt idx="3">
                  <c:v>0.23076923076923078</c:v>
                </c:pt>
                <c:pt idx="4">
                  <c:v>0.18064516129032257</c:v>
                </c:pt>
                <c:pt idx="5">
                  <c:v>0.15606936416184972</c:v>
                </c:pt>
                <c:pt idx="6">
                  <c:v>0.18902439024390244</c:v>
                </c:pt>
                <c:pt idx="7">
                  <c:v>0.14736842105263157</c:v>
                </c:pt>
                <c:pt idx="8">
                  <c:v>0.17687074829931973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0.14857142857142858</c:v>
                </c:pt>
                <c:pt idx="1">
                  <c:v>0.10294117647058823</c:v>
                </c:pt>
                <c:pt idx="2">
                  <c:v>0.1464968152866242</c:v>
                </c:pt>
                <c:pt idx="3">
                  <c:v>0.15337423312883436</c:v>
                </c:pt>
                <c:pt idx="4">
                  <c:v>0.14285714285714285</c:v>
                </c:pt>
                <c:pt idx="5">
                  <c:v>0.11801242236024845</c:v>
                </c:pt>
                <c:pt idx="6">
                  <c:v>0.09826589595375723</c:v>
                </c:pt>
                <c:pt idx="7">
                  <c:v>0.11702127659574468</c:v>
                </c:pt>
                <c:pt idx="8">
                  <c:v>0.1328125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4136949755446865"/>
          <c:min val="0.087665629168519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0.18586387434554974</c:v>
                </c:pt>
                <c:pt idx="1">
                  <c:v>0.2086230876216968</c:v>
                </c:pt>
                <c:pt idx="2">
                  <c:v>0.14350282485875707</c:v>
                </c:pt>
                <c:pt idx="3">
                  <c:v>0.10640870616686819</c:v>
                </c:pt>
                <c:pt idx="4">
                  <c:v>0.11264080100125157</c:v>
                </c:pt>
                <c:pt idx="5">
                  <c:v>0.08375634517766498</c:v>
                </c:pt>
                <c:pt idx="6">
                  <c:v>0.06572164948453608</c:v>
                </c:pt>
                <c:pt idx="7">
                  <c:v>0.11616766467065869</c:v>
                </c:pt>
                <c:pt idx="8">
                  <c:v>0.18479685452162517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0.07551240560949299</c:v>
                </c:pt>
                <c:pt idx="1">
                  <c:v>0.06607369758576874</c:v>
                </c:pt>
                <c:pt idx="2">
                  <c:v>0.06277056277056277</c:v>
                </c:pt>
                <c:pt idx="3">
                  <c:v>0.09216101694915255</c:v>
                </c:pt>
                <c:pt idx="4">
                  <c:v>0.06885245901639345</c:v>
                </c:pt>
                <c:pt idx="5">
                  <c:v>0.11217948717948718</c:v>
                </c:pt>
                <c:pt idx="6">
                  <c:v>0.16770833333333332</c:v>
                </c:pt>
                <c:pt idx="7">
                  <c:v>0.1271282633371169</c:v>
                </c:pt>
                <c:pt idx="8">
                  <c:v>0.10011641443538999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02912896097875"/>
          <c:min val="0.0511023607824720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0.18887530562347188</c:v>
                </c:pt>
                <c:pt idx="1">
                  <c:v>0.1809775429326288</c:v>
                </c:pt>
                <c:pt idx="2">
                  <c:v>0.16234567901234567</c:v>
                </c:pt>
                <c:pt idx="3">
                  <c:v>0.15448968209704406</c:v>
                </c:pt>
                <c:pt idx="4">
                  <c:v>0.15730337078651685</c:v>
                </c:pt>
                <c:pt idx="5">
                  <c:v>0.14933837429111532</c:v>
                </c:pt>
                <c:pt idx="6">
                  <c:v>0.1404526987811956</c:v>
                </c:pt>
                <c:pt idx="7">
                  <c:v>0.1642567958357432</c:v>
                </c:pt>
                <c:pt idx="8">
                  <c:v>0.15218811234487264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0.13295526149968495</c:v>
                </c:pt>
                <c:pt idx="1">
                  <c:v>0.16447823082239116</c:v>
                </c:pt>
                <c:pt idx="2">
                  <c:v>0.14106395696353854</c:v>
                </c:pt>
                <c:pt idx="3">
                  <c:v>0.1444141689373297</c:v>
                </c:pt>
                <c:pt idx="4">
                  <c:v>0.13690476190476192</c:v>
                </c:pt>
                <c:pt idx="5">
                  <c:v>0.13560334528076465</c:v>
                </c:pt>
                <c:pt idx="6">
                  <c:v>0.14783139890042762</c:v>
                </c:pt>
                <c:pt idx="7">
                  <c:v>0.15158636897767333</c:v>
                </c:pt>
                <c:pt idx="8">
                  <c:v>0.15741935483870967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334890915337483"/>
          <c:min val="0.128481657969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0.11131725417439703</c:v>
                </c:pt>
                <c:pt idx="1">
                  <c:v>0.10305343511450382</c:v>
                </c:pt>
                <c:pt idx="2">
                  <c:v>0.13644859813084112</c:v>
                </c:pt>
                <c:pt idx="3">
                  <c:v>0.12410071942446044</c:v>
                </c:pt>
                <c:pt idx="4">
                  <c:v>0.11149825783972125</c:v>
                </c:pt>
                <c:pt idx="5">
                  <c:v>0.10405643738977072</c:v>
                </c:pt>
                <c:pt idx="6">
                  <c:v>0.14013840830449828</c:v>
                </c:pt>
                <c:pt idx="7">
                  <c:v>0.14017094017094017</c:v>
                </c:pt>
                <c:pt idx="8">
                  <c:v>0.09931506849315068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0.13170731707317074</c:v>
                </c:pt>
                <c:pt idx="1">
                  <c:v>0.1316793893129771</c:v>
                </c:pt>
                <c:pt idx="2">
                  <c:v>0.10214168039538715</c:v>
                </c:pt>
                <c:pt idx="3">
                  <c:v>0.11842105263157894</c:v>
                </c:pt>
                <c:pt idx="4">
                  <c:v>0.10015649452269171</c:v>
                </c:pt>
                <c:pt idx="5">
                  <c:v>0.08634222919937205</c:v>
                </c:pt>
                <c:pt idx="6">
                  <c:v>0.10126582278481013</c:v>
                </c:pt>
                <c:pt idx="7">
                  <c:v>0.12183544303797468</c:v>
                </c:pt>
                <c:pt idx="8">
                  <c:v>0.10773899848254932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447723704866564"/>
          <c:min val="0.08203593232164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0.125</c:v>
                </c:pt>
                <c:pt idx="1">
                  <c:v>0.11339244050396641</c:v>
                </c:pt>
                <c:pt idx="2">
                  <c:v>0.12769704975781593</c:v>
                </c:pt>
                <c:pt idx="3">
                  <c:v>0.1511831726555653</c:v>
                </c:pt>
                <c:pt idx="4">
                  <c:v>0.15539947322212466</c:v>
                </c:pt>
                <c:pt idx="5">
                  <c:v>0.14106988783433994</c:v>
                </c:pt>
                <c:pt idx="6">
                  <c:v>0.1362862010221465</c:v>
                </c:pt>
                <c:pt idx="7">
                  <c:v>0.13458262350936967</c:v>
                </c:pt>
                <c:pt idx="8">
                  <c:v>0.11625708884688091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0.11658382286488929</c:v>
                </c:pt>
                <c:pt idx="1">
                  <c:v>0.11829573934837093</c:v>
                </c:pt>
                <c:pt idx="2">
                  <c:v>0.10888888888888888</c:v>
                </c:pt>
                <c:pt idx="3">
                  <c:v>0.15854214123006835</c:v>
                </c:pt>
                <c:pt idx="4">
                  <c:v>0.12994350282485875</c:v>
                </c:pt>
                <c:pt idx="5">
                  <c:v>0.13755656108597286</c:v>
                </c:pt>
                <c:pt idx="6">
                  <c:v>0.133244798583444</c:v>
                </c:pt>
                <c:pt idx="7">
                  <c:v>0.13096309630963096</c:v>
                </c:pt>
                <c:pt idx="8">
                  <c:v>0.12280701754385964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25144014173627"/>
          <c:min val="0.104916628701594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0.21052631578947367</c:v>
                </c:pt>
                <c:pt idx="1">
                  <c:v>0.21052631578947367</c:v>
                </c:pt>
                <c:pt idx="2">
                  <c:v>0.21052631578947367</c:v>
                </c:pt>
                <c:pt idx="3">
                  <c:v>0.21052631578947367</c:v>
                </c:pt>
                <c:pt idx="4">
                  <c:v>0.21052631578947367</c:v>
                </c:pt>
                <c:pt idx="5">
                  <c:v>0.21052631578947367</c:v>
                </c:pt>
                <c:pt idx="6">
                  <c:v>0.21052631578947367</c:v>
                </c:pt>
                <c:pt idx="7">
                  <c:v>0.21052631578947367</c:v>
                </c:pt>
                <c:pt idx="8">
                  <c:v>0.21052631578947367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6835699081533"/>
          <c:min val="0.1673863088448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6835699081533"/>
          <c:min val="0.1673863088448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0.12629757785467127</c:v>
                </c:pt>
                <c:pt idx="1">
                  <c:v>0.12629757785467127</c:v>
                </c:pt>
                <c:pt idx="2">
                  <c:v>0.12629757785467127</c:v>
                </c:pt>
                <c:pt idx="3">
                  <c:v>0.12629757785467127</c:v>
                </c:pt>
                <c:pt idx="4">
                  <c:v>0.12629757785467127</c:v>
                </c:pt>
                <c:pt idx="5">
                  <c:v>0.12629757785467127</c:v>
                </c:pt>
                <c:pt idx="6">
                  <c:v>0.12629757785467127</c:v>
                </c:pt>
                <c:pt idx="7">
                  <c:v>0.12629757785467127</c:v>
                </c:pt>
                <c:pt idx="8">
                  <c:v>0.12629757785467127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36351139972504"/>
          <c:min val="0.058915274946938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36351139972504"/>
          <c:min val="0.058915274946938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0.040637450199203194</c:v>
                </c:pt>
                <c:pt idx="1">
                  <c:v>0.040637450199203194</c:v>
                </c:pt>
                <c:pt idx="2">
                  <c:v>0.040637450199203194</c:v>
                </c:pt>
                <c:pt idx="3">
                  <c:v>0.040637450199203194</c:v>
                </c:pt>
                <c:pt idx="4">
                  <c:v>0.040637450199203194</c:v>
                </c:pt>
                <c:pt idx="5">
                  <c:v>0.040637450199203194</c:v>
                </c:pt>
                <c:pt idx="6">
                  <c:v>0.040637450199203194</c:v>
                </c:pt>
                <c:pt idx="7">
                  <c:v>0.040637450199203194</c:v>
                </c:pt>
                <c:pt idx="8">
                  <c:v>0.040637450199203194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855530809205643"/>
          <c:min val="0.0083786191536748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855530809205643"/>
          <c:min val="0.0083786191536748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0.18341307814992028</c:v>
                </c:pt>
                <c:pt idx="1">
                  <c:v>0.18341307814992028</c:v>
                </c:pt>
                <c:pt idx="2">
                  <c:v>0.18341307814992028</c:v>
                </c:pt>
                <c:pt idx="3">
                  <c:v>0.18341307814992028</c:v>
                </c:pt>
                <c:pt idx="4">
                  <c:v>0.18341307814992028</c:v>
                </c:pt>
                <c:pt idx="5">
                  <c:v>0.18341307814992028</c:v>
                </c:pt>
                <c:pt idx="6">
                  <c:v>0.18341307814992028</c:v>
                </c:pt>
                <c:pt idx="7">
                  <c:v>0.18341307814992028</c:v>
                </c:pt>
                <c:pt idx="8">
                  <c:v>0.18341307814992028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684964520016065"/>
          <c:min val="0.144845807113848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684964520016065"/>
          <c:min val="0.144845807113848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0.12831858407079647</c:v>
                </c:pt>
                <c:pt idx="1">
                  <c:v>0.12831858407079647</c:v>
                </c:pt>
                <c:pt idx="2">
                  <c:v>0.12831858407079647</c:v>
                </c:pt>
                <c:pt idx="3">
                  <c:v>0.12831858407079647</c:v>
                </c:pt>
                <c:pt idx="4">
                  <c:v>0.12831858407079647</c:v>
                </c:pt>
                <c:pt idx="5">
                  <c:v>0.12831858407079647</c:v>
                </c:pt>
                <c:pt idx="6">
                  <c:v>0.12831858407079647</c:v>
                </c:pt>
                <c:pt idx="7">
                  <c:v>0.12831858407079647</c:v>
                </c:pt>
                <c:pt idx="8">
                  <c:v>0.12831858407079647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30602035535622"/>
          <c:min val="0.08890115577022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30602035535622"/>
          <c:min val="0.08890115577022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0.001976284584980237</c:v>
                </c:pt>
                <c:pt idx="3">
                  <c:v>0</c:v>
                </c:pt>
                <c:pt idx="4">
                  <c:v>0.0017761989342806395</c:v>
                </c:pt>
                <c:pt idx="5">
                  <c:v>0.0018867924528301887</c:v>
                </c:pt>
                <c:pt idx="6">
                  <c:v>0.0037735849056603774</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0.003616636528028933</c:v>
                </c:pt>
                <c:pt idx="1">
                  <c:v>0.24609375</c:v>
                </c:pt>
                <c:pt idx="2">
                  <c:v>0.16339869281045752</c:v>
                </c:pt>
                <c:pt idx="3">
                  <c:v>0.16306156405990016</c:v>
                </c:pt>
                <c:pt idx="4">
                  <c:v>0.1684981684981685</c:v>
                </c:pt>
                <c:pt idx="5">
                  <c:v>0.14188034188034188</c:v>
                </c:pt>
                <c:pt idx="6">
                  <c:v>0.16387959866220736</c:v>
                </c:pt>
                <c:pt idx="7">
                  <c:v>0.13863216266173753</c:v>
                </c:pt>
                <c:pt idx="8">
                  <c:v>0.16337522441651706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578125"/>
          <c:min val="-0.01968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0.018779342723004695</c:v>
                </c:pt>
                <c:pt idx="1">
                  <c:v>0.034229828850855744</c:v>
                </c:pt>
                <c:pt idx="2">
                  <c:v>0.015503875968992248</c:v>
                </c:pt>
                <c:pt idx="3">
                  <c:v>0.07671957671957672</c:v>
                </c:pt>
                <c:pt idx="4">
                  <c:v>0.042328042328042326</c:v>
                </c:pt>
                <c:pt idx="5">
                  <c:v>0.03523035230352303</c:v>
                </c:pt>
                <c:pt idx="6">
                  <c:v>0.044444444444444446</c:v>
                </c:pt>
                <c:pt idx="7">
                  <c:v>0.011267605633802818</c:v>
                </c:pt>
                <c:pt idx="8">
                  <c:v>0.031791907514450865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0.1534090909090909</c:v>
                </c:pt>
                <c:pt idx="1">
                  <c:v>0.15469613259668508</c:v>
                </c:pt>
                <c:pt idx="2">
                  <c:v>0.15178571428571427</c:v>
                </c:pt>
                <c:pt idx="3">
                  <c:v>0.19900497512437812</c:v>
                </c:pt>
                <c:pt idx="4">
                  <c:v>0.23876404494382023</c:v>
                </c:pt>
                <c:pt idx="5">
                  <c:v>0.17194570135746606</c:v>
                </c:pt>
                <c:pt idx="6">
                  <c:v>0.16481069042316257</c:v>
                </c:pt>
                <c:pt idx="7">
                  <c:v>0.16161616161616163</c:v>
                </c:pt>
                <c:pt idx="8">
                  <c:v>0.13466334164588528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69637600886216"/>
          <c:min val="-0.0069321095109985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0.09627329192546584</c:v>
                </c:pt>
                <c:pt idx="1">
                  <c:v>0.0831758034026465</c:v>
                </c:pt>
                <c:pt idx="2">
                  <c:v>0.08681672025723473</c:v>
                </c:pt>
                <c:pt idx="3">
                  <c:v>0.054365733113673806</c:v>
                </c:pt>
                <c:pt idx="4">
                  <c:v>0.06598984771573604</c:v>
                </c:pt>
                <c:pt idx="5">
                  <c:v>0.0515625</c:v>
                </c:pt>
                <c:pt idx="6">
                  <c:v>0.06222222222222222</c:v>
                </c:pt>
                <c:pt idx="7">
                  <c:v>0.03273322422258593</c:v>
                </c:pt>
                <c:pt idx="8">
                  <c:v>0.053156146179401995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38196982265767"/>
          <c:min val="0.0163564483704384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0.004901960784313725</c:v>
                </c:pt>
                <c:pt idx="1">
                  <c:v>0.019662921348314606</c:v>
                </c:pt>
                <c:pt idx="2">
                  <c:v>0.013824884792626729</c:v>
                </c:pt>
                <c:pt idx="3">
                  <c:v>0.0072992700729927005</c:v>
                </c:pt>
                <c:pt idx="4">
                  <c:v>0.004514672686230248</c:v>
                </c:pt>
                <c:pt idx="5">
                  <c:v>0.0069605568445475635</c:v>
                </c:pt>
                <c:pt idx="6">
                  <c:v>0.004329004329004329</c:v>
                </c:pt>
                <c:pt idx="7">
                  <c:v>0.023696682464454975</c:v>
                </c:pt>
                <c:pt idx="8">
                  <c:v>0.01762114537444934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73587143450156"/>
          <c:min val="-0.00555298582695842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0.006191950464396285</c:v>
                </c:pt>
                <c:pt idx="1">
                  <c:v>0.020134228187919462</c:v>
                </c:pt>
                <c:pt idx="2">
                  <c:v>0.0034129692832764505</c:v>
                </c:pt>
                <c:pt idx="3">
                  <c:v>0.003003003003003003</c:v>
                </c:pt>
                <c:pt idx="4">
                  <c:v>0.012232415902140673</c:v>
                </c:pt>
                <c:pt idx="5">
                  <c:v>0.06907894736842106</c:v>
                </c:pt>
                <c:pt idx="6">
                  <c:v>0.01020408163265306</c:v>
                </c:pt>
                <c:pt idx="7">
                  <c:v>0.03858520900321544</c:v>
                </c:pt>
                <c:pt idx="8">
                  <c:v>0.021671826625386997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0.01929260450160772</c:v>
                </c:pt>
                <c:pt idx="1">
                  <c:v>0.10091743119266056</c:v>
                </c:pt>
                <c:pt idx="2">
                  <c:v>0.0906515580736544</c:v>
                </c:pt>
                <c:pt idx="3">
                  <c:v>0.06395348837209303</c:v>
                </c:pt>
                <c:pt idx="4">
                  <c:v>0.08116883116883117</c:v>
                </c:pt>
                <c:pt idx="5">
                  <c:v>0.0676056338028169</c:v>
                </c:pt>
                <c:pt idx="6">
                  <c:v>0.08378378378378379</c:v>
                </c:pt>
                <c:pt idx="7">
                  <c:v>0.08900523560209424</c:v>
                </c:pt>
                <c:pt idx="8">
                  <c:v>0.09523809523809523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875058544783316"/>
          <c:min val="-0.0048301512521696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0.03710575139146568</c:v>
                </c:pt>
                <c:pt idx="1">
                  <c:v>0.03435114503816794</c:v>
                </c:pt>
                <c:pt idx="2">
                  <c:v>0.0616822429906542</c:v>
                </c:pt>
                <c:pt idx="3">
                  <c:v>0.06654676258992806</c:v>
                </c:pt>
                <c:pt idx="4">
                  <c:v>0.05400696864111498</c:v>
                </c:pt>
                <c:pt idx="5">
                  <c:v>0.05291005291005291</c:v>
                </c:pt>
                <c:pt idx="6">
                  <c:v>0.06228373702422145</c:v>
                </c:pt>
                <c:pt idx="7">
                  <c:v>0.05982905982905983</c:v>
                </c:pt>
                <c:pt idx="8">
                  <c:v>0.04965753424657534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0.05203252032520325</c:v>
                </c:pt>
                <c:pt idx="1">
                  <c:v>0.04198473282442748</c:v>
                </c:pt>
                <c:pt idx="2">
                  <c:v>0.03130148270181219</c:v>
                </c:pt>
                <c:pt idx="3">
                  <c:v>0.03289473684210526</c:v>
                </c:pt>
                <c:pt idx="4">
                  <c:v>0.026604068857589983</c:v>
                </c:pt>
                <c:pt idx="5">
                  <c:v>0.03453689167974882</c:v>
                </c:pt>
                <c:pt idx="6">
                  <c:v>0.04113924050632911</c:v>
                </c:pt>
                <c:pt idx="7">
                  <c:v>0.0379746835443038</c:v>
                </c:pt>
                <c:pt idx="8">
                  <c:v>0.03490136570561457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97421780885151"/>
          <c:min val="0.0234086533590029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0.05275498241500586</c:v>
                </c:pt>
                <c:pt idx="1">
                  <c:v>0.03636363636363636</c:v>
                </c:pt>
                <c:pt idx="2">
                  <c:v>0.055288461538461536</c:v>
                </c:pt>
                <c:pt idx="3">
                  <c:v>0.04199772985244041</c:v>
                </c:pt>
                <c:pt idx="4">
                  <c:v>0.023837902264600714</c:v>
                </c:pt>
                <c:pt idx="5">
                  <c:v>0.005194805194805195</c:v>
                </c:pt>
                <c:pt idx="6">
                  <c:v>0.007380073800738007</c:v>
                </c:pt>
                <c:pt idx="7">
                  <c:v>0.0011641443538998836</c:v>
                </c:pt>
                <c:pt idx="8">
                  <c:v>0.007633587786259542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0.00902061855670103</c:v>
                </c:pt>
                <c:pt idx="1">
                  <c:v>0.007587253414264037</c:v>
                </c:pt>
                <c:pt idx="2">
                  <c:v>0.007228915662650603</c:v>
                </c:pt>
                <c:pt idx="3">
                  <c:v>0.011673151750972763</c:v>
                </c:pt>
                <c:pt idx="4">
                  <c:v>0.008674101610904586</c:v>
                </c:pt>
                <c:pt idx="5">
                  <c:v>0.02278481012658228</c:v>
                </c:pt>
                <c:pt idx="6">
                  <c:v>0.008674101610904586</c:v>
                </c:pt>
                <c:pt idx="7">
                  <c:v>0.013613861386138614</c:v>
                </c:pt>
                <c:pt idx="8">
                  <c:v>0.005517241379310344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9618406913226465"/>
          <c:min val="-0.00316580102086504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0.10340314136125654</c:v>
                </c:pt>
                <c:pt idx="1">
                  <c:v>0.06815020862308763</c:v>
                </c:pt>
                <c:pt idx="2">
                  <c:v>0.07457627118644068</c:v>
                </c:pt>
                <c:pt idx="3">
                  <c:v>0.06771463119709795</c:v>
                </c:pt>
                <c:pt idx="4">
                  <c:v>0.08135168961201501</c:v>
                </c:pt>
                <c:pt idx="5">
                  <c:v>0.06472081218274112</c:v>
                </c:pt>
                <c:pt idx="6">
                  <c:v>0.028350515463917526</c:v>
                </c:pt>
                <c:pt idx="7">
                  <c:v>0.0562874251497006</c:v>
                </c:pt>
                <c:pt idx="8">
                  <c:v>0.04849279161205767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0.06796116504854369</c:v>
                </c:pt>
                <c:pt idx="1">
                  <c:v>0.06734434561626429</c:v>
                </c:pt>
                <c:pt idx="2">
                  <c:v>0.06818181818181818</c:v>
                </c:pt>
                <c:pt idx="3">
                  <c:v>0.06885593220338983</c:v>
                </c:pt>
                <c:pt idx="4">
                  <c:v>0.02841530054644809</c:v>
                </c:pt>
                <c:pt idx="5">
                  <c:v>0.03739316239316239</c:v>
                </c:pt>
                <c:pt idx="6">
                  <c:v>0.058333333333333334</c:v>
                </c:pt>
                <c:pt idx="7">
                  <c:v>0.039727582292849034</c:v>
                </c:pt>
                <c:pt idx="8">
                  <c:v>0.034924330616996506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940735143304367"/>
          <c:min val="0.0223463053921304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0.13753056234718827</c:v>
                </c:pt>
                <c:pt idx="1">
                  <c:v>0.130779392338177</c:v>
                </c:pt>
                <c:pt idx="2">
                  <c:v>0.1117283950617284</c:v>
                </c:pt>
                <c:pt idx="3">
                  <c:v>0.10540992749581707</c:v>
                </c:pt>
                <c:pt idx="4">
                  <c:v>0.10999408633944412</c:v>
                </c:pt>
                <c:pt idx="5">
                  <c:v>0.10270951480781348</c:v>
                </c:pt>
                <c:pt idx="6">
                  <c:v>0.09576320371445154</c:v>
                </c:pt>
                <c:pt idx="7">
                  <c:v>0.11509543088490456</c:v>
                </c:pt>
                <c:pt idx="8">
                  <c:v>0.11169170476812541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0.0976685570258349</c:v>
                </c:pt>
                <c:pt idx="1">
                  <c:v>0.1078092605390463</c:v>
                </c:pt>
                <c:pt idx="2">
                  <c:v>0.10520023909145249</c:v>
                </c:pt>
                <c:pt idx="3">
                  <c:v>0.09673024523160763</c:v>
                </c:pt>
                <c:pt idx="4">
                  <c:v>0.08597883597883597</c:v>
                </c:pt>
                <c:pt idx="5">
                  <c:v>0.0961768219832736</c:v>
                </c:pt>
                <c:pt idx="6">
                  <c:v>0.10995723885155773</c:v>
                </c:pt>
                <c:pt idx="7">
                  <c:v>0.11163337250293771</c:v>
                </c:pt>
                <c:pt idx="8">
                  <c:v>0.10709677419354839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165470045665646"/>
          <c:min val="0.08185469786936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0.11467576791808874</c:v>
                </c:pt>
                <c:pt idx="1">
                  <c:v>0.10768113310332304</c:v>
                </c:pt>
                <c:pt idx="2">
                  <c:v>0.12543844997494571</c:v>
                </c:pt>
                <c:pt idx="3">
                  <c:v>0.12127269698484092</c:v>
                </c:pt>
                <c:pt idx="4">
                  <c:v>0.1303835800807537</c:v>
                </c:pt>
                <c:pt idx="5">
                  <c:v>0.11039620724686759</c:v>
                </c:pt>
                <c:pt idx="6">
                  <c:v>0.10630306988896146</c:v>
                </c:pt>
                <c:pt idx="7">
                  <c:v>0.12378721980595517</c:v>
                </c:pt>
                <c:pt idx="8">
                  <c:v>0.11260945709281961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0.1166832174776564</c:v>
                </c:pt>
                <c:pt idx="1">
                  <c:v>0.11948599923283468</c:v>
                </c:pt>
                <c:pt idx="2">
                  <c:v>0.12007257133432295</c:v>
                </c:pt>
                <c:pt idx="3">
                  <c:v>0.11531595858621921</c:v>
                </c:pt>
                <c:pt idx="4">
                  <c:v>0.10996029691006387</c:v>
                </c:pt>
                <c:pt idx="5">
                  <c:v>0.10762109439576789</c:v>
                </c:pt>
                <c:pt idx="6">
                  <c:v>0.1080737444373808</c:v>
                </c:pt>
                <c:pt idx="7">
                  <c:v>0.1077430501020889</c:v>
                </c:pt>
                <c:pt idx="8">
                  <c:v>0.10649947015188979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231002089609709"/>
          <c:min val="0.104376629073618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0.10149942329873127</c:v>
                </c:pt>
                <c:pt idx="1">
                  <c:v>0.10149942329873127</c:v>
                </c:pt>
                <c:pt idx="2">
                  <c:v>0.10149942329873127</c:v>
                </c:pt>
                <c:pt idx="3">
                  <c:v>0.10149942329873127</c:v>
                </c:pt>
                <c:pt idx="4">
                  <c:v>0.10149942329873127</c:v>
                </c:pt>
                <c:pt idx="5">
                  <c:v>0.10149942329873127</c:v>
                </c:pt>
                <c:pt idx="6">
                  <c:v>0.10149942329873127</c:v>
                </c:pt>
                <c:pt idx="7">
                  <c:v>0.10149942329873127</c:v>
                </c:pt>
                <c:pt idx="8">
                  <c:v>0.10149942329873127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20092904204389"/>
          <c:min val="0.04079695375329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20092904204389"/>
          <c:min val="0.04079695375329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0.10845295055821372</c:v>
                </c:pt>
                <c:pt idx="1">
                  <c:v>0.10845295055821372</c:v>
                </c:pt>
                <c:pt idx="2">
                  <c:v>0.10845295055821372</c:v>
                </c:pt>
                <c:pt idx="3">
                  <c:v>0.10845295055821372</c:v>
                </c:pt>
                <c:pt idx="4">
                  <c:v>0.10845295055821372</c:v>
                </c:pt>
                <c:pt idx="5">
                  <c:v>0.10845295055821372</c:v>
                </c:pt>
                <c:pt idx="6">
                  <c:v>0.10845295055821372</c:v>
                </c:pt>
                <c:pt idx="7">
                  <c:v>0.10845295055821372</c:v>
                </c:pt>
                <c:pt idx="8">
                  <c:v>0.10845295055821372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54373927958834"/>
          <c:min val="0.084917095483133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54373927958834"/>
          <c:min val="0.084917095483133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0.007407407407407408</c:v>
                </c:pt>
                <c:pt idx="1">
                  <c:v>0.007407407407407408</c:v>
                </c:pt>
                <c:pt idx="2">
                  <c:v>0.007407407407407408</c:v>
                </c:pt>
                <c:pt idx="3">
                  <c:v>0.007407407407407408</c:v>
                </c:pt>
                <c:pt idx="4">
                  <c:v>0.007407407407407408</c:v>
                </c:pt>
                <c:pt idx="5">
                  <c:v>0.007407407407407408</c:v>
                </c:pt>
                <c:pt idx="6">
                  <c:v>0.007407407407407408</c:v>
                </c:pt>
                <c:pt idx="7">
                  <c:v>0.007407407407407408</c:v>
                </c:pt>
                <c:pt idx="8">
                  <c:v>0.007407407407407408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502648780376705"/>
          <c:min val="-0.0027819709841255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502648780376705"/>
          <c:min val="-0.0027819709841255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0.05338645418326695</c:v>
                </c:pt>
                <c:pt idx="1">
                  <c:v>0.05338645418326695</c:v>
                </c:pt>
                <c:pt idx="2">
                  <c:v>0.05338645418326695</c:v>
                </c:pt>
                <c:pt idx="3">
                  <c:v>0.05338645418326695</c:v>
                </c:pt>
                <c:pt idx="4">
                  <c:v>0.05338645418326695</c:v>
                </c:pt>
                <c:pt idx="5">
                  <c:v>0.05338645418326695</c:v>
                </c:pt>
                <c:pt idx="6">
                  <c:v>0.05338645418326695</c:v>
                </c:pt>
                <c:pt idx="7">
                  <c:v>0.05338645418326695</c:v>
                </c:pt>
                <c:pt idx="8">
                  <c:v>0.05338645418326695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12981082844095"/>
          <c:min val="0.002628832354859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12981082844095"/>
          <c:min val="0.002628832354859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0.0967122117847993</c:v>
                </c:pt>
                <c:pt idx="1">
                  <c:v>0.0967122117847993</c:v>
                </c:pt>
                <c:pt idx="2">
                  <c:v>0.0967122117847993</c:v>
                </c:pt>
                <c:pt idx="3">
                  <c:v>0.0967122117847993</c:v>
                </c:pt>
                <c:pt idx="4">
                  <c:v>0.0967122117847993</c:v>
                </c:pt>
                <c:pt idx="5">
                  <c:v>0.0967122117847993</c:v>
                </c:pt>
                <c:pt idx="6">
                  <c:v>0.0967122117847993</c:v>
                </c:pt>
                <c:pt idx="7">
                  <c:v>0.0967122117847993</c:v>
                </c:pt>
                <c:pt idx="8">
                  <c:v>0.0967122117847993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182920557227304"/>
          <c:min val="0.083275822531645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182920557227304"/>
          <c:min val="0.083275822531645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0.02813599062133646</c:v>
                </c:pt>
                <c:pt idx="1">
                  <c:v>0.02987012987012987</c:v>
                </c:pt>
                <c:pt idx="2">
                  <c:v>0.042067307692307696</c:v>
                </c:pt>
                <c:pt idx="3">
                  <c:v>0.032917139614074914</c:v>
                </c:pt>
                <c:pt idx="4">
                  <c:v>0.03456495828367104</c:v>
                </c:pt>
                <c:pt idx="5">
                  <c:v>0.02987012987012987</c:v>
                </c:pt>
                <c:pt idx="6">
                  <c:v>0.03198031980319803</c:v>
                </c:pt>
                <c:pt idx="7">
                  <c:v>0.051222351571594875</c:v>
                </c:pt>
                <c:pt idx="8">
                  <c:v>0.05979643765903308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0.10051546391752578</c:v>
                </c:pt>
                <c:pt idx="1">
                  <c:v>0.1411229135053111</c:v>
                </c:pt>
                <c:pt idx="2">
                  <c:v>0.12771084337349398</c:v>
                </c:pt>
                <c:pt idx="3">
                  <c:v>0.10635538261997406</c:v>
                </c:pt>
                <c:pt idx="4">
                  <c:v>0.12639405204460966</c:v>
                </c:pt>
                <c:pt idx="5">
                  <c:v>0.14556962025316456</c:v>
                </c:pt>
                <c:pt idx="6">
                  <c:v>0.10408921933085502</c:v>
                </c:pt>
                <c:pt idx="7">
                  <c:v>0.09158415841584158</c:v>
                </c:pt>
                <c:pt idx="8">
                  <c:v>0.10758620689655173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49643106237108"/>
          <c:min val="0.01874130025079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0.14788732394366197</c:v>
                </c:pt>
                <c:pt idx="1">
                  <c:v>0.17114914425427874</c:v>
                </c:pt>
                <c:pt idx="2">
                  <c:v>0.17571059431524547</c:v>
                </c:pt>
                <c:pt idx="3">
                  <c:v>0.12962962962962962</c:v>
                </c:pt>
                <c:pt idx="4">
                  <c:v>0.15079365079365079</c:v>
                </c:pt>
                <c:pt idx="5">
                  <c:v>0.16531165311653118</c:v>
                </c:pt>
                <c:pt idx="6">
                  <c:v>0.15</c:v>
                </c:pt>
                <c:pt idx="7">
                  <c:v>0.16338028169014085</c:v>
                </c:pt>
                <c:pt idx="8">
                  <c:v>0.1069364161849711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0.20454545454545456</c:v>
                </c:pt>
                <c:pt idx="1">
                  <c:v>0.1878453038674033</c:v>
                </c:pt>
                <c:pt idx="2">
                  <c:v>0.19642857142857142</c:v>
                </c:pt>
                <c:pt idx="3">
                  <c:v>0.2462686567164179</c:v>
                </c:pt>
                <c:pt idx="4">
                  <c:v>0.22752808988764045</c:v>
                </c:pt>
                <c:pt idx="5">
                  <c:v>0.2149321266968326</c:v>
                </c:pt>
                <c:pt idx="6">
                  <c:v>0.18485523385300667</c:v>
                </c:pt>
                <c:pt idx="7">
                  <c:v>0.20202020202020202</c:v>
                </c:pt>
                <c:pt idx="8">
                  <c:v>0.19451371571072318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74152359589336"/>
          <c:min val="0.095789836942455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0.1111111111111111</c:v>
                </c:pt>
                <c:pt idx="1">
                  <c:v>0.07386363636363637</c:v>
                </c:pt>
                <c:pt idx="2">
                  <c:v>0.09883720930232558</c:v>
                </c:pt>
                <c:pt idx="3">
                  <c:v>0.08620689655172414</c:v>
                </c:pt>
                <c:pt idx="4">
                  <c:v>0.09146341463414634</c:v>
                </c:pt>
                <c:pt idx="5">
                  <c:v>0.06493506493506493</c:v>
                </c:pt>
                <c:pt idx="6">
                  <c:v>0.04516129032258064</c:v>
                </c:pt>
                <c:pt idx="7">
                  <c:v>0.1111111111111111</c:v>
                </c:pt>
                <c:pt idx="8">
                  <c:v>0.11875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0.09815950920245399</c:v>
                </c:pt>
                <c:pt idx="1">
                  <c:v>0.13496932515337423</c:v>
                </c:pt>
                <c:pt idx="2">
                  <c:v>0.16770186335403728</c:v>
                </c:pt>
                <c:pt idx="3">
                  <c:v>0.12857142857142856</c:v>
                </c:pt>
                <c:pt idx="4">
                  <c:v>0.13333333333333333</c:v>
                </c:pt>
                <c:pt idx="5">
                  <c:v>0.16374269005847952</c:v>
                </c:pt>
                <c:pt idx="6">
                  <c:v>0.13333333333333333</c:v>
                </c:pt>
                <c:pt idx="7">
                  <c:v>0.18333333333333332</c:v>
                </c:pt>
                <c:pt idx="8">
                  <c:v>0.14457831325301204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438709677419352"/>
          <c:min val="0.034107526881720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0.02857142857142857</c:v>
                </c:pt>
                <c:pt idx="1">
                  <c:v>0.018796992481203006</c:v>
                </c:pt>
                <c:pt idx="2">
                  <c:v>0.013986013986013986</c:v>
                </c:pt>
                <c:pt idx="3">
                  <c:v>0.006211180124223602</c:v>
                </c:pt>
                <c:pt idx="4">
                  <c:v>0.01020408163265306</c:v>
                </c:pt>
                <c:pt idx="5">
                  <c:v>0.03731343283582089</c:v>
                </c:pt>
                <c:pt idx="6">
                  <c:v>0.05102040816326531</c:v>
                </c:pt>
                <c:pt idx="7">
                  <c:v>0.03802281368821293</c:v>
                </c:pt>
                <c:pt idx="8">
                  <c:v>0.013100436681222707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0.08421052631578947</c:v>
                </c:pt>
                <c:pt idx="1">
                  <c:v>0.08914728682170543</c:v>
                </c:pt>
                <c:pt idx="2">
                  <c:v>0.05194805194805195</c:v>
                </c:pt>
                <c:pt idx="3">
                  <c:v>0.07220216606498195</c:v>
                </c:pt>
                <c:pt idx="4">
                  <c:v>0.06007067137809187</c:v>
                </c:pt>
                <c:pt idx="5">
                  <c:v>0.06865671641791045</c:v>
                </c:pt>
                <c:pt idx="6">
                  <c:v>0.08832807570977919</c:v>
                </c:pt>
                <c:pt idx="7">
                  <c:v>0.1183206106870229</c:v>
                </c:pt>
                <c:pt idx="8">
                  <c:v>0.05245901639344262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728936513204686"/>
          <c:min val="-0.00275757432080034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0.018404907975460124</c:v>
                </c:pt>
                <c:pt idx="1">
                  <c:v>0.015151515151515152</c:v>
                </c:pt>
                <c:pt idx="2">
                  <c:v>0</c:v>
                </c:pt>
                <c:pt idx="3">
                  <c:v>0</c:v>
                </c:pt>
                <c:pt idx="4">
                  <c:v>0.01935483870967742</c:v>
                </c:pt>
                <c:pt idx="5">
                  <c:v>0.03468208092485549</c:v>
                </c:pt>
                <c:pt idx="6">
                  <c:v>0.04878048780487805</c:v>
                </c:pt>
                <c:pt idx="7">
                  <c:v>0.05263157894736842</c:v>
                </c:pt>
                <c:pt idx="8">
                  <c:v>0.034013605442176874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c:v>
                </c:pt>
                <c:pt idx="1">
                  <c:v>0.058823529411764705</c:v>
                </c:pt>
                <c:pt idx="2">
                  <c:v>0.1337579617834395</c:v>
                </c:pt>
                <c:pt idx="3">
                  <c:v>0.08588957055214724</c:v>
                </c:pt>
                <c:pt idx="4">
                  <c:v>0.1</c:v>
                </c:pt>
                <c:pt idx="5">
                  <c:v>0.055900621118012424</c:v>
                </c:pt>
                <c:pt idx="6">
                  <c:v>0.06358381502890173</c:v>
                </c:pt>
                <c:pt idx="7">
                  <c:v>0.047872340425531915</c:v>
                </c:pt>
                <c:pt idx="8">
                  <c:v>0.078125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445859872611466"/>
          <c:min val="-0.010700636942675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0.049069373942470386</c:v>
                </c:pt>
                <c:pt idx="1">
                  <c:v>0.05736137667304015</c:v>
                </c:pt>
                <c:pt idx="2">
                  <c:v>0.06491499227202473</c:v>
                </c:pt>
                <c:pt idx="3">
                  <c:v>0.07281553398058252</c:v>
                </c:pt>
                <c:pt idx="4">
                  <c:v>0.05143721633888049</c:v>
                </c:pt>
                <c:pt idx="5">
                  <c:v>0.06129032258064516</c:v>
                </c:pt>
                <c:pt idx="6">
                  <c:v>0.06921944035346098</c:v>
                </c:pt>
                <c:pt idx="7">
                  <c:v>0.05465288035450517</c:v>
                </c:pt>
                <c:pt idx="8">
                  <c:v>0.05815831987075929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0.04938271604938271</c:v>
                </c:pt>
                <c:pt idx="1">
                  <c:v>0.04678362573099415</c:v>
                </c:pt>
                <c:pt idx="2">
                  <c:v>0.04727272727272727</c:v>
                </c:pt>
                <c:pt idx="3">
                  <c:v>0.03339517625231911</c:v>
                </c:pt>
                <c:pt idx="4">
                  <c:v>0.04275092936802974</c:v>
                </c:pt>
                <c:pt idx="5">
                  <c:v>0.04160246533127889</c:v>
                </c:pt>
                <c:pt idx="6">
                  <c:v>0.030726256983240222</c:v>
                </c:pt>
                <c:pt idx="7">
                  <c:v>0.03619909502262444</c:v>
                </c:pt>
                <c:pt idx="8">
                  <c:v>0.056179775280898875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61826761403699"/>
          <c:min val="0.027359114823452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0.11815754339118825</c:v>
                </c:pt>
                <c:pt idx="1">
                  <c:v>0.1358515573227303</c:v>
                </c:pt>
                <c:pt idx="2">
                  <c:v>0.1411901983663944</c:v>
                </c:pt>
                <c:pt idx="3">
                  <c:v>0.14045991298943444</c:v>
                </c:pt>
                <c:pt idx="4">
                  <c:v>0.12407932011331445</c:v>
                </c:pt>
                <c:pt idx="5">
                  <c:v>0.13613159387407828</c:v>
                </c:pt>
                <c:pt idx="6">
                  <c:v>0.13336904124263524</c:v>
                </c:pt>
                <c:pt idx="7">
                  <c:v>0.13967723984418476</c:v>
                </c:pt>
                <c:pt idx="8">
                  <c:v>0.10747663551401869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0.12626903553299493</c:v>
                </c:pt>
                <c:pt idx="1">
                  <c:v>0.10968178740690589</c:v>
                </c:pt>
                <c:pt idx="2">
                  <c:v>0.1213979153893317</c:v>
                </c:pt>
                <c:pt idx="3">
                  <c:v>0.1341614906832298</c:v>
                </c:pt>
                <c:pt idx="4">
                  <c:v>0.1276595744680851</c:v>
                </c:pt>
                <c:pt idx="5">
                  <c:v>0.12945914844649023</c:v>
                </c:pt>
                <c:pt idx="6">
                  <c:v>0.1073708647707487</c:v>
                </c:pt>
                <c:pt idx="7">
                  <c:v>0.11733333333333333</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389574505404606"/>
          <c:min val="0.104665318083097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0.12430426716141002</c:v>
                </c:pt>
                <c:pt idx="1">
                  <c:v>0.10877862595419847</c:v>
                </c:pt>
                <c:pt idx="2">
                  <c:v>0.10654205607476636</c:v>
                </c:pt>
                <c:pt idx="3">
                  <c:v>0.1079136690647482</c:v>
                </c:pt>
                <c:pt idx="4">
                  <c:v>0.12020905923344948</c:v>
                </c:pt>
                <c:pt idx="5">
                  <c:v>0.09700176366843033</c:v>
                </c:pt>
                <c:pt idx="6">
                  <c:v>0.10899653979238755</c:v>
                </c:pt>
                <c:pt idx="7">
                  <c:v>0.11282051282051282</c:v>
                </c:pt>
                <c:pt idx="8">
                  <c:v>0.10616438356164383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0.11544715447154472</c:v>
                </c:pt>
                <c:pt idx="1">
                  <c:v>0.10877862595419847</c:v>
                </c:pt>
                <c:pt idx="2">
                  <c:v>0.10543657331136738</c:v>
                </c:pt>
                <c:pt idx="3">
                  <c:v>0.1069078947368421</c:v>
                </c:pt>
                <c:pt idx="4">
                  <c:v>0.11424100156494522</c:v>
                </c:pt>
                <c:pt idx="5">
                  <c:v>0.11459968602825746</c:v>
                </c:pt>
                <c:pt idx="6">
                  <c:v>0.11234177215189874</c:v>
                </c:pt>
                <c:pt idx="7">
                  <c:v>0.09177215189873418</c:v>
                </c:pt>
                <c:pt idx="8">
                  <c:v>0.09863429438543247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69068363824241"/>
          <c:min val="0.089169582677720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0.12637362637362637</c:v>
                </c:pt>
                <c:pt idx="1">
                  <c:v>0.11075949367088607</c:v>
                </c:pt>
                <c:pt idx="2">
                  <c:v>0.0979381443298969</c:v>
                </c:pt>
                <c:pt idx="3">
                  <c:v>0.13267813267813267</c:v>
                </c:pt>
                <c:pt idx="4">
                  <c:v>0.12947658402203857</c:v>
                </c:pt>
                <c:pt idx="5">
                  <c:v>0.1164021164021164</c:v>
                </c:pt>
                <c:pt idx="6">
                  <c:v>0.16052631578947368</c:v>
                </c:pt>
                <c:pt idx="7">
                  <c:v>0.10336538461538461</c:v>
                </c:pt>
                <c:pt idx="8">
                  <c:v>0.10755813953488372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0.10789473684210527</c:v>
                </c:pt>
                <c:pt idx="1">
                  <c:v>0.12012012012012012</c:v>
                </c:pt>
                <c:pt idx="2">
                  <c:v>0.1348314606741573</c:v>
                </c:pt>
                <c:pt idx="3">
                  <c:v>0.11750599520383694</c:v>
                </c:pt>
                <c:pt idx="4">
                  <c:v>0.0921409214092141</c:v>
                </c:pt>
                <c:pt idx="5">
                  <c:v>0.13711583924349882</c:v>
                </c:pt>
                <c:pt idx="6">
                  <c:v>0.14516129032258066</c:v>
                </c:pt>
                <c:pt idx="7">
                  <c:v>0.11488250652741515</c:v>
                </c:pt>
                <c:pt idx="8">
                  <c:v>0.1002710027100271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599714733989446"/>
          <c:min val="0.08667008985879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0.06575185820468839</c:v>
                </c:pt>
                <c:pt idx="1">
                  <c:v>0.07395898073337477</c:v>
                </c:pt>
                <c:pt idx="2">
                  <c:v>0.06994127068873465</c:v>
                </c:pt>
                <c:pt idx="3">
                  <c:v>0.07045215562565721</c:v>
                </c:pt>
                <c:pt idx="4">
                  <c:v>0.0685077004779607</c:v>
                </c:pt>
                <c:pt idx="5">
                  <c:v>0.07049180327868852</c:v>
                </c:pt>
                <c:pt idx="6">
                  <c:v>0.06863780359028511</c:v>
                </c:pt>
                <c:pt idx="7">
                  <c:v>0.05799549549549549</c:v>
                </c:pt>
                <c:pt idx="8">
                  <c:v>0.06695464362850972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0.0572562358276644</c:v>
                </c:pt>
                <c:pt idx="1">
                  <c:v>0.08061647895672792</c:v>
                </c:pt>
                <c:pt idx="2">
                  <c:v>0.0768025078369906</c:v>
                </c:pt>
                <c:pt idx="3">
                  <c:v>0.07243558580456977</c:v>
                </c:pt>
                <c:pt idx="4">
                  <c:v>0.07124284971398856</c:v>
                </c:pt>
                <c:pt idx="5">
                  <c:v>0.07149805447470817</c:v>
                </c:pt>
                <c:pt idx="6">
                  <c:v>0.0711217183770883</c:v>
                </c:pt>
                <c:pt idx="7">
                  <c:v>0.06854410201912858</c:v>
                </c:pt>
                <c:pt idx="8">
                  <c:v>0.06506506506506507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2485298407053"/>
          <c:min val="0.0553874163773393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0.05190311418685121</c:v>
                </c:pt>
                <c:pt idx="1">
                  <c:v>0.05190311418685121</c:v>
                </c:pt>
                <c:pt idx="2">
                  <c:v>0.05190311418685121</c:v>
                </c:pt>
                <c:pt idx="3">
                  <c:v>0.05190311418685121</c:v>
                </c:pt>
                <c:pt idx="4">
                  <c:v>0.05190311418685121</c:v>
                </c:pt>
                <c:pt idx="5">
                  <c:v>0.05190311418685121</c:v>
                </c:pt>
                <c:pt idx="6">
                  <c:v>0.05190311418685121</c:v>
                </c:pt>
                <c:pt idx="7">
                  <c:v>0.05190311418685121</c:v>
                </c:pt>
                <c:pt idx="8">
                  <c:v>0.05190311418685121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01924444233776"/>
          <c:min val="0.031492102615959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01924444233776"/>
          <c:min val="0.031492102615959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0.005249343832020997</c:v>
                </c:pt>
                <c:pt idx="1">
                  <c:v>0.005249343832020997</c:v>
                </c:pt>
                <c:pt idx="2">
                  <c:v>0.005249343832020997</c:v>
                </c:pt>
                <c:pt idx="3">
                  <c:v>0.005249343832020997</c:v>
                </c:pt>
                <c:pt idx="4">
                  <c:v>0.005249343832020997</c:v>
                </c:pt>
                <c:pt idx="5">
                  <c:v>0.005249343832020997</c:v>
                </c:pt>
                <c:pt idx="6">
                  <c:v>0.005249343832020997</c:v>
                </c:pt>
                <c:pt idx="7">
                  <c:v>0.005249343832020997</c:v>
                </c:pt>
                <c:pt idx="8">
                  <c:v>0.005249343832020997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482758620689655"/>
          <c:min val="-0.008505747126436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482758620689655"/>
          <c:min val="-0.008505747126436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0.03904382470119523</c:v>
                </c:pt>
                <c:pt idx="1">
                  <c:v>0.03904382470119523</c:v>
                </c:pt>
                <c:pt idx="2">
                  <c:v>0.03904382470119523</c:v>
                </c:pt>
                <c:pt idx="3">
                  <c:v>0.03904382470119523</c:v>
                </c:pt>
                <c:pt idx="4">
                  <c:v>0.03904382470119523</c:v>
                </c:pt>
                <c:pt idx="5">
                  <c:v>0.03904382470119523</c:v>
                </c:pt>
                <c:pt idx="6">
                  <c:v>0.03904382470119523</c:v>
                </c:pt>
                <c:pt idx="7">
                  <c:v>0.03904382470119523</c:v>
                </c:pt>
                <c:pt idx="8">
                  <c:v>0.03904382470119523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114179658500371"/>
          <c:min val="0.029051224944320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114179658500371"/>
          <c:min val="0.029051224944320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0.08293460925039872</c:v>
                </c:pt>
                <c:pt idx="1">
                  <c:v>0.08293460925039872</c:v>
                </c:pt>
                <c:pt idx="2">
                  <c:v>0.08293460925039872</c:v>
                </c:pt>
                <c:pt idx="3">
                  <c:v>0.08293460925039872</c:v>
                </c:pt>
                <c:pt idx="4">
                  <c:v>0.08293460925039872</c:v>
                </c:pt>
                <c:pt idx="5">
                  <c:v>0.08293460925039872</c:v>
                </c:pt>
                <c:pt idx="6">
                  <c:v>0.08293460925039872</c:v>
                </c:pt>
                <c:pt idx="7">
                  <c:v>0.08293460925039872</c:v>
                </c:pt>
                <c:pt idx="8">
                  <c:v>0.08293460925039872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820649938297"/>
          <c:min val="0.061181955299602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820649938297"/>
          <c:min val="0.061181955299602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0.08074298711144808</c:v>
                </c:pt>
                <c:pt idx="1">
                  <c:v>0.08074298711144808</c:v>
                </c:pt>
                <c:pt idx="2">
                  <c:v>0.08074298711144808</c:v>
                </c:pt>
                <c:pt idx="3">
                  <c:v>0.08074298711144808</c:v>
                </c:pt>
                <c:pt idx="4">
                  <c:v>0.08074298711144808</c:v>
                </c:pt>
                <c:pt idx="5">
                  <c:v>0.08074298711144808</c:v>
                </c:pt>
                <c:pt idx="6">
                  <c:v>0.08074298711144808</c:v>
                </c:pt>
                <c:pt idx="7">
                  <c:v>0.08074298711144808</c:v>
                </c:pt>
                <c:pt idx="8">
                  <c:v>0.08074298711144808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04040153438042"/>
          <c:min val="0.05060417183534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04040153438042"/>
          <c:min val="0.05060417183534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c:v>
                </c:pt>
                <c:pt idx="3">
                  <c:v>0</c:v>
                </c:pt>
                <c:pt idx="4">
                  <c:v>0</c:v>
                </c:pt>
                <c:pt idx="5">
                  <c:v>0</c:v>
                </c:pt>
                <c:pt idx="6">
                  <c:v>0</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0.1967479674796748</c:v>
                </c:pt>
                <c:pt idx="1">
                  <c:v>0.15839694656488548</c:v>
                </c:pt>
                <c:pt idx="2">
                  <c:v>0.17627677100494235</c:v>
                </c:pt>
                <c:pt idx="3">
                  <c:v>0.16282894736842105</c:v>
                </c:pt>
                <c:pt idx="4">
                  <c:v>0.1486697965571205</c:v>
                </c:pt>
                <c:pt idx="5">
                  <c:v>0.09733124018838304</c:v>
                </c:pt>
                <c:pt idx="6">
                  <c:v>0.12183544303797468</c:v>
                </c:pt>
                <c:pt idx="7">
                  <c:v>0.11075949367088607</c:v>
                </c:pt>
                <c:pt idx="8">
                  <c:v>0.0834597875569044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48780487804877"/>
          <c:min val="-0.0157398373983739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0.022222222222222223</c:v>
                </c:pt>
                <c:pt idx="1">
                  <c:v>0.03383458646616541</c:v>
                </c:pt>
                <c:pt idx="2">
                  <c:v>0.01048951048951049</c:v>
                </c:pt>
                <c:pt idx="3">
                  <c:v>0.003105590062111801</c:v>
                </c:pt>
                <c:pt idx="4">
                  <c:v>0.006802721088435374</c:v>
                </c:pt>
                <c:pt idx="5">
                  <c:v>0.041044776119402986</c:v>
                </c:pt>
                <c:pt idx="6">
                  <c:v>0.04421768707482993</c:v>
                </c:pt>
                <c:pt idx="7">
                  <c:v>0.026615969581749048</c:v>
                </c:pt>
                <c:pt idx="8">
                  <c:v>0.004366812227074236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2152751925074"/>
          <c:min val="-0.0062358680956952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0.0024449877750611247</c:v>
                </c:pt>
                <c:pt idx="2">
                  <c:v>0.002583979328165375</c:v>
                </c:pt>
                <c:pt idx="3">
                  <c:v>0.005291005291005291</c:v>
                </c:pt>
                <c:pt idx="4">
                  <c:v>0.0026455026455026454</c:v>
                </c:pt>
                <c:pt idx="5">
                  <c:v>0</c:v>
                </c:pt>
                <c:pt idx="6">
                  <c:v>0.002777777777777778</c:v>
                </c:pt>
                <c:pt idx="7">
                  <c:v>0.005633802816901409</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0.03125</c:v>
                </c:pt>
                <c:pt idx="1">
                  <c:v>0.03591160220994475</c:v>
                </c:pt>
                <c:pt idx="2">
                  <c:v>0.08333333333333333</c:v>
                </c:pt>
                <c:pt idx="3">
                  <c:v>0.05472636815920398</c:v>
                </c:pt>
                <c:pt idx="4">
                  <c:v>0.08146067415730338</c:v>
                </c:pt>
                <c:pt idx="5">
                  <c:v>0.04751131221719457</c:v>
                </c:pt>
                <c:pt idx="6">
                  <c:v>0.06904231625835189</c:v>
                </c:pt>
                <c:pt idx="7">
                  <c:v>0.06313131313131314</c:v>
                </c:pt>
                <c:pt idx="8">
                  <c:v>0.032418952618453865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
          <c:min val="-0.0066666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c:v>
                </c:pt>
                <c:pt idx="3">
                  <c:v>0</c:v>
                </c:pt>
                <c:pt idx="4">
                  <c:v>0</c:v>
                </c:pt>
                <c:pt idx="5">
                  <c:v>0</c:v>
                </c:pt>
                <c:pt idx="6">
                  <c:v>0</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0.02857142857142857</c:v>
                </c:pt>
                <c:pt idx="1">
                  <c:v>0.029411764705882353</c:v>
                </c:pt>
                <c:pt idx="2">
                  <c:v>0.08917197452229299</c:v>
                </c:pt>
                <c:pt idx="3">
                  <c:v>0.06748466257668712</c:v>
                </c:pt>
                <c:pt idx="4">
                  <c:v>0.05714285714285714</c:v>
                </c:pt>
                <c:pt idx="5">
                  <c:v>0.043478260869565216</c:v>
                </c:pt>
                <c:pt idx="6">
                  <c:v>0.03468208092485549</c:v>
                </c:pt>
                <c:pt idx="7">
                  <c:v>0.02127659574468085</c:v>
                </c:pt>
                <c:pt idx="8">
                  <c:v>0.046875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630573248407642"/>
          <c:min val="-0.00713375796178343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0.02947845804988662</c:v>
                </c:pt>
                <c:pt idx="1">
                  <c:v>0.05301204819277108</c:v>
                </c:pt>
                <c:pt idx="2">
                  <c:v>0.06334841628959276</c:v>
                </c:pt>
                <c:pt idx="3">
                  <c:v>0.05569007263922518</c:v>
                </c:pt>
                <c:pt idx="4">
                  <c:v>0.060810810810810814</c:v>
                </c:pt>
                <c:pt idx="5">
                  <c:v>0.04824561403508772</c:v>
                </c:pt>
                <c:pt idx="6">
                  <c:v>0.056433408577878104</c:v>
                </c:pt>
                <c:pt idx="7">
                  <c:v>0.06221198156682028</c:v>
                </c:pt>
                <c:pt idx="8">
                  <c:v>0.054502369668246446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0.11335012594458438</c:v>
                </c:pt>
                <c:pt idx="1">
                  <c:v>0.07084468664850137</c:v>
                </c:pt>
                <c:pt idx="2">
                  <c:v>0.07990314769975787</c:v>
                </c:pt>
                <c:pt idx="3">
                  <c:v>0.05597964376590331</c:v>
                </c:pt>
                <c:pt idx="4">
                  <c:v>0.11519607843137254</c:v>
                </c:pt>
                <c:pt idx="5">
                  <c:v>0.0988235294117647</c:v>
                </c:pt>
                <c:pt idx="6">
                  <c:v>0.10714285714285714</c:v>
                </c:pt>
                <c:pt idx="7">
                  <c:v>0.0855106888361045</c:v>
                </c:pt>
                <c:pt idx="8">
                  <c:v>0.11278195488721804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05348806189141"/>
          <c:min val="0.0226210484193677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0.10574572127139364</c:v>
                </c:pt>
                <c:pt idx="1">
                  <c:v>0.09709379128137384</c:v>
                </c:pt>
                <c:pt idx="2">
                  <c:v>0.08765432098765433</c:v>
                </c:pt>
                <c:pt idx="3">
                  <c:v>0.08421639709983268</c:v>
                </c:pt>
                <c:pt idx="4">
                  <c:v>0.0833826138379657</c:v>
                </c:pt>
                <c:pt idx="5">
                  <c:v>0.08191556395715185</c:v>
                </c:pt>
                <c:pt idx="6">
                  <c:v>0.05861868833430064</c:v>
                </c:pt>
                <c:pt idx="7">
                  <c:v>0.07576633892423366</c:v>
                </c:pt>
                <c:pt idx="8">
                  <c:v>0.06792945787067277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0.06868304977945809</c:v>
                </c:pt>
                <c:pt idx="1">
                  <c:v>0.06565307532826538</c:v>
                </c:pt>
                <c:pt idx="2">
                  <c:v>0.06634787806335923</c:v>
                </c:pt>
                <c:pt idx="3">
                  <c:v>0.07220708446866485</c:v>
                </c:pt>
                <c:pt idx="4">
                  <c:v>0.06746031746031746</c:v>
                </c:pt>
                <c:pt idx="5">
                  <c:v>0.07108721624850657</c:v>
                </c:pt>
                <c:pt idx="6">
                  <c:v>0.07758094074526573</c:v>
                </c:pt>
                <c:pt idx="7">
                  <c:v>0.08049353701527615</c:v>
                </c:pt>
                <c:pt idx="8">
                  <c:v>0.06709677419354838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951588390636109"/>
          <c:min val="0.0548485256993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0.04060913705583756</c:v>
                </c:pt>
                <c:pt idx="1">
                  <c:v>0.04397705544933078</c:v>
                </c:pt>
                <c:pt idx="2">
                  <c:v>0.06027820710973725</c:v>
                </c:pt>
                <c:pt idx="3">
                  <c:v>0.05016181229773463</c:v>
                </c:pt>
                <c:pt idx="4">
                  <c:v>0.03479576399394856</c:v>
                </c:pt>
                <c:pt idx="5">
                  <c:v>0.041935483870967745</c:v>
                </c:pt>
                <c:pt idx="6">
                  <c:v>0.023564064801178203</c:v>
                </c:pt>
                <c:pt idx="7">
                  <c:v>0.028064992614475627</c:v>
                </c:pt>
                <c:pt idx="8">
                  <c:v>0.035541195476575124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0.02821869488536155</c:v>
                </c:pt>
                <c:pt idx="1">
                  <c:v>0.017543859649122806</c:v>
                </c:pt>
                <c:pt idx="2">
                  <c:v>0.03636363636363636</c:v>
                </c:pt>
                <c:pt idx="3">
                  <c:v>0.027829313543599257</c:v>
                </c:pt>
                <c:pt idx="4">
                  <c:v>0.02973977695167286</c:v>
                </c:pt>
                <c:pt idx="5">
                  <c:v>0.026194144838212634</c:v>
                </c:pt>
                <c:pt idx="6">
                  <c:v>0.030726256983240222</c:v>
                </c:pt>
                <c:pt idx="7">
                  <c:v>0.030165912518853696</c:v>
                </c:pt>
                <c:pt idx="8">
                  <c:v>0.04173354735152488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36969549065864"/>
          <c:min val="0.014125111852273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0.07032590051457976</c:v>
                </c:pt>
                <c:pt idx="1">
                  <c:v>0.0689869484151647</c:v>
                </c:pt>
                <c:pt idx="2">
                  <c:v>0.06353443673251469</c:v>
                </c:pt>
                <c:pt idx="3">
                  <c:v>0.054153522607781286</c:v>
                </c:pt>
                <c:pt idx="4">
                  <c:v>0.064259160913436</c:v>
                </c:pt>
                <c:pt idx="5">
                  <c:v>0.05628415300546448</c:v>
                </c:pt>
                <c:pt idx="6">
                  <c:v>0.05860612460401267</c:v>
                </c:pt>
                <c:pt idx="7">
                  <c:v>0.050112612612612614</c:v>
                </c:pt>
                <c:pt idx="8">
                  <c:v>0.05993520518358531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0.04591836734693878</c:v>
                </c:pt>
                <c:pt idx="1">
                  <c:v>0.06164789567279194</c:v>
                </c:pt>
                <c:pt idx="2">
                  <c:v>0.07105538140020899</c:v>
                </c:pt>
                <c:pt idx="3">
                  <c:v>0.056878949927078266</c:v>
                </c:pt>
                <c:pt idx="4">
                  <c:v>0.062402496099843996</c:v>
                </c:pt>
                <c:pt idx="5">
                  <c:v>0.06420233463035019</c:v>
                </c:pt>
                <c:pt idx="6">
                  <c:v>0.06300715990453461</c:v>
                </c:pt>
                <c:pt idx="7">
                  <c:v>0.044633368756641874</c:v>
                </c:pt>
                <c:pt idx="8">
                  <c:v>0.053553553553553554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316914241169437"/>
          <c:min val="0.0425196077451565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0.019030079803560467</c:v>
                </c:pt>
                <c:pt idx="1">
                  <c:v>0.017543859649122806</c:v>
                </c:pt>
                <c:pt idx="2">
                  <c:v>0.016414970453053186</c:v>
                </c:pt>
                <c:pt idx="3">
                  <c:v>0.016519174041297935</c:v>
                </c:pt>
                <c:pt idx="4">
                  <c:v>0.02074688796680498</c:v>
                </c:pt>
                <c:pt idx="5">
                  <c:v>0.016321406151914627</c:v>
                </c:pt>
                <c:pt idx="6">
                  <c:v>0.0178359096313912</c:v>
                </c:pt>
                <c:pt idx="7">
                  <c:v>0.013309134906231096</c:v>
                </c:pt>
                <c:pt idx="8">
                  <c:v>0.011896893588896233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0.015518311607697082</c:v>
                </c:pt>
                <c:pt idx="1">
                  <c:v>0.012399708242159009</c:v>
                </c:pt>
                <c:pt idx="2">
                  <c:v>0.02286670384829894</c:v>
                </c:pt>
                <c:pt idx="3">
                  <c:v>0.019088669950738917</c:v>
                </c:pt>
                <c:pt idx="4">
                  <c:v>0.02746268656716418</c:v>
                </c:pt>
                <c:pt idx="5">
                  <c:v>0.01788617886178862</c:v>
                </c:pt>
                <c:pt idx="6">
                  <c:v>0.010514665190924184</c:v>
                </c:pt>
                <c:pt idx="7">
                  <c:v>0.01189767995240928</c:v>
                </c:pt>
                <c:pt idx="8">
                  <c:v>0.01384083044982699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28818528277263382"/>
          <c:min val="0.0091588234808249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0.05255972696245734</c:v>
                </c:pt>
                <c:pt idx="1">
                  <c:v>0.057018340294171056</c:v>
                </c:pt>
                <c:pt idx="2">
                  <c:v>0.06714548187740103</c:v>
                </c:pt>
                <c:pt idx="3">
                  <c:v>0.07229718474096285</c:v>
                </c:pt>
                <c:pt idx="4">
                  <c:v>0.06258411843876177</c:v>
                </c:pt>
                <c:pt idx="5">
                  <c:v>0.05993904503894345</c:v>
                </c:pt>
                <c:pt idx="6">
                  <c:v>0.056172436316133244</c:v>
                </c:pt>
                <c:pt idx="7">
                  <c:v>0.06172632987621278</c:v>
                </c:pt>
                <c:pt idx="8">
                  <c:v>0.05831873905429072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0.057100297914597815</c:v>
                </c:pt>
                <c:pt idx="1">
                  <c:v>0.06578442654392022</c:v>
                </c:pt>
                <c:pt idx="2">
                  <c:v>0.058881741712023754</c:v>
                </c:pt>
                <c:pt idx="3">
                  <c:v>0.06640485540878258</c:v>
                </c:pt>
                <c:pt idx="4">
                  <c:v>0.06680476437079233</c:v>
                </c:pt>
                <c:pt idx="5">
                  <c:v>0.061167135063646884</c:v>
                </c:pt>
                <c:pt idx="6">
                  <c:v>0.051811824539097266</c:v>
                </c:pt>
                <c:pt idx="7">
                  <c:v>0.055442123449034084</c:v>
                </c:pt>
                <c:pt idx="8">
                  <c:v>0.05934298834334158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393601355711209"/>
          <c:min val="0.050172995722948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0.025374855824682813</c:v>
                </c:pt>
                <c:pt idx="1">
                  <c:v>0.025374855824682813</c:v>
                </c:pt>
                <c:pt idx="2">
                  <c:v>0.025374855824682813</c:v>
                </c:pt>
                <c:pt idx="3">
                  <c:v>0.025374855824682813</c:v>
                </c:pt>
                <c:pt idx="4">
                  <c:v>0.025374855824682813</c:v>
                </c:pt>
                <c:pt idx="5">
                  <c:v>0.025374855824682813</c:v>
                </c:pt>
                <c:pt idx="6">
                  <c:v>0.025374855824682813</c:v>
                </c:pt>
                <c:pt idx="7">
                  <c:v>0.025374855824682813</c:v>
                </c:pt>
                <c:pt idx="8">
                  <c:v>0.025374855824682813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8570231661849"/>
          <c:min val="-0.001887925376677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8570231661849"/>
          <c:min val="-0.001887925376677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0.0415929203539823</c:v>
                </c:pt>
                <c:pt idx="1">
                  <c:v>0.0415929203539823</c:v>
                </c:pt>
                <c:pt idx="2">
                  <c:v>0.0415929203539823</c:v>
                </c:pt>
                <c:pt idx="3">
                  <c:v>0.0415929203539823</c:v>
                </c:pt>
                <c:pt idx="4">
                  <c:v>0.0415929203539823</c:v>
                </c:pt>
                <c:pt idx="5">
                  <c:v>0.0415929203539823</c:v>
                </c:pt>
                <c:pt idx="6">
                  <c:v>0.0415929203539823</c:v>
                </c:pt>
                <c:pt idx="7">
                  <c:v>0.0415929203539823</c:v>
                </c:pt>
                <c:pt idx="8">
                  <c:v>0.0415929203539823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434037692747002"/>
          <c:min val="0.0272872644203312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434037692747002"/>
          <c:min val="0.0272872644203312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0.01199294532627866</c:v>
                </c:pt>
                <c:pt idx="1">
                  <c:v>0.01199294532627866</c:v>
                </c:pt>
                <c:pt idx="2">
                  <c:v>0.01199294532627866</c:v>
                </c:pt>
                <c:pt idx="3">
                  <c:v>0.01199294532627866</c:v>
                </c:pt>
                <c:pt idx="4">
                  <c:v>0.01199294532627866</c:v>
                </c:pt>
                <c:pt idx="5">
                  <c:v>0.01199294532627866</c:v>
                </c:pt>
                <c:pt idx="6">
                  <c:v>0.01199294532627866</c:v>
                </c:pt>
                <c:pt idx="7">
                  <c:v>0.01199294532627866</c:v>
                </c:pt>
                <c:pt idx="8">
                  <c:v>0.01199294532627866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29244357212954"/>
          <c:min val="-0.0043179587831207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29244357212954"/>
          <c:min val="-0.0043179587831207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0.06698002350176263</c:v>
                </c:pt>
                <c:pt idx="1">
                  <c:v>0.06698002350176263</c:v>
                </c:pt>
                <c:pt idx="2">
                  <c:v>0.06698002350176263</c:v>
                </c:pt>
                <c:pt idx="3">
                  <c:v>0.06698002350176263</c:v>
                </c:pt>
                <c:pt idx="4">
                  <c:v>0.06698002350176263</c:v>
                </c:pt>
                <c:pt idx="5">
                  <c:v>0.06698002350176263</c:v>
                </c:pt>
                <c:pt idx="6">
                  <c:v>0.06698002350176263</c:v>
                </c:pt>
                <c:pt idx="7">
                  <c:v>0.06698002350176263</c:v>
                </c:pt>
                <c:pt idx="8">
                  <c:v>0.06698002350176263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53389783607283"/>
          <c:min val="0.0434627262161713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53389783607283"/>
          <c:min val="0.0434627262161713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0.06379585326953749</c:v>
                </c:pt>
                <c:pt idx="1">
                  <c:v>0.06379585326953749</c:v>
                </c:pt>
                <c:pt idx="2">
                  <c:v>0.06379585326953749</c:v>
                </c:pt>
                <c:pt idx="3">
                  <c:v>0.06379585326953749</c:v>
                </c:pt>
                <c:pt idx="4">
                  <c:v>0.06379585326953749</c:v>
                </c:pt>
                <c:pt idx="5">
                  <c:v>0.06379585326953749</c:v>
                </c:pt>
                <c:pt idx="6">
                  <c:v>0.06379585326953749</c:v>
                </c:pt>
                <c:pt idx="7">
                  <c:v>0.06379585326953749</c:v>
                </c:pt>
                <c:pt idx="8">
                  <c:v>0.06379585326953749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627783980725156"/>
          <c:min val="0.043366045718986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0.07075471698113207</c:v>
                </c:pt>
                <c:pt idx="1">
                  <c:v>0.07216494845360824</c:v>
                </c:pt>
                <c:pt idx="2">
                  <c:v>0.049773755656108594</c:v>
                </c:pt>
                <c:pt idx="3">
                  <c:v>0.0635593220338983</c:v>
                </c:pt>
                <c:pt idx="4">
                  <c:v>0.06956521739130435</c:v>
                </c:pt>
                <c:pt idx="5">
                  <c:v>0.07142857142857142</c:v>
                </c:pt>
                <c:pt idx="6">
                  <c:v>0.06465517241379311</c:v>
                </c:pt>
                <c:pt idx="7">
                  <c:v>0.06930693069306931</c:v>
                </c:pt>
                <c:pt idx="8">
                  <c:v>0.12987012987012986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627783980725156"/>
          <c:min val="0.043366045718986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174.38803526448365</c:v>
                </c:pt>
                <c:pt idx="1">
                  <c:v>155.40462692788662</c:v>
                </c:pt>
                <c:pt idx="2">
                  <c:v>157.178566256336</c:v>
                </c:pt>
                <c:pt idx="3">
                  <c:v>167.77336193447738</c:v>
                </c:pt>
                <c:pt idx="4">
                  <c:v>155.3153262803108</c:v>
                </c:pt>
                <c:pt idx="5">
                  <c:v>157.53557336621455</c:v>
                </c:pt>
                <c:pt idx="6">
                  <c:v>150.69488745419648</c:v>
                </c:pt>
                <c:pt idx="7">
                  <c:v>159.21100507614213</c:v>
                </c:pt>
                <c:pt idx="8">
                  <c:v>150.49119190404798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178.05296922410056</c:v>
                </c:pt>
                <c:pt idx="1">
                  <c:v>160.21677304964538</c:v>
                </c:pt>
                <c:pt idx="2">
                  <c:v>191.89693103448275</c:v>
                </c:pt>
                <c:pt idx="3">
                  <c:v>209.60167838512137</c:v>
                </c:pt>
                <c:pt idx="4">
                  <c:v>197.62391593796107</c:v>
                </c:pt>
                <c:pt idx="5">
                  <c:v>205.25217777777777</c:v>
                </c:pt>
                <c:pt idx="6">
                  <c:v>218.43707991038087</c:v>
                </c:pt>
                <c:pt idx="7">
                  <c:v>219.43117424242425</c:v>
                </c:pt>
                <c:pt idx="8">
                  <c:v>256.0428263546798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4.4869571107303"/>
          <c:min val="142.047061147997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192.45955849889623</c:v>
                </c:pt>
                <c:pt idx="1">
                  <c:v>163.1255167498218</c:v>
                </c:pt>
                <c:pt idx="2">
                  <c:v>186.59958100558663</c:v>
                </c:pt>
                <c:pt idx="3">
                  <c:v>164.87568577801892</c:v>
                </c:pt>
                <c:pt idx="4">
                  <c:v>156.55868351454598</c:v>
                </c:pt>
                <c:pt idx="5">
                  <c:v>173.93430114787304</c:v>
                </c:pt>
                <c:pt idx="6">
                  <c:v>156.8232884097035</c:v>
                </c:pt>
                <c:pt idx="7">
                  <c:v>164.90077030812324</c:v>
                </c:pt>
                <c:pt idx="8">
                  <c:v>143.5186921296296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184.7164980500763</c:v>
                </c:pt>
                <c:pt idx="1">
                  <c:v>223.62025547445256</c:v>
                </c:pt>
                <c:pt idx="2">
                  <c:v>223.18226620884667</c:v>
                </c:pt>
                <c:pt idx="3">
                  <c:v>210.9834523036989</c:v>
                </c:pt>
                <c:pt idx="4">
                  <c:v>261.6163382072473</c:v>
                </c:pt>
                <c:pt idx="5">
                  <c:v>167.6960537021969</c:v>
                </c:pt>
                <c:pt idx="6">
                  <c:v>164.572911656245</c:v>
                </c:pt>
                <c:pt idx="7">
                  <c:v>183.99331470010577</c:v>
                </c:pt>
                <c:pt idx="8">
                  <c:v>288.0587732160313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6219797029434"/>
          <c:min val="131.9554856427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150.9563117453348</c:v>
                </c:pt>
                <c:pt idx="1">
                  <c:v>142.04798368826462</c:v>
                </c:pt>
                <c:pt idx="2">
                  <c:v>128.7344332855093</c:v>
                </c:pt>
                <c:pt idx="3">
                  <c:v>135.34032205060794</c:v>
                </c:pt>
                <c:pt idx="4">
                  <c:v>139.49756690997566</c:v>
                </c:pt>
                <c:pt idx="5">
                  <c:v>138.1369610935857</c:v>
                </c:pt>
                <c:pt idx="6">
                  <c:v>131.53535714285715</c:v>
                </c:pt>
                <c:pt idx="7">
                  <c:v>135.33781773093614</c:v>
                </c:pt>
                <c:pt idx="8">
                  <c:v>145.10995113282985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159.4314230521571</c:v>
                </c:pt>
                <c:pt idx="1">
                  <c:v>159.60374125874125</c:v>
                </c:pt>
                <c:pt idx="2">
                  <c:v>153.66641791044776</c:v>
                </c:pt>
                <c:pt idx="3">
                  <c:v>164.2155411655874</c:v>
                </c:pt>
                <c:pt idx="4">
                  <c:v>165.55831754452444</c:v>
                </c:pt>
                <c:pt idx="5">
                  <c:v>173.33435843054085</c:v>
                </c:pt>
                <c:pt idx="6">
                  <c:v>170.62600596125188</c:v>
                </c:pt>
                <c:pt idx="7">
                  <c:v>173.8277404036407</c:v>
                </c:pt>
                <c:pt idx="8">
                  <c:v>173.4787518142235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7.4352049730912"/>
          <c:min val="125.12696871605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122.58168064163324</c:v>
                </c:pt>
                <c:pt idx="1">
                  <c:v>117.52640423214562</c:v>
                </c:pt>
                <c:pt idx="2">
                  <c:v>111.23336145086462</c:v>
                </c:pt>
                <c:pt idx="3">
                  <c:v>117.85230905861458</c:v>
                </c:pt>
                <c:pt idx="4">
                  <c:v>112.32017661739299</c:v>
                </c:pt>
                <c:pt idx="5">
                  <c:v>114.64485964272693</c:v>
                </c:pt>
                <c:pt idx="6">
                  <c:v>110.71989544895449</c:v>
                </c:pt>
                <c:pt idx="7">
                  <c:v>104.05066496629624</c:v>
                </c:pt>
                <c:pt idx="8">
                  <c:v>113.54065143062803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136.26171531176286</c:v>
                </c:pt>
                <c:pt idx="1">
                  <c:v>133.26594511675472</c:v>
                </c:pt>
                <c:pt idx="2">
                  <c:v>140.11032485831964</c:v>
                </c:pt>
                <c:pt idx="3">
                  <c:v>129.41722343714653</c:v>
                </c:pt>
                <c:pt idx="4">
                  <c:v>128.00904134833183</c:v>
                </c:pt>
                <c:pt idx="5">
                  <c:v>139.7038959288218</c:v>
                </c:pt>
                <c:pt idx="6">
                  <c:v>133.6440097799511</c:v>
                </c:pt>
                <c:pt idx="7">
                  <c:v>132.44499130667378</c:v>
                </c:pt>
                <c:pt idx="8">
                  <c:v>135.95611102591627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2.99509764968153"/>
          <c:min val="101.1658921749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92.880250849019</c:v>
                </c:pt>
                <c:pt idx="1">
                  <c:v>95.84905902227085</c:v>
                </c:pt>
                <c:pt idx="2">
                  <c:v>96.63554468528355</c:v>
                </c:pt>
                <c:pt idx="3">
                  <c:v>94.4279766354856</c:v>
                </c:pt>
                <c:pt idx="4">
                  <c:v>100.89441951658024</c:v>
                </c:pt>
                <c:pt idx="5">
                  <c:v>99.32603506552257</c:v>
                </c:pt>
                <c:pt idx="6">
                  <c:v>99.29664541399629</c:v>
                </c:pt>
                <c:pt idx="7">
                  <c:v>96.71248109122307</c:v>
                </c:pt>
                <c:pt idx="8">
                  <c:v>102.2272950128454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101.14933274595738</c:v>
                </c:pt>
                <c:pt idx="1">
                  <c:v>100.39484517662517</c:v>
                </c:pt>
                <c:pt idx="2">
                  <c:v>107.0513883482949</c:v>
                </c:pt>
                <c:pt idx="3">
                  <c:v>109.79377636145013</c:v>
                </c:pt>
                <c:pt idx="4">
                  <c:v>113.85863092924549</c:v>
                </c:pt>
                <c:pt idx="5">
                  <c:v>111.76761969209947</c:v>
                </c:pt>
                <c:pt idx="6">
                  <c:v>132.35613456526005</c:v>
                </c:pt>
                <c:pt idx="7">
                  <c:v>124.73996944571296</c:v>
                </c:pt>
                <c:pt idx="8">
                  <c:v>128.02506223859402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5.51420526255933"/>
          <c:min val="89.722180151719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143.41632193963633</c:v>
                </c:pt>
                <c:pt idx="1">
                  <c:v>137.3487265917603</c:v>
                </c:pt>
                <c:pt idx="2">
                  <c:v>155.6923861870637</c:v>
                </c:pt>
                <c:pt idx="3">
                  <c:v>130.1777800511509</c:v>
                </c:pt>
                <c:pt idx="4">
                  <c:v>107.49428444180522</c:v>
                </c:pt>
                <c:pt idx="5">
                  <c:v>99.00991464958972</c:v>
                </c:pt>
                <c:pt idx="6">
                  <c:v>109.15019552509574</c:v>
                </c:pt>
                <c:pt idx="7">
                  <c:v>101.812531179475</c:v>
                </c:pt>
                <c:pt idx="8">
                  <c:v>111.88819898004832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94.34418299222939</c:v>
                </c:pt>
                <c:pt idx="1">
                  <c:v>87.40689620956539</c:v>
                </c:pt>
                <c:pt idx="2">
                  <c:v>89.59074165840767</c:v>
                </c:pt>
                <c:pt idx="3">
                  <c:v>88.27070541943087</c:v>
                </c:pt>
                <c:pt idx="4">
                  <c:v>91.91285089463221</c:v>
                </c:pt>
                <c:pt idx="5">
                  <c:v>85.26126510912741</c:v>
                </c:pt>
                <c:pt idx="6">
                  <c:v>79.93511894859424</c:v>
                </c:pt>
                <c:pt idx="7">
                  <c:v>74.42129447804572</c:v>
                </c:pt>
                <c:pt idx="8">
                  <c:v>93.86721714465806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19407352378514"/>
          <c:min val="67.919607141324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247.51648005498126</c:v>
                </c:pt>
                <c:pt idx="1">
                  <c:v>242.9926990941687</c:v>
                </c:pt>
                <c:pt idx="2">
                  <c:v>229.56736699665265</c:v>
                </c:pt>
                <c:pt idx="3">
                  <c:v>235.1071239706882</c:v>
                </c:pt>
                <c:pt idx="4">
                  <c:v>215.03272381509655</c:v>
                </c:pt>
                <c:pt idx="5">
                  <c:v>226.64854946048976</c:v>
                </c:pt>
                <c:pt idx="6">
                  <c:v>230.3340022296544</c:v>
                </c:pt>
                <c:pt idx="7">
                  <c:v>235.68966622474105</c:v>
                </c:pt>
                <c:pt idx="8">
                  <c:v>186.11508221899877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169.52408694754814</c:v>
                </c:pt>
                <c:pt idx="1">
                  <c:v>167.78464393947337</c:v>
                </c:pt>
                <c:pt idx="2">
                  <c:v>174.54432014552071</c:v>
                </c:pt>
                <c:pt idx="3">
                  <c:v>168.43185776815127</c:v>
                </c:pt>
                <c:pt idx="4">
                  <c:v>164.9412937148447</c:v>
                </c:pt>
                <c:pt idx="5">
                  <c:v>161.08077401692384</c:v>
                </c:pt>
                <c:pt idx="6">
                  <c:v>156.68231533280056</c:v>
                </c:pt>
                <c:pt idx="7">
                  <c:v>174.21928828097833</c:v>
                </c:pt>
                <c:pt idx="8">
                  <c:v>162.21129385964915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4.7832132327557"/>
          <c:min val="149.41558215502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184.16574312289728</c:v>
                </c:pt>
                <c:pt idx="1">
                  <c:v>181.30166633993332</c:v>
                </c:pt>
                <c:pt idx="2">
                  <c:v>214.43773449144265</c:v>
                </c:pt>
                <c:pt idx="3">
                  <c:v>181.0650144442755</c:v>
                </c:pt>
                <c:pt idx="4">
                  <c:v>176.5007314015046</c:v>
                </c:pt>
                <c:pt idx="5">
                  <c:v>182.1384466884467</c:v>
                </c:pt>
                <c:pt idx="6">
                  <c:v>195.76362068619784</c:v>
                </c:pt>
                <c:pt idx="7">
                  <c:v>181.53635739080127</c:v>
                </c:pt>
                <c:pt idx="8">
                  <c:v>147.40153097982707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125.66385959129863</c:v>
                </c:pt>
                <c:pt idx="1">
                  <c:v>139.17604957667803</c:v>
                </c:pt>
                <c:pt idx="2">
                  <c:v>150.8165109604934</c:v>
                </c:pt>
                <c:pt idx="3">
                  <c:v>137.7541237449472</c:v>
                </c:pt>
                <c:pt idx="4">
                  <c:v>142.69115226337448</c:v>
                </c:pt>
                <c:pt idx="5">
                  <c:v>139.3973072939784</c:v>
                </c:pt>
                <c:pt idx="6">
                  <c:v>157.60556323958812</c:v>
                </c:pt>
                <c:pt idx="7">
                  <c:v>144.10511611664046</c:v>
                </c:pt>
                <c:pt idx="8">
                  <c:v>139.2658336811352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1.53964448345417"/>
          <c:min val="118.56194959928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149.9706485678831</c:v>
                </c:pt>
                <c:pt idx="1">
                  <c:v>172.00720834208133</c:v>
                </c:pt>
                <c:pt idx="2">
                  <c:v>166.39400682391337</c:v>
                </c:pt>
                <c:pt idx="3">
                  <c:v>178.3032138455542</c:v>
                </c:pt>
                <c:pt idx="4">
                  <c:v>178.1761071616463</c:v>
                </c:pt>
                <c:pt idx="5">
                  <c:v>189.14884979702296</c:v>
                </c:pt>
                <c:pt idx="6">
                  <c:v>180.57775255391599</c:v>
                </c:pt>
                <c:pt idx="7">
                  <c:v>172.7758240665551</c:v>
                </c:pt>
                <c:pt idx="8">
                  <c:v>169.02812577268605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130.15357019227744</c:v>
                </c:pt>
                <c:pt idx="1">
                  <c:v>132.3568408957877</c:v>
                </c:pt>
                <c:pt idx="2">
                  <c:v>139.5993858179788</c:v>
                </c:pt>
                <c:pt idx="3">
                  <c:v>159.58102153810475</c:v>
                </c:pt>
                <c:pt idx="4">
                  <c:v>154.51384767556874</c:v>
                </c:pt>
                <c:pt idx="5">
                  <c:v>146.04025813798992</c:v>
                </c:pt>
                <c:pt idx="6">
                  <c:v>181.6469104300171</c:v>
                </c:pt>
                <c:pt idx="7">
                  <c:v>184.97411940167567</c:v>
                </c:pt>
                <c:pt idx="8">
                  <c:v>181.77506453278266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8684721654026"/>
          <c:min val="125.433947823897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144.67625445292623</c:v>
                </c:pt>
                <c:pt idx="1">
                  <c:v>160.96337604456826</c:v>
                </c:pt>
                <c:pt idx="2">
                  <c:v>148.61763562711076</c:v>
                </c:pt>
                <c:pt idx="3">
                  <c:v>163.63036573191758</c:v>
                </c:pt>
                <c:pt idx="4">
                  <c:v>158.638249475891</c:v>
                </c:pt>
                <c:pt idx="5">
                  <c:v>161.57829244357214</c:v>
                </c:pt>
                <c:pt idx="6">
                  <c:v>156.0278287840011</c:v>
                </c:pt>
                <c:pt idx="7">
                  <c:v>160.5997293758184</c:v>
                </c:pt>
                <c:pt idx="8">
                  <c:v>160.18754669987547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155.72106828193833</c:v>
                </c:pt>
                <c:pt idx="1">
                  <c:v>145.75028198626615</c:v>
                </c:pt>
                <c:pt idx="2">
                  <c:v>147.99482419818935</c:v>
                </c:pt>
                <c:pt idx="3">
                  <c:v>141.03026612645104</c:v>
                </c:pt>
                <c:pt idx="4">
                  <c:v>139.1263412477101</c:v>
                </c:pt>
                <c:pt idx="5">
                  <c:v>131.02312467377524</c:v>
                </c:pt>
                <c:pt idx="6">
                  <c:v>130.2903637004692</c:v>
                </c:pt>
                <c:pt idx="7">
                  <c:v>124.60342396356685</c:v>
                </c:pt>
                <c:pt idx="8">
                  <c:v>138.82405599593895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75252107338562"/>
          <c:min val="121.48126862209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134.35290516842034</c:v>
                </c:pt>
                <c:pt idx="1">
                  <c:v>134.35290516842034</c:v>
                </c:pt>
                <c:pt idx="2">
                  <c:v>134.35290516842034</c:v>
                </c:pt>
                <c:pt idx="3">
                  <c:v>134.35290516842034</c:v>
                </c:pt>
                <c:pt idx="4">
                  <c:v>134.35290516842034</c:v>
                </c:pt>
                <c:pt idx="5">
                  <c:v>134.35290516842034</c:v>
                </c:pt>
                <c:pt idx="6">
                  <c:v>134.35290516842034</c:v>
                </c:pt>
                <c:pt idx="7">
                  <c:v>134.35290516842034</c:v>
                </c:pt>
                <c:pt idx="8">
                  <c:v>134.35290516842034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9.3597633384275"/>
          <c:min val="125.767926255525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130.15357019227744</c:v>
                </c:pt>
                <c:pt idx="1">
                  <c:v>132.3568408957877</c:v>
                </c:pt>
                <c:pt idx="2">
                  <c:v>139.5993858179788</c:v>
                </c:pt>
                <c:pt idx="3">
                  <c:v>159.58102153810475</c:v>
                </c:pt>
                <c:pt idx="4">
                  <c:v>154.51384767556874</c:v>
                </c:pt>
                <c:pt idx="5">
                  <c:v>146.04025813798992</c:v>
                </c:pt>
                <c:pt idx="6">
                  <c:v>181.6469104300171</c:v>
                </c:pt>
                <c:pt idx="7">
                  <c:v>184.97411940167567</c:v>
                </c:pt>
                <c:pt idx="8">
                  <c:v>181.77506453278266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9.3597633384275"/>
          <c:min val="125.767926255525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176.78841410240437</c:v>
                </c:pt>
                <c:pt idx="1">
                  <c:v>176.78841410240437</c:v>
                </c:pt>
                <c:pt idx="2">
                  <c:v>176.78841410240437</c:v>
                </c:pt>
                <c:pt idx="3">
                  <c:v>176.78841410240437</c:v>
                </c:pt>
                <c:pt idx="4">
                  <c:v>176.78841410240437</c:v>
                </c:pt>
                <c:pt idx="5">
                  <c:v>176.78841410240437</c:v>
                </c:pt>
                <c:pt idx="6">
                  <c:v>176.78841410240437</c:v>
                </c:pt>
                <c:pt idx="7">
                  <c:v>176.78841410240437</c:v>
                </c:pt>
                <c:pt idx="8">
                  <c:v>176.78841410240437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3.70891061908253"/>
          <c:min val="152.5506887852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178.05296922410056</c:v>
                </c:pt>
                <c:pt idx="1">
                  <c:v>160.21677304964538</c:v>
                </c:pt>
                <c:pt idx="2">
                  <c:v>191.89693103448275</c:v>
                </c:pt>
                <c:pt idx="3">
                  <c:v>209.60167838512137</c:v>
                </c:pt>
                <c:pt idx="4">
                  <c:v>197.62391593796107</c:v>
                </c:pt>
                <c:pt idx="5">
                  <c:v>205.25217777777777</c:v>
                </c:pt>
                <c:pt idx="6">
                  <c:v>218.43707991038087</c:v>
                </c:pt>
                <c:pt idx="7">
                  <c:v>219.43117424242425</c:v>
                </c:pt>
                <c:pt idx="8">
                  <c:v>256.0428263546798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63.70891061908253"/>
          <c:min val="152.550688785242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102.7121623243627</c:v>
                </c:pt>
                <c:pt idx="1">
                  <c:v>102.7121623243627</c:v>
                </c:pt>
                <c:pt idx="2">
                  <c:v>102.7121623243627</c:v>
                </c:pt>
                <c:pt idx="3">
                  <c:v>102.7121623243627</c:v>
                </c:pt>
                <c:pt idx="4">
                  <c:v>102.7121623243627</c:v>
                </c:pt>
                <c:pt idx="5">
                  <c:v>102.7121623243627</c:v>
                </c:pt>
                <c:pt idx="6">
                  <c:v>102.7121623243627</c:v>
                </c:pt>
                <c:pt idx="7">
                  <c:v>102.7121623243627</c:v>
                </c:pt>
                <c:pt idx="8">
                  <c:v>102.7121623243627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1303771635083"/>
          <c:min val="97.8379420255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101.14933274595738</c:v>
                </c:pt>
                <c:pt idx="1">
                  <c:v>100.39484517662517</c:v>
                </c:pt>
                <c:pt idx="2">
                  <c:v>107.0513883482949</c:v>
                </c:pt>
                <c:pt idx="3">
                  <c:v>109.79377636145013</c:v>
                </c:pt>
                <c:pt idx="4">
                  <c:v>113.85863092924549</c:v>
                </c:pt>
                <c:pt idx="5">
                  <c:v>111.76761969209947</c:v>
                </c:pt>
                <c:pt idx="6">
                  <c:v>132.35613456526005</c:v>
                </c:pt>
                <c:pt idx="7">
                  <c:v>124.73996944571296</c:v>
                </c:pt>
                <c:pt idx="8">
                  <c:v>128.02506223859402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1303771635083"/>
          <c:min val="97.837942025534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96.73828452718628</c:v>
                </c:pt>
                <c:pt idx="1">
                  <c:v>96.73828452718628</c:v>
                </c:pt>
                <c:pt idx="2">
                  <c:v>96.73828452718628</c:v>
                </c:pt>
                <c:pt idx="3">
                  <c:v>96.73828452718628</c:v>
                </c:pt>
                <c:pt idx="4">
                  <c:v>96.73828452718628</c:v>
                </c:pt>
                <c:pt idx="5">
                  <c:v>96.73828452718628</c:v>
                </c:pt>
                <c:pt idx="6">
                  <c:v>96.73828452718628</c:v>
                </c:pt>
                <c:pt idx="7">
                  <c:v>96.73828452718628</c:v>
                </c:pt>
                <c:pt idx="8">
                  <c:v>96.73828452718628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6.3635026734635"/>
          <c:min val="89.369294958470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92.61027480088403</c:v>
                </c:pt>
                <c:pt idx="1">
                  <c:v>93.13047757929273</c:v>
                </c:pt>
                <c:pt idx="2">
                  <c:v>105.0972046279875</c:v>
                </c:pt>
                <c:pt idx="3">
                  <c:v>93.82475887290849</c:v>
                </c:pt>
                <c:pt idx="4">
                  <c:v>110.21642929370833</c:v>
                </c:pt>
                <c:pt idx="5">
                  <c:v>110.57268252560692</c:v>
                </c:pt>
                <c:pt idx="6">
                  <c:v>115.0152976091913</c:v>
                </c:pt>
                <c:pt idx="7">
                  <c:v>108.92671433788448</c:v>
                </c:pt>
                <c:pt idx="8">
                  <c:v>133.12252283105022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6.3635026734635"/>
          <c:min val="89.369294958470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159.33849946742944</c:v>
                </c:pt>
                <c:pt idx="1">
                  <c:v>159.33849946742944</c:v>
                </c:pt>
                <c:pt idx="2">
                  <c:v>159.33849946742944</c:v>
                </c:pt>
                <c:pt idx="3">
                  <c:v>159.33849946742944</c:v>
                </c:pt>
                <c:pt idx="4">
                  <c:v>159.33849946742944</c:v>
                </c:pt>
                <c:pt idx="5">
                  <c:v>159.33849946742944</c:v>
                </c:pt>
                <c:pt idx="6">
                  <c:v>159.33849946742944</c:v>
                </c:pt>
                <c:pt idx="7">
                  <c:v>159.33849946742944</c:v>
                </c:pt>
                <c:pt idx="8">
                  <c:v>159.33849946742944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555227943887"/>
          <c:min val="122.4039646057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195.19433955605746</c:v>
                </c:pt>
                <c:pt idx="1">
                  <c:v>128.96612069805988</c:v>
                </c:pt>
                <c:pt idx="2">
                  <c:v>148.0151558808275</c:v>
                </c:pt>
                <c:pt idx="3">
                  <c:v>155.75241501675725</c:v>
                </c:pt>
                <c:pt idx="4">
                  <c:v>183.83668297282964</c:v>
                </c:pt>
                <c:pt idx="5">
                  <c:v>210.9930718516035</c:v>
                </c:pt>
                <c:pt idx="6">
                  <c:v>203.00622398568484</c:v>
                </c:pt>
                <c:pt idx="7">
                  <c:v>185.13596682671323</c:v>
                </c:pt>
                <c:pt idx="8">
                  <c:v>176.51716247139586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555227943887"/>
          <c:min val="122.4039646057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5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0.7174160247123765</c:v>
                </c:pt>
                <c:pt idx="1">
                  <c:v>0.7175361327620391</c:v>
                </c:pt>
                <c:pt idx="2">
                  <c:v>0.711607661423203</c:v>
                </c:pt>
                <c:pt idx="3">
                  <c:v>0.7159331805150619</c:v>
                </c:pt>
                <c:pt idx="4">
                  <c:v>0.7135978821918489</c:v>
                </c:pt>
                <c:pt idx="5">
                  <c:v>0.7213545615772601</c:v>
                </c:pt>
                <c:pt idx="6">
                  <c:v>0.7064116474466818</c:v>
                </c:pt>
                <c:pt idx="7">
                  <c:v>0.711205043496377</c:v>
                </c:pt>
                <c:pt idx="8">
                  <c:v>0.7298815972600206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0.7651085981493705</c:v>
                </c:pt>
                <c:pt idx="1">
                  <c:v>0.7621976687505652</c:v>
                </c:pt>
                <c:pt idx="2">
                  <c:v>0.7548864768837471</c:v>
                </c:pt>
                <c:pt idx="3">
                  <c:v>0.7897413228341565</c:v>
                </c:pt>
                <c:pt idx="4">
                  <c:v>0.7796153341420556</c:v>
                </c:pt>
                <c:pt idx="5">
                  <c:v>0.7816763192620453</c:v>
                </c:pt>
                <c:pt idx="6">
                  <c:v>0.7817499585359114</c:v>
                </c:pt>
                <c:pt idx="7">
                  <c:v>0.7744891631322395</c:v>
                </c:pt>
                <c:pt idx="8">
                  <c:v>0.7683527583064161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64076968651546"/>
          <c:min val="0.6997452734156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0.7845953303510527</c:v>
                </c:pt>
                <c:pt idx="1">
                  <c:v>0.7729916321370631</c:v>
                </c:pt>
                <c:pt idx="2">
                  <c:v>0.7649357705842584</c:v>
                </c:pt>
                <c:pt idx="3">
                  <c:v>0.7601357028583657</c:v>
                </c:pt>
                <c:pt idx="4">
                  <c:v>0.7550778890530081</c:v>
                </c:pt>
                <c:pt idx="5">
                  <c:v>0.7621083162398041</c:v>
                </c:pt>
                <c:pt idx="6">
                  <c:v>0.7503007128512356</c:v>
                </c:pt>
                <c:pt idx="7">
                  <c:v>0.7454293133609077</c:v>
                </c:pt>
                <c:pt idx="8">
                  <c:v>0.7561357924156353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0.8019546067086512</c:v>
                </c:pt>
                <c:pt idx="1">
                  <c:v>0.8024559796478014</c:v>
                </c:pt>
                <c:pt idx="2">
                  <c:v>0.807102420759885</c:v>
                </c:pt>
                <c:pt idx="3">
                  <c:v>0.7897822971634221</c:v>
                </c:pt>
                <c:pt idx="4">
                  <c:v>0.7902116861910387</c:v>
                </c:pt>
                <c:pt idx="5">
                  <c:v>0.8082847682215061</c:v>
                </c:pt>
                <c:pt idx="6">
                  <c:v>0.7968095058907267</c:v>
                </c:pt>
                <c:pt idx="7">
                  <c:v>0.7882622808321431</c:v>
                </c:pt>
                <c:pt idx="8">
                  <c:v>0.7915471517301852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313204610354"/>
          <c:min val="0.7404008769720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0.821004223472653</c:v>
                </c:pt>
                <c:pt idx="1">
                  <c:v>0.7908593315450893</c:v>
                </c:pt>
                <c:pt idx="2">
                  <c:v>0.8196927816486322</c:v>
                </c:pt>
                <c:pt idx="3">
                  <c:v>0.7940249956760895</c:v>
                </c:pt>
                <c:pt idx="4">
                  <c:v>0.7755463341349312</c:v>
                </c:pt>
                <c:pt idx="5">
                  <c:v>0.7943296633846629</c:v>
                </c:pt>
                <c:pt idx="6">
                  <c:v>0.7664066066429431</c:v>
                </c:pt>
                <c:pt idx="7">
                  <c:v>0.7784509230786871</c:v>
                </c:pt>
                <c:pt idx="8">
                  <c:v>0.7318632275848054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0.8108845602258622</c:v>
                </c:pt>
                <c:pt idx="1">
                  <c:v>0.840929658677421</c:v>
                </c:pt>
                <c:pt idx="2">
                  <c:v>0.8390248325890332</c:v>
                </c:pt>
                <c:pt idx="3">
                  <c:v>0.8291677257814949</c:v>
                </c:pt>
                <c:pt idx="4">
                  <c:v>0.8623185852535402</c:v>
                </c:pt>
                <c:pt idx="5">
                  <c:v>0.7837174418342302</c:v>
                </c:pt>
                <c:pt idx="6">
                  <c:v>0.7785272659297353</c:v>
                </c:pt>
                <c:pt idx="7">
                  <c:v>0.7950715265630648</c:v>
                </c:pt>
                <c:pt idx="8">
                  <c:v>0.8546545389915389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2755013867039"/>
          <c:min val="0.72142679897130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0.844029126201906</c:v>
                </c:pt>
                <c:pt idx="1">
                  <c:v>0.8234677348620243</c:v>
                </c:pt>
                <c:pt idx="2">
                  <c:v>0.8211512662648183</c:v>
                </c:pt>
                <c:pt idx="3">
                  <c:v>0.8292120643214128</c:v>
                </c:pt>
                <c:pt idx="4">
                  <c:v>0.8239402913818182</c:v>
                </c:pt>
                <c:pt idx="5">
                  <c:v>0.8224654795836143</c:v>
                </c:pt>
                <c:pt idx="6">
                  <c:v>0.8175181940835012</c:v>
                </c:pt>
                <c:pt idx="7">
                  <c:v>0.8181647520220907</c:v>
                </c:pt>
                <c:pt idx="8">
                  <c:v>0.8091925366833495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0.8269802774411457</c:v>
                </c:pt>
                <c:pt idx="1">
                  <c:v>0.8087039877046016</c:v>
                </c:pt>
                <c:pt idx="2">
                  <c:v>0.8485374063052166</c:v>
                </c:pt>
                <c:pt idx="3">
                  <c:v>0.8533177771443917</c:v>
                </c:pt>
                <c:pt idx="4">
                  <c:v>0.8471338298701822</c:v>
                </c:pt>
                <c:pt idx="5">
                  <c:v>0.8582047796380128</c:v>
                </c:pt>
                <c:pt idx="6">
                  <c:v>0.8612674569575255</c:v>
                </c:pt>
                <c:pt idx="7">
                  <c:v>0.8610986774861933</c:v>
                </c:pt>
                <c:pt idx="8">
                  <c:v>0.8837465734341748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0.8207718761422481</c:v>
                </c:pt>
                <c:pt idx="1">
                  <c:v>0.8071626179147107</c:v>
                </c:pt>
                <c:pt idx="2">
                  <c:v>0.7913926437596334</c:v>
                </c:pt>
                <c:pt idx="3">
                  <c:v>0.7976790049354048</c:v>
                </c:pt>
                <c:pt idx="4">
                  <c:v>0.8087052072523045</c:v>
                </c:pt>
                <c:pt idx="5">
                  <c:v>0.8050327990210725</c:v>
                </c:pt>
                <c:pt idx="6">
                  <c:v>0.7945438740960858</c:v>
                </c:pt>
                <c:pt idx="7">
                  <c:v>0.7962894165320278</c:v>
                </c:pt>
                <c:pt idx="8">
                  <c:v>0.8083103086707945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0.8266305730683328</c:v>
                </c:pt>
                <c:pt idx="1">
                  <c:v>0.82581204718767</c:v>
                </c:pt>
                <c:pt idx="2">
                  <c:v>0.813242148066332</c:v>
                </c:pt>
                <c:pt idx="3">
                  <c:v>0.8225578395308619</c:v>
                </c:pt>
                <c:pt idx="4">
                  <c:v>0.8254908809260706</c:v>
                </c:pt>
                <c:pt idx="5">
                  <c:v>0.8329267976839194</c:v>
                </c:pt>
                <c:pt idx="6">
                  <c:v>0.8325181969961581</c:v>
                </c:pt>
                <c:pt idx="7">
                  <c:v>0.8354708924750498</c:v>
                </c:pt>
                <c:pt idx="8">
                  <c:v>0.8367069962349886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32144433017"/>
          <c:min val="0.7877674955616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0.7851708215193521</c:v>
                </c:pt>
                <c:pt idx="1">
                  <c:v>0.7721620054041067</c:v>
                </c:pt>
                <c:pt idx="2">
                  <c:v>0.797979160770411</c:v>
                </c:pt>
                <c:pt idx="3">
                  <c:v>0.7797813857233051</c:v>
                </c:pt>
                <c:pt idx="4">
                  <c:v>0.7557826708733755</c:v>
                </c:pt>
                <c:pt idx="5">
                  <c:v>0.7179182662221913</c:v>
                </c:pt>
                <c:pt idx="6">
                  <c:v>0.7639490526693069</c:v>
                </c:pt>
                <c:pt idx="7">
                  <c:v>0.7365490934769798</c:v>
                </c:pt>
                <c:pt idx="8">
                  <c:v>0.7655757226439307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0.7102083610781524</c:v>
                </c:pt>
                <c:pt idx="1">
                  <c:v>0.6966919809323946</c:v>
                </c:pt>
                <c:pt idx="2">
                  <c:v>0.6958658407671268</c:v>
                </c:pt>
                <c:pt idx="3">
                  <c:v>0.6849311508867544</c:v>
                </c:pt>
                <c:pt idx="4">
                  <c:v>0.6739023507530385</c:v>
                </c:pt>
                <c:pt idx="5">
                  <c:v>0.6581074983978068</c:v>
                </c:pt>
                <c:pt idx="6">
                  <c:v>0.6465264625694603</c:v>
                </c:pt>
                <c:pt idx="7">
                  <c:v>0.6221645825802212</c:v>
                </c:pt>
                <c:pt idx="8">
                  <c:v>0.7013007088219111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20443270256261"/>
          <c:min val="0.60809941632500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0.7826781946836383</c:v>
                </c:pt>
                <c:pt idx="1">
                  <c:v>0.6756725243526519</c:v>
                </c:pt>
                <c:pt idx="2">
                  <c:v>0.8043451301826513</c:v>
                </c:pt>
                <c:pt idx="3">
                  <c:v>0.7753891560882413</c:v>
                </c:pt>
                <c:pt idx="4">
                  <c:v>0.7810957237541702</c:v>
                </c:pt>
                <c:pt idx="5">
                  <c:v>0.7684671695911997</c:v>
                </c:pt>
                <c:pt idx="6">
                  <c:v>0.7919514183196192</c:v>
                </c:pt>
                <c:pt idx="7">
                  <c:v>0.7230859717341547</c:v>
                </c:pt>
                <c:pt idx="8">
                  <c:v>0.6382272537951112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0.737567591014565</c:v>
                </c:pt>
                <c:pt idx="1">
                  <c:v>0.6955894617010289</c:v>
                </c:pt>
                <c:pt idx="2">
                  <c:v>0.7197958764337912</c:v>
                </c:pt>
                <c:pt idx="3">
                  <c:v>0.7282157853256137</c:v>
                </c:pt>
                <c:pt idx="4">
                  <c:v>0.6930970207779816</c:v>
                </c:pt>
                <c:pt idx="5">
                  <c:v>0.6577970227368963</c:v>
                </c:pt>
                <c:pt idx="6">
                  <c:v>0.6589295890361307</c:v>
                </c:pt>
                <c:pt idx="7">
                  <c:v>0.6996509645580978</c:v>
                </c:pt>
                <c:pt idx="8">
                  <c:v>0.6960205903902767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76345602936546"/>
          <c:min val="0.624937823684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0.8608967756459749</c:v>
                </c:pt>
                <c:pt idx="1">
                  <c:v>0.8548106344608972</c:v>
                </c:pt>
                <c:pt idx="2">
                  <c:v>0.8824983252702636</c:v>
                </c:pt>
                <c:pt idx="3">
                  <c:v>0.8506551458494944</c:v>
                </c:pt>
                <c:pt idx="4">
                  <c:v>0.8435260135339797</c:v>
                </c:pt>
                <c:pt idx="5">
                  <c:v>0.8432810284509764</c:v>
                </c:pt>
                <c:pt idx="6">
                  <c:v>0.8495633716485143</c:v>
                </c:pt>
                <c:pt idx="7">
                  <c:v>0.8476101167407404</c:v>
                </c:pt>
                <c:pt idx="8">
                  <c:v>0.8135777401339951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0.7716386395101663</c:v>
                </c:pt>
                <c:pt idx="1">
                  <c:v>0.8037112061576798</c:v>
                </c:pt>
                <c:pt idx="2">
                  <c:v>0.8206182219519482</c:v>
                </c:pt>
                <c:pt idx="3">
                  <c:v>0.7921788001667398</c:v>
                </c:pt>
                <c:pt idx="4">
                  <c:v>0.8012819159890665</c:v>
                </c:pt>
                <c:pt idx="5">
                  <c:v>0.795421585367821</c:v>
                </c:pt>
                <c:pt idx="6">
                  <c:v>0.8189352842026352</c:v>
                </c:pt>
                <c:pt idx="7">
                  <c:v>0.8018684341261859</c:v>
                </c:pt>
                <c:pt idx="8">
                  <c:v>0.7764643245465588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913671001310715"/>
          <c:min val="0.76276986464935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0.7896089322193962</c:v>
                </c:pt>
                <c:pt idx="1">
                  <c:v>0.7729787145346964</c:v>
                </c:pt>
                <c:pt idx="2">
                  <c:v>0.7872109364932143</c:v>
                </c:pt>
                <c:pt idx="3">
                  <c:v>0.7958548965660284</c:v>
                </c:pt>
                <c:pt idx="4">
                  <c:v>0.7782883482557692</c:v>
                </c:pt>
                <c:pt idx="5">
                  <c:v>0.8076814232997988</c:v>
                </c:pt>
                <c:pt idx="6">
                  <c:v>0.8198671064410783</c:v>
                </c:pt>
                <c:pt idx="7">
                  <c:v>0.7760589130166738</c:v>
                </c:pt>
                <c:pt idx="8">
                  <c:v>0.7236029228764652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0.7328344593374038</c:v>
                </c:pt>
                <c:pt idx="1">
                  <c:v>0.7508096322027134</c:v>
                </c:pt>
                <c:pt idx="2">
                  <c:v>0.7477089608315961</c:v>
                </c:pt>
                <c:pt idx="3">
                  <c:v>0.7387790290566626</c:v>
                </c:pt>
                <c:pt idx="4">
                  <c:v>0.7392904491132696</c:v>
                </c:pt>
                <c:pt idx="5">
                  <c:v>0.7261177822999249</c:v>
                </c:pt>
                <c:pt idx="6">
                  <c:v>0.7368648194383742</c:v>
                </c:pt>
                <c:pt idx="7">
                  <c:v>0.7425785131606314</c:v>
                </c:pt>
                <c:pt idx="8">
                  <c:v>0.7250781215478552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5682411262474"/>
          <c:min val="0.71590178819129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0.752656584028817</c:v>
                </c:pt>
                <c:pt idx="1">
                  <c:v>0.7928606925691013</c:v>
                </c:pt>
                <c:pt idx="2">
                  <c:v>0.773510592145787</c:v>
                </c:pt>
                <c:pt idx="3">
                  <c:v>0.7745801311415709</c:v>
                </c:pt>
                <c:pt idx="4">
                  <c:v>0.8447131954226463</c:v>
                </c:pt>
                <c:pt idx="5">
                  <c:v>0.7622804381219529</c:v>
                </c:pt>
                <c:pt idx="6">
                  <c:v>0.7698851774530271</c:v>
                </c:pt>
                <c:pt idx="7">
                  <c:v>0.7324285273152438</c:v>
                </c:pt>
                <c:pt idx="8">
                  <c:v>0.7393357148183461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0.6444914977155137</c:v>
                </c:pt>
                <c:pt idx="1">
                  <c:v>0.7641318884528808</c:v>
                </c:pt>
                <c:pt idx="2">
                  <c:v>0.7578820485285939</c:v>
                </c:pt>
                <c:pt idx="3">
                  <c:v>0.6984712747383682</c:v>
                </c:pt>
                <c:pt idx="4">
                  <c:v>0.6957563994866627</c:v>
                </c:pt>
                <c:pt idx="5">
                  <c:v>0.7145816409358926</c:v>
                </c:pt>
                <c:pt idx="6">
                  <c:v>0.7279827108179773</c:v>
                </c:pt>
                <c:pt idx="7">
                  <c:v>0.7319628542049779</c:v>
                </c:pt>
                <c:pt idx="8">
                  <c:v>0.7346938622522566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60730931239217"/>
          <c:min val="0.62847376189894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0.6624963107595871</c:v>
                </c:pt>
                <c:pt idx="1">
                  <c:v>0.6624963107595871</c:v>
                </c:pt>
                <c:pt idx="2">
                  <c:v>0.6624963107595871</c:v>
                </c:pt>
                <c:pt idx="3">
                  <c:v>0.6624963107595871</c:v>
                </c:pt>
                <c:pt idx="4">
                  <c:v>0.6624963107595871</c:v>
                </c:pt>
                <c:pt idx="5">
                  <c:v>0.6624963107595871</c:v>
                </c:pt>
                <c:pt idx="6">
                  <c:v>0.6624963107595871</c:v>
                </c:pt>
                <c:pt idx="7">
                  <c:v>0.6624963107595871</c:v>
                </c:pt>
                <c:pt idx="8">
                  <c:v>0.6624963107595871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695391544189739"/>
          <c:min val="0.633357484418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0.642800376606284</c:v>
                </c:pt>
                <c:pt idx="1">
                  <c:v>0.6495211129548664</c:v>
                </c:pt>
                <c:pt idx="2">
                  <c:v>0.693388717640479</c:v>
                </c:pt>
                <c:pt idx="3">
                  <c:v>0.6427493237285349</c:v>
                </c:pt>
                <c:pt idx="4">
                  <c:v>0.7107516050107623</c:v>
                </c:pt>
                <c:pt idx="5">
                  <c:v>0.7117195471613551</c:v>
                </c:pt>
                <c:pt idx="6">
                  <c:v>0.7082060870882604</c:v>
                </c:pt>
                <c:pt idx="7">
                  <c:v>0.7009725449582771</c:v>
                </c:pt>
                <c:pt idx="8">
                  <c:v>0.760147315108571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695391544189739"/>
          <c:min val="0.633357484418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0.7679559576152816</c:v>
                </c:pt>
                <c:pt idx="1">
                  <c:v>0.7679559576152816</c:v>
                </c:pt>
                <c:pt idx="2">
                  <c:v>0.7679559576152816</c:v>
                </c:pt>
                <c:pt idx="3">
                  <c:v>0.7679559576152816</c:v>
                </c:pt>
                <c:pt idx="4">
                  <c:v>0.7679559576152816</c:v>
                </c:pt>
                <c:pt idx="5">
                  <c:v>0.7679559576152816</c:v>
                </c:pt>
                <c:pt idx="6">
                  <c:v>0.7679559576152816</c:v>
                </c:pt>
                <c:pt idx="7">
                  <c:v>0.7679559576152816</c:v>
                </c:pt>
                <c:pt idx="8">
                  <c:v>0.7679559576152816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20577460591"/>
          <c:min val="0.75996514322861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0.7656368525806503</c:v>
                </c:pt>
                <c:pt idx="1">
                  <c:v>0.7655068973135796</c:v>
                </c:pt>
                <c:pt idx="2">
                  <c:v>0.771642287930605</c:v>
                </c:pt>
                <c:pt idx="3">
                  <c:v>0.8075138599252102</c:v>
                </c:pt>
                <c:pt idx="4">
                  <c:v>0.8239118476943292</c:v>
                </c:pt>
                <c:pt idx="5">
                  <c:v>0.8061349305933695</c:v>
                </c:pt>
                <c:pt idx="6">
                  <c:v>0.8347788233756271</c:v>
                </c:pt>
                <c:pt idx="7">
                  <c:v>0.8143547339526653</c:v>
                </c:pt>
                <c:pt idx="8">
                  <c:v>0.8056847024035625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20577460591"/>
          <c:min val="0.75996514322861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0.8296151747828842</c:v>
                </c:pt>
                <c:pt idx="1">
                  <c:v>0.8296151747828842</c:v>
                </c:pt>
                <c:pt idx="2">
                  <c:v>0.8296151747828842</c:v>
                </c:pt>
                <c:pt idx="3">
                  <c:v>0.8296151747828842</c:v>
                </c:pt>
                <c:pt idx="4">
                  <c:v>0.8296151747828842</c:v>
                </c:pt>
                <c:pt idx="5">
                  <c:v>0.8296151747828842</c:v>
                </c:pt>
                <c:pt idx="6">
                  <c:v>0.8296151747828842</c:v>
                </c:pt>
                <c:pt idx="7">
                  <c:v>0.8296151747828842</c:v>
                </c:pt>
                <c:pt idx="8">
                  <c:v>0.8296151747828842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0.8269802774411457</c:v>
                </c:pt>
                <c:pt idx="1">
                  <c:v>0.8087039877046016</c:v>
                </c:pt>
                <c:pt idx="2">
                  <c:v>0.8485374063052166</c:v>
                </c:pt>
                <c:pt idx="3">
                  <c:v>0.8533177771443917</c:v>
                </c:pt>
                <c:pt idx="4">
                  <c:v>0.8471338298701822</c:v>
                </c:pt>
                <c:pt idx="5">
                  <c:v>0.8582047796380128</c:v>
                </c:pt>
                <c:pt idx="6">
                  <c:v>0.8612674569575255</c:v>
                </c:pt>
                <c:pt idx="7">
                  <c:v>0.8610986774861933</c:v>
                </c:pt>
                <c:pt idx="8">
                  <c:v>0.8837465734341748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0.7247454932704448</c:v>
                </c:pt>
                <c:pt idx="1">
                  <c:v>0.7247454932704448</c:v>
                </c:pt>
                <c:pt idx="2">
                  <c:v>0.7247454932704448</c:v>
                </c:pt>
                <c:pt idx="3">
                  <c:v>0.7247454932704448</c:v>
                </c:pt>
                <c:pt idx="4">
                  <c:v>0.7247454932704448</c:v>
                </c:pt>
                <c:pt idx="5">
                  <c:v>0.7247454932704448</c:v>
                </c:pt>
                <c:pt idx="6">
                  <c:v>0.7247454932704448</c:v>
                </c:pt>
                <c:pt idx="7">
                  <c:v>0.7247454932704448</c:v>
                </c:pt>
                <c:pt idx="8">
                  <c:v>0.7247454932704448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8204611066193"/>
          <c:min val="0.6999115353835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0.7091698796790782</c:v>
                </c:pt>
                <c:pt idx="1">
                  <c:v>0.7066903681892592</c:v>
                </c:pt>
                <c:pt idx="2">
                  <c:v>0.7525988533616593</c:v>
                </c:pt>
                <c:pt idx="3">
                  <c:v>0.7546154097994816</c:v>
                </c:pt>
                <c:pt idx="4">
                  <c:v>0.7914257782604942</c:v>
                </c:pt>
                <c:pt idx="5">
                  <c:v>0.7478438189230078</c:v>
                </c:pt>
                <c:pt idx="6">
                  <c:v>0.7488199673862302</c:v>
                </c:pt>
                <c:pt idx="7">
                  <c:v>0.7756275467623768</c:v>
                </c:pt>
                <c:pt idx="8">
                  <c:v>0.7667323402256447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8204611066193"/>
          <c:min val="0.6999115353835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0.764081367200984</c:v>
                </c:pt>
                <c:pt idx="1">
                  <c:v>0.764081367200984</c:v>
                </c:pt>
                <c:pt idx="2">
                  <c:v>0.764081367200984</c:v>
                </c:pt>
                <c:pt idx="3">
                  <c:v>0.764081367200984</c:v>
                </c:pt>
                <c:pt idx="4">
                  <c:v>0.764081367200984</c:v>
                </c:pt>
                <c:pt idx="5">
                  <c:v>0.764081367200984</c:v>
                </c:pt>
                <c:pt idx="6">
                  <c:v>0.764081367200984</c:v>
                </c:pt>
                <c:pt idx="7">
                  <c:v>0.764081367200984</c:v>
                </c:pt>
                <c:pt idx="8">
                  <c:v>0.764081367200984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4290924728245"/>
          <c:min val="0.7542245960973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0.7583076648129263</c:v>
                </c:pt>
                <c:pt idx="1">
                  <c:v>0.7630521193842345</c:v>
                </c:pt>
                <c:pt idx="2">
                  <c:v>0.7710994670969925</c:v>
                </c:pt>
                <c:pt idx="3">
                  <c:v>0.7725067556672072</c:v>
                </c:pt>
                <c:pt idx="4">
                  <c:v>0.7857387641511895</c:v>
                </c:pt>
                <c:pt idx="5">
                  <c:v>0.7741261715505878</c:v>
                </c:pt>
                <c:pt idx="6">
                  <c:v>0.8093460237572765</c:v>
                </c:pt>
                <c:pt idx="7">
                  <c:v>0.7894982931192939</c:v>
                </c:pt>
                <c:pt idx="8">
                  <c:v>0.7910871626236404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4290924728245"/>
          <c:min val="0.7542245960973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5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0.31713747379427826</c:v>
                </c:pt>
                <c:pt idx="1">
                  <c:v>0.3109520570221026</c:v>
                </c:pt>
                <c:pt idx="2">
                  <c:v>0.26936792073970256</c:v>
                </c:pt>
                <c:pt idx="3">
                  <c:v>0.25923742865142274</c:v>
                </c:pt>
                <c:pt idx="4">
                  <c:v>0.28802663402755346</c:v>
                </c:pt>
                <c:pt idx="5">
                  <c:v>0.2522536048556422</c:v>
                </c:pt>
                <c:pt idx="6">
                  <c:v>0.2814382917298273</c:v>
                </c:pt>
                <c:pt idx="7">
                  <c:v>0.27420156969271625</c:v>
                </c:pt>
                <c:pt idx="8">
                  <c:v>0.2547096501720273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0.30326002083588016</c:v>
                </c:pt>
                <c:pt idx="1">
                  <c:v>0.29639654583038577</c:v>
                </c:pt>
                <c:pt idx="2">
                  <c:v>0.3390292942827001</c:v>
                </c:pt>
                <c:pt idx="3">
                  <c:v>0.37622564319803664</c:v>
                </c:pt>
                <c:pt idx="4">
                  <c:v>0.3528105644799664</c:v>
                </c:pt>
                <c:pt idx="5">
                  <c:v>0.3812702104766656</c:v>
                </c:pt>
                <c:pt idx="6">
                  <c:v>0.3534855433979211</c:v>
                </c:pt>
                <c:pt idx="7">
                  <c:v>0.34608379810752854</c:v>
                </c:pt>
                <c:pt idx="8">
                  <c:v>0.3375199157889664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159153892634746"/>
          <c:min val="0.241932276405960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0.2892566209123303</c:v>
                </c:pt>
                <c:pt idx="1">
                  <c:v>0.2850991531225518</c:v>
                </c:pt>
                <c:pt idx="2">
                  <c:v>0.22913601437013595</c:v>
                </c:pt>
                <c:pt idx="3">
                  <c:v>0.2665478695529784</c:v>
                </c:pt>
                <c:pt idx="4">
                  <c:v>0.26751597244136405</c:v>
                </c:pt>
                <c:pt idx="5">
                  <c:v>0.2496351181322522</c:v>
                </c:pt>
                <c:pt idx="6">
                  <c:v>0.2672908228086659</c:v>
                </c:pt>
                <c:pt idx="7">
                  <c:v>0.27640503035728414</c:v>
                </c:pt>
                <c:pt idx="8">
                  <c:v>0.31269382849605076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0.325288260133191</c:v>
                </c:pt>
                <c:pt idx="1">
                  <c:v>0.33788313605155557</c:v>
                </c:pt>
                <c:pt idx="2">
                  <c:v>0.31729316905619376</c:v>
                </c:pt>
                <c:pt idx="3">
                  <c:v>0.313489496687586</c:v>
                </c:pt>
                <c:pt idx="4">
                  <c:v>0.32593341694753003</c:v>
                </c:pt>
                <c:pt idx="5">
                  <c:v>0.3554438709034418</c:v>
                </c:pt>
                <c:pt idx="6">
                  <c:v>0.32865055012731287</c:v>
                </c:pt>
                <c:pt idx="7">
                  <c:v>0.3568807992495583</c:v>
                </c:pt>
                <c:pt idx="8">
                  <c:v>0.32920357460921906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71003820399121"/>
          <c:min val="0.21891643157978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0.22364391702792213</c:v>
                </c:pt>
                <c:pt idx="1">
                  <c:v>0.2643354607003325</c:v>
                </c:pt>
                <c:pt idx="2">
                  <c:v>0.2475521520939869</c:v>
                </c:pt>
                <c:pt idx="3">
                  <c:v>0.2683524602627978</c:v>
                </c:pt>
                <c:pt idx="4">
                  <c:v>0.26227699795569076</c:v>
                </c:pt>
                <c:pt idx="5">
                  <c:v>0.2571613807927676</c:v>
                </c:pt>
                <c:pt idx="6">
                  <c:v>0.2355633435427333</c:v>
                </c:pt>
                <c:pt idx="7">
                  <c:v>0.2566315288577019</c:v>
                </c:pt>
                <c:pt idx="8">
                  <c:v>0.2692494625236581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0.23966630972374162</c:v>
                </c:pt>
                <c:pt idx="1">
                  <c:v>0.2843156547560736</c:v>
                </c:pt>
                <c:pt idx="2">
                  <c:v>0.3142329704368368</c:v>
                </c:pt>
                <c:pt idx="3">
                  <c:v>0.33228610752593074</c:v>
                </c:pt>
                <c:pt idx="4">
                  <c:v>0.2792066246557539</c:v>
                </c:pt>
                <c:pt idx="5">
                  <c:v>0.30599143927233813</c:v>
                </c:pt>
                <c:pt idx="6">
                  <c:v>0.31943107572363444</c:v>
                </c:pt>
                <c:pt idx="7">
                  <c:v>0.3062255588287744</c:v>
                </c:pt>
                <c:pt idx="8">
                  <c:v>0.2987941196062456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4097748276577144"/>
          <c:min val="0.214952541788081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0.37891095270213265</c:v>
                </c:pt>
                <c:pt idx="1">
                  <c:v>0.3991252395371225</c:v>
                </c:pt>
                <c:pt idx="2">
                  <c:v>0.41902112083962284</c:v>
                </c:pt>
                <c:pt idx="3">
                  <c:v>0.4202262015167772</c:v>
                </c:pt>
                <c:pt idx="4">
                  <c:v>0.43977089104174516</c:v>
                </c:pt>
                <c:pt idx="5">
                  <c:v>0.4136710638326979</c:v>
                </c:pt>
                <c:pt idx="6">
                  <c:v>0.4381268023005255</c:v>
                </c:pt>
                <c:pt idx="7">
                  <c:v>0.4340735399976089</c:v>
                </c:pt>
                <c:pt idx="8">
                  <c:v>0.43486613895523457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0.4096930689393579</c:v>
                </c:pt>
                <c:pt idx="1">
                  <c:v>0.42334294845284676</c:v>
                </c:pt>
                <c:pt idx="2">
                  <c:v>0.4298145637875713</c:v>
                </c:pt>
                <c:pt idx="3">
                  <c:v>0.46530624189407344</c:v>
                </c:pt>
                <c:pt idx="4">
                  <c:v>0.5046067990041103</c:v>
                </c:pt>
                <c:pt idx="5">
                  <c:v>0.49982978021352104</c:v>
                </c:pt>
                <c:pt idx="6">
                  <c:v>0.47076448254823255</c:v>
                </c:pt>
                <c:pt idx="7">
                  <c:v>0.42751624537415767</c:v>
                </c:pt>
                <c:pt idx="8">
                  <c:v>0.44077889409380927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46624667082685"/>
          <c:min val="0.368855284997974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0.2586383952673779</c:v>
                </c:pt>
                <c:pt idx="1">
                  <c:v>0.24030759339255026</c:v>
                </c:pt>
                <c:pt idx="2">
                  <c:v>0.00870928028661023</c:v>
                </c:pt>
                <c:pt idx="3">
                  <c:v>0.26240227440841246</c:v>
                </c:pt>
                <c:pt idx="4">
                  <c:v>0.2333345020973162</c:v>
                </c:pt>
                <c:pt idx="5">
                  <c:v>0.26642465510174757</c:v>
                </c:pt>
                <c:pt idx="6">
                  <c:v>0.24147762513955529</c:v>
                </c:pt>
                <c:pt idx="7">
                  <c:v>0.29338684273210636</c:v>
                </c:pt>
                <c:pt idx="8">
                  <c:v>0.2755594522876118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0.2712302993952867</c:v>
                </c:pt>
                <c:pt idx="1">
                  <c:v>0.2676823493663418</c:v>
                </c:pt>
                <c:pt idx="2">
                  <c:v>0.26741016225495146</c:v>
                </c:pt>
                <c:pt idx="3">
                  <c:v>0.25659715206884604</c:v>
                </c:pt>
                <c:pt idx="4">
                  <c:v>0.26514511364028587</c:v>
                </c:pt>
                <c:pt idx="5">
                  <c:v>0.3072235045142705</c:v>
                </c:pt>
                <c:pt idx="6">
                  <c:v>0.27954279934959736</c:v>
                </c:pt>
                <c:pt idx="7">
                  <c:v>0.2442567963739825</c:v>
                </c:pt>
                <c:pt idx="8">
                  <c:v>0.23984444428434668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3110464245248333"/>
          <c:min val="-0.01517185765160259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0.32967069782860353</c:v>
                </c:pt>
                <c:pt idx="1">
                  <c:v>0.3877667535449034</c:v>
                </c:pt>
                <c:pt idx="2">
                  <c:v>0.3583007531965636</c:v>
                </c:pt>
                <c:pt idx="3">
                  <c:v>0.36321453545863436</c:v>
                </c:pt>
                <c:pt idx="4">
                  <c:v>0.3370045632058841</c:v>
                </c:pt>
                <c:pt idx="5">
                  <c:v>0.3571323766763506</c:v>
                </c:pt>
                <c:pt idx="6">
                  <c:v>0.41716810037898605</c:v>
                </c:pt>
                <c:pt idx="7">
                  <c:v>0.40133761020915626</c:v>
                </c:pt>
                <c:pt idx="8">
                  <c:v>0.35709564195536037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0.35896239979595923</c:v>
                </c:pt>
                <c:pt idx="1">
                  <c:v>0.327552152214383</c:v>
                </c:pt>
                <c:pt idx="2">
                  <c:v>0.3179449644392812</c:v>
                </c:pt>
                <c:pt idx="3">
                  <c:v>0.2873628223633429</c:v>
                </c:pt>
                <c:pt idx="4">
                  <c:v>0.3446260421213702</c:v>
                </c:pt>
                <c:pt idx="5">
                  <c:v>0.32774365430591584</c:v>
                </c:pt>
                <c:pt idx="6">
                  <c:v>0.31818503279078325</c:v>
                </c:pt>
                <c:pt idx="7">
                  <c:v>0.2980302788299183</c:v>
                </c:pt>
                <c:pt idx="8">
                  <c:v>0.3041966381890325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75525226202375"/>
          <c:min val="0.27697840012209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0.3558251708981371</c:v>
                </c:pt>
                <c:pt idx="1">
                  <c:v>0.3798936492806437</c:v>
                </c:pt>
                <c:pt idx="2">
                  <c:v>0.385581165986674</c:v>
                </c:pt>
                <c:pt idx="3">
                  <c:v>0.3813749250230264</c:v>
                </c:pt>
                <c:pt idx="4">
                  <c:v>0.38073352192299237</c:v>
                </c:pt>
                <c:pt idx="5">
                  <c:v>0.38001033098419923</c:v>
                </c:pt>
                <c:pt idx="6">
                  <c:v>0.37505182327535785</c:v>
                </c:pt>
                <c:pt idx="7">
                  <c:v>0.35494258144348245</c:v>
                </c:pt>
                <c:pt idx="8">
                  <c:v>0.3532837948793073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0.3585870997353427</c:v>
                </c:pt>
                <c:pt idx="1">
                  <c:v>0.35458685469388723</c:v>
                </c:pt>
                <c:pt idx="2">
                  <c:v>0.36165650150556367</c:v>
                </c:pt>
                <c:pt idx="3">
                  <c:v>0.3348316445215471</c:v>
                </c:pt>
                <c:pt idx="4">
                  <c:v>0.3255468104831214</c:v>
                </c:pt>
                <c:pt idx="5">
                  <c:v>0.27358479914346445</c:v>
                </c:pt>
                <c:pt idx="6">
                  <c:v>0.26483191716612986</c:v>
                </c:pt>
                <c:pt idx="7">
                  <c:v>0.30559423249928913</c:v>
                </c:pt>
                <c:pt idx="8">
                  <c:v>0.290893432896218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24110589231753"/>
          <c:min val="0.255171977260486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0.3962371687493441</c:v>
                </c:pt>
                <c:pt idx="1">
                  <c:v>0.35130833182782695</c:v>
                </c:pt>
                <c:pt idx="2">
                  <c:v>0.3814945324099297</c:v>
                </c:pt>
                <c:pt idx="3">
                  <c:v>0.35157176905696197</c:v>
                </c:pt>
                <c:pt idx="4">
                  <c:v>0.3480661347504739</c:v>
                </c:pt>
                <c:pt idx="5">
                  <c:v>0.3465674421355034</c:v>
                </c:pt>
                <c:pt idx="6">
                  <c:v>0.31598036669914153</c:v>
                </c:pt>
                <c:pt idx="7">
                  <c:v>0.3241157561190985</c:v>
                </c:pt>
                <c:pt idx="8">
                  <c:v>0.3154842653325761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0.3422442683982557</c:v>
                </c:pt>
                <c:pt idx="1">
                  <c:v>0.30275857684083657</c:v>
                </c:pt>
                <c:pt idx="2">
                  <c:v>0.2992509347415161</c:v>
                </c:pt>
                <c:pt idx="3">
                  <c:v>0.31440067132491406</c:v>
                </c:pt>
                <c:pt idx="4">
                  <c:v>0.3144372348913849</c:v>
                </c:pt>
                <c:pt idx="5">
                  <c:v>0.2892952965502566</c:v>
                </c:pt>
                <c:pt idx="6">
                  <c:v>0.3092014595904435</c:v>
                </c:pt>
                <c:pt idx="7">
                  <c:v>0.3299441726866129</c:v>
                </c:pt>
                <c:pt idx="8">
                  <c:v>0.31142212525542723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47925185252711"/>
          <c:min val="0.28073994677432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0.2990529280706496</c:v>
                </c:pt>
                <c:pt idx="1">
                  <c:v>0.2727011040063565</c:v>
                </c:pt>
                <c:pt idx="2">
                  <c:v>0.2955503382263501</c:v>
                </c:pt>
                <c:pt idx="3">
                  <c:v>0.2572753917672002</c:v>
                </c:pt>
                <c:pt idx="4">
                  <c:v>0.3124708970998054</c:v>
                </c:pt>
                <c:pt idx="5">
                  <c:v>0.3304492603818829</c:v>
                </c:pt>
                <c:pt idx="6">
                  <c:v>0.3032754021561529</c:v>
                </c:pt>
                <c:pt idx="7">
                  <c:v>0.2891980798911764</c:v>
                </c:pt>
                <c:pt idx="8">
                  <c:v>0.23454824232009366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0.24661742239154738</c:v>
                </c:pt>
                <c:pt idx="1">
                  <c:v>0.24004029508806185</c:v>
                </c:pt>
                <c:pt idx="2">
                  <c:v>0.24940292528925292</c:v>
                </c:pt>
                <c:pt idx="3">
                  <c:v>0.2631586236712383</c:v>
                </c:pt>
                <c:pt idx="4">
                  <c:v>0.2812828205297432</c:v>
                </c:pt>
                <c:pt idx="5">
                  <c:v>0.22543565929735812</c:v>
                </c:pt>
                <c:pt idx="6">
                  <c:v>0.2278646662732851</c:v>
                </c:pt>
                <c:pt idx="7">
                  <c:v>0.24994322964211477</c:v>
                </c:pt>
                <c:pt idx="8">
                  <c:v>0.26827646126436744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3885034846864487"/>
          <c:min val="0.21703457121059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0.36930521933756905</c:v>
                </c:pt>
                <c:pt idx="1">
                  <c:v>0.35858243114410887</c:v>
                </c:pt>
                <c:pt idx="2">
                  <c:v>0.3532078996700045</c:v>
                </c:pt>
                <c:pt idx="3">
                  <c:v>0.3524304861402352</c:v>
                </c:pt>
                <c:pt idx="4">
                  <c:v>0.3275130509882466</c:v>
                </c:pt>
                <c:pt idx="5">
                  <c:v>0.31549199683926954</c:v>
                </c:pt>
                <c:pt idx="6">
                  <c:v>0.3185336360543459</c:v>
                </c:pt>
                <c:pt idx="7">
                  <c:v>0.2897951954464396</c:v>
                </c:pt>
                <c:pt idx="8">
                  <c:v>0.33574857371621214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0.30990372868984173</c:v>
                </c:pt>
                <c:pt idx="1">
                  <c:v>0.30192574069543204</c:v>
                </c:pt>
                <c:pt idx="2">
                  <c:v>0.32400278888999823</c:v>
                </c:pt>
                <c:pt idx="3">
                  <c:v>0.30100674148451523</c:v>
                </c:pt>
                <c:pt idx="4">
                  <c:v>0.29188708103859884</c:v>
                </c:pt>
                <c:pt idx="5">
                  <c:v>0.26357335238106544</c:v>
                </c:pt>
                <c:pt idx="6">
                  <c:v>0.3219152134826161</c:v>
                </c:pt>
                <c:pt idx="7">
                  <c:v>0.31313867112875876</c:v>
                </c:pt>
                <c:pt idx="8">
                  <c:v>0.33515577217937664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776376869408934"/>
          <c:min val="0.255114803024545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0.2281900213400286</c:v>
                </c:pt>
                <c:pt idx="1">
                  <c:v>0.2281900213400286</c:v>
                </c:pt>
                <c:pt idx="2">
                  <c:v>0.2281900213400286</c:v>
                </c:pt>
                <c:pt idx="3">
                  <c:v>0.2281900213400286</c:v>
                </c:pt>
                <c:pt idx="4">
                  <c:v>0.2281900213400286</c:v>
                </c:pt>
                <c:pt idx="5">
                  <c:v>0.2281900213400286</c:v>
                </c:pt>
                <c:pt idx="6">
                  <c:v>0.2281900213400286</c:v>
                </c:pt>
                <c:pt idx="7">
                  <c:v>0.2281900213400286</c:v>
                </c:pt>
                <c:pt idx="8">
                  <c:v>0.2281900213400286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764779272240143"/>
          <c:min val="0.16041126453976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0.20187026928221874</c:v>
                </c:pt>
                <c:pt idx="1">
                  <c:v>0.17815171475925373</c:v>
                </c:pt>
                <c:pt idx="2">
                  <c:v>0.2802085955919637</c:v>
                </c:pt>
                <c:pt idx="3">
                  <c:v>0.2506739386596604</c:v>
                </c:pt>
                <c:pt idx="4">
                  <c:v>0.38181624128376623</c:v>
                </c:pt>
                <c:pt idx="5">
                  <c:v>0.3136515890604151</c:v>
                </c:pt>
                <c:pt idx="6">
                  <c:v>0.3417736814931177</c:v>
                </c:pt>
                <c:pt idx="7">
                  <c:v>0.3132255585304229</c:v>
                </c:pt>
                <c:pt idx="8">
                  <c:v>0.399907342502909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764779272240143"/>
          <c:min val="0.16041126453976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0.20214137796041168</c:v>
                </c:pt>
                <c:pt idx="1">
                  <c:v>0.20214137796041168</c:v>
                </c:pt>
                <c:pt idx="2">
                  <c:v>0.20214137796041168</c:v>
                </c:pt>
                <c:pt idx="3">
                  <c:v>0.20214137796041168</c:v>
                </c:pt>
                <c:pt idx="4">
                  <c:v>0.20214137796041168</c:v>
                </c:pt>
                <c:pt idx="5">
                  <c:v>0.20214137796041168</c:v>
                </c:pt>
                <c:pt idx="6">
                  <c:v>0.20214137796041168</c:v>
                </c:pt>
                <c:pt idx="7">
                  <c:v>0.20214137796041168</c:v>
                </c:pt>
                <c:pt idx="8">
                  <c:v>0.20214137796041168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359330658841876"/>
          <c:min val="0.18755650318612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0.2145583870490643</c:v>
                </c:pt>
                <c:pt idx="1">
                  <c:v>0.19486938617938487</c:v>
                </c:pt>
                <c:pt idx="2">
                  <c:v>0.19765828215672646</c:v>
                </c:pt>
                <c:pt idx="3">
                  <c:v>0.22710960621017634</c:v>
                </c:pt>
                <c:pt idx="4">
                  <c:v>0.2696239349543333</c:v>
                </c:pt>
                <c:pt idx="5">
                  <c:v>0.27913716212213147</c:v>
                </c:pt>
                <c:pt idx="6">
                  <c:v>0.286280423595157</c:v>
                </c:pt>
                <c:pt idx="7">
                  <c:v>0.26077429691960047</c:v>
                </c:pt>
                <c:pt idx="8">
                  <c:v>0.24883041450418045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359330658841876"/>
          <c:min val="0.18755650318612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0.3145558207676618</c:v>
                </c:pt>
                <c:pt idx="1">
                  <c:v>0.3145558207676618</c:v>
                </c:pt>
                <c:pt idx="2">
                  <c:v>0.3145558207676618</c:v>
                </c:pt>
                <c:pt idx="3">
                  <c:v>0.3145558207676618</c:v>
                </c:pt>
                <c:pt idx="4">
                  <c:v>0.3145558207676618</c:v>
                </c:pt>
                <c:pt idx="5">
                  <c:v>0.3145558207676618</c:v>
                </c:pt>
                <c:pt idx="6">
                  <c:v>0.3145558207676618</c:v>
                </c:pt>
                <c:pt idx="7">
                  <c:v>0.3145558207676618</c:v>
                </c:pt>
                <c:pt idx="8">
                  <c:v>0.3145558207676618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09558130123906"/>
          <c:min val="0.2551121813935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0.2647662089733541</c:v>
                </c:pt>
                <c:pt idx="1">
                  <c:v>0.32044347514010435</c:v>
                </c:pt>
                <c:pt idx="2">
                  <c:v>0.35506547577637093</c:v>
                </c:pt>
                <c:pt idx="3">
                  <c:v>0.3350133475187492</c:v>
                </c:pt>
                <c:pt idx="4">
                  <c:v>0.36402478493966556</c:v>
                </c:pt>
                <c:pt idx="5">
                  <c:v>0.3465888278894056</c:v>
                </c:pt>
                <c:pt idx="6">
                  <c:v>0.3369687231254787</c:v>
                </c:pt>
                <c:pt idx="7">
                  <c:v>0.35301769906443353</c:v>
                </c:pt>
                <c:pt idx="8">
                  <c:v>0.3854415537213957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09558130123906"/>
          <c:min val="0.2551121813935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0.31300758741644685</c:v>
                </c:pt>
                <c:pt idx="1">
                  <c:v>0.31300758741644685</c:v>
                </c:pt>
                <c:pt idx="2">
                  <c:v>0.31300758741644685</c:v>
                </c:pt>
                <c:pt idx="3">
                  <c:v>0.31300758741644685</c:v>
                </c:pt>
                <c:pt idx="4">
                  <c:v>0.31300758741644685</c:v>
                </c:pt>
                <c:pt idx="5">
                  <c:v>0.31300758741644685</c:v>
                </c:pt>
                <c:pt idx="6">
                  <c:v>0.31300758741644685</c:v>
                </c:pt>
                <c:pt idx="7">
                  <c:v>0.31300758741644685</c:v>
                </c:pt>
                <c:pt idx="8">
                  <c:v>0.31300758741644685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06010364836796"/>
          <c:min val="0.28960665265868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0.30326002083588016</c:v>
                </c:pt>
                <c:pt idx="1">
                  <c:v>0.29639654583038577</c:v>
                </c:pt>
                <c:pt idx="2">
                  <c:v>0.3390292942827001</c:v>
                </c:pt>
                <c:pt idx="3">
                  <c:v>0.37622564319803664</c:v>
                </c:pt>
                <c:pt idx="4">
                  <c:v>0.3528105644799664</c:v>
                </c:pt>
                <c:pt idx="5">
                  <c:v>0.3812702104766656</c:v>
                </c:pt>
                <c:pt idx="6">
                  <c:v>0.3534855433979211</c:v>
                </c:pt>
                <c:pt idx="7">
                  <c:v>0.34608379810752854</c:v>
                </c:pt>
                <c:pt idx="8">
                  <c:v>0.3375199157889664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06010364836796"/>
          <c:min val="0.28960665265868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0.4203221152109507</c:v>
                </c:pt>
                <c:pt idx="1">
                  <c:v>0.4203221152109507</c:v>
                </c:pt>
                <c:pt idx="2">
                  <c:v>0.4203221152109507</c:v>
                </c:pt>
                <c:pt idx="3">
                  <c:v>0.4203221152109507</c:v>
                </c:pt>
                <c:pt idx="4">
                  <c:v>0.4203221152109507</c:v>
                </c:pt>
                <c:pt idx="5">
                  <c:v>0.4203221152109507</c:v>
                </c:pt>
                <c:pt idx="6">
                  <c:v>0.4203221152109507</c:v>
                </c:pt>
                <c:pt idx="7">
                  <c:v>0.4203221152109507</c:v>
                </c:pt>
                <c:pt idx="8">
                  <c:v>0.4203221152109507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21998974092905"/>
          <c:min val="0.402099970534177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0.4096930689393579</c:v>
                </c:pt>
                <c:pt idx="1">
                  <c:v>0.42334294845284676</c:v>
                </c:pt>
                <c:pt idx="2">
                  <c:v>0.4298145637875713</c:v>
                </c:pt>
                <c:pt idx="3">
                  <c:v>0.46530624189407344</c:v>
                </c:pt>
                <c:pt idx="4">
                  <c:v>0.5046067990041103</c:v>
                </c:pt>
                <c:pt idx="5">
                  <c:v>0.49982978021352104</c:v>
                </c:pt>
                <c:pt idx="6">
                  <c:v>0.47076448254823255</c:v>
                </c:pt>
                <c:pt idx="7">
                  <c:v>0.42751624537415767</c:v>
                </c:pt>
                <c:pt idx="8">
                  <c:v>0.44077889409380927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21998974092905"/>
          <c:min val="0.402099970534177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6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10328.754193548388</c:v>
                </c:pt>
                <c:pt idx="1">
                  <c:v>11427.873333333333</c:v>
                </c:pt>
                <c:pt idx="2">
                  <c:v>10489.561935483871</c:v>
                </c:pt>
                <c:pt idx="3">
                  <c:v>13017.831333333334</c:v>
                </c:pt>
                <c:pt idx="4">
                  <c:v>10791.459677419354</c:v>
                </c:pt>
                <c:pt idx="5">
                  <c:v>12399.648888888889</c:v>
                </c:pt>
                <c:pt idx="6">
                  <c:v>12201.710000000001</c:v>
                </c:pt>
                <c:pt idx="7">
                  <c:v>11725.143793103447</c:v>
                </c:pt>
                <c:pt idx="8">
                  <c:v>10448.274333333333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12568.287096774195</c:v>
                </c:pt>
                <c:pt idx="1">
                  <c:v>11738.365483870968</c:v>
                </c:pt>
                <c:pt idx="2">
                  <c:v>12995.7303125</c:v>
                </c:pt>
                <c:pt idx="3">
                  <c:v>18676.97090909091</c:v>
                </c:pt>
                <c:pt idx="4">
                  <c:v>16177.240000000002</c:v>
                </c:pt>
                <c:pt idx="5">
                  <c:v>19904.307727272728</c:v>
                </c:pt>
                <c:pt idx="6">
                  <c:v>18240.234545454543</c:v>
                </c:pt>
                <c:pt idx="7">
                  <c:v>16730.18590909091</c:v>
                </c:pt>
                <c:pt idx="8">
                  <c:v>16917.185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70.352009970677"/>
          <c:min val="9562.70991085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9764.897857142858</c:v>
                </c:pt>
                <c:pt idx="1">
                  <c:v>8678.790769230769</c:v>
                </c:pt>
                <c:pt idx="2">
                  <c:v>9303.0175</c:v>
                </c:pt>
                <c:pt idx="3">
                  <c:v>10658.23076923077</c:v>
                </c:pt>
                <c:pt idx="4">
                  <c:v>7869.699230769231</c:v>
                </c:pt>
                <c:pt idx="5">
                  <c:v>7347.306</c:v>
                </c:pt>
                <c:pt idx="6">
                  <c:v>9855.274705882353</c:v>
                </c:pt>
                <c:pt idx="7">
                  <c:v>7699.027647058823</c:v>
                </c:pt>
                <c:pt idx="8">
                  <c:v>7507.301875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8179.029333333334</c:v>
                </c:pt>
                <c:pt idx="1">
                  <c:v>11351.606</c:v>
                </c:pt>
                <c:pt idx="2">
                  <c:v>11348.378125</c:v>
                </c:pt>
                <c:pt idx="3">
                  <c:v>10600.176666666666</c:v>
                </c:pt>
                <c:pt idx="4">
                  <c:v>11325.422857142858</c:v>
                </c:pt>
                <c:pt idx="5">
                  <c:v>12711.343571428572</c:v>
                </c:pt>
                <c:pt idx="6">
                  <c:v>14741.235</c:v>
                </c:pt>
                <c:pt idx="7">
                  <c:v>12810.621428571429</c:v>
                </c:pt>
                <c:pt idx="8">
                  <c:v>11966.292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332.74932"/>
          <c:min val="6755.79167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9005.116451612903</c:v>
                </c:pt>
                <c:pt idx="1">
                  <c:v>8209.987</c:v>
                </c:pt>
                <c:pt idx="2">
                  <c:v>9264.968666666666</c:v>
                </c:pt>
                <c:pt idx="3">
                  <c:v>9190.243928571428</c:v>
                </c:pt>
                <c:pt idx="4">
                  <c:v>8732.873666666666</c:v>
                </c:pt>
                <c:pt idx="5">
                  <c:v>7422.641290322581</c:v>
                </c:pt>
                <c:pt idx="6">
                  <c:v>8026.841333333333</c:v>
                </c:pt>
                <c:pt idx="7">
                  <c:v>9464.78103448276</c:v>
                </c:pt>
                <c:pt idx="8">
                  <c:v>6550.932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10611.027333333333</c:v>
                </c:pt>
                <c:pt idx="1">
                  <c:v>10414.379666666668</c:v>
                </c:pt>
                <c:pt idx="2">
                  <c:v>11926.784333333335</c:v>
                </c:pt>
                <c:pt idx="3">
                  <c:v>10534.514666666666</c:v>
                </c:pt>
                <c:pt idx="4">
                  <c:v>9907.659666666666</c:v>
                </c:pt>
                <c:pt idx="5">
                  <c:v>10351.077</c:v>
                </c:pt>
                <c:pt idx="6">
                  <c:v>11370.130333333333</c:v>
                </c:pt>
                <c:pt idx="7">
                  <c:v>11587.91</c:v>
                </c:pt>
                <c:pt idx="8">
                  <c:v>11913.973870967742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356.852520000002"/>
          <c:min val="6120.86381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10464.691111111111</c:v>
                </c:pt>
                <c:pt idx="1">
                  <c:v>10598.75791044776</c:v>
                </c:pt>
                <c:pt idx="2">
                  <c:v>9936.139264705882</c:v>
                </c:pt>
                <c:pt idx="3">
                  <c:v>11544.699354838709</c:v>
                </c:pt>
                <c:pt idx="4">
                  <c:v>10406.224166666665</c:v>
                </c:pt>
                <c:pt idx="5">
                  <c:v>10268.630833333333</c:v>
                </c:pt>
                <c:pt idx="6">
                  <c:v>10486.227796610168</c:v>
                </c:pt>
                <c:pt idx="7">
                  <c:v>11912.330677966102</c:v>
                </c:pt>
                <c:pt idx="8">
                  <c:v>12592.016428571429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15299.831063829788</c:v>
                </c:pt>
                <c:pt idx="1">
                  <c:v>12155.488000000001</c:v>
                </c:pt>
                <c:pt idx="2">
                  <c:v>13641.5075</c:v>
                </c:pt>
                <c:pt idx="3">
                  <c:v>13936.715098039214</c:v>
                </c:pt>
                <c:pt idx="4">
                  <c:v>11463.250925925926</c:v>
                </c:pt>
                <c:pt idx="5">
                  <c:v>13330.338269230768</c:v>
                </c:pt>
                <c:pt idx="6">
                  <c:v>13793.457884615385</c:v>
                </c:pt>
                <c:pt idx="7">
                  <c:v>12737.355294117648</c:v>
                </c:pt>
                <c:pt idx="8">
                  <c:v>13461.524629629628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8.9264077597"/>
          <c:min val="9507.04392077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22023.341607142855</c:v>
                </c:pt>
                <c:pt idx="1">
                  <c:v>19217.601607142857</c:v>
                </c:pt>
                <c:pt idx="2">
                  <c:v>18454.186964285713</c:v>
                </c:pt>
                <c:pt idx="3">
                  <c:v>21655.280727272726</c:v>
                </c:pt>
                <c:pt idx="4">
                  <c:v>20391.88298245614</c:v>
                </c:pt>
                <c:pt idx="5">
                  <c:v>22539.512363636364</c:v>
                </c:pt>
                <c:pt idx="6">
                  <c:v>21403.871578947368</c:v>
                </c:pt>
                <c:pt idx="7">
                  <c:v>23294.62290909091</c:v>
                </c:pt>
                <c:pt idx="8">
                  <c:v>21020.890701754386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23475.514915254236</c:v>
                </c:pt>
                <c:pt idx="1">
                  <c:v>23337.72931034483</c:v>
                </c:pt>
                <c:pt idx="2">
                  <c:v>22617.461967213112</c:v>
                </c:pt>
                <c:pt idx="3">
                  <c:v>24611.61254237288</c:v>
                </c:pt>
                <c:pt idx="4">
                  <c:v>21073.333749999998</c:v>
                </c:pt>
                <c:pt idx="5">
                  <c:v>22502.24103448276</c:v>
                </c:pt>
                <c:pt idx="6">
                  <c:v>27668.12448275862</c:v>
                </c:pt>
                <c:pt idx="7">
                  <c:v>21892.897966101693</c:v>
                </c:pt>
                <c:pt idx="8">
                  <c:v>23934.38051724138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05.239484236452"/>
          <c:min val="17717.071962807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14543.932727272728</c:v>
                </c:pt>
                <c:pt idx="1">
                  <c:v>9626.62</c:v>
                </c:pt>
                <c:pt idx="2">
                  <c:v>9889.238333333333</c:v>
                </c:pt>
                <c:pt idx="3">
                  <c:v>13529.358181818183</c:v>
                </c:pt>
                <c:pt idx="4">
                  <c:v>11468.91090909091</c:v>
                </c:pt>
                <c:pt idx="5">
                  <c:v>9941.029166666667</c:v>
                </c:pt>
                <c:pt idx="6">
                  <c:v>12283.417</c:v>
                </c:pt>
                <c:pt idx="7">
                  <c:v>11253.09</c:v>
                </c:pt>
                <c:pt idx="8">
                  <c:v>8708.986363636364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10681.267272727273</c:v>
                </c:pt>
                <c:pt idx="1">
                  <c:v>8268.094000000001</c:v>
                </c:pt>
                <c:pt idx="2">
                  <c:v>10048.831</c:v>
                </c:pt>
                <c:pt idx="3">
                  <c:v>9629.965833333334</c:v>
                </c:pt>
                <c:pt idx="4">
                  <c:v>7816.510833333334</c:v>
                </c:pt>
                <c:pt idx="5">
                  <c:v>10926.842499999999</c:v>
                </c:pt>
                <c:pt idx="6">
                  <c:v>11564.562727272727</c:v>
                </c:pt>
                <c:pt idx="7">
                  <c:v>9953.628999999999</c:v>
                </c:pt>
                <c:pt idx="8">
                  <c:v>10012.837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82.126478787879"/>
          <c:min val="7278.31708181818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14196.569411764705</c:v>
                </c:pt>
                <c:pt idx="1">
                  <c:v>14259.261176470589</c:v>
                </c:pt>
                <c:pt idx="2">
                  <c:v>13111.632352941177</c:v>
                </c:pt>
                <c:pt idx="3">
                  <c:v>12927.792222222222</c:v>
                </c:pt>
                <c:pt idx="4">
                  <c:v>11880.529444444444</c:v>
                </c:pt>
                <c:pt idx="5">
                  <c:v>13848.808823529413</c:v>
                </c:pt>
                <c:pt idx="6">
                  <c:v>13785.644705882352</c:v>
                </c:pt>
                <c:pt idx="7">
                  <c:v>12634.707222222223</c:v>
                </c:pt>
                <c:pt idx="8">
                  <c:v>13481.645999999999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11006.317500000001</c:v>
                </c:pt>
                <c:pt idx="1">
                  <c:v>10758.536666666667</c:v>
                </c:pt>
                <c:pt idx="2">
                  <c:v>10693.837727272727</c:v>
                </c:pt>
                <c:pt idx="3">
                  <c:v>12764.419523809524</c:v>
                </c:pt>
                <c:pt idx="4">
                  <c:v>11819.966499999999</c:v>
                </c:pt>
                <c:pt idx="5">
                  <c:v>12314.305</c:v>
                </c:pt>
                <c:pt idx="6">
                  <c:v>13960.412608695651</c:v>
                </c:pt>
                <c:pt idx="7">
                  <c:v>12442.894782608697</c:v>
                </c:pt>
                <c:pt idx="8">
                  <c:v>12896.293913043479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44.495052406417"/>
          <c:min val="10408.6038513368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15285.79923076923</c:v>
                </c:pt>
                <c:pt idx="1">
                  <c:v>14679.894696969697</c:v>
                </c:pt>
                <c:pt idx="2">
                  <c:v>14093.677164179104</c:v>
                </c:pt>
                <c:pt idx="3">
                  <c:v>14364.368939393938</c:v>
                </c:pt>
                <c:pt idx="4">
                  <c:v>14823.901538461538</c:v>
                </c:pt>
                <c:pt idx="5">
                  <c:v>16683.807076923076</c:v>
                </c:pt>
                <c:pt idx="6">
                  <c:v>14813.223823529412</c:v>
                </c:pt>
                <c:pt idx="7">
                  <c:v>14842.673661971832</c:v>
                </c:pt>
                <c:pt idx="8">
                  <c:v>13457.332361111112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14875.225342465752</c:v>
                </c:pt>
                <c:pt idx="1">
                  <c:v>13274.013552631579</c:v>
                </c:pt>
                <c:pt idx="2">
                  <c:v>13958.210789473684</c:v>
                </c:pt>
                <c:pt idx="3">
                  <c:v>16108.256666666666</c:v>
                </c:pt>
                <c:pt idx="4">
                  <c:v>12898.752236842105</c:v>
                </c:pt>
                <c:pt idx="5">
                  <c:v>13809.881066666667</c:v>
                </c:pt>
                <c:pt idx="6">
                  <c:v>14742.652567567568</c:v>
                </c:pt>
                <c:pt idx="7">
                  <c:v>15072.556986301368</c:v>
                </c:pt>
                <c:pt idx="8">
                  <c:v>13680.323733333335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986.611464129553"/>
          <c:min val="12595.9478496356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11668.452765957447</c:v>
                </c:pt>
                <c:pt idx="1">
                  <c:v>11128.054285714286</c:v>
                </c:pt>
                <c:pt idx="2">
                  <c:v>12112.2398</c:v>
                </c:pt>
                <c:pt idx="3">
                  <c:v>10845.1246</c:v>
                </c:pt>
                <c:pt idx="4">
                  <c:v>13849.366734693876</c:v>
                </c:pt>
                <c:pt idx="5">
                  <c:v>13530.346530612245</c:v>
                </c:pt>
                <c:pt idx="6">
                  <c:v>13510.7046</c:v>
                </c:pt>
                <c:pt idx="7">
                  <c:v>13160.911153846155</c:v>
                </c:pt>
                <c:pt idx="8">
                  <c:v>11929.89156862745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12958.15711111111</c:v>
                </c:pt>
                <c:pt idx="1">
                  <c:v>10601.849555555555</c:v>
                </c:pt>
                <c:pt idx="2">
                  <c:v>12266.04261904762</c:v>
                </c:pt>
                <c:pt idx="3">
                  <c:v>12084.168604651162</c:v>
                </c:pt>
                <c:pt idx="4">
                  <c:v>11963.02159090909</c:v>
                </c:pt>
                <c:pt idx="5">
                  <c:v>12504.059777777777</c:v>
                </c:pt>
                <c:pt idx="6">
                  <c:v>13341.907674418606</c:v>
                </c:pt>
                <c:pt idx="7">
                  <c:v>11968.715777777777</c:v>
                </c:pt>
                <c:pt idx="8">
                  <c:v>10509.739787234043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116.536890490663"/>
          <c:min val="10242.56963143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13337.079583333332</c:v>
                </c:pt>
                <c:pt idx="1">
                  <c:v>11994.32090909091</c:v>
                </c:pt>
                <c:pt idx="2">
                  <c:v>17369.523181818182</c:v>
                </c:pt>
                <c:pt idx="3">
                  <c:v>16160.994347826087</c:v>
                </c:pt>
                <c:pt idx="4">
                  <c:v>14564.007727272727</c:v>
                </c:pt>
                <c:pt idx="5">
                  <c:v>19633.36619047619</c:v>
                </c:pt>
                <c:pt idx="6">
                  <c:v>17415.49090909091</c:v>
                </c:pt>
                <c:pt idx="7">
                  <c:v>17534.199047619048</c:v>
                </c:pt>
                <c:pt idx="8">
                  <c:v>17310.04095238095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13573.730869565217</c:v>
                </c:pt>
                <c:pt idx="1">
                  <c:v>11097.483181818183</c:v>
                </c:pt>
                <c:pt idx="2">
                  <c:v>17420.120909090907</c:v>
                </c:pt>
                <c:pt idx="3">
                  <c:v>16112.494782608695</c:v>
                </c:pt>
                <c:pt idx="4">
                  <c:v>15750.668636363638</c:v>
                </c:pt>
                <c:pt idx="5">
                  <c:v>18684.8375</c:v>
                </c:pt>
                <c:pt idx="6">
                  <c:v>15426.544347826088</c:v>
                </c:pt>
                <c:pt idx="7">
                  <c:v>16039.392692307692</c:v>
                </c:pt>
                <c:pt idx="8">
                  <c:v>19338.703076923077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316.23683116883"/>
          <c:min val="10414.6125411255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15825.321111111112</c:v>
                </c:pt>
                <c:pt idx="1">
                  <c:v>15825.321111111112</c:v>
                </c:pt>
                <c:pt idx="2">
                  <c:v>15825.321111111112</c:v>
                </c:pt>
                <c:pt idx="3">
                  <c:v>15825.321111111112</c:v>
                </c:pt>
                <c:pt idx="4">
                  <c:v>15825.321111111112</c:v>
                </c:pt>
                <c:pt idx="5">
                  <c:v>15825.321111111112</c:v>
                </c:pt>
                <c:pt idx="6">
                  <c:v>15825.321111111112</c:v>
                </c:pt>
                <c:pt idx="7">
                  <c:v>15825.321111111112</c:v>
                </c:pt>
                <c:pt idx="8">
                  <c:v>15825.321111111112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14.440843809527"/>
          <c:min val="14716.3191085714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15233.430952380952</c:v>
                </c:pt>
                <c:pt idx="1">
                  <c:v>15843.78</c:v>
                </c:pt>
                <c:pt idx="2">
                  <c:v>16398.75238095238</c:v>
                </c:pt>
                <c:pt idx="3">
                  <c:v>18719.918181818182</c:v>
                </c:pt>
                <c:pt idx="4">
                  <c:v>17110.282857142858</c:v>
                </c:pt>
                <c:pt idx="5">
                  <c:v>18989.871052631577</c:v>
                </c:pt>
                <c:pt idx="6">
                  <c:v>21697.329</c:v>
                </c:pt>
                <c:pt idx="7">
                  <c:v>20235.704285714284</c:v>
                </c:pt>
                <c:pt idx="8">
                  <c:v>20395.156666666666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14.440843809527"/>
          <c:min val="14716.3191085714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12440.102127659575</c:v>
                </c:pt>
                <c:pt idx="1">
                  <c:v>12440.102127659575</c:v>
                </c:pt>
                <c:pt idx="2">
                  <c:v>12440.102127659575</c:v>
                </c:pt>
                <c:pt idx="3">
                  <c:v>12440.102127659575</c:v>
                </c:pt>
                <c:pt idx="4">
                  <c:v>12440.102127659575</c:v>
                </c:pt>
                <c:pt idx="5">
                  <c:v>12440.102127659575</c:v>
                </c:pt>
                <c:pt idx="6">
                  <c:v>12440.102127659575</c:v>
                </c:pt>
                <c:pt idx="7">
                  <c:v>12440.102127659575</c:v>
                </c:pt>
                <c:pt idx="8">
                  <c:v>12440.102127659575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7.583106744867"/>
          <c:min val="11085.090104398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12568.287096774195</c:v>
                </c:pt>
                <c:pt idx="1">
                  <c:v>11738.365483870968</c:v>
                </c:pt>
                <c:pt idx="2">
                  <c:v>12995.7303125</c:v>
                </c:pt>
                <c:pt idx="3">
                  <c:v>18676.97090909091</c:v>
                </c:pt>
                <c:pt idx="4">
                  <c:v>16177.240000000002</c:v>
                </c:pt>
                <c:pt idx="5">
                  <c:v>19904.307727272728</c:v>
                </c:pt>
                <c:pt idx="6">
                  <c:v>18240.234545454543</c:v>
                </c:pt>
                <c:pt idx="7">
                  <c:v>16730.18590909091</c:v>
                </c:pt>
                <c:pt idx="8">
                  <c:v>16917.185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7.583106744867"/>
          <c:min val="11085.0901043988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13709.45632653061</c:v>
                </c:pt>
                <c:pt idx="1">
                  <c:v>13709.45632653061</c:v>
                </c:pt>
                <c:pt idx="2">
                  <c:v>13709.45632653061</c:v>
                </c:pt>
                <c:pt idx="3">
                  <c:v>13709.45632653061</c:v>
                </c:pt>
                <c:pt idx="4">
                  <c:v>13709.45632653061</c:v>
                </c:pt>
                <c:pt idx="5">
                  <c:v>13709.45632653061</c:v>
                </c:pt>
                <c:pt idx="6">
                  <c:v>13709.45632653061</c:v>
                </c:pt>
                <c:pt idx="7">
                  <c:v>13709.45632653061</c:v>
                </c:pt>
                <c:pt idx="8">
                  <c:v>13709.45632653061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93.968693333336"/>
          <c:min val="11343.35930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13495.86882352941</c:v>
                </c:pt>
                <c:pt idx="1">
                  <c:v>12043.401333333333</c:v>
                </c:pt>
                <c:pt idx="2">
                  <c:v>15393.092352941178</c:v>
                </c:pt>
                <c:pt idx="3">
                  <c:v>15823.766470588236</c:v>
                </c:pt>
                <c:pt idx="4">
                  <c:v>13089.334705882353</c:v>
                </c:pt>
                <c:pt idx="5">
                  <c:v>15555.78875</c:v>
                </c:pt>
                <c:pt idx="6">
                  <c:v>16042.75</c:v>
                </c:pt>
                <c:pt idx="7">
                  <c:v>20793.92666666667</c:v>
                </c:pt>
                <c:pt idx="8">
                  <c:v>15135.897333333332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93.968693333336"/>
          <c:min val="11343.35930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8524.888437499998</c:v>
                </c:pt>
                <c:pt idx="1">
                  <c:v>8524.888437499998</c:v>
                </c:pt>
                <c:pt idx="2">
                  <c:v>8524.888437499998</c:v>
                </c:pt>
                <c:pt idx="3">
                  <c:v>8524.888437499998</c:v>
                </c:pt>
                <c:pt idx="4">
                  <c:v>8524.888437499998</c:v>
                </c:pt>
                <c:pt idx="5">
                  <c:v>8524.888437499998</c:v>
                </c:pt>
                <c:pt idx="6">
                  <c:v>8524.888437499998</c:v>
                </c:pt>
                <c:pt idx="7">
                  <c:v>8524.888437499998</c:v>
                </c:pt>
                <c:pt idx="8">
                  <c:v>8524.888437499998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321.436719047619"/>
          <c:min val="7652.697209523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8986.911162790697</c:v>
                </c:pt>
                <c:pt idx="1">
                  <c:v>8043.644761904762</c:v>
                </c:pt>
                <c:pt idx="2">
                  <c:v>8532.917674418604</c:v>
                </c:pt>
                <c:pt idx="3">
                  <c:v>8091.494390243903</c:v>
                </c:pt>
                <c:pt idx="4">
                  <c:v>9611.912368421052</c:v>
                </c:pt>
                <c:pt idx="5">
                  <c:v>11065.696578947367</c:v>
                </c:pt>
                <c:pt idx="6">
                  <c:v>12025.22025</c:v>
                </c:pt>
                <c:pt idx="7">
                  <c:v>12930.489166666666</c:v>
                </c:pt>
                <c:pt idx="8">
                  <c:v>11054.33888888889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321.436719047619"/>
          <c:min val="7652.697209523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14023.628358208958</c:v>
                </c:pt>
                <c:pt idx="1">
                  <c:v>14023.628358208958</c:v>
                </c:pt>
                <c:pt idx="2">
                  <c:v>14023.628358208958</c:v>
                </c:pt>
                <c:pt idx="3">
                  <c:v>14023.628358208958</c:v>
                </c:pt>
                <c:pt idx="4">
                  <c:v>14023.628358208958</c:v>
                </c:pt>
                <c:pt idx="5">
                  <c:v>14023.628358208958</c:v>
                </c:pt>
                <c:pt idx="6">
                  <c:v>14023.628358208958</c:v>
                </c:pt>
                <c:pt idx="7">
                  <c:v>14023.628358208958</c:v>
                </c:pt>
                <c:pt idx="8">
                  <c:v>14023.628358208958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98.00066853147"/>
          <c:min val="10438.185590209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13573.730869565217</c:v>
                </c:pt>
                <c:pt idx="1">
                  <c:v>11097.483181818183</c:v>
                </c:pt>
                <c:pt idx="2">
                  <c:v>17420.120909090907</c:v>
                </c:pt>
                <c:pt idx="3">
                  <c:v>16112.494782608695</c:v>
                </c:pt>
                <c:pt idx="4">
                  <c:v>15750.668636363638</c:v>
                </c:pt>
                <c:pt idx="5">
                  <c:v>18684.8375</c:v>
                </c:pt>
                <c:pt idx="6">
                  <c:v>15426.544347826088</c:v>
                </c:pt>
                <c:pt idx="7">
                  <c:v>16039.392692307692</c:v>
                </c:pt>
                <c:pt idx="8">
                  <c:v>19338.703076923077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98.00066853147"/>
          <c:min val="10438.185590209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6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6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452919.69</c:v>
                </c:pt>
                <c:pt idx="1">
                  <c:v>432969.39</c:v>
                </c:pt>
                <c:pt idx="2">
                  <c:v>437450.84</c:v>
                </c:pt>
                <c:pt idx="3">
                  <c:v>425210.83</c:v>
                </c:pt>
                <c:pt idx="4">
                  <c:v>459468.07</c:v>
                </c:pt>
                <c:pt idx="5">
                  <c:v>483658.92</c:v>
                </c:pt>
                <c:pt idx="6">
                  <c:v>477819.24</c:v>
                </c:pt>
                <c:pt idx="7">
                  <c:v>470350.34</c:v>
                </c:pt>
                <c:pt idx="8">
                  <c:v>464709.48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616051.6</c:v>
                </c:pt>
                <c:pt idx="1">
                  <c:v>667986.46</c:v>
                </c:pt>
                <c:pt idx="2">
                  <c:v>703590.2</c:v>
                </c:pt>
                <c:pt idx="3">
                  <c:v>772188.38</c:v>
                </c:pt>
                <c:pt idx="4">
                  <c:v>623982.82</c:v>
                </c:pt>
                <c:pt idx="5">
                  <c:v>661894.14</c:v>
                </c:pt>
                <c:pt idx="6">
                  <c:v>707590.25</c:v>
                </c:pt>
                <c:pt idx="7">
                  <c:v>688580.12</c:v>
                </c:pt>
                <c:pt idx="8">
                  <c:v>692772.96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99946.584"/>
          <c:min val="397452.626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50318.37</c:v>
                </c:pt>
                <c:pt idx="1">
                  <c:v>51851.88</c:v>
                </c:pt>
                <c:pt idx="2">
                  <c:v>61753.81</c:v>
                </c:pt>
                <c:pt idx="3">
                  <c:v>50702.4</c:v>
                </c:pt>
                <c:pt idx="4">
                  <c:v>50335.47</c:v>
                </c:pt>
                <c:pt idx="5">
                  <c:v>58435.26</c:v>
                </c:pt>
                <c:pt idx="6">
                  <c:v>82429.93</c:v>
                </c:pt>
                <c:pt idx="7">
                  <c:v>45408.39</c:v>
                </c:pt>
                <c:pt idx="8">
                  <c:v>58920.59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105977.1</c:v>
                </c:pt>
                <c:pt idx="1">
                  <c:v>89501.32</c:v>
                </c:pt>
                <c:pt idx="2">
                  <c:v>77366.64</c:v>
                </c:pt>
                <c:pt idx="3">
                  <c:v>72627.97</c:v>
                </c:pt>
                <c:pt idx="4">
                  <c:v>81856.55</c:v>
                </c:pt>
                <c:pt idx="5">
                  <c:v>72991.4</c:v>
                </c:pt>
                <c:pt idx="6">
                  <c:v>69030.23</c:v>
                </c:pt>
                <c:pt idx="7">
                  <c:v>63497.24</c:v>
                </c:pt>
                <c:pt idx="8">
                  <c:v>71210.75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822.5968"/>
          <c:min val="40562.89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384480.31</c:v>
                </c:pt>
                <c:pt idx="1">
                  <c:v>312154.68</c:v>
                </c:pt>
                <c:pt idx="2">
                  <c:v>291941.18</c:v>
                </c:pt>
                <c:pt idx="3">
                  <c:v>308802.28</c:v>
                </c:pt>
                <c:pt idx="4">
                  <c:v>349990.87</c:v>
                </c:pt>
                <c:pt idx="5">
                  <c:v>372203.93</c:v>
                </c:pt>
                <c:pt idx="6">
                  <c:v>450840.05</c:v>
                </c:pt>
                <c:pt idx="7">
                  <c:v>419529.07</c:v>
                </c:pt>
                <c:pt idx="8">
                  <c:v>352258.35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531697.42</c:v>
                </c:pt>
                <c:pt idx="1">
                  <c:v>493262.93</c:v>
                </c:pt>
                <c:pt idx="2">
                  <c:v>500602.81</c:v>
                </c:pt>
                <c:pt idx="3">
                  <c:v>575541.86</c:v>
                </c:pt>
                <c:pt idx="4">
                  <c:v>337412.57</c:v>
                </c:pt>
                <c:pt idx="5">
                  <c:v>356731.28</c:v>
                </c:pt>
                <c:pt idx="6">
                  <c:v>628477.94</c:v>
                </c:pt>
                <c:pt idx="7">
                  <c:v>391732.69</c:v>
                </c:pt>
                <c:pt idx="8">
                  <c:v>411646.47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5400.8807999999"/>
          <c:min val="265018.23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73651.42</c:v>
                </c:pt>
                <c:pt idx="1">
                  <c:v>44446.63</c:v>
                </c:pt>
                <c:pt idx="2">
                  <c:v>54084.08</c:v>
                </c:pt>
                <c:pt idx="3">
                  <c:v>37237.91</c:v>
                </c:pt>
                <c:pt idx="4">
                  <c:v>36280.36</c:v>
                </c:pt>
                <c:pt idx="5">
                  <c:v>50377.05</c:v>
                </c:pt>
                <c:pt idx="6">
                  <c:v>56040.72</c:v>
                </c:pt>
                <c:pt idx="7">
                  <c:v>40756.53</c:v>
                </c:pt>
                <c:pt idx="8">
                  <c:v>50217.57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43223.67</c:v>
                </c:pt>
                <c:pt idx="1">
                  <c:v>101043.11</c:v>
                </c:pt>
                <c:pt idx="2">
                  <c:v>67138.2</c:v>
                </c:pt>
                <c:pt idx="3">
                  <c:v>68877.07</c:v>
                </c:pt>
                <c:pt idx="4">
                  <c:v>59268.44</c:v>
                </c:pt>
                <c:pt idx="5">
                  <c:v>65725.26</c:v>
                </c:pt>
                <c:pt idx="6">
                  <c:v>61769.36</c:v>
                </c:pt>
                <c:pt idx="7">
                  <c:v>54211.99</c:v>
                </c:pt>
                <c:pt idx="8">
                  <c:v>50384.42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6224.13"/>
          <c:min val="31099.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105547.04</c:v>
                </c:pt>
                <c:pt idx="1">
                  <c:v>71297.75</c:v>
                </c:pt>
                <c:pt idx="2">
                  <c:v>77377.97</c:v>
                </c:pt>
                <c:pt idx="3">
                  <c:v>64364.85</c:v>
                </c:pt>
                <c:pt idx="4">
                  <c:v>87379.45</c:v>
                </c:pt>
                <c:pt idx="5">
                  <c:v>72561.44</c:v>
                </c:pt>
                <c:pt idx="6">
                  <c:v>61232.4</c:v>
                </c:pt>
                <c:pt idx="7">
                  <c:v>64889.43</c:v>
                </c:pt>
                <c:pt idx="8">
                  <c:v>62941.2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105595.38</c:v>
                </c:pt>
                <c:pt idx="1">
                  <c:v>84699.58</c:v>
                </c:pt>
                <c:pt idx="2">
                  <c:v>83648.44</c:v>
                </c:pt>
                <c:pt idx="3">
                  <c:v>76498.23</c:v>
                </c:pt>
                <c:pt idx="4">
                  <c:v>73262.32</c:v>
                </c:pt>
                <c:pt idx="5">
                  <c:v>72186.04</c:v>
                </c:pt>
                <c:pt idx="6">
                  <c:v>112811.38</c:v>
                </c:pt>
                <c:pt idx="7">
                  <c:v>112981.52</c:v>
                </c:pt>
                <c:pt idx="8">
                  <c:v>115508.68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9850.7824"/>
          <c:min val="56890.2976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261581.23</c:v>
                </c:pt>
                <c:pt idx="1">
                  <c:v>225412.65</c:v>
                </c:pt>
                <c:pt idx="2">
                  <c:v>174964.82</c:v>
                </c:pt>
                <c:pt idx="3">
                  <c:v>58721.34</c:v>
                </c:pt>
                <c:pt idx="4">
                  <c:v>51570.82</c:v>
                </c:pt>
                <c:pt idx="5">
                  <c:v>45005.81</c:v>
                </c:pt>
                <c:pt idx="6">
                  <c:v>68955.71</c:v>
                </c:pt>
                <c:pt idx="7">
                  <c:v>46799.28</c:v>
                </c:pt>
                <c:pt idx="8">
                  <c:v>50432.07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50563.16</c:v>
                </c:pt>
                <c:pt idx="1">
                  <c:v>55828.53</c:v>
                </c:pt>
                <c:pt idx="2">
                  <c:v>59116.24</c:v>
                </c:pt>
                <c:pt idx="3">
                  <c:v>67950.46</c:v>
                </c:pt>
                <c:pt idx="4">
                  <c:v>83744.51</c:v>
                </c:pt>
                <c:pt idx="5">
                  <c:v>63003.73</c:v>
                </c:pt>
                <c:pt idx="6">
                  <c:v>50533.06</c:v>
                </c:pt>
                <c:pt idx="7">
                  <c:v>81518.71</c:v>
                </c:pt>
                <c:pt idx="8">
                  <c:v>60766.67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8907.2636"/>
          <c:min val="27679.7763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36681.54</c:v>
                </c:pt>
                <c:pt idx="1">
                  <c:v>34954.19</c:v>
                </c:pt>
                <c:pt idx="2">
                  <c:v>26356.06</c:v>
                </c:pt>
                <c:pt idx="3">
                  <c:v>19510.8</c:v>
                </c:pt>
                <c:pt idx="4">
                  <c:v>18852.9</c:v>
                </c:pt>
                <c:pt idx="5">
                  <c:v>20946.57</c:v>
                </c:pt>
                <c:pt idx="6">
                  <c:v>26837.53</c:v>
                </c:pt>
                <c:pt idx="7">
                  <c:v>20075.84</c:v>
                </c:pt>
                <c:pt idx="8">
                  <c:v>14078.2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10197.54</c:v>
                </c:pt>
                <c:pt idx="1">
                  <c:v>19604.99</c:v>
                </c:pt>
                <c:pt idx="2">
                  <c:v>15725.49</c:v>
                </c:pt>
                <c:pt idx="3">
                  <c:v>14016.06</c:v>
                </c:pt>
                <c:pt idx="4">
                  <c:v>14499.42</c:v>
                </c:pt>
                <c:pt idx="5">
                  <c:v>14960.78</c:v>
                </c:pt>
                <c:pt idx="6">
                  <c:v>12533.24</c:v>
                </c:pt>
                <c:pt idx="7">
                  <c:v>13470.82</c:v>
                </c:pt>
                <c:pt idx="8">
                  <c:v>20175.57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800.26"/>
          <c:min val="8078.8200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208631.91</c:v>
                </c:pt>
                <c:pt idx="1">
                  <c:v>212231.84</c:v>
                </c:pt>
                <c:pt idx="2">
                  <c:v>274527.47</c:v>
                </c:pt>
                <c:pt idx="3">
                  <c:v>217212.44</c:v>
                </c:pt>
                <c:pt idx="4">
                  <c:v>297116.43</c:v>
                </c:pt>
                <c:pt idx="5">
                  <c:v>275941.27</c:v>
                </c:pt>
                <c:pt idx="6">
                  <c:v>269753.87</c:v>
                </c:pt>
                <c:pt idx="7">
                  <c:v>330787.15</c:v>
                </c:pt>
                <c:pt idx="8">
                  <c:v>260451.94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179743.12</c:v>
                </c:pt>
                <c:pt idx="1">
                  <c:v>160312.85</c:v>
                </c:pt>
                <c:pt idx="2">
                  <c:v>165333.62</c:v>
                </c:pt>
                <c:pt idx="3">
                  <c:v>184318.74</c:v>
                </c:pt>
                <c:pt idx="4">
                  <c:v>154604.97</c:v>
                </c:pt>
                <c:pt idx="5">
                  <c:v>194764.22</c:v>
                </c:pt>
                <c:pt idx="6">
                  <c:v>173542.6</c:v>
                </c:pt>
                <c:pt idx="7">
                  <c:v>163960.76</c:v>
                </c:pt>
                <c:pt idx="8">
                  <c:v>147971.34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5412.4148"/>
          <c:min val="133346.0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198849.33</c:v>
                </c:pt>
                <c:pt idx="1">
                  <c:v>233817.87</c:v>
                </c:pt>
                <c:pt idx="2">
                  <c:v>221822.74</c:v>
                </c:pt>
                <c:pt idx="3">
                  <c:v>193970.77</c:v>
                </c:pt>
                <c:pt idx="4">
                  <c:v>178283.87</c:v>
                </c:pt>
                <c:pt idx="5">
                  <c:v>177189.59</c:v>
                </c:pt>
                <c:pt idx="6">
                  <c:v>172212.56</c:v>
                </c:pt>
                <c:pt idx="7">
                  <c:v>177031.54</c:v>
                </c:pt>
                <c:pt idx="8">
                  <c:v>129661.4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96360.88</c:v>
                </c:pt>
                <c:pt idx="1">
                  <c:v>106288.29</c:v>
                </c:pt>
                <c:pt idx="2">
                  <c:v>95195.98</c:v>
                </c:pt>
                <c:pt idx="3">
                  <c:v>112684.92</c:v>
                </c:pt>
                <c:pt idx="4">
                  <c:v>88906.01</c:v>
                </c:pt>
                <c:pt idx="5">
                  <c:v>129424.9</c:v>
                </c:pt>
                <c:pt idx="6">
                  <c:v>149636.51</c:v>
                </c:pt>
                <c:pt idx="7">
                  <c:v>144369.21</c:v>
                </c:pt>
                <c:pt idx="8">
                  <c:v>173591.12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10.8188"/>
          <c:min val="77313.0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84467.92</c:v>
                </c:pt>
                <c:pt idx="1">
                  <c:v>80070.79</c:v>
                </c:pt>
                <c:pt idx="2">
                  <c:v>66487.45</c:v>
                </c:pt>
                <c:pt idx="3">
                  <c:v>57166.42</c:v>
                </c:pt>
                <c:pt idx="4">
                  <c:v>71283.63</c:v>
                </c:pt>
                <c:pt idx="5">
                  <c:v>54617.77</c:v>
                </c:pt>
                <c:pt idx="6">
                  <c:v>57633.96</c:v>
                </c:pt>
                <c:pt idx="7">
                  <c:v>49575.05</c:v>
                </c:pt>
                <c:pt idx="8">
                  <c:v>45640.3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40992.79</c:v>
                </c:pt>
                <c:pt idx="1">
                  <c:v>42474.1</c:v>
                </c:pt>
                <c:pt idx="2">
                  <c:v>44137.37</c:v>
                </c:pt>
                <c:pt idx="3">
                  <c:v>35553.29</c:v>
                </c:pt>
                <c:pt idx="4">
                  <c:v>40450.74</c:v>
                </c:pt>
                <c:pt idx="5">
                  <c:v>56173.94</c:v>
                </c:pt>
                <c:pt idx="6">
                  <c:v>48797.2</c:v>
                </c:pt>
                <c:pt idx="7">
                  <c:v>40534.52</c:v>
                </c:pt>
                <c:pt idx="8">
                  <c:v>53846.05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8381.0904"/>
          <c:min val="31640.11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99281.71666666666</c:v>
                </c:pt>
                <c:pt idx="1">
                  <c:v>99281.71666666666</c:v>
                </c:pt>
                <c:pt idx="2">
                  <c:v>99281.71666666666</c:v>
                </c:pt>
                <c:pt idx="3">
                  <c:v>99281.71666666666</c:v>
                </c:pt>
                <c:pt idx="4">
                  <c:v>99281.71666666666</c:v>
                </c:pt>
                <c:pt idx="5">
                  <c:v>99281.71666666666</c:v>
                </c:pt>
                <c:pt idx="6">
                  <c:v>99281.71666666666</c:v>
                </c:pt>
                <c:pt idx="7">
                  <c:v>99281.71666666666</c:v>
                </c:pt>
                <c:pt idx="8">
                  <c:v>99281.71666666666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365.9288"/>
          <c:min val="82131.20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96360.88</c:v>
                </c:pt>
                <c:pt idx="1">
                  <c:v>106288.29</c:v>
                </c:pt>
                <c:pt idx="2">
                  <c:v>95195.98</c:v>
                </c:pt>
                <c:pt idx="3">
                  <c:v>112684.92</c:v>
                </c:pt>
                <c:pt idx="4">
                  <c:v>88906.01</c:v>
                </c:pt>
                <c:pt idx="5">
                  <c:v>129424.9</c:v>
                </c:pt>
                <c:pt idx="6">
                  <c:v>149636.51</c:v>
                </c:pt>
                <c:pt idx="7">
                  <c:v>144369.21</c:v>
                </c:pt>
                <c:pt idx="8">
                  <c:v>173591.12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365.9288"/>
          <c:min val="82131.20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162898.57</c:v>
                </c:pt>
                <c:pt idx="1">
                  <c:v>162898.57</c:v>
                </c:pt>
                <c:pt idx="2">
                  <c:v>162898.57</c:v>
                </c:pt>
                <c:pt idx="3">
                  <c:v>162898.57</c:v>
                </c:pt>
                <c:pt idx="4">
                  <c:v>162898.57</c:v>
                </c:pt>
                <c:pt idx="5">
                  <c:v>162898.57</c:v>
                </c:pt>
                <c:pt idx="6">
                  <c:v>162898.57</c:v>
                </c:pt>
                <c:pt idx="7">
                  <c:v>162898.57</c:v>
                </c:pt>
                <c:pt idx="8">
                  <c:v>162898.57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2710.91799999995"/>
          <c:min val="136014.3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175233.67</c:v>
                </c:pt>
                <c:pt idx="1">
                  <c:v>146131.31</c:v>
                </c:pt>
                <c:pt idx="2">
                  <c:v>167330.73</c:v>
                </c:pt>
                <c:pt idx="3">
                  <c:v>214753.55</c:v>
                </c:pt>
                <c:pt idx="4">
                  <c:v>179390.92</c:v>
                </c:pt>
                <c:pt idx="5">
                  <c:v>197282.04</c:v>
                </c:pt>
                <c:pt idx="6">
                  <c:v>248020.37</c:v>
                </c:pt>
                <c:pt idx="7">
                  <c:v>272593.91</c:v>
                </c:pt>
                <c:pt idx="8">
                  <c:v>210593.74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2710.91799999995"/>
          <c:min val="136014.3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95077.78666666667</c:v>
                </c:pt>
                <c:pt idx="1">
                  <c:v>95077.78666666667</c:v>
                </c:pt>
                <c:pt idx="2">
                  <c:v>95077.78666666667</c:v>
                </c:pt>
                <c:pt idx="3">
                  <c:v>95077.78666666667</c:v>
                </c:pt>
                <c:pt idx="4">
                  <c:v>95077.78666666667</c:v>
                </c:pt>
                <c:pt idx="5">
                  <c:v>95077.78666666667</c:v>
                </c:pt>
                <c:pt idx="6">
                  <c:v>95077.78666666667</c:v>
                </c:pt>
                <c:pt idx="7">
                  <c:v>95077.78666666667</c:v>
                </c:pt>
                <c:pt idx="8">
                  <c:v>95077.78666666667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614.3552"/>
          <c:min val="64178.314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70001.49</c:v>
                </c:pt>
                <c:pt idx="1">
                  <c:v>101598.14</c:v>
                </c:pt>
                <c:pt idx="2">
                  <c:v>113633.73</c:v>
                </c:pt>
                <c:pt idx="3">
                  <c:v>109492.02</c:v>
                </c:pt>
                <c:pt idx="4">
                  <c:v>91093.52</c:v>
                </c:pt>
                <c:pt idx="5">
                  <c:v>122837.85</c:v>
                </c:pt>
                <c:pt idx="6">
                  <c:v>142791.18</c:v>
                </c:pt>
                <c:pt idx="7">
                  <c:v>125431.12</c:v>
                </c:pt>
                <c:pt idx="8">
                  <c:v>135721.84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614.3552"/>
          <c:min val="64178.3148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100801.77666666667</c:v>
                </c:pt>
                <c:pt idx="1">
                  <c:v>100801.77666666667</c:v>
                </c:pt>
                <c:pt idx="2">
                  <c:v>100801.77666666667</c:v>
                </c:pt>
                <c:pt idx="3">
                  <c:v>100801.77666666667</c:v>
                </c:pt>
                <c:pt idx="4">
                  <c:v>100801.77666666667</c:v>
                </c:pt>
                <c:pt idx="5">
                  <c:v>100801.77666666667</c:v>
                </c:pt>
                <c:pt idx="6">
                  <c:v>100801.77666666667</c:v>
                </c:pt>
                <c:pt idx="7">
                  <c:v>100801.77666666667</c:v>
                </c:pt>
                <c:pt idx="8">
                  <c:v>100801.77666666667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488.55"/>
          <c:min val="91761.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95605.08</c:v>
                </c:pt>
                <c:pt idx="1">
                  <c:v>101396.39</c:v>
                </c:pt>
                <c:pt idx="2">
                  <c:v>105403.86</c:v>
                </c:pt>
                <c:pt idx="3">
                  <c:v>128271.72</c:v>
                </c:pt>
                <c:pt idx="4">
                  <c:v>96132.72</c:v>
                </c:pt>
                <c:pt idx="5">
                  <c:v>99309.74</c:v>
                </c:pt>
                <c:pt idx="6">
                  <c:v>141617.43</c:v>
                </c:pt>
                <c:pt idx="7">
                  <c:v>132620.84</c:v>
                </c:pt>
                <c:pt idx="8">
                  <c:v>143645.33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488.55"/>
          <c:min val="91761.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94606.52333333333</c:v>
                </c:pt>
                <c:pt idx="1">
                  <c:v>94606.52333333333</c:v>
                </c:pt>
                <c:pt idx="2">
                  <c:v>94606.52333333333</c:v>
                </c:pt>
                <c:pt idx="3">
                  <c:v>94606.52333333333</c:v>
                </c:pt>
                <c:pt idx="4">
                  <c:v>94606.52333333333</c:v>
                </c:pt>
                <c:pt idx="5">
                  <c:v>94606.52333333333</c:v>
                </c:pt>
                <c:pt idx="6">
                  <c:v>94606.52333333333</c:v>
                </c:pt>
                <c:pt idx="7">
                  <c:v>94606.52333333333</c:v>
                </c:pt>
                <c:pt idx="8">
                  <c:v>94606.52333333333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32.9604"/>
          <c:min val="75611.27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104607.73</c:v>
                </c:pt>
                <c:pt idx="1">
                  <c:v>99509.41</c:v>
                </c:pt>
                <c:pt idx="2">
                  <c:v>79702.43</c:v>
                </c:pt>
                <c:pt idx="3">
                  <c:v>94877.65</c:v>
                </c:pt>
                <c:pt idx="4">
                  <c:v>99214.95</c:v>
                </c:pt>
                <c:pt idx="5">
                  <c:v>108542.08</c:v>
                </c:pt>
                <c:pt idx="6">
                  <c:v>130841.81</c:v>
                </c:pt>
                <c:pt idx="7">
                  <c:v>121775.64</c:v>
                </c:pt>
                <c:pt idx="8">
                  <c:v>123133.99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4932.9604"/>
          <c:min val="75611.27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c:v>
                </c:pt>
                <c:pt idx="1">
                  <c:v>119.8</c:v>
                </c:pt>
                <c:pt idx="2">
                  <c:v>121.2</c:v>
                </c:pt>
                <c:pt idx="3">
                  <c:v>118.6</c:v>
                </c:pt>
                <c:pt idx="4">
                  <c:v>154.25</c:v>
                </c:pt>
                <c:pt idx="5">
                  <c:v>141.75</c:v>
                </c:pt>
                <c:pt idx="6">
                  <c:v>152</c:v>
                </c:pt>
                <c:pt idx="7">
                  <c:v>159.5</c:v>
                </c:pt>
                <c:pt idx="8">
                  <c:v>132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153.33333333333334</c:v>
                </c:pt>
                <c:pt idx="1">
                  <c:v>168.33333333333334</c:v>
                </c:pt>
                <c:pt idx="2">
                  <c:v>187</c:v>
                </c:pt>
                <c:pt idx="3">
                  <c:v>195</c:v>
                </c:pt>
                <c:pt idx="4">
                  <c:v>185.66666666666666</c:v>
                </c:pt>
                <c:pt idx="5">
                  <c:v>196.33333333333334</c:v>
                </c:pt>
                <c:pt idx="6">
                  <c:v>191</c:v>
                </c:pt>
                <c:pt idx="7">
                  <c:v>180.66666666666666</c:v>
                </c:pt>
                <c:pt idx="8">
                  <c:v>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2.55200000000002"/>
          <c:min val="112.381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122</c:v>
                </c:pt>
                <c:pt idx="1">
                  <c:v>116.66666666666667</c:v>
                </c:pt>
                <c:pt idx="2">
                  <c:v>106.66666666666667</c:v>
                </c:pt>
                <c:pt idx="3">
                  <c:v>111.66666666666667</c:v>
                </c:pt>
                <c:pt idx="4">
                  <c:v>103</c:v>
                </c:pt>
                <c:pt idx="5">
                  <c:v>103.33333333333333</c:v>
                </c:pt>
                <c:pt idx="6">
                  <c:v>125.33333333333333</c:v>
                </c:pt>
                <c:pt idx="7">
                  <c:v>132</c:v>
                </c:pt>
                <c:pt idx="8">
                  <c:v>142.66666666666666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132</c:v>
                </c:pt>
                <c:pt idx="1">
                  <c:v>140.66666666666666</c:v>
                </c:pt>
                <c:pt idx="2">
                  <c:v>142.66666666666666</c:v>
                </c:pt>
                <c:pt idx="3">
                  <c:v>148.33333333333334</c:v>
                </c:pt>
                <c:pt idx="4">
                  <c:v>160.33333333333334</c:v>
                </c:pt>
                <c:pt idx="5">
                  <c:v>184</c:v>
                </c:pt>
                <c:pt idx="6">
                  <c:v>177.66666666666666</c:v>
                </c:pt>
                <c:pt idx="7">
                  <c:v>147.33333333333334</c:v>
                </c:pt>
                <c:pt idx="8">
                  <c:v>149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0.48"/>
          <c:min val="96.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216.375</c:v>
                </c:pt>
                <c:pt idx="1">
                  <c:v>183</c:v>
                </c:pt>
                <c:pt idx="2">
                  <c:v>197.5</c:v>
                </c:pt>
                <c:pt idx="3">
                  <c:v>223.375</c:v>
                </c:pt>
                <c:pt idx="4">
                  <c:v>219.625</c:v>
                </c:pt>
                <c:pt idx="5">
                  <c:v>238.14285714285714</c:v>
                </c:pt>
                <c:pt idx="6">
                  <c:v>254.85714285714286</c:v>
                </c:pt>
                <c:pt idx="7">
                  <c:v>246</c:v>
                </c:pt>
                <c:pt idx="8">
                  <c:v>225.28571428571428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243.28571428571428</c:v>
                </c:pt>
                <c:pt idx="1">
                  <c:v>206.42857142857142</c:v>
                </c:pt>
                <c:pt idx="2">
                  <c:v>265.85714285714283</c:v>
                </c:pt>
                <c:pt idx="3">
                  <c:v>245.57142857142858</c:v>
                </c:pt>
                <c:pt idx="4">
                  <c:v>252</c:v>
                </c:pt>
                <c:pt idx="5">
                  <c:v>273.7142857142857</c:v>
                </c:pt>
                <c:pt idx="6">
                  <c:v>273.2857142857143</c:v>
                </c:pt>
                <c:pt idx="7">
                  <c:v>255.71428571428572</c:v>
                </c:pt>
                <c:pt idx="8">
                  <c:v>261.85714285714283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0.9714285714286"/>
          <c:min val="175.742857142857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195</c:v>
                </c:pt>
                <c:pt idx="1">
                  <c:v>164</c:v>
                </c:pt>
                <c:pt idx="2">
                  <c:v>194.33333333333334</c:v>
                </c:pt>
                <c:pt idx="3">
                  <c:v>178</c:v>
                </c:pt>
                <c:pt idx="4">
                  <c:v>189.75</c:v>
                </c:pt>
                <c:pt idx="5">
                  <c:v>174.75</c:v>
                </c:pt>
                <c:pt idx="6">
                  <c:v>189.75</c:v>
                </c:pt>
                <c:pt idx="7">
                  <c:v>160.75</c:v>
                </c:pt>
                <c:pt idx="8">
                  <c:v>129.25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197.33333333333334</c:v>
                </c:pt>
                <c:pt idx="1">
                  <c:v>176</c:v>
                </c:pt>
                <c:pt idx="2">
                  <c:v>208.66666666666666</c:v>
                </c:pt>
                <c:pt idx="3">
                  <c:v>212</c:v>
                </c:pt>
                <c:pt idx="4">
                  <c:v>179.66666666666666</c:v>
                </c:pt>
                <c:pt idx="5">
                  <c:v>204.66666666666666</c:v>
                </c:pt>
                <c:pt idx="6">
                  <c:v>196.33333333333334</c:v>
                </c:pt>
                <c:pt idx="7">
                  <c:v>186</c:v>
                </c:pt>
                <c:pt idx="8">
                  <c:v>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8.62"/>
          <c:min val="12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153.28571428571428</c:v>
                </c:pt>
                <c:pt idx="1">
                  <c:v>145.42857142857142</c:v>
                </c:pt>
                <c:pt idx="2">
                  <c:v>169</c:v>
                </c:pt>
                <c:pt idx="3">
                  <c:v>149.14285714285714</c:v>
                </c:pt>
                <c:pt idx="4">
                  <c:v>152.57142857142858</c:v>
                </c:pt>
                <c:pt idx="5">
                  <c:v>188.83333333333334</c:v>
                </c:pt>
                <c:pt idx="6">
                  <c:v>185.5</c:v>
                </c:pt>
                <c:pt idx="7">
                  <c:v>191.83333333333334</c:v>
                </c:pt>
                <c:pt idx="8">
                  <c:v>165.66666666666666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187.8</c:v>
                </c:pt>
                <c:pt idx="1">
                  <c:v>165.6</c:v>
                </c:pt>
                <c:pt idx="2">
                  <c:v>201.2</c:v>
                </c:pt>
                <c:pt idx="3">
                  <c:v>164.66666666666666</c:v>
                </c:pt>
                <c:pt idx="4">
                  <c:v>153.66666666666666</c:v>
                </c:pt>
                <c:pt idx="5">
                  <c:v>187.33333333333334</c:v>
                </c:pt>
                <c:pt idx="6">
                  <c:v>202.2</c:v>
                </c:pt>
                <c:pt idx="7">
                  <c:v>198.8</c:v>
                </c:pt>
                <c:pt idx="8">
                  <c:v>169.16666666666666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74171428571427"/>
          <c:min val="140.886857142857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318</c:v>
                </c:pt>
                <c:pt idx="1">
                  <c:v>290.5</c:v>
                </c:pt>
                <c:pt idx="2">
                  <c:v>337.6666666666667</c:v>
                </c:pt>
                <c:pt idx="3">
                  <c:v>343.3333333333333</c:v>
                </c:pt>
                <c:pt idx="4">
                  <c:v>333</c:v>
                </c:pt>
                <c:pt idx="5">
                  <c:v>323</c:v>
                </c:pt>
                <c:pt idx="6">
                  <c:v>294.7142857142857</c:v>
                </c:pt>
                <c:pt idx="7">
                  <c:v>267</c:v>
                </c:pt>
                <c:pt idx="8">
                  <c:v>242.75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240.875</c:v>
                </c:pt>
                <c:pt idx="1">
                  <c:v>225.25</c:v>
                </c:pt>
                <c:pt idx="2">
                  <c:v>249.875</c:v>
                </c:pt>
                <c:pt idx="3">
                  <c:v>267.125</c:v>
                </c:pt>
                <c:pt idx="4">
                  <c:v>225.66666666666666</c:v>
                </c:pt>
                <c:pt idx="5">
                  <c:v>245.33333333333334</c:v>
                </c:pt>
                <c:pt idx="6">
                  <c:v>246.77777777777777</c:v>
                </c:pt>
                <c:pt idx="7">
                  <c:v>225.55555555555554</c:v>
                </c:pt>
                <c:pt idx="8">
                  <c:v>270.5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2.78"/>
          <c:min val="215.803333333333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c:v>
                </c:pt>
                <c:pt idx="1">
                  <c:v>185.5</c:v>
                </c:pt>
                <c:pt idx="2">
                  <c:v>188</c:v>
                </c:pt>
                <c:pt idx="3">
                  <c:v>205</c:v>
                </c:pt>
                <c:pt idx="4">
                  <c:v>189</c:v>
                </c:pt>
                <c:pt idx="5">
                  <c:v>200</c:v>
                </c:pt>
                <c:pt idx="6">
                  <c:v>213</c:v>
                </c:pt>
                <c:pt idx="7">
                  <c:v>186</c:v>
                </c:pt>
                <c:pt idx="8">
                  <c:v>178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168.5</c:v>
                </c:pt>
                <c:pt idx="1">
                  <c:v>136</c:v>
                </c:pt>
                <c:pt idx="2">
                  <c:v>168.5</c:v>
                </c:pt>
                <c:pt idx="3">
                  <c:v>126</c:v>
                </c:pt>
                <c:pt idx="4">
                  <c:v>112.66666666666667</c:v>
                </c:pt>
                <c:pt idx="5">
                  <c:v>136.33333333333334</c:v>
                </c:pt>
                <c:pt idx="6">
                  <c:v>114.33333333333333</c:v>
                </c:pt>
                <c:pt idx="7">
                  <c:v>172.5</c:v>
                </c:pt>
                <c:pt idx="8">
                  <c:v>145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6.14666666666668"/>
          <c:min val="103.520000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181.33333333333334</c:v>
                </c:pt>
                <c:pt idx="1">
                  <c:v>163.5</c:v>
                </c:pt>
                <c:pt idx="2">
                  <c:v>177.66666666666666</c:v>
                </c:pt>
                <c:pt idx="3">
                  <c:v>182.33333333333334</c:v>
                </c:pt>
                <c:pt idx="4">
                  <c:v>158.42857142857142</c:v>
                </c:pt>
                <c:pt idx="5">
                  <c:v>159.57142857142858</c:v>
                </c:pt>
                <c:pt idx="6">
                  <c:v>159</c:v>
                </c:pt>
                <c:pt idx="7">
                  <c:v>171</c:v>
                </c:pt>
                <c:pt idx="8">
                  <c:v>150</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134.25</c:v>
                </c:pt>
                <c:pt idx="1">
                  <c:v>112.25</c:v>
                </c:pt>
                <c:pt idx="2">
                  <c:v>133.77777777777777</c:v>
                </c:pt>
                <c:pt idx="3">
                  <c:v>117.11111111111111</c:v>
                </c:pt>
                <c:pt idx="4">
                  <c:v>117.55555555555556</c:v>
                </c:pt>
                <c:pt idx="5">
                  <c:v>116</c:v>
                </c:pt>
                <c:pt idx="6">
                  <c:v>122</c:v>
                </c:pt>
                <c:pt idx="7">
                  <c:v>131.125</c:v>
                </c:pt>
                <c:pt idx="8">
                  <c:v>122.625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94"/>
          <c:min val="106.643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186</c:v>
                </c:pt>
                <c:pt idx="1">
                  <c:v>202</c:v>
                </c:pt>
                <c:pt idx="2">
                  <c:v>201.33333333333334</c:v>
                </c:pt>
                <c:pt idx="3">
                  <c:v>227</c:v>
                </c:pt>
                <c:pt idx="4">
                  <c:v>230</c:v>
                </c:pt>
                <c:pt idx="5">
                  <c:v>267</c:v>
                </c:pt>
                <c:pt idx="6">
                  <c:v>199.5</c:v>
                </c:pt>
                <c:pt idx="7">
                  <c:v>170.25</c:v>
                </c:pt>
                <c:pt idx="8">
                  <c:v>161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165</c:v>
                </c:pt>
                <c:pt idx="1">
                  <c:v>135.25</c:v>
                </c:pt>
                <c:pt idx="2">
                  <c:v>169.75</c:v>
                </c:pt>
                <c:pt idx="3">
                  <c:v>166.25</c:v>
                </c:pt>
                <c:pt idx="4">
                  <c:v>175.75</c:v>
                </c:pt>
                <c:pt idx="5">
                  <c:v>166.75</c:v>
                </c:pt>
                <c:pt idx="6">
                  <c:v>155.25</c:v>
                </c:pt>
                <c:pt idx="7">
                  <c:v>163.75</c:v>
                </c:pt>
                <c:pt idx="8">
                  <c:v>150.25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7.54"/>
          <c:min val="124.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290</c:v>
                </c:pt>
                <c:pt idx="1">
                  <c:v>263</c:v>
                </c:pt>
                <c:pt idx="2">
                  <c:v>272.6666666666667</c:v>
                </c:pt>
                <c:pt idx="3">
                  <c:v>297.6666666666667</c:v>
                </c:pt>
                <c:pt idx="4">
                  <c:v>294.3333333333333</c:v>
                </c:pt>
                <c:pt idx="5">
                  <c:v>275.3333333333333</c:v>
                </c:pt>
                <c:pt idx="6">
                  <c:v>285.6666666666667</c:v>
                </c:pt>
                <c:pt idx="7">
                  <c:v>201</c:v>
                </c:pt>
                <c:pt idx="8">
                  <c:v>202.25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217.25</c:v>
                </c:pt>
                <c:pt idx="1">
                  <c:v>203.25</c:v>
                </c:pt>
                <c:pt idx="2">
                  <c:v>237.75</c:v>
                </c:pt>
                <c:pt idx="3">
                  <c:v>236.25</c:v>
                </c:pt>
                <c:pt idx="4">
                  <c:v>213.5</c:v>
                </c:pt>
                <c:pt idx="5">
                  <c:v>235.75</c:v>
                </c:pt>
                <c:pt idx="6">
                  <c:v>244.25</c:v>
                </c:pt>
                <c:pt idx="7">
                  <c:v>218.25</c:v>
                </c:pt>
                <c:pt idx="8">
                  <c:v>214.75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5.40000000000003"/>
          <c:min val="193.266666666666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117.41176470588235</c:v>
                </c:pt>
                <c:pt idx="1">
                  <c:v>117.41176470588235</c:v>
                </c:pt>
                <c:pt idx="2">
                  <c:v>117.41176470588235</c:v>
                </c:pt>
                <c:pt idx="3">
                  <c:v>117.41176470588235</c:v>
                </c:pt>
                <c:pt idx="4">
                  <c:v>117.41176470588235</c:v>
                </c:pt>
                <c:pt idx="5">
                  <c:v>117.41176470588235</c:v>
                </c:pt>
                <c:pt idx="6">
                  <c:v>117.41176470588235</c:v>
                </c:pt>
                <c:pt idx="7">
                  <c:v>117.41176470588235</c:v>
                </c:pt>
                <c:pt idx="8">
                  <c:v>117.41176470588235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3"/>
          <c:min val="107.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114</c:v>
                </c:pt>
                <c:pt idx="1">
                  <c:v>119.4</c:v>
                </c:pt>
                <c:pt idx="2">
                  <c:v>119.16666666666667</c:v>
                </c:pt>
                <c:pt idx="3">
                  <c:v>127</c:v>
                </c:pt>
                <c:pt idx="4">
                  <c:v>126.16666666666667</c:v>
                </c:pt>
                <c:pt idx="5">
                  <c:v>189</c:v>
                </c:pt>
                <c:pt idx="6">
                  <c:v>157.6</c:v>
                </c:pt>
                <c:pt idx="7">
                  <c:v>172.6</c:v>
                </c:pt>
                <c:pt idx="8">
                  <c:v>198.75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5.53"/>
          <c:min val="107.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165.43589743589743</c:v>
                </c:pt>
                <c:pt idx="1">
                  <c:v>165.43589743589743</c:v>
                </c:pt>
                <c:pt idx="2">
                  <c:v>165.43589743589743</c:v>
                </c:pt>
                <c:pt idx="3">
                  <c:v>165.43589743589743</c:v>
                </c:pt>
                <c:pt idx="4">
                  <c:v>165.43589743589743</c:v>
                </c:pt>
                <c:pt idx="5">
                  <c:v>165.43589743589743</c:v>
                </c:pt>
                <c:pt idx="6">
                  <c:v>165.43589743589743</c:v>
                </c:pt>
                <c:pt idx="7">
                  <c:v>165.43589743589743</c:v>
                </c:pt>
                <c:pt idx="8">
                  <c:v>165.43589743589743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81384615384616"/>
          <c:min val="150.42974358974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171</c:v>
                </c:pt>
                <c:pt idx="1">
                  <c:v>155.07692307692307</c:v>
                </c:pt>
                <c:pt idx="2">
                  <c:v>170.23076923076923</c:v>
                </c:pt>
                <c:pt idx="3">
                  <c:v>164.53846153846155</c:v>
                </c:pt>
                <c:pt idx="4">
                  <c:v>193.58333333333334</c:v>
                </c:pt>
                <c:pt idx="5">
                  <c:v>201.75</c:v>
                </c:pt>
                <c:pt idx="6">
                  <c:v>193.75</c:v>
                </c:pt>
                <c:pt idx="7">
                  <c:v>213.16666666666666</c:v>
                </c:pt>
                <c:pt idx="8">
                  <c:v>203.5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7.81384615384616"/>
          <c:min val="150.42974358974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211.2</c:v>
                </c:pt>
                <c:pt idx="1">
                  <c:v>211.2</c:v>
                </c:pt>
                <c:pt idx="2">
                  <c:v>211.2</c:v>
                </c:pt>
                <c:pt idx="3">
                  <c:v>211.2</c:v>
                </c:pt>
                <c:pt idx="4">
                  <c:v>211.2</c:v>
                </c:pt>
                <c:pt idx="5">
                  <c:v>211.2</c:v>
                </c:pt>
                <c:pt idx="6">
                  <c:v>211.2</c:v>
                </c:pt>
                <c:pt idx="7">
                  <c:v>211.2</c:v>
                </c:pt>
                <c:pt idx="8">
                  <c:v>211.2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7.48"/>
          <c:min val="18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227.6</c:v>
                </c:pt>
                <c:pt idx="1">
                  <c:v>187</c:v>
                </c:pt>
                <c:pt idx="2">
                  <c:v>219</c:v>
                </c:pt>
                <c:pt idx="3">
                  <c:v>220</c:v>
                </c:pt>
                <c:pt idx="4">
                  <c:v>225.8</c:v>
                </c:pt>
                <c:pt idx="5">
                  <c:v>242.8</c:v>
                </c:pt>
                <c:pt idx="6">
                  <c:v>243</c:v>
                </c:pt>
                <c:pt idx="7">
                  <c:v>225.8</c:v>
                </c:pt>
                <c:pt idx="8">
                  <c:v>241.8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7.48"/>
          <c:min val="182.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160.8</c:v>
                </c:pt>
                <c:pt idx="1">
                  <c:v>160.8</c:v>
                </c:pt>
                <c:pt idx="2">
                  <c:v>160.8</c:v>
                </c:pt>
                <c:pt idx="3">
                  <c:v>160.8</c:v>
                </c:pt>
                <c:pt idx="4">
                  <c:v>160.8</c:v>
                </c:pt>
                <c:pt idx="5">
                  <c:v>160.8</c:v>
                </c:pt>
                <c:pt idx="6">
                  <c:v>160.8</c:v>
                </c:pt>
                <c:pt idx="7">
                  <c:v>160.8</c:v>
                </c:pt>
                <c:pt idx="8">
                  <c:v>160.8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0.892"/>
          <c:min val="146.87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158.6</c:v>
                </c:pt>
                <c:pt idx="1">
                  <c:v>150.6</c:v>
                </c:pt>
                <c:pt idx="2">
                  <c:v>173.2</c:v>
                </c:pt>
                <c:pt idx="3">
                  <c:v>157.2</c:v>
                </c:pt>
                <c:pt idx="4">
                  <c:v>155.2</c:v>
                </c:pt>
                <c:pt idx="5">
                  <c:v>188.4</c:v>
                </c:pt>
                <c:pt idx="6">
                  <c:v>171.83333333333334</c:v>
                </c:pt>
                <c:pt idx="7">
                  <c:v>197.16666666666666</c:v>
                </c:pt>
                <c:pt idx="8">
                  <c:v>190.8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0.892"/>
          <c:min val="146.87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161.58333333333334</c:v>
                </c:pt>
                <c:pt idx="1">
                  <c:v>161.58333333333334</c:v>
                </c:pt>
                <c:pt idx="2">
                  <c:v>161.58333333333334</c:v>
                </c:pt>
                <c:pt idx="3">
                  <c:v>161.58333333333334</c:v>
                </c:pt>
                <c:pt idx="4">
                  <c:v>161.58333333333334</c:v>
                </c:pt>
                <c:pt idx="5">
                  <c:v>161.58333333333334</c:v>
                </c:pt>
                <c:pt idx="6">
                  <c:v>161.58333333333334</c:v>
                </c:pt>
                <c:pt idx="7">
                  <c:v>161.58333333333334</c:v>
                </c:pt>
                <c:pt idx="8">
                  <c:v>161.58333333333334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52"/>
          <c:min val="151.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164.75</c:v>
                </c:pt>
                <c:pt idx="1">
                  <c:v>157</c:v>
                </c:pt>
                <c:pt idx="2">
                  <c:v>163</c:v>
                </c:pt>
                <c:pt idx="3">
                  <c:v>226</c:v>
                </c:pt>
                <c:pt idx="4">
                  <c:v>165.5</c:v>
                </c:pt>
                <c:pt idx="5">
                  <c:v>178.75</c:v>
                </c:pt>
                <c:pt idx="6">
                  <c:v>177</c:v>
                </c:pt>
                <c:pt idx="7">
                  <c:v>216</c:v>
                </c:pt>
                <c:pt idx="8">
                  <c:v>175.5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52"/>
          <c:min val="151.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6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788.25</c:v>
                </c:pt>
                <c:pt idx="1">
                  <c:v>743</c:v>
                </c:pt>
                <c:pt idx="2">
                  <c:v>799.875</c:v>
                </c:pt>
                <c:pt idx="3">
                  <c:v>809.375</c:v>
                </c:pt>
                <c:pt idx="4">
                  <c:v>793.75</c:v>
                </c:pt>
                <c:pt idx="5">
                  <c:v>918.4285714285714</c:v>
                </c:pt>
                <c:pt idx="6">
                  <c:v>949.8571428571429</c:v>
                </c:pt>
                <c:pt idx="7">
                  <c:v>917.4285714285714</c:v>
                </c:pt>
                <c:pt idx="8">
                  <c:v>876.7142857142857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955.5714285714286</c:v>
                </c:pt>
                <c:pt idx="1">
                  <c:v>813.1428571428571</c:v>
                </c:pt>
                <c:pt idx="2">
                  <c:v>928.8571428571429</c:v>
                </c:pt>
                <c:pt idx="3">
                  <c:v>1032.6666666666667</c:v>
                </c:pt>
                <c:pt idx="4">
                  <c:v>1035.6666666666667</c:v>
                </c:pt>
                <c:pt idx="5">
                  <c:v>1089.5</c:v>
                </c:pt>
                <c:pt idx="6">
                  <c:v>1147.8333333333333</c:v>
                </c:pt>
                <c:pt idx="7">
                  <c:v>1197.8333333333333</c:v>
                </c:pt>
                <c:pt idx="8">
                  <c:v>1056.5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34.22"/>
          <c:min val="706.61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477</c:v>
                </c:pt>
                <c:pt idx="1">
                  <c:v>435.75</c:v>
                </c:pt>
                <c:pt idx="2">
                  <c:v>506.5</c:v>
                </c:pt>
                <c:pt idx="3">
                  <c:v>515</c:v>
                </c:pt>
                <c:pt idx="4">
                  <c:v>499.5</c:v>
                </c:pt>
                <c:pt idx="5">
                  <c:v>484.5</c:v>
                </c:pt>
                <c:pt idx="6">
                  <c:v>515.75</c:v>
                </c:pt>
                <c:pt idx="7">
                  <c:v>623</c:v>
                </c:pt>
                <c:pt idx="8">
                  <c:v>647.3333333333334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642.3333333333334</c:v>
                </c:pt>
                <c:pt idx="1">
                  <c:v>600.6666666666666</c:v>
                </c:pt>
                <c:pt idx="2">
                  <c:v>666.3333333333334</c:v>
                </c:pt>
                <c:pt idx="3">
                  <c:v>712.3333333333334</c:v>
                </c:pt>
                <c:pt idx="4">
                  <c:v>677</c:v>
                </c:pt>
                <c:pt idx="5">
                  <c:v>736</c:v>
                </c:pt>
                <c:pt idx="6">
                  <c:v>740.3333333333334</c:v>
                </c:pt>
                <c:pt idx="7">
                  <c:v>676.6666666666666</c:v>
                </c:pt>
                <c:pt idx="8">
                  <c:v>721.3333333333334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64.7"/>
          <c:min val="411.383333333333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544.3333333333334</c:v>
                </c:pt>
                <c:pt idx="1">
                  <c:v>496.3333333333333</c:v>
                </c:pt>
                <c:pt idx="2">
                  <c:v>512.3333333333334</c:v>
                </c:pt>
                <c:pt idx="3">
                  <c:v>563.3333333333334</c:v>
                </c:pt>
                <c:pt idx="4">
                  <c:v>527.3333333333334</c:v>
                </c:pt>
                <c:pt idx="5">
                  <c:v>567</c:v>
                </c:pt>
                <c:pt idx="6">
                  <c:v>579</c:v>
                </c:pt>
                <c:pt idx="7">
                  <c:v>512</c:v>
                </c:pt>
                <c:pt idx="8">
                  <c:v>519.3333333333334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545</c:v>
                </c:pt>
                <c:pt idx="1">
                  <c:v>473</c:v>
                </c:pt>
                <c:pt idx="2">
                  <c:v>527.3333333333334</c:v>
                </c:pt>
                <c:pt idx="3">
                  <c:v>538</c:v>
                </c:pt>
                <c:pt idx="4">
                  <c:v>733</c:v>
                </c:pt>
                <c:pt idx="5">
                  <c:v>808</c:v>
                </c:pt>
                <c:pt idx="6">
                  <c:v>847.5</c:v>
                </c:pt>
                <c:pt idx="7">
                  <c:v>862</c:v>
                </c:pt>
                <c:pt idx="8">
                  <c:v>851.5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93.12"/>
          <c:min val="4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432.75</c:v>
                </c:pt>
                <c:pt idx="1">
                  <c:v>366</c:v>
                </c:pt>
                <c:pt idx="2">
                  <c:v>395</c:v>
                </c:pt>
                <c:pt idx="3">
                  <c:v>446.75</c:v>
                </c:pt>
                <c:pt idx="4">
                  <c:v>439.25</c:v>
                </c:pt>
                <c:pt idx="5">
                  <c:v>555.6666666666666</c:v>
                </c:pt>
                <c:pt idx="6">
                  <c:v>594.6666666666666</c:v>
                </c:pt>
                <c:pt idx="7">
                  <c:v>574</c:v>
                </c:pt>
                <c:pt idx="8">
                  <c:v>525.6666666666666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567.6666666666666</c:v>
                </c:pt>
                <c:pt idx="1">
                  <c:v>481.6666666666667</c:v>
                </c:pt>
                <c:pt idx="2">
                  <c:v>620.3333333333334</c:v>
                </c:pt>
                <c:pt idx="3">
                  <c:v>573</c:v>
                </c:pt>
                <c:pt idx="4">
                  <c:v>588</c:v>
                </c:pt>
                <c:pt idx="5">
                  <c:v>638.6666666666666</c:v>
                </c:pt>
                <c:pt idx="6">
                  <c:v>637.6666666666666</c:v>
                </c:pt>
                <c:pt idx="7">
                  <c:v>596.6666666666666</c:v>
                </c:pt>
                <c:pt idx="8">
                  <c:v>611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60.4799999999999"/>
          <c:min val="344.186666666666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639</c:v>
                </c:pt>
                <c:pt idx="1">
                  <c:v>652</c:v>
                </c:pt>
                <c:pt idx="2">
                  <c:v>692.5</c:v>
                </c:pt>
                <c:pt idx="3">
                  <c:v>612.75</c:v>
                </c:pt>
                <c:pt idx="4">
                  <c:v>615.5</c:v>
                </c:pt>
                <c:pt idx="5">
                  <c:v>627.75</c:v>
                </c:pt>
                <c:pt idx="6">
                  <c:v>661.5</c:v>
                </c:pt>
                <c:pt idx="7">
                  <c:v>640</c:v>
                </c:pt>
                <c:pt idx="8">
                  <c:v>713.6666666666666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741</c:v>
                </c:pt>
                <c:pt idx="1">
                  <c:v>672</c:v>
                </c:pt>
                <c:pt idx="2">
                  <c:v>737.6666666666666</c:v>
                </c:pt>
                <c:pt idx="3">
                  <c:v>713</c:v>
                </c:pt>
                <c:pt idx="4">
                  <c:v>774.3333333333334</c:v>
                </c:pt>
                <c:pt idx="5">
                  <c:v>807</c:v>
                </c:pt>
                <c:pt idx="6">
                  <c:v>775</c:v>
                </c:pt>
                <c:pt idx="7">
                  <c:v>852.6666666666666</c:v>
                </c:pt>
                <c:pt idx="8">
                  <c:v>814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1.86"/>
          <c:min val="593.55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896</c:v>
                </c:pt>
                <c:pt idx="1">
                  <c:v>672</c:v>
                </c:pt>
                <c:pt idx="2">
                  <c:v>832</c:v>
                </c:pt>
                <c:pt idx="3">
                  <c:v>812</c:v>
                </c:pt>
                <c:pt idx="4">
                  <c:v>779</c:v>
                </c:pt>
                <c:pt idx="5">
                  <c:v>826</c:v>
                </c:pt>
                <c:pt idx="6">
                  <c:v>990</c:v>
                </c:pt>
                <c:pt idx="7">
                  <c:v>920</c:v>
                </c:pt>
                <c:pt idx="8">
                  <c:v>840</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684</c:v>
                </c:pt>
                <c:pt idx="1">
                  <c:v>597</c:v>
                </c:pt>
                <c:pt idx="2">
                  <c:v>715</c:v>
                </c:pt>
                <c:pt idx="3">
                  <c:v>762</c:v>
                </c:pt>
                <c:pt idx="4">
                  <c:v>757</c:v>
                </c:pt>
                <c:pt idx="5">
                  <c:v>756</c:v>
                </c:pt>
                <c:pt idx="6">
                  <c:v>394</c:v>
                </c:pt>
                <c:pt idx="7">
                  <c:v>431.5</c:v>
                </c:pt>
                <c:pt idx="8">
                  <c:v>397.5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37.68"/>
          <c:min val="346.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346.6666666666667</c:v>
                </c:pt>
                <c:pt idx="1">
                  <c:v>508</c:v>
                </c:pt>
                <c:pt idx="2">
                  <c:v>492.5</c:v>
                </c:pt>
                <c:pt idx="3">
                  <c:v>528</c:v>
                </c:pt>
                <c:pt idx="4">
                  <c:v>474.5</c:v>
                </c:pt>
                <c:pt idx="5">
                  <c:v>492.5</c:v>
                </c:pt>
                <c:pt idx="6">
                  <c:v>303</c:v>
                </c:pt>
                <c:pt idx="7">
                  <c:v>324</c:v>
                </c:pt>
                <c:pt idx="8">
                  <c:v>316.6666666666667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322.3333333333333</c:v>
                </c:pt>
                <c:pt idx="1">
                  <c:v>277.6666666666667</c:v>
                </c:pt>
                <c:pt idx="2">
                  <c:v>336.6666666666667</c:v>
                </c:pt>
                <c:pt idx="3">
                  <c:v>315.3333333333333</c:v>
                </c:pt>
                <c:pt idx="4">
                  <c:v>313</c:v>
                </c:pt>
                <c:pt idx="5">
                  <c:v>323.6666666666667</c:v>
                </c:pt>
                <c:pt idx="6">
                  <c:v>307</c:v>
                </c:pt>
                <c:pt idx="7">
                  <c:v>283</c:v>
                </c:pt>
                <c:pt idx="8">
                  <c:v>296.3333333333333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48.0266666666666"/>
          <c:min val="257.640000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472</c:v>
                </c:pt>
                <c:pt idx="1">
                  <c:v>412</c:v>
                </c:pt>
                <c:pt idx="2">
                  <c:v>461</c:v>
                </c:pt>
                <c:pt idx="3">
                  <c:v>444.3333333333333</c:v>
                </c:pt>
                <c:pt idx="4">
                  <c:v>454.6666666666667</c:v>
                </c:pt>
                <c:pt idx="5">
                  <c:v>398.6666666666667</c:v>
                </c:pt>
                <c:pt idx="6">
                  <c:v>433</c:v>
                </c:pt>
                <c:pt idx="7">
                  <c:v>410</c:v>
                </c:pt>
                <c:pt idx="8">
                  <c:v>597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379.3333333333333</c:v>
                </c:pt>
                <c:pt idx="1">
                  <c:v>311.6666666666667</c:v>
                </c:pt>
                <c:pt idx="2">
                  <c:v>365</c:v>
                </c:pt>
                <c:pt idx="3">
                  <c:v>366.6666666666667</c:v>
                </c:pt>
                <c:pt idx="4">
                  <c:v>376.3333333333333</c:v>
                </c:pt>
                <c:pt idx="5">
                  <c:v>404.6666666666667</c:v>
                </c:pt>
                <c:pt idx="6">
                  <c:v>405</c:v>
                </c:pt>
                <c:pt idx="7">
                  <c:v>376.3333333333333</c:v>
                </c:pt>
                <c:pt idx="8">
                  <c:v>403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9.8266666666667"/>
          <c:min val="288.840000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472.125</c:v>
                </c:pt>
                <c:pt idx="1">
                  <c:v>440.5</c:v>
                </c:pt>
                <c:pt idx="2">
                  <c:v>501.625</c:v>
                </c:pt>
                <c:pt idx="3">
                  <c:v>434.75</c:v>
                </c:pt>
                <c:pt idx="4">
                  <c:v>435.5</c:v>
                </c:pt>
                <c:pt idx="5">
                  <c:v>436.75</c:v>
                </c:pt>
                <c:pt idx="6">
                  <c:v>444.75</c:v>
                </c:pt>
                <c:pt idx="7">
                  <c:v>462.125</c:v>
                </c:pt>
                <c:pt idx="8">
                  <c:v>401.75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409.375</c:v>
                </c:pt>
                <c:pt idx="1">
                  <c:v>331.5</c:v>
                </c:pt>
                <c:pt idx="2">
                  <c:v>389.5</c:v>
                </c:pt>
                <c:pt idx="3">
                  <c:v>368.625</c:v>
                </c:pt>
                <c:pt idx="4">
                  <c:v>387.125</c:v>
                </c:pt>
                <c:pt idx="5">
                  <c:v>415.125</c:v>
                </c:pt>
                <c:pt idx="6">
                  <c:v>417.25</c:v>
                </c:pt>
                <c:pt idx="7">
                  <c:v>403.625</c:v>
                </c:pt>
                <c:pt idx="8">
                  <c:v>406.125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5.235"/>
          <c:min val="317.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350</c:v>
                </c:pt>
                <c:pt idx="1">
                  <c:v>369.75</c:v>
                </c:pt>
                <c:pt idx="2">
                  <c:v>406</c:v>
                </c:pt>
                <c:pt idx="3">
                  <c:v>389.75</c:v>
                </c:pt>
                <c:pt idx="4">
                  <c:v>479</c:v>
                </c:pt>
                <c:pt idx="5">
                  <c:v>473</c:v>
                </c:pt>
                <c:pt idx="6">
                  <c:v>473.3333333333333</c:v>
                </c:pt>
                <c:pt idx="7">
                  <c:v>407</c:v>
                </c:pt>
                <c:pt idx="8">
                  <c:v>334.5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494</c:v>
                </c:pt>
                <c:pt idx="1">
                  <c:v>343.75</c:v>
                </c:pt>
                <c:pt idx="2">
                  <c:v>404</c:v>
                </c:pt>
                <c:pt idx="3">
                  <c:v>387</c:v>
                </c:pt>
                <c:pt idx="4">
                  <c:v>344.25</c:v>
                </c:pt>
                <c:pt idx="5">
                  <c:v>369.25</c:v>
                </c:pt>
                <c:pt idx="6">
                  <c:v>301.6</c:v>
                </c:pt>
                <c:pt idx="7">
                  <c:v>283.6</c:v>
                </c:pt>
                <c:pt idx="8">
                  <c:v>309.6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0.832"/>
          <c:min val="266.768000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515.1111111111112</c:v>
                </c:pt>
                <c:pt idx="1">
                  <c:v>515.1111111111112</c:v>
                </c:pt>
                <c:pt idx="2">
                  <c:v>515.1111111111112</c:v>
                </c:pt>
                <c:pt idx="3">
                  <c:v>515.1111111111112</c:v>
                </c:pt>
                <c:pt idx="4">
                  <c:v>515.1111111111112</c:v>
                </c:pt>
                <c:pt idx="5">
                  <c:v>515.1111111111112</c:v>
                </c:pt>
                <c:pt idx="6">
                  <c:v>515.1111111111112</c:v>
                </c:pt>
                <c:pt idx="7">
                  <c:v>515.1111111111112</c:v>
                </c:pt>
                <c:pt idx="8">
                  <c:v>515.1111111111112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93.12"/>
          <c:min val="4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545</c:v>
                </c:pt>
                <c:pt idx="1">
                  <c:v>473</c:v>
                </c:pt>
                <c:pt idx="2">
                  <c:v>527.3333333333334</c:v>
                </c:pt>
                <c:pt idx="3">
                  <c:v>538</c:v>
                </c:pt>
                <c:pt idx="4">
                  <c:v>733</c:v>
                </c:pt>
                <c:pt idx="5">
                  <c:v>808</c:v>
                </c:pt>
                <c:pt idx="6">
                  <c:v>847.5</c:v>
                </c:pt>
                <c:pt idx="7">
                  <c:v>862</c:v>
                </c:pt>
                <c:pt idx="8">
                  <c:v>851.5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93.12"/>
          <c:min val="4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899.1904761904763</c:v>
                </c:pt>
                <c:pt idx="1">
                  <c:v>899.1904761904763</c:v>
                </c:pt>
                <c:pt idx="2">
                  <c:v>899.1904761904763</c:v>
                </c:pt>
                <c:pt idx="3">
                  <c:v>899.1904761904763</c:v>
                </c:pt>
                <c:pt idx="4">
                  <c:v>899.1904761904763</c:v>
                </c:pt>
                <c:pt idx="5">
                  <c:v>899.1904761904763</c:v>
                </c:pt>
                <c:pt idx="6">
                  <c:v>899.1904761904763</c:v>
                </c:pt>
                <c:pt idx="7">
                  <c:v>899.1904761904763</c:v>
                </c:pt>
                <c:pt idx="8">
                  <c:v>899.1904761904763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28.6085714285714"/>
          <c:min val="782.367619047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955.5714285714286</c:v>
                </c:pt>
                <c:pt idx="1">
                  <c:v>813.1428571428571</c:v>
                </c:pt>
                <c:pt idx="2">
                  <c:v>928.8571428571429</c:v>
                </c:pt>
                <c:pt idx="3">
                  <c:v>1032.6666666666667</c:v>
                </c:pt>
                <c:pt idx="4">
                  <c:v>1035.6666666666667</c:v>
                </c:pt>
                <c:pt idx="5">
                  <c:v>1089.5</c:v>
                </c:pt>
                <c:pt idx="6">
                  <c:v>1147.8333333333333</c:v>
                </c:pt>
                <c:pt idx="7">
                  <c:v>1197.8333333333333</c:v>
                </c:pt>
                <c:pt idx="8">
                  <c:v>1056.5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28.6085714285714"/>
          <c:min val="782.3676190476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157.66666666666666</c:v>
                </c:pt>
                <c:pt idx="1">
                  <c:v>157.66666666666666</c:v>
                </c:pt>
                <c:pt idx="2">
                  <c:v>157.66666666666666</c:v>
                </c:pt>
                <c:pt idx="3">
                  <c:v>157.66666666666666</c:v>
                </c:pt>
                <c:pt idx="4">
                  <c:v>157.66666666666666</c:v>
                </c:pt>
                <c:pt idx="5">
                  <c:v>157.66666666666666</c:v>
                </c:pt>
                <c:pt idx="6">
                  <c:v>157.66666666666666</c:v>
                </c:pt>
                <c:pt idx="7">
                  <c:v>157.66666666666666</c:v>
                </c:pt>
                <c:pt idx="8">
                  <c:v>157.66666666666666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1.72"/>
          <c:min val="11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168.5</c:v>
                </c:pt>
                <c:pt idx="1">
                  <c:v>136</c:v>
                </c:pt>
                <c:pt idx="2">
                  <c:v>168.5</c:v>
                </c:pt>
                <c:pt idx="3">
                  <c:v>189</c:v>
                </c:pt>
                <c:pt idx="4">
                  <c:v>169</c:v>
                </c:pt>
                <c:pt idx="5">
                  <c:v>204.5</c:v>
                </c:pt>
                <c:pt idx="6">
                  <c:v>343</c:v>
                </c:pt>
                <c:pt idx="7">
                  <c:v>345</c:v>
                </c:pt>
                <c:pt idx="8">
                  <c:v>290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1.72"/>
          <c:min val="119.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141.88235294117646</c:v>
                </c:pt>
                <c:pt idx="1">
                  <c:v>141.88235294117646</c:v>
                </c:pt>
                <c:pt idx="2">
                  <c:v>141.88235294117646</c:v>
                </c:pt>
                <c:pt idx="3">
                  <c:v>141.88235294117646</c:v>
                </c:pt>
                <c:pt idx="4">
                  <c:v>141.88235294117646</c:v>
                </c:pt>
                <c:pt idx="5">
                  <c:v>141.88235294117646</c:v>
                </c:pt>
                <c:pt idx="6">
                  <c:v>141.88235294117646</c:v>
                </c:pt>
                <c:pt idx="7">
                  <c:v>141.88235294117646</c:v>
                </c:pt>
                <c:pt idx="8">
                  <c:v>141.88235294117646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9.37"/>
          <c:min val="11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132.16666666666666</c:v>
                </c:pt>
                <c:pt idx="1">
                  <c:v>125.5</c:v>
                </c:pt>
                <c:pt idx="2">
                  <c:v>173.2</c:v>
                </c:pt>
                <c:pt idx="3">
                  <c:v>157.2</c:v>
                </c:pt>
                <c:pt idx="4">
                  <c:v>194</c:v>
                </c:pt>
                <c:pt idx="5">
                  <c:v>235.5</c:v>
                </c:pt>
                <c:pt idx="6">
                  <c:v>257.75</c:v>
                </c:pt>
                <c:pt idx="7">
                  <c:v>295.75</c:v>
                </c:pt>
                <c:pt idx="8">
                  <c:v>238.5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9.37"/>
          <c:min val="11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716.8888888888888</c:v>
                </c:pt>
                <c:pt idx="1">
                  <c:v>716.8888888888888</c:v>
                </c:pt>
                <c:pt idx="2">
                  <c:v>716.8888888888888</c:v>
                </c:pt>
                <c:pt idx="3">
                  <c:v>716.8888888888888</c:v>
                </c:pt>
                <c:pt idx="4">
                  <c:v>716.8888888888888</c:v>
                </c:pt>
                <c:pt idx="5">
                  <c:v>716.8888888888888</c:v>
                </c:pt>
                <c:pt idx="6">
                  <c:v>716.8888888888888</c:v>
                </c:pt>
                <c:pt idx="7">
                  <c:v>716.8888888888888</c:v>
                </c:pt>
                <c:pt idx="8">
                  <c:v>716.8888888888888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67.12"/>
          <c:min val="657.5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741</c:v>
                </c:pt>
                <c:pt idx="1">
                  <c:v>672</c:v>
                </c:pt>
                <c:pt idx="2">
                  <c:v>737.6666666666666</c:v>
                </c:pt>
                <c:pt idx="3">
                  <c:v>713</c:v>
                </c:pt>
                <c:pt idx="4">
                  <c:v>774.3333333333334</c:v>
                </c:pt>
                <c:pt idx="5">
                  <c:v>807</c:v>
                </c:pt>
                <c:pt idx="6">
                  <c:v>775</c:v>
                </c:pt>
                <c:pt idx="7">
                  <c:v>852.6666666666666</c:v>
                </c:pt>
                <c:pt idx="8">
                  <c:v>814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67.12"/>
          <c:min val="657.54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26.142857142857142</c:v>
                </c:pt>
                <c:pt idx="1">
                  <c:v>26.923076923076923</c:v>
                </c:pt>
                <c:pt idx="2">
                  <c:v>26.666666666666668</c:v>
                </c:pt>
                <c:pt idx="3">
                  <c:v>25.76923076923077</c:v>
                </c:pt>
                <c:pt idx="4">
                  <c:v>23.76923076923077</c:v>
                </c:pt>
                <c:pt idx="5">
                  <c:v>20.666666666666668</c:v>
                </c:pt>
                <c:pt idx="6">
                  <c:v>22.11764705882353</c:v>
                </c:pt>
                <c:pt idx="7">
                  <c:v>23.294117647058822</c:v>
                </c:pt>
                <c:pt idx="8">
                  <c:v>26.75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26.4</c:v>
                </c:pt>
                <c:pt idx="1">
                  <c:v>28.133333333333333</c:v>
                </c:pt>
                <c:pt idx="2">
                  <c:v>26.75</c:v>
                </c:pt>
                <c:pt idx="3">
                  <c:v>29.666666666666668</c:v>
                </c:pt>
                <c:pt idx="4">
                  <c:v>34.357142857142854</c:v>
                </c:pt>
                <c:pt idx="5">
                  <c:v>39.42857142857143</c:v>
                </c:pt>
                <c:pt idx="6">
                  <c:v>38.07142857142857</c:v>
                </c:pt>
                <c:pt idx="7">
                  <c:v>31.571428571428573</c:v>
                </c:pt>
                <c:pt idx="8">
                  <c:v>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0.929523809523815"/>
          <c:min val="19.1657142857142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22.22222222222222</c:v>
                </c:pt>
                <c:pt idx="1">
                  <c:v>22.074626865671643</c:v>
                </c:pt>
                <c:pt idx="2">
                  <c:v>23.88235294117647</c:v>
                </c:pt>
                <c:pt idx="3">
                  <c:v>25.14516129032258</c:v>
                </c:pt>
                <c:pt idx="4">
                  <c:v>23.95</c:v>
                </c:pt>
                <c:pt idx="5">
                  <c:v>23.65</c:v>
                </c:pt>
                <c:pt idx="6">
                  <c:v>24.06779661016949</c:v>
                </c:pt>
                <c:pt idx="7">
                  <c:v>27.593220338983052</c:v>
                </c:pt>
                <c:pt idx="8">
                  <c:v>23.892857142857142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31.53191489361702</c:v>
                </c:pt>
                <c:pt idx="1">
                  <c:v>27.5</c:v>
                </c:pt>
                <c:pt idx="2">
                  <c:v>31.076923076923077</c:v>
                </c:pt>
                <c:pt idx="3">
                  <c:v>30.352941176470587</c:v>
                </c:pt>
                <c:pt idx="4">
                  <c:v>25.5</c:v>
                </c:pt>
                <c:pt idx="5">
                  <c:v>28.403846153846153</c:v>
                </c:pt>
                <c:pt idx="6">
                  <c:v>29</c:v>
                </c:pt>
                <c:pt idx="7">
                  <c:v>27.80392156862745</c:v>
                </c:pt>
                <c:pt idx="8">
                  <c:v>28.666666666666668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288497935852654"/>
          <c:min val="21.318043823436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27.833333333333332</c:v>
                </c:pt>
                <c:pt idx="1">
                  <c:v>22.04</c:v>
                </c:pt>
                <c:pt idx="2">
                  <c:v>27.26086956521739</c:v>
                </c:pt>
                <c:pt idx="3">
                  <c:v>30</c:v>
                </c:pt>
                <c:pt idx="4">
                  <c:v>25.625</c:v>
                </c:pt>
                <c:pt idx="5">
                  <c:v>29.608695652173914</c:v>
                </c:pt>
                <c:pt idx="6">
                  <c:v>25.192307692307693</c:v>
                </c:pt>
                <c:pt idx="7">
                  <c:v>27.583333333333332</c:v>
                </c:pt>
                <c:pt idx="8">
                  <c:v>26.73913043478261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31.38095238095238</c:v>
                </c:pt>
                <c:pt idx="1">
                  <c:v>28.545454545454547</c:v>
                </c:pt>
                <c:pt idx="2">
                  <c:v>29.636363636363637</c:v>
                </c:pt>
                <c:pt idx="3">
                  <c:v>26.076923076923077</c:v>
                </c:pt>
                <c:pt idx="4">
                  <c:v>30.09090909090909</c:v>
                </c:pt>
                <c:pt idx="5">
                  <c:v>34.04761904761905</c:v>
                </c:pt>
                <c:pt idx="6">
                  <c:v>33.714285714285715</c:v>
                </c:pt>
                <c:pt idx="7">
                  <c:v>30.857142857142858</c:v>
                </c:pt>
                <c:pt idx="8">
                  <c:v>31.90909090909091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008228571428575"/>
          <c:min val="21.0793904761904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33.54838709677419</c:v>
                </c:pt>
                <c:pt idx="1">
                  <c:v>33.86666666666667</c:v>
                </c:pt>
                <c:pt idx="2">
                  <c:v>31.774193548387096</c:v>
                </c:pt>
                <c:pt idx="3">
                  <c:v>35.2</c:v>
                </c:pt>
                <c:pt idx="4">
                  <c:v>30.612903225806452</c:v>
                </c:pt>
                <c:pt idx="5">
                  <c:v>36.48148148148148</c:v>
                </c:pt>
                <c:pt idx="6">
                  <c:v>32.464285714285715</c:v>
                </c:pt>
                <c:pt idx="7">
                  <c:v>33.51724137931034</c:v>
                </c:pt>
                <c:pt idx="8">
                  <c:v>31.666666666666668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31.193548387096776</c:v>
                </c:pt>
                <c:pt idx="1">
                  <c:v>26.870967741935484</c:v>
                </c:pt>
                <c:pt idx="2">
                  <c:v>31.5625</c:v>
                </c:pt>
                <c:pt idx="3">
                  <c:v>43</c:v>
                </c:pt>
                <c:pt idx="4">
                  <c:v>42.68181818181818</c:v>
                </c:pt>
                <c:pt idx="5">
                  <c:v>44.13636363636363</c:v>
                </c:pt>
                <c:pt idx="6">
                  <c:v>41.86363636363637</c:v>
                </c:pt>
                <c:pt idx="7">
                  <c:v>38.59090909090909</c:v>
                </c:pt>
                <c:pt idx="8">
                  <c:v>40.40909090909091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51759530791789"/>
          <c:min val="25.4897360703812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16.24137931034483</c:v>
                </c:pt>
                <c:pt idx="1">
                  <c:v>14.147540983606557</c:v>
                </c:pt>
                <c:pt idx="2">
                  <c:v>15.6</c:v>
                </c:pt>
                <c:pt idx="3">
                  <c:v>16.879310344827587</c:v>
                </c:pt>
                <c:pt idx="4">
                  <c:v>16.05263157894737</c:v>
                </c:pt>
                <c:pt idx="5">
                  <c:v>16.54385964912281</c:v>
                </c:pt>
                <c:pt idx="6">
                  <c:v>15.60344827586207</c:v>
                </c:pt>
                <c:pt idx="7">
                  <c:v>15.857142857142858</c:v>
                </c:pt>
                <c:pt idx="8">
                  <c:v>16.589285714285715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18.372549019607842</c:v>
                </c:pt>
                <c:pt idx="1">
                  <c:v>17.632653061224488</c:v>
                </c:pt>
                <c:pt idx="2">
                  <c:v>21.395833333333332</c:v>
                </c:pt>
                <c:pt idx="3">
                  <c:v>19.916666666666668</c:v>
                </c:pt>
                <c:pt idx="4">
                  <c:v>18.4375</c:v>
                </c:pt>
                <c:pt idx="5">
                  <c:v>19.145833333333332</c:v>
                </c:pt>
                <c:pt idx="6">
                  <c:v>20.520833333333332</c:v>
                </c:pt>
                <c:pt idx="7">
                  <c:v>18.958333333333332</c:v>
                </c:pt>
                <c:pt idx="8">
                  <c:v>18.416666666666668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975696721311476"/>
          <c:min val="13.5676775956284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48.588235294117645</c:v>
                </c:pt>
                <c:pt idx="1">
                  <c:v>47.294117647058826</c:v>
                </c:pt>
                <c:pt idx="2">
                  <c:v>51.470588235294116</c:v>
                </c:pt>
                <c:pt idx="3">
                  <c:v>46.94444444444444</c:v>
                </c:pt>
                <c:pt idx="4">
                  <c:v>46.833333333333336</c:v>
                </c:pt>
                <c:pt idx="5">
                  <c:v>50.1764705882353</c:v>
                </c:pt>
                <c:pt idx="6">
                  <c:v>48.8235294117647</c:v>
                </c:pt>
                <c:pt idx="7">
                  <c:v>40.611111111111114</c:v>
                </c:pt>
                <c:pt idx="8">
                  <c:v>38.5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39.35</c:v>
                </c:pt>
                <c:pt idx="1">
                  <c:v>39.476190476190474</c:v>
                </c:pt>
                <c:pt idx="2">
                  <c:v>39.27272727272727</c:v>
                </c:pt>
                <c:pt idx="3">
                  <c:v>44.857142857142854</c:v>
                </c:pt>
                <c:pt idx="4">
                  <c:v>39.3</c:v>
                </c:pt>
                <c:pt idx="5">
                  <c:v>40.5</c:v>
                </c:pt>
                <c:pt idx="6">
                  <c:v>40.08695652173913</c:v>
                </c:pt>
                <c:pt idx="7">
                  <c:v>36.43478260869565</c:v>
                </c:pt>
                <c:pt idx="8">
                  <c:v>39.65217391304348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67345268542199"/>
          <c:min val="35.23191815856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37.333333333333336</c:v>
                </c:pt>
                <c:pt idx="1">
                  <c:v>30.545454545454547</c:v>
                </c:pt>
                <c:pt idx="2">
                  <c:v>37.81818181818182</c:v>
                </c:pt>
                <c:pt idx="3">
                  <c:v>35.30434782608695</c:v>
                </c:pt>
                <c:pt idx="4">
                  <c:v>35.40909090909091</c:v>
                </c:pt>
                <c:pt idx="5">
                  <c:v>39.333333333333336</c:v>
                </c:pt>
                <c:pt idx="6">
                  <c:v>45</c:v>
                </c:pt>
                <c:pt idx="7">
                  <c:v>43.80952380952381</c:v>
                </c:pt>
                <c:pt idx="8">
                  <c:v>40</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29.73913043478261</c:v>
                </c:pt>
                <c:pt idx="1">
                  <c:v>27.136363636363637</c:v>
                </c:pt>
                <c:pt idx="2">
                  <c:v>32.5</c:v>
                </c:pt>
                <c:pt idx="3">
                  <c:v>33.130434782608695</c:v>
                </c:pt>
                <c:pt idx="4">
                  <c:v>34.40909090909091</c:v>
                </c:pt>
                <c:pt idx="5">
                  <c:v>37.8</c:v>
                </c:pt>
                <c:pt idx="6">
                  <c:v>34.26086956521739</c:v>
                </c:pt>
                <c:pt idx="7">
                  <c:v>33.19230769230769</c:v>
                </c:pt>
                <c:pt idx="8">
                  <c:v>30.576923076923077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42909090909091"/>
          <c:min val="25.70727272727272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41.27272727272727</c:v>
                </c:pt>
                <c:pt idx="1">
                  <c:v>30.916666666666668</c:v>
                </c:pt>
                <c:pt idx="2">
                  <c:v>31.333333333333332</c:v>
                </c:pt>
                <c:pt idx="3">
                  <c:v>37.27272727272727</c:v>
                </c:pt>
                <c:pt idx="4">
                  <c:v>34.36363636363637</c:v>
                </c:pt>
                <c:pt idx="5">
                  <c:v>33.333333333333336</c:v>
                </c:pt>
                <c:pt idx="6">
                  <c:v>42.6</c:v>
                </c:pt>
                <c:pt idx="7">
                  <c:v>33.81818181818182</c:v>
                </c:pt>
                <c:pt idx="8">
                  <c:v>32.36363636363637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30.636363636363637</c:v>
                </c:pt>
                <c:pt idx="1">
                  <c:v>27.2</c:v>
                </c:pt>
                <c:pt idx="2">
                  <c:v>33.7</c:v>
                </c:pt>
                <c:pt idx="3">
                  <c:v>31.5</c:v>
                </c:pt>
                <c:pt idx="4">
                  <c:v>28.166666666666668</c:v>
                </c:pt>
                <c:pt idx="5">
                  <c:v>34.083333333333336</c:v>
                </c:pt>
                <c:pt idx="6">
                  <c:v>31.181818181818183</c:v>
                </c:pt>
                <c:pt idx="7">
                  <c:v>34.5</c:v>
                </c:pt>
                <c:pt idx="8">
                  <c:v>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832"/>
          <c:min val="25.9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36.66990291262136</c:v>
                </c:pt>
                <c:pt idx="1">
                  <c:v>33.88461538461539</c:v>
                </c:pt>
                <c:pt idx="2">
                  <c:v>38.21904761904762</c:v>
                </c:pt>
                <c:pt idx="3">
                  <c:v>33.12380952380953</c:v>
                </c:pt>
                <c:pt idx="4">
                  <c:v>33.180952380952384</c:v>
                </c:pt>
                <c:pt idx="5">
                  <c:v>33.59615384615385</c:v>
                </c:pt>
                <c:pt idx="6">
                  <c:v>34.21153846153846</c:v>
                </c:pt>
                <c:pt idx="7">
                  <c:v>35.20952380952381</c:v>
                </c:pt>
                <c:pt idx="8">
                  <c:v>30.60952380952381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32.42574257425743</c:v>
                </c:pt>
                <c:pt idx="1">
                  <c:v>27.06122448979592</c:v>
                </c:pt>
                <c:pt idx="2">
                  <c:v>32.8</c:v>
                </c:pt>
                <c:pt idx="3">
                  <c:v>30.4020618556701</c:v>
                </c:pt>
                <c:pt idx="4">
                  <c:v>30.97</c:v>
                </c:pt>
                <c:pt idx="5">
                  <c:v>32.24271844660194</c:v>
                </c:pt>
                <c:pt idx="6">
                  <c:v>32.407766990291265</c:v>
                </c:pt>
                <c:pt idx="7">
                  <c:v>32.61616161616162</c:v>
                </c:pt>
                <c:pt idx="8">
                  <c:v>31.852941176470587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11167346938776"/>
          <c:min val="26.168598639455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21.32</c:v>
                </c:pt>
                <c:pt idx="1">
                  <c:v>20.565217391304348</c:v>
                </c:pt>
                <c:pt idx="2">
                  <c:v>26.347826086956523</c:v>
                </c:pt>
                <c:pt idx="3">
                  <c:v>26.916666666666668</c:v>
                </c:pt>
                <c:pt idx="4">
                  <c:v>28.727272727272727</c:v>
                </c:pt>
                <c:pt idx="5">
                  <c:v>24.91304347826087</c:v>
                </c:pt>
                <c:pt idx="6">
                  <c:v>31</c:v>
                </c:pt>
                <c:pt idx="7">
                  <c:v>26.115384615384617</c:v>
                </c:pt>
                <c:pt idx="8">
                  <c:v>26.77777777777778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23.074074074074073</c:v>
                </c:pt>
                <c:pt idx="1">
                  <c:v>21.037037037037038</c:v>
                </c:pt>
                <c:pt idx="2">
                  <c:v>23.51851851851852</c:v>
                </c:pt>
                <c:pt idx="3">
                  <c:v>25.77777777777778</c:v>
                </c:pt>
                <c:pt idx="4">
                  <c:v>24.384615384615383</c:v>
                </c:pt>
                <c:pt idx="5">
                  <c:v>25.321428571428573</c:v>
                </c:pt>
                <c:pt idx="6">
                  <c:v>26.296296296296298</c:v>
                </c:pt>
                <c:pt idx="7">
                  <c:v>25.25</c:v>
                </c:pt>
                <c:pt idx="8">
                  <c:v>25.321428571428573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83478260869565"/>
          <c:min val="19.730434782608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29.893617021276597</c:v>
                </c:pt>
                <c:pt idx="1">
                  <c:v>29.893617021276597</c:v>
                </c:pt>
                <c:pt idx="2">
                  <c:v>29.893617021276597</c:v>
                </c:pt>
                <c:pt idx="3">
                  <c:v>29.893617021276597</c:v>
                </c:pt>
                <c:pt idx="4">
                  <c:v>29.893617021276597</c:v>
                </c:pt>
                <c:pt idx="5">
                  <c:v>29.893617021276597</c:v>
                </c:pt>
                <c:pt idx="6">
                  <c:v>29.893617021276597</c:v>
                </c:pt>
                <c:pt idx="7">
                  <c:v>29.893617021276597</c:v>
                </c:pt>
                <c:pt idx="8">
                  <c:v>29.893617021276597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51759530791789"/>
          <c:min val="25.4897360703812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31.193548387096776</c:v>
                </c:pt>
                <c:pt idx="1">
                  <c:v>26.870967741935484</c:v>
                </c:pt>
                <c:pt idx="2">
                  <c:v>31.5625</c:v>
                </c:pt>
                <c:pt idx="3">
                  <c:v>43</c:v>
                </c:pt>
                <c:pt idx="4">
                  <c:v>42.68181818181818</c:v>
                </c:pt>
                <c:pt idx="5">
                  <c:v>44.13636363636363</c:v>
                </c:pt>
                <c:pt idx="6">
                  <c:v>41.86363636363637</c:v>
                </c:pt>
                <c:pt idx="7">
                  <c:v>38.59090909090909</c:v>
                </c:pt>
                <c:pt idx="8">
                  <c:v>40.40909090909091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5.51759530791789"/>
          <c:min val="25.4897360703812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18.843749999999996</c:v>
                </c:pt>
                <c:pt idx="1">
                  <c:v>18.843749999999996</c:v>
                </c:pt>
                <c:pt idx="2">
                  <c:v>18.843749999999996</c:v>
                </c:pt>
                <c:pt idx="3">
                  <c:v>18.843749999999996</c:v>
                </c:pt>
                <c:pt idx="4">
                  <c:v>18.843749999999996</c:v>
                </c:pt>
                <c:pt idx="5">
                  <c:v>18.843749999999996</c:v>
                </c:pt>
                <c:pt idx="6">
                  <c:v>18.843749999999996</c:v>
                </c:pt>
                <c:pt idx="7">
                  <c:v>18.843749999999996</c:v>
                </c:pt>
                <c:pt idx="8">
                  <c:v>18.843749999999996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05571428571429"/>
          <c:min val="16.7339682539682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18.441860465116278</c:v>
                </c:pt>
                <c:pt idx="1">
                  <c:v>17.928571428571427</c:v>
                </c:pt>
                <c:pt idx="2">
                  <c:v>20.13953488372093</c:v>
                </c:pt>
                <c:pt idx="3">
                  <c:v>19.170731707317074</c:v>
                </c:pt>
                <c:pt idx="4">
                  <c:v>20.42105263157895</c:v>
                </c:pt>
                <c:pt idx="5">
                  <c:v>24.789473684210527</c:v>
                </c:pt>
                <c:pt idx="6">
                  <c:v>25.775</c:v>
                </c:pt>
                <c:pt idx="7">
                  <c:v>32.861111111111114</c:v>
                </c:pt>
                <c:pt idx="8">
                  <c:v>26.5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05571428571429"/>
          <c:min val="16.7339682539682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27.08695652173913</c:v>
                </c:pt>
                <c:pt idx="1">
                  <c:v>27.08695652173913</c:v>
                </c:pt>
                <c:pt idx="2">
                  <c:v>27.08695652173913</c:v>
                </c:pt>
                <c:pt idx="3">
                  <c:v>27.08695652173913</c:v>
                </c:pt>
                <c:pt idx="4">
                  <c:v>27.08695652173913</c:v>
                </c:pt>
                <c:pt idx="5">
                  <c:v>27.08695652173913</c:v>
                </c:pt>
                <c:pt idx="6">
                  <c:v>27.08695652173913</c:v>
                </c:pt>
                <c:pt idx="7">
                  <c:v>27.08695652173913</c:v>
                </c:pt>
                <c:pt idx="8">
                  <c:v>27.08695652173913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0.47085714285714"/>
          <c:min val="25.357714285714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26.4</c:v>
                </c:pt>
                <c:pt idx="1">
                  <c:v>28.133333333333333</c:v>
                </c:pt>
                <c:pt idx="2">
                  <c:v>26.75</c:v>
                </c:pt>
                <c:pt idx="3">
                  <c:v>29.666666666666668</c:v>
                </c:pt>
                <c:pt idx="4">
                  <c:v>34.357142857142854</c:v>
                </c:pt>
                <c:pt idx="5">
                  <c:v>39.42857142857143</c:v>
                </c:pt>
                <c:pt idx="6">
                  <c:v>38.07142857142857</c:v>
                </c:pt>
                <c:pt idx="7">
                  <c:v>31.571428571428573</c:v>
                </c:pt>
                <c:pt idx="8">
                  <c:v>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0.47085714285714"/>
          <c:min val="25.357714285714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32.91836734693877</c:v>
                </c:pt>
                <c:pt idx="1">
                  <c:v>32.91836734693877</c:v>
                </c:pt>
                <c:pt idx="2">
                  <c:v>32.91836734693877</c:v>
                </c:pt>
                <c:pt idx="3">
                  <c:v>32.91836734693877</c:v>
                </c:pt>
                <c:pt idx="4">
                  <c:v>32.91836734693877</c:v>
                </c:pt>
                <c:pt idx="5">
                  <c:v>32.91836734693877</c:v>
                </c:pt>
                <c:pt idx="6">
                  <c:v>32.91836734693877</c:v>
                </c:pt>
                <c:pt idx="7">
                  <c:v>32.91836734693877</c:v>
                </c:pt>
                <c:pt idx="8">
                  <c:v>32.91836734693877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414545454545454"/>
          <c:min val="29.88848484848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33.68181818181818</c:v>
                </c:pt>
                <c:pt idx="1">
                  <c:v>30.545454545454547</c:v>
                </c:pt>
                <c:pt idx="2">
                  <c:v>34.578125</c:v>
                </c:pt>
                <c:pt idx="3">
                  <c:v>31.925373134328357</c:v>
                </c:pt>
                <c:pt idx="4">
                  <c:v>35.738461538461536</c:v>
                </c:pt>
                <c:pt idx="5">
                  <c:v>36.68181818181818</c:v>
                </c:pt>
                <c:pt idx="6">
                  <c:v>35.22727272727273</c:v>
                </c:pt>
                <c:pt idx="7">
                  <c:v>38.75757575757576</c:v>
                </c:pt>
                <c:pt idx="8">
                  <c:v>38.15625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414545454545454"/>
          <c:min val="29.888484848484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13.142857142857142</c:v>
                </c:pt>
                <c:pt idx="1">
                  <c:v>13.142857142857142</c:v>
                </c:pt>
                <c:pt idx="2">
                  <c:v>13.142857142857142</c:v>
                </c:pt>
                <c:pt idx="3">
                  <c:v>13.142857142857142</c:v>
                </c:pt>
                <c:pt idx="4">
                  <c:v>13.142857142857142</c:v>
                </c:pt>
                <c:pt idx="5">
                  <c:v>13.142857142857142</c:v>
                </c:pt>
                <c:pt idx="6">
                  <c:v>13.142857142857142</c:v>
                </c:pt>
                <c:pt idx="7">
                  <c:v>13.142857142857142</c:v>
                </c:pt>
                <c:pt idx="8">
                  <c:v>13.142857142857142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68235294117647"/>
          <c:min val="10.978823529411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14.117647058823529</c:v>
                </c:pt>
                <c:pt idx="1">
                  <c:v>12.6</c:v>
                </c:pt>
                <c:pt idx="2">
                  <c:v>12.647058823529411</c:v>
                </c:pt>
                <c:pt idx="3">
                  <c:v>13.764705882352942</c:v>
                </c:pt>
                <c:pt idx="4">
                  <c:v>11.647058823529411</c:v>
                </c:pt>
                <c:pt idx="5">
                  <c:v>16.8125</c:v>
                </c:pt>
                <c:pt idx="6">
                  <c:v>16.375</c:v>
                </c:pt>
                <c:pt idx="7">
                  <c:v>20</c:v>
                </c:pt>
                <c:pt idx="8">
                  <c:v>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68235294117647"/>
          <c:min val="10.9788235294117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except the 27 cents vs 7 cents tile, which is same-store (INEOS excluded; 27 cents either way).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Subaru Prescott and GMC Prescott turned a 2025 loss into a profit (green rows); VW St George went from a profit to a loss (red row). 24 of 33 stores grew fixed ops net profit, January through September year to date.Source: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Service net profit = Mechanical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Service net profit = Mechanical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LR Reno turned a 2025 loss into a profit (green rows); VW St George went from a profit to a loss (red rows). 24 of 33 stores grew service net profit, January through September year to date.Source: Qlik - Profit &amp; Loss, Detail statement. Same-store, INEOS excluded (opened 2026). Service net profit = Mechanical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positive.Toyota Henderson added the most at +$1.13M; VW Henderson fell most at −$299K. Green band: loss in 2025, profit in 2026 (LR Reno −$52K to $230K). Red band: profit in 2025, loss in 2026 (VW St George $12K to −$148K).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Honda Henderson what changed. Ask VW Henderson, Chevy LV and Mazda what got in the way. Ask Honda Henderson, LR LV and Honda North what they started this year.Source: Qlik - Profit &amp; Loss, Detail statement. Same-store, INEOS excluded (opened 2026). Service net profit = Mechanical department profit: department gross less the department's own expenses; GMC Prescott body shop is its own department and is not included. Top and bottom five stores by dollar change in service net profit, Jan-Sep 2026 vs 2025 (dollars, not percent: some stores lost money in 2025). Moving now: Jul-Sep 2026 vs Jan-Mar 2026, each store against itself (monthly averages); the group moved +$344K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Parts net profit = P&amp;A department profit: department gross less the department's own expenses; GMC Prescott body shop is its own department and is not included. Jan-Sep 2026 vs Jan-Sep 2025; 2025 shown January-December. Store rows reconcile to the group, both years. P&amp;A department expenses Jan-Sep, 2025 to 2026 (P&amp;L Detail): total total expenses $38,194,373 to $39,174,787; personnel total personnel expense $22,779,551 to $22,353,382; outside services outside services (other) $2,463,996 to $2,954,466; IT services info. technology services $1,758,912 to $2,238,264; advertising advertising $2,046,030 to $1,963,261; advertising rebates (a credit) -$680,064 to -$281,952; rent rent $3,837,561 to $3,938,417.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Parts net profit =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Parts net profit =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positive.Cadillac added the most at +$457K; Chevy LV fell most at −$364K.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Toyota Henderson and Nissan what changed. Ask Chevy LV, Subaru LV and Toyota Spokane what got in the way. Ask Audi Henderson, Toyota Henderson and Chevy LV what they started this year.Source: Qlik - Profit &amp; Loss, Detail statement. Same-store, INEOS excluded (opened 2026). Parts net profit = P&amp;A department profit: department gross less the department's own expenses; GMC Prescott body shop is its own department and is not included. Top and bottom five stores by dollar change in parts net profit, Jan-Sep 2026 vs 2025 (dollars, not percent: some stores lost money in 2025). Moving now: Jul-Sep 2026 vs Jan-Mar 2026, each store against itself (monthly averages); the group moved +$707K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stores set 98 all-time monthly records in 2026. Honda Spokane and Nissan lead with 9 each.Source: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Absorption includes the GMC Prescott body shop, as on the P&amp;L; gross and net to gross exclude it.PLACE: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$22.59M of the group's $188.80M; VW St George is smallest at $968,018.Source: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$16.38M of the group's $126.87M; VW St George is smallest at $588,480.Source: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$6.21M of the group's $61.93M; VW St George is smallest at $379,537.Source: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the trend). The breakdown of total store fixed expenses is on this slide. The denominator is the P&amp;L's Fixed Expenses line on the GM statement: the whole store's expenses (new, used, service, parts and the GMC Prescott body shop, as on the P&amp;L)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(Noah, Oct 28: kept in).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(Noah, Oct 28: kept in).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(Noah, Oct 28: kept in).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Absorption includes the GMC Prescott body shop, as on the P&amp;L; gross and net to gross exclude it.PLACE: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The two Flai voice AI slides (Jul 26 - Oct 26, 2026) follow this one; keep Flai figures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$6,602,564 a year = 0.1 x each store's CP RO count x its own CP labor + parts gross per sold hour, Jan-Sep x 12/9 (279,756 CP ROs: 27,976 hours Jan-Sep, 37,301 a year; about $177 an hour on that mix). Same figure as What 0.1 Hour per RO Is Worth and Where the Money Is (Oct 28 audit; was $4,543,691 Jan-Sep labor sale).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0.1 hour more on every CP RO is worth $6,602,564 a year in added gross. Toyota Henderson leads at $1,164,334.Source: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Cadillac is lowest at 61.5%.Source: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improved parts margin, led by Acura at +6.2 pts to 44.9%. 5 declined; Audi Henderson fell most at −2.2 pts.Source: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the 90.0% benchmark; the group is at 81.3%. LR Reno and VW Henderson lead at 99.0%; Cadillac is lowest at 40.5%.Source: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at or above the 57.8% group. VW Henderson leads at 96.0%; Kia St George is lowest at 5.2%.Source: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11 of 28 stores at or above the 45.3% group. Hyundai Prescott leads at 91.2%; Kia St George is lowest at 11.8%.Source: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blank).Five stores do not report photo completion, so the group here is weighted on the 28 stores that do (109,881 CP + warranty ROs, not the 128,726 used for MPI and video).</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21.7% (2025 14.9%)</a:t>
            </a:r>
          </a:p>
          <a:p>
            <a:r>
              <a:t>HONDA HENDERSON: 21.3% (2025 20.7%)</a:t>
            </a:r>
          </a:p>
          <a:p>
            <a:r>
              <a:t>ACURA: 17.5% (2025 14.1%)</a:t>
            </a:r>
          </a:p>
          <a:p>
            <a:r>
              <a:t>LR LV: 17.3% (2025 11.4%)</a:t>
            </a:r>
          </a:p>
          <a:p>
            <a:r>
              <a:t>MAZDA: 16.6% (2025 9.9%)</a:t>
            </a:r>
          </a:p>
          <a:p>
            <a:r>
              <a:t>HONDA NORTH: 16.1% (2025 14.9%)</a:t>
            </a:r>
          </a:p>
          <a:p>
            <a:r>
              <a:t>HYUNDAI ST GEORGE: 14.8% (2025 5.1%)</a:t>
            </a:r>
          </a:p>
          <a:p>
            <a:r>
              <a:t>SUBARU LV: 14.5% (2025 16.0%)</a:t>
            </a:r>
          </a:p>
          <a:p>
            <a:r>
              <a:t>TOYOTA HENDERSON: 14.5% (2025 15.0%)</a:t>
            </a:r>
          </a:p>
          <a:p>
            <a:r>
              <a:t>CADILLAC: 13.8% (2025 9.7%)</a:t>
            </a:r>
          </a:p>
          <a:p>
            <a:r>
              <a:t>VOLVO: 13.8% (2025 13.4%)</a:t>
            </a:r>
          </a:p>
          <a:p>
            <a:r>
              <a:t>VW HENDERSON: 13.6% (2025 13.4%)</a:t>
            </a:r>
          </a:p>
          <a:p>
            <a:r>
              <a:t>LR RENO: 12.8% (2025 17.7%)</a:t>
            </a:r>
          </a:p>
          <a:p>
            <a:r>
              <a:t>CHEVY LV: 12.8% (2025 13.3%)</a:t>
            </a:r>
          </a:p>
          <a:p>
            <a:r>
              <a:t>SUBARU PRESCOTT: 12.5% (2025 7.0%)</a:t>
            </a:r>
          </a:p>
          <a:p>
            <a:r>
              <a:t>HONDA SPOKANE: 12.5% (2025 10.7%)</a:t>
            </a:r>
          </a:p>
          <a:p>
            <a:r>
              <a:t>TOYOTA PRESCOTT: 12.3% (2025 9.4%)</a:t>
            </a:r>
          </a:p>
          <a:p>
            <a:r>
              <a:t>AUDI RENO: 11.8% (2025 11.7%)</a:t>
            </a:r>
          </a:p>
          <a:p>
            <a:r>
              <a:t>GMC PRESCOTT: 11.7% (2025 4.9%)</a:t>
            </a:r>
          </a:p>
          <a:p>
            <a:r>
              <a:t>LEXUS: 11.3% (2025 8.2%)</a:t>
            </a:r>
          </a:p>
          <a:p>
            <a:r>
              <a:t>CHEVY GMC BULLHEAD: 11.1% (2025 11.1%)</a:t>
            </a:r>
          </a:p>
          <a:p>
            <a:r>
              <a:t>HONDA FLAGSTAFF: 11.0% (2025 5.5%)</a:t>
            </a:r>
          </a:p>
          <a:p>
            <a:r>
              <a:t>SUBARU ST GEORGE: 11.0% (2025 11.9%)</a:t>
            </a:r>
          </a:p>
          <a:p>
            <a:r>
              <a:t>KIA LV: 9.7% (2025 13.3%)</a:t>
            </a:r>
          </a:p>
          <a:p>
            <a:r>
              <a:t>TOYOTA FLAGSTAFF: 9.7% (2025 6.3%)</a:t>
            </a:r>
          </a:p>
          <a:p>
            <a:r>
              <a:t>LINCOLN: 8.4% (2025 2.7%)</a:t>
            </a:r>
          </a:p>
          <a:p>
            <a:r>
              <a:t>KIA ST GEORGE: 8.0% (2025 2.4%)</a:t>
            </a:r>
          </a:p>
          <a:p>
            <a:r>
              <a:t>NISSAN: 7.4% (2025 5.2%)</a:t>
            </a:r>
          </a:p>
          <a:p>
            <a:r>
              <a:t>VW ST GEORGE: 5.6% (2025 3.9%)</a:t>
            </a:r>
          </a:p>
          <a:p>
            <a:r>
              <a:t>TOYOTA SPOKANE: 4.2%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a:t>
            </a:r>
          </a:p>
          <a:p>
            <a:r>
              <a:t>LR HENDERSON: 27.0% (2025 22.8%)</a:t>
            </a:r>
          </a:p>
          <a:p>
            <a:r>
              <a:t>HONDA HENDERSON: 18.4% (2025 17.6%)</a:t>
            </a:r>
          </a:p>
          <a:p>
            <a:r>
              <a:t>LR LV: 16.9% (2025 3.4%)</a:t>
            </a:r>
          </a:p>
          <a:p>
            <a:r>
              <a:t>LR RENO: 16.9% (2025 16.3%)</a:t>
            </a:r>
          </a:p>
          <a:p>
            <a:r>
              <a:t>SUBARU PRESCOTT: 14.9% (2025 0.1%)</a:t>
            </a:r>
          </a:p>
          <a:p>
            <a:r>
              <a:t>ACURA: 14.1% (2025 10.2%)</a:t>
            </a:r>
          </a:p>
          <a:p>
            <a:r>
              <a:t>HYUNDAI PRESCOTT: 13.5% (2025 8.8%)</a:t>
            </a:r>
          </a:p>
          <a:p>
            <a:r>
              <a:t>MAZDA: 13.1% (2025 6.5%)</a:t>
            </a:r>
          </a:p>
          <a:p>
            <a:r>
              <a:t>HONDA NORTH: 12.0% (2025 11.3%)</a:t>
            </a:r>
          </a:p>
          <a:p>
            <a:r>
              <a:t>VOLVO: 11.7% (2025 10.9%)</a:t>
            </a:r>
          </a:p>
          <a:p>
            <a:r>
              <a:t>TOYOTA HENDERSON: 11.2% (2025 11.7%)</a:t>
            </a:r>
          </a:p>
          <a:p>
            <a:r>
              <a:t>SUBARU LV: 10.2% (2025 11.3%)</a:t>
            </a:r>
          </a:p>
          <a:p>
            <a:r>
              <a:t>CHEVY GMC BULLHEAD: 9.0% (2025 6.5%)</a:t>
            </a:r>
          </a:p>
          <a:p>
            <a:r>
              <a:t>VW HENDERSON: 8.2% (2025 7.0%)</a:t>
            </a:r>
          </a:p>
          <a:p>
            <a:r>
              <a:t>GMC PRESCOTT: 7.7% (2025 2.0%)</a:t>
            </a:r>
          </a:p>
          <a:p>
            <a:r>
              <a:t>KIA ST GEORGE: 7.7% (2025 1.1%)</a:t>
            </a:r>
          </a:p>
          <a:p>
            <a:r>
              <a:t>CHEVY LV: 7.3% (2025 4.2%)</a:t>
            </a:r>
          </a:p>
          <a:p>
            <a:r>
              <a:t>TOYOTA PRESCOTT: 6.1% (2025 3.3%)</a:t>
            </a:r>
          </a:p>
          <a:p>
            <a:r>
              <a:t>CADILLAC: 5.9% (2025 2.6%)</a:t>
            </a:r>
          </a:p>
          <a:p>
            <a:r>
              <a:t>KIA LV: 5.2% (2025 6.5%)</a:t>
            </a:r>
          </a:p>
          <a:p>
            <a:r>
              <a:t>TOYOTA FLAGSTAFF: 4.9% (2025 3.6%)</a:t>
            </a:r>
          </a:p>
          <a:p>
            <a:r>
              <a:t>SUBARU ST GEORGE: 3.6% (2025 5.3%)</a:t>
            </a:r>
          </a:p>
          <a:p>
            <a:r>
              <a:t>HONDA SPOKANE: 2.1% (2025 0.1%)</a:t>
            </a:r>
          </a:p>
          <a:p>
            <a:r>
              <a:t>LINCOLN: 1.6% (2025 0.0%)</a:t>
            </a:r>
          </a:p>
          <a:p>
            <a:r>
              <a:t>HONDA FLAGSTAFF: 1.3% (2025 0.1%)</a:t>
            </a:r>
          </a:p>
          <a:p>
            <a:r>
              <a:t>CDJR POST FALLS: 1.2% (2025 0.2%)</a:t>
            </a:r>
          </a:p>
          <a:p>
            <a:r>
              <a:t>HYUNDAI ST GEORGE: 1.2% (2025 0.4%)</a:t>
            </a:r>
          </a:p>
          <a:p>
            <a:r>
              <a:t>NISSAN: 1.0% (2025 2.6%)</a:t>
            </a:r>
          </a:p>
          <a:p>
            <a:r>
              <a:t>TOYOTA SPOKANE: 0.4% (2025 0.2%)</a:t>
            </a:r>
          </a:p>
          <a:p>
            <a:r>
              <a:t>VW ST GEORGE: 0.4% (2025 0.7%)</a:t>
            </a:r>
          </a:p>
          <a:p>
            <a:r>
              <a:t>AUDI RENO: 0.1% (2025 0.1%)</a:t>
            </a:r>
          </a:p>
          <a:p>
            <a:r>
              <a:t>LEXUS: 0.0% (2025 0.0%)</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Not ranked: Audi Henderson, Audi Reno (the manufacturer doesn't call for balance); ranks out of 31. Moving now: Jul-Sep 2026 vs Jan-Mar 2026, each store against itself; the group moved +0.1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a:t>
            </a:r>
          </a:p>
          <a:p>
            <a:r>
              <a:t>LR LV: 20.6% (2025 15.1%)</a:t>
            </a:r>
          </a:p>
          <a:p>
            <a:r>
              <a:t>HONDA HENDERSON: 15.5% (2025 12.9%)</a:t>
            </a:r>
          </a:p>
          <a:p>
            <a:r>
              <a:t>LR HENDERSON: 14.3% (2025 9.0%)</a:t>
            </a:r>
          </a:p>
          <a:p>
            <a:r>
              <a:t>ACURA: 12.7% (2025 8.5%)</a:t>
            </a:r>
          </a:p>
          <a:p>
            <a:r>
              <a:t>HONDA NORTH: 12.1% (2025 13.1%)</a:t>
            </a:r>
          </a:p>
          <a:p>
            <a:r>
              <a:t>VOLVO: 11.9% (2025 12.0%)</a:t>
            </a:r>
          </a:p>
          <a:p>
            <a:r>
              <a:t>NISSAN: 11.6% (2025 3.7%)</a:t>
            </a:r>
          </a:p>
          <a:p>
            <a:r>
              <a:t>SUBARU ST GEORGE: 10.7% (2025 11.0%)</a:t>
            </a:r>
          </a:p>
          <a:p>
            <a:r>
              <a:t>SUBARU PRESCOTT: 10.6% (2025 6.4%)</a:t>
            </a:r>
          </a:p>
          <a:p>
            <a:r>
              <a:t>HONDA SPOKANE: 10.3% (2025 9.7%)</a:t>
            </a:r>
          </a:p>
          <a:p>
            <a:r>
              <a:t>SUBARU LV: 10.1% (2025 9.2%)</a:t>
            </a:r>
          </a:p>
          <a:p>
            <a:r>
              <a:t>TOYOTA HENDERSON: 10.0% (2025 9.7%)</a:t>
            </a:r>
          </a:p>
          <a:p>
            <a:r>
              <a:t>HYUNDAI PRESCOTT: 9.6% (2025 8.1%)</a:t>
            </a:r>
          </a:p>
          <a:p>
            <a:r>
              <a:t>VW HENDERSON: 9.5% (2025 7.8%)</a:t>
            </a:r>
          </a:p>
          <a:p>
            <a:r>
              <a:t>MAZDA: 8.4% (2025 4.5%)</a:t>
            </a:r>
          </a:p>
          <a:p>
            <a:r>
              <a:t>TOYOTA PRESCOTT: 8.4% (2025 6.0%)</a:t>
            </a:r>
          </a:p>
          <a:p>
            <a:r>
              <a:t>LEXUS: 8.3% (2025 4.9%)</a:t>
            </a:r>
          </a:p>
          <a:p>
            <a:r>
              <a:t>KIA LV: 8.2% (2025 7.2%)</a:t>
            </a:r>
          </a:p>
          <a:p>
            <a:r>
              <a:t>TOYOTA FLAGSTAFF: 8.0% (2025 7.3%)</a:t>
            </a:r>
          </a:p>
          <a:p>
            <a:r>
              <a:t>LINCOLN: 7.5% (2025 2.4%)</a:t>
            </a:r>
          </a:p>
          <a:p>
            <a:r>
              <a:t>LR RENO: 7.2% (2025 2.4%)</a:t>
            </a:r>
          </a:p>
          <a:p>
            <a:r>
              <a:t>CHEVY GMC BULLHEAD: 7.0% (2025 3.7%)</a:t>
            </a:r>
          </a:p>
          <a:p>
            <a:r>
              <a:t>TOYOTA SPOKANE: 7.0% (2025 6.8%)</a:t>
            </a:r>
          </a:p>
          <a:p>
            <a:r>
              <a:t>GMC PRESCOTT: 6.0% (2025 4.5%)</a:t>
            </a:r>
          </a:p>
          <a:p>
            <a:r>
              <a:t>KIA ST GEORGE: 5.9% (2025 3.7%)</a:t>
            </a:r>
          </a:p>
          <a:p>
            <a:r>
              <a:t>CHEVY LV: 5.7% (2025 5.3%)</a:t>
            </a:r>
          </a:p>
          <a:p>
            <a:r>
              <a:t>VW ST GEORGE: 5.4% (2025 3.9%)</a:t>
            </a:r>
          </a:p>
          <a:p>
            <a:r>
              <a:t>HYUNDAI ST GEORGE: 4.7% (2025 1.6%)</a:t>
            </a:r>
          </a:p>
          <a:p>
            <a:r>
              <a:t>CADILLAC: 4.6% (2025 4.1%)</a:t>
            </a:r>
          </a:p>
          <a:p>
            <a:r>
              <a:t>CDJR POST FALLS: 4.2% (2025 5.9%)</a:t>
            </a:r>
          </a:p>
          <a:p>
            <a:r>
              <a:t>HONDA FLAGSTAFF: 3.1% (2025 2.3%)</a:t>
            </a:r>
          </a:p>
          <a:p>
            <a:r>
              <a:t>AUDI HENDERSON: 2.4% (2025 1.8%)</a:t>
            </a:r>
          </a:p>
          <a:p>
            <a:r>
              <a:t>AUDI RENO: 1.9% (2025 0.4%)</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a:t>
            </a:r>
          </a:p>
          <a:p>
            <a:r>
              <a:t>SUBARU ST GEORGE: 13.8% (2025 0.0%)</a:t>
            </a:r>
          </a:p>
          <a:p>
            <a:r>
              <a:t>HONDA HENDERSON: 12.0% (2025 10.4%)</a:t>
            </a:r>
          </a:p>
          <a:p>
            <a:r>
              <a:t>SUBARU PRESCOTT: 9.7% (2025 5.9%)</a:t>
            </a:r>
          </a:p>
          <a:p>
            <a:r>
              <a:t>ACURA: 9.3% (2025 5.3%)</a:t>
            </a:r>
          </a:p>
          <a:p>
            <a:r>
              <a:t>KIA ST GEORGE: 8.9% (2025 5.6%)</a:t>
            </a:r>
          </a:p>
          <a:p>
            <a:r>
              <a:t>LINCOLN: 8.2% (2025 2.1%)</a:t>
            </a:r>
          </a:p>
          <a:p>
            <a:r>
              <a:t>HONDA NORTH: 7.6% (2025 5.3%)</a:t>
            </a:r>
          </a:p>
          <a:p>
            <a:r>
              <a:t>HYUNDAI PRESCOTT: 7.3% (2025 6.6%)</a:t>
            </a:r>
          </a:p>
          <a:p>
            <a:r>
              <a:t>SUBARU LV: 7.0% (2025 8.2%)</a:t>
            </a:r>
          </a:p>
          <a:p>
            <a:r>
              <a:t>TOYOTA PRESCOTT: 6.4% (2025 5.0%)</a:t>
            </a:r>
          </a:p>
          <a:p>
            <a:r>
              <a:t>TOYOTA HENDERSON: 6.0% (2025 6.0%)</a:t>
            </a:r>
          </a:p>
          <a:p>
            <a:r>
              <a:t>HYUNDAI ST GEORGE: 5.8% (2025 2.3%)</a:t>
            </a:r>
          </a:p>
          <a:p>
            <a:r>
              <a:t>TOYOTA SPOKANE: 5.8% (2025 6.0%)</a:t>
            </a:r>
          </a:p>
          <a:p>
            <a:r>
              <a:t>LR LV: 5.5% (2025 0.2%)</a:t>
            </a:r>
          </a:p>
          <a:p>
            <a:r>
              <a:t>CHEVY LV: 5.2% (2025 4.8%)</a:t>
            </a:r>
          </a:p>
          <a:p>
            <a:r>
              <a:t>MAZDA: 5.2% (2025 1.4%)</a:t>
            </a:r>
          </a:p>
          <a:p>
            <a:r>
              <a:t>CADILLAC: 5.1% (2025 4.3%)</a:t>
            </a:r>
          </a:p>
          <a:p>
            <a:r>
              <a:t>LR RENO: 4.5% (2025 0.0%)</a:t>
            </a:r>
          </a:p>
          <a:p>
            <a:r>
              <a:t>LEXUS: 4.2% (2025 1.9%)</a:t>
            </a:r>
          </a:p>
          <a:p>
            <a:r>
              <a:t>NISSAN: 4.1% (2025 0.8%)</a:t>
            </a:r>
          </a:p>
          <a:p>
            <a:r>
              <a:t>GMC PRESCOTT: 3.6% (2025 2.9%)</a:t>
            </a:r>
          </a:p>
          <a:p>
            <a:r>
              <a:t>HONDA SPOKANE: 3.2% (2025 0.0%)</a:t>
            </a:r>
          </a:p>
          <a:p>
            <a:r>
              <a:t>KIA LV: 3.2% (2025 2.9%)</a:t>
            </a:r>
          </a:p>
          <a:p>
            <a:r>
              <a:t>CDJR POST FALLS: 3.0% (2025 3.9%)</a:t>
            </a:r>
          </a:p>
          <a:p>
            <a:r>
              <a:t>CHEVY GMC BULLHEAD: 2.7% (2025 1.8%)</a:t>
            </a:r>
          </a:p>
          <a:p>
            <a:r>
              <a:t>VW ST GEORGE: 2.7% (2025 2.3%)</a:t>
            </a:r>
          </a:p>
          <a:p>
            <a:r>
              <a:t>LR HENDERSON: 2.5% (2025 2.4%)</a:t>
            </a:r>
          </a:p>
          <a:p>
            <a:r>
              <a:t>TOYOTA FLAGSTAFF: 1.6% (2025 1.6%)</a:t>
            </a:r>
          </a:p>
          <a:p>
            <a:r>
              <a:t>AUDI RENO: 0.8% (2025 0.0%)</a:t>
            </a:r>
          </a:p>
          <a:p>
            <a:r>
              <a:t>HONDA FLAGSTAFF: 0.7% (2025 0.6%)</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Not ranked: Volvo, Audi Henderson, VW Henderson, Audi Reno (the manufacturer doesn't call for fuel service); ranks out of 29. Moving now: Jul-Sep 2026 vs Jan-Mar 2026, each store against itself; the group moved −0.3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Spokane is furthest below at −$406K so far this year; 7 of 33 stores are ahead of benchmark on net across the four services. 15 stores miss every benchmark that applies to them; 1 store misses none.Source: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Missed = services under benchmark out of those the manufacturer calls for at the store (tire balance at the Audi stores and fuel system service at Volvo, Audi Henderson, VW Henderson and Audi Reno are left out). Below-benchmark services count against above-benchmark ones here.TOYOTA SPOKANE: −$406K, −5,191 opcodes Jan-Sep against the four benchmarks; under 4 of 4</a:t>
            </a:r>
          </a:p>
          <a:p>
            <a:r>
              <a:t>CHEVY LV: −$356K, −3,177 opcodes Jan-Sep against the four benchmarks; under 4 of 4</a:t>
            </a:r>
          </a:p>
          <a:p>
            <a:r>
              <a:t>TOYOTA FLAGSTAFF: −$267K, −3,494 opcodes Jan-Sep against the four benchmarks; under 4 of 4</a:t>
            </a:r>
          </a:p>
          <a:p>
            <a:r>
              <a:t>TOYOTA HENDERSON: −$227K, −3,005 opcodes Jan-Sep against the four benchmarks; under 3 of 4</a:t>
            </a:r>
          </a:p>
          <a:p>
            <a:r>
              <a:t>KIA LV: −$185K, −1,708 opcodes Jan-Sep against the four benchmarks; under 4 of 4</a:t>
            </a:r>
          </a:p>
          <a:p>
            <a:r>
              <a:t>CDJR POST FALLS: −$184K, −1,863 opcodes Jan-Sep against the four benchmarks; under 4 of 4</a:t>
            </a:r>
          </a:p>
          <a:p>
            <a:r>
              <a:t>TOYOTA PRESCOTT: −$175K, −1,906 opcodes Jan-Sep against the four benchmarks; under 4 of 4</a:t>
            </a:r>
          </a:p>
          <a:p>
            <a:r>
              <a:t>AUDI RENO: −$162K, −1,152 opcodes Jan-Sep against the four benchmarks; under 2 of 2</a:t>
            </a:r>
          </a:p>
          <a:p>
            <a:r>
              <a:t>HONDA FLAGSTAFF: −$150K, −1,257 opcodes Jan-Sep against the four benchmarks; under 4 of 4</a:t>
            </a:r>
          </a:p>
          <a:p>
            <a:r>
              <a:t>NISSAN: −$150K, −1,613 opcodes Jan-Sep against the four benchmarks; under 3 of 4</a:t>
            </a:r>
          </a:p>
          <a:p>
            <a:r>
              <a:t>HONDA SPOKANE: −$140K, −1,717 opcodes Jan-Sep against the four benchmarks; under 3 of 4</a:t>
            </a:r>
          </a:p>
          <a:p>
            <a:r>
              <a:t>LEXUS: −$105K, −1,068 opcodes Jan-Sep against the four benchmarks; under 4 of 4</a:t>
            </a:r>
          </a:p>
          <a:p>
            <a:r>
              <a:t>VW HENDERSON: −$105K, −827 opcodes Jan-Sep against the four benchmarks; under 3 of 3</a:t>
            </a:r>
          </a:p>
          <a:p>
            <a:r>
              <a:t>CHEVY GMC BULLHEAD: −$100K, −1,100 opcodes Jan-Sep against the four benchmarks; under 4 of 4</a:t>
            </a:r>
          </a:p>
          <a:p>
            <a:r>
              <a:t>CADILLAC: −$94K, −954 opcodes Jan-Sep against the four benchmarks; under 4 of 4</a:t>
            </a:r>
          </a:p>
          <a:p>
            <a:r>
              <a:t>VW ST GEORGE: −$66K, −640 opcodes Jan-Sep against the four benchmarks; under 4 of 4</a:t>
            </a:r>
          </a:p>
          <a:p>
            <a:r>
              <a:t>HYUNDAI ST GEORGE: −$61K, −697 opcodes Jan-Sep against the four benchmarks; under 4 of 4</a:t>
            </a:r>
          </a:p>
          <a:p>
            <a:r>
              <a:t>GMC PRESCOTT: −$60K, −568 opcodes Jan-Sep against the four benchmarks; under 4 of 4</a:t>
            </a:r>
          </a:p>
          <a:p>
            <a:r>
              <a:t>SUBARU LV: −$59K, −783 opcodes Jan-Sep against the four benchmarks; under 3 of 4</a:t>
            </a:r>
          </a:p>
          <a:p>
            <a:r>
              <a:t>KIA ST GEORGE: −$53K, −660 opcodes Jan-Sep against the four benchmarks; under 3 of 4</a:t>
            </a:r>
          </a:p>
          <a:p>
            <a:r>
              <a:t>LINCOLN: −$48K, −569 opcodes Jan-Sep against the four benchmarks; under 3 of 4</a:t>
            </a:r>
          </a:p>
          <a:p>
            <a:r>
              <a:t>SUBARU ST GEORGE: −$41K, −452 opcodes Jan-Sep against the four benchmarks; under 2 of 4</a:t>
            </a:r>
          </a:p>
          <a:p>
            <a:r>
              <a:t>LR RENO: −$32K, −83 opcodes Jan-Sep against the four benchmarks; under 3 of 4</a:t>
            </a:r>
          </a:p>
          <a:p>
            <a:r>
              <a:t>VOLVO: −$29K, −340 opcodes Jan-Sep against the four benchmarks; under 2 of 3</a:t>
            </a:r>
          </a:p>
          <a:p>
            <a:r>
              <a:t>MAZDA: −$28K, −223 opcodes Jan-Sep against the four benchmarks; under 3 of 4</a:t>
            </a:r>
          </a:p>
          <a:p>
            <a:r>
              <a:t>AUDI HENDERSON: −$22K, −661 opcodes Jan-Sep against the four benchmarks; under 1 of 2</a:t>
            </a:r>
          </a:p>
          <a:p>
            <a:r>
              <a:t>HYUNDAI PRESCOTT: +$23K, +97 opcodes Jan-Sep against the four benchmarks; under 3 of 4</a:t>
            </a:r>
          </a:p>
          <a:p>
            <a:r>
              <a:t>ACURA: +$33K, +228 opcodes Jan-Sep against the four benchmarks; under 1 of 4</a:t>
            </a:r>
          </a:p>
          <a:p>
            <a:r>
              <a:t>SUBARU PRESCOTT: +$41K, +24 opcodes Jan-Sep against the four benchmarks; under 2 of 4</a:t>
            </a:r>
          </a:p>
          <a:p>
            <a:r>
              <a:t>HONDA NORTH: +$45K, +70 opcodes Jan-Sep against the four benchmarks; under 1 of 4</a:t>
            </a:r>
          </a:p>
          <a:p>
            <a:r>
              <a:t>LR HENDERSON: +$54K, +324 opcodes Jan-Sep against the four benchmarks; under 1 of 4</a:t>
            </a:r>
          </a:p>
          <a:p>
            <a:r>
              <a:t>LR LV: +$151K, +456 opcodes Jan-Sep against the four benchmarks; under 1 of 4</a:t>
            </a:r>
          </a:p>
          <a:p>
            <a:r>
              <a:t>HONDA HENDERSON: +$557K, +4,476 opcodes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internal work is protected gross generated on our own vehicles.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collect less labor margin on internal work than on customer pay; the group is −2.7 pts. Widest: Audi Reno (−20.0 pts), LR LV (−13.9 pts) and LR Henderson (−12.2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collect less parts margin on internal work than on customer pay; the group is −4.2 pts. Widest: LR LV (−17.6 pts), Honda Flagstaff (−15.4 pts) and Audi Reno (−14.7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Hyundai Prescott and Honda Flagstaff what changed. Ask VW St George, Kia LV and GMC Prescott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service-department definitions. On the store slides, proficiency = Qlik hours flagged (sold hours) ÷ ADP regular + overtime hours, = clocked hours (vacation, PTO and holiday pay excluded).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a:t>
            </a:r>
          </a:p>
          <a:p>
            <a:r>
              <a:t>Talk track: walk the example left to right. The tech was on repair orders 6 of 8 hours (75% productive) and flagged 7.5 hours in those 6 (125% efficient), so 7.5 flagged hours for 8 clocked (93.75% proficient). Proficiency is the one we measure: 85% target, group 94.7%. 'Productivity' here is the technician measure, not the Fixed Ops Productivity section (gross and ROs per employee).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Six stores hold $647K a month, led by Cadillac at $158K. 20 stores at or above 85% still leave $818K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Group-wide the gap is 8.1% of RO gross. 7 stores show 20%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One minute a day per tech: Toyota Henderson $43,256 a year. Volvo techs are worth the most per minute at $4.99.Source: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Rates Are Rising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Labor $ per RO: top HYUNDAI ST GEORGE $172 → $238; LINCOLN $306 → $416; SUBARU PRESCOTT $163 → $222. Bottom KIA LV $244 → $234; LR RENO $876 → $817; VW ST GEORGE $268 → $231.Takeaway with the store call-outs (off the slide): Most top-three finishes: Lincoln, Subaru Prescott and Subaru St George (2 of 5). Most bottom-three: VW St George (4 of 5).Source: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 CP labor $ per RO = CP labor sale / CP ROs.</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Fixed Ops Net Profit: top TOYOTA HENDERSON $6.41M → $7.83M; AUDI HENDERSON $4.11M → $4.94M; CADILLAC $1.83M → $2.60M. Bottom TOYOTA SPOKANE $967K → $699K; VW HENDERSON $1.55M → $1.09M; CHEVY LV $2.91M → $2.27M.</a:t>
            </a:r>
          </a:p>
          <a:p>
            <a:r>
              <a:t>Fixed Absorption: top LINCOLN 43.8% → 59.9%; CADILLAC 76.5% → 86.1%; LR RENO 67.8% → 77.3%. Bottom VW HENDERSON 93.5% → 83.8%; KIA ST GEORGE 75.9% → 65.8%; VW ST GEORGE 71.5% → 54.1%.</a:t>
            </a:r>
          </a:p>
          <a:p>
            <a:r>
              <a:t>CP Parts GP %: top ACURA 38.7% → 44.9%; NISSAN 38.2% → 42.7%; SUBARU PRESCOTT 31.0% → 34.8%. Bottom HYUNDAI PRESCOTT 39.9% → 39.4%; TOYOTA SPOKANE 45.3% → 44.5%; AUDI HENDERSON 35.8% → 33.6%.</a:t>
            </a:r>
          </a:p>
          <a:p>
            <a:r>
              <a:t>Opcodes, Four Combined: top LR LV 30.2% → 60.5%; SUBARU PRESCOTT 19.5% → 47.9%; MAZDA 22.5% → 43.5%. Bottom TOYOTA HENDERSON 42.5% → 41.8%; SUBARU LV 44.9% → 42.0%; KIA LV 30.0% → 26.4%.Takeaway with the store call-outs (off the slide): Most top-three finishes: Lincoln, Subaru Prescott and Subaru St George (2 of 4). Most bottom-three: Toyota Spokane and VW Henderson (2 of 4).Source: Fixed ops net profit: Qlik - Profit &amp; Loss, service + parts department profit, change in dollars (several stores lost money in 2025, so a percent change misleads). Fixed absorption: P&amp;L, fixed ops gross / total store fixed expenses, GMC Prescott body shop in, as on the P&amp;L. CP parts GP %: Qlik - Closed Repair Orders. Opcodes: alignment + balance + brake fluid + fuel services / customer-pay ROs on the op-code report basis. Same-store, 33 stores. Points for absorption, parts GP % and opcodes.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Labor $ per RO: top MAZDA $224 → $273; KIA ST GEORGE $171 → $201; HYUNDAI PRESCOTT $207 → $240. Bottom CADILLAC $483 → $430; LEXUS $427 → $377; SUBARU ST GEORGE $343 → $301.Takeaway with the store call-outs (off the slide): Most top-three finishes: Mazda, CDJR Post Falls and VW St George (2 of 5). Most bottom-three: Cadillac (4 of 5).Source: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CP labor $ per RO = CP labor sale / CP ROs.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Fixed Ops Net Profit per Month: top HONDA HENDERSON $586K → $725K; TOYOTA HENDERSON $795K → $934K; CHEVY LV $181K → $294K. Bottom AUDI RENO $212K → $187K; ACURA $61K → $31K; KIA LV $240K → $179K.</a:t>
            </a:r>
          </a:p>
          <a:p>
            <a:r>
              <a:t>Fixed Absorption: top LR HENDERSON 66.7% → 82.9%; LR RENO 69.5% → 84.8%; KIA ST GEORGE 62.0% → 73.1%. Bottom AUDI RENO 106.5% → 100.4%; ACURA 64.6% → 58.0%; KIA LV 84.3% → 74.6%.</a:t>
            </a:r>
          </a:p>
          <a:p>
            <a:r>
              <a:t>CP Parts GP %: top ACURA 39.4% → 46.6%; VW ST GEORGE 39.1% → 43.8%; GMC PRESCOTT 35.3% → 39.2%. Bottom CHEVY LV 38.2% → 35.0%; LINCOLN 39.9% → 36.0%; HONDA HENDERSON 44.3% → 40.0%.</a:t>
            </a:r>
          </a:p>
          <a:p>
            <a:r>
              <a:t>Opcodes, Four Combined: top MAZDA 30.5% → 66.9%; HYUNDAI PRESCOTT 43.8% → 62.4%; KIA ST GEORGE 21.2% → 37.1%. Bottom CADILLAC 29.4% → 21.3%; SUBARU ST GEORGE 45.1% → 35.4%; HONDA HENDERSON 72.5% → 61.2%.Takeaway with the store call-outs (off the slide): Most top-three finishes: Mazda, CDJR Post Falls and VW St George (2 of 4). Most bottom-three: Audi Reno, Acura, Kia LV and Honda Henderson (2 of 4).Source: Q3 2026 (Jul-Sep) vs Q1 2026 (Jan-Mar), each store against itself. Gross, ROs and net profit per month. Fixed ops net profit: Qlik - Profit &amp; Loss, service + parts department profit, change in dollars per month. Fixed absorption: P&amp;L, fixed ops gross / total store fixed expenses, GMC Prescott body shop in, as on the P&amp;L. CP parts GP %: Qlik - Closed Repair Orders. Opcodes: alignment + balance + brake fluid + fuel services / customer-pay ROs on the op-code report basis. Same-store, 33 stores. The group's own move is the season.</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Last year: SUBARU PRESCOTT leads. Moving now: Three stores tie. One store is on both lists (green bar).Source: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the four opcodes included.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(ten minutes per tech per day). Jan-Sep 2026, same-store, 33 stores. The levers overlap - op code services are part of hours per RO, and selling more hours needs tech time - so they are not added together.Talk track: every line is the GM's and the service manager's together (Noah, Oct 27).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$911K a year. Store proficiency 67%. Each tech under 85% raised to 85% of their own clocked hours, valued at the store's labor + parts gross per flagged hour: $76K a month x 12.</a:t>
            </a:r>
          </a:p>
          <a:p/>
          <a:p>
            <a:r>
              <a:t>2. Service gross - $584K a year. Service gross $1,887,657 vs $2,325,579 Jan–Sep 2025, x 12/9. Overlaps the CP lines.</a:t>
            </a:r>
          </a:p>
          <a:p/>
          <a:p>
            <a:r>
              <a:t>3. CP hours per RO - $292K a year. 1.42 vs the non-luxury 1.75: gap x 3,671 CP ROs x $183 an hour x 12/9.</a:t>
            </a:r>
          </a:p>
          <a:p/>
          <a:p>
            <a:r>
              <a:t>4. CP RO count - $109K a year. 239 fewer CP ROs than Jan–Sep 2025 x $342 a RO x 12/9.</a:t>
            </a:r>
          </a:p>
          <a:p/>
          <a:p>
            <a:r>
              <a:t>5. Parts gross - $105K a year. Parts gross $1,005,492 vs $1,084,358 Jan–Sep 2025, x 12/9. Overlaps CP parts GP.</a:t>
            </a:r>
          </a:p>
          <a:p/>
          <a:p>
            <a:r>
              <a:t>6. MPI completion - not priced. 83.4% of 1,611 CP &amp; W ROs Jul–Sep vs 90%: 425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$1.22M a year. Store proficiency 91%. Each tech under 85% raised to 85% of their own clocked hours, valued at the store's labor + parts gross per flagged hour: $102K a month x 12.</a:t>
            </a:r>
          </a:p>
          <a:p/>
          <a:p>
            <a:r>
              <a:t>2. CP parts GP % - $284K a year. 33.6% vs the luxury 41.3% x $2.78M CP parts sale x 12/9.</a:t>
            </a:r>
          </a:p>
          <a:p/>
          <a:p>
            <a:r>
              <a:t>3. Brake fluid - $74K a year. Brake fluid 2.4% vs 10%: 380 more a year (Jan–Sep x 12/9) x $196 gross a service.</a:t>
            </a:r>
          </a:p>
          <a:p/>
          <a:p>
            <a:r>
              <a:t>4. MPI completion - not priced. 79.0% of 2,891 CP &amp; W ROs Jul–Sep vs 90%: 1,272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Parts gross - $437K a year. Parts gross $1,419,540 vs $1,747,458 Jan–Sep 2025, x 12/9. Overlaps CP parts GP.</a:t>
            </a:r>
          </a:p>
          <a:p/>
          <a:p>
            <a:r>
              <a:t>2. Service gross - $256K a year. Service gross $3,040,297 vs $3,232,223 Jan–Sep 2025, x 12/9. Overlaps the CP lines.</a:t>
            </a:r>
          </a:p>
          <a:p/>
          <a:p>
            <a:r>
              <a:t>3. Techs under 85% - $241K a year. Store proficiency 117%. Each tech under 85% raised to 85% of their own clocked hours, valued at the store's labor + parts gross per flagged hour: $20K a month x 12.</a:t>
            </a:r>
          </a:p>
          <a:p/>
          <a:p>
            <a:r>
              <a:t>4. CP RO count - $211K a year. 462 fewer CP ROs than Jan–Sep 2025 x $342 a RO x 12/9.</a:t>
            </a:r>
          </a:p>
          <a:p/>
          <a:p>
            <a:r>
              <a:t>5. CP hours per RO - $165K a year. 2.73 vs the luxury 2.90: gap x 3,917 CP ROs x $183 an hour x 12/9.</a:t>
            </a:r>
          </a:p>
          <a:p/>
          <a:p>
            <a:r>
              <a:t>6. Brake fluid - $78K a year. Brake fluid 1.9% vs 10%: 378 more a year (Jan–Sep x 12/9) x $206 gross a service.</a:t>
            </a:r>
          </a:p>
          <a:p/>
          <a:p>
            <a:r>
              <a:t>7. Alignment - $34K a year. Alignment 11.8% vs 15%: 149 more a year (Jan–Sep x 12/9) x $230 gross a service.</a:t>
            </a:r>
          </a:p>
          <a:p/>
          <a:p>
            <a:r>
              <a:t>8. Fixed gross/head - not priced. $14,916 a month (Jan–Sep gross ÷ 299 head-months, ADP) vs the luxury $16,998: 4.1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$1.89M a year. Store proficiency 87%. Each tech under 85% raised to 85% of their own clocked hours, valued at the store's labor + parts gross per flagged hour: $158K a month x 12.</a:t>
            </a:r>
          </a:p>
          <a:p/>
          <a:p>
            <a:r>
              <a:t>2. CP labor $ per RO - $939K a year. $464 vs the luxury $632: gap x 5,344 CP ROs x the store's 78.7% labor GP x 12/9. Overlaps hours per RO and ELR.</a:t>
            </a:r>
          </a:p>
          <a:p/>
          <a:p>
            <a:r>
              <a:t>3. CP ELR - $411K a year. Jul–Sep CP ELR $175 vs 70% of the $285 door rate = $200; gap x 4,275 CP hours x 4.</a:t>
            </a:r>
          </a:p>
          <a:p/>
          <a:p>
            <a:r>
              <a:t>4. CP hours per RO - $222K a year. 2.73 vs the luxury 2.90: gap x 5,344 CP ROs x $183 an hour x 12/9.</a:t>
            </a:r>
          </a:p>
          <a:p/>
          <a:p>
            <a:r>
              <a:t>5. Brake fluid - $57K a year. Brake fluid 4.6% vs 10%: 379 more a year (Jan–Sep x 12/9) x $150 gross a service.</a:t>
            </a:r>
          </a:p>
          <a:p/>
          <a:p>
            <a:r>
              <a:t>6. Fuel service - $46K a year. Fuel service 5.1% vs 7.5%: 170 more a year (Jan–Sep x 12/9) x $269 gross a service.</a:t>
            </a:r>
          </a:p>
          <a:p/>
          <a:p>
            <a:r>
              <a:t>7. Service gross - $32K a year. Service gross $6,489,716 vs $6,513,640 Jan–Sep 2025, x 12/9. Overlaps the CP lines.</a:t>
            </a:r>
          </a:p>
          <a:p/>
          <a:p>
            <a:r>
              <a:t>8. Tire balance - $14K a year. Tire balance 5.9% vs 15%: 643 more a year (Jan–Sep x 12/9) x $22 gross a service.</a:t>
            </a:r>
          </a:p>
          <a:p/>
          <a:p>
            <a:r>
              <a:t>9. MPI completion - not priced. 40.5% of 3,311 CP &amp; W ROs Jul–Sep vs 90%: 6,556 more a year (x 4). Not priced.</a:t>
            </a:r>
          </a:p>
          <a:p/>
          <a:p>
            <a:r>
              <a:t>10. Video completion - not priced. 42.7% vs the group's 57.8% on 3,311 CP &amp; W ROs Jul–Sep: 2,005 more a year (x 4). Not priced.</a:t>
            </a:r>
          </a:p>
          <a:p/>
          <a:p>
            <a:r>
              <a:t>11. Fixed gross/head - not priced. $14,260 a month (Jan–Sep gross ÷ 673 head-months, ADP) vs the luxury $16,998: 12.0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$1.20M a year. Store proficiency 71%. Each tech under 85% raised to 85% of their own clocked hours, valued at the store's labor + parts gross per flagged hour: $100K a month x 12.</a:t>
            </a:r>
          </a:p>
          <a:p/>
          <a:p>
            <a:r>
              <a:t>2. Parts gross - $195K a year. Parts gross $1,257,877 vs $1,403,787 Jan–Sep 2025, x 12/9. Overlaps CP parts GP.</a:t>
            </a:r>
          </a:p>
          <a:p/>
          <a:p>
            <a:r>
              <a:t>3. CP RO count - $126K a year. 277 fewer CP ROs than Jan–Sep 2025 x $342 a RO x 12/9.</a:t>
            </a:r>
          </a:p>
          <a:p/>
          <a:p>
            <a:r>
              <a:t>4. CP parts GP % - $114K a year. 35.6% vs the non-luxury 40.5% x $1.78M CP parts sale x 12/9.</a:t>
            </a:r>
          </a:p>
          <a:p/>
          <a:p>
            <a:r>
              <a:t>5. Service gross - $77K a year. Service gross $2,295,272 vs $2,353,006 Jan–Sep 2025, x 12/9. Overlaps the CP lines.</a:t>
            </a:r>
          </a:p>
          <a:p/>
          <a:p>
            <a:r>
              <a:t>6. Tire balance - $73K a year. Tire balance 1.2% vs 15%: 981 more a year (Jan–Sep x 12/9) x $75 gross a service.</a:t>
            </a:r>
          </a:p>
          <a:p/>
          <a:p>
            <a:r>
              <a:t>7. Fuel service - $62K a year. Fuel service 3.0% vs 7.5%: 321 more a year (Jan–Sep x 12/9) x $192 gross a service.</a:t>
            </a:r>
          </a:p>
          <a:p/>
          <a:p>
            <a:r>
              <a:t>8. Alignment - $57K a year. Alignment 4.2% vs 15%: 770 more a year (Jan–Sep x 12/9) x $74 gross a service.</a:t>
            </a:r>
          </a:p>
          <a:p/>
          <a:p>
            <a:r>
              <a:t>9. Brake fluid - $53K a year. Brake fluid 4.2% vs 10%: 412 more a year (Jan–Sep x 12/9) x $128 gross a service.</a:t>
            </a:r>
          </a:p>
          <a:p/>
          <a:p>
            <a:r>
              <a:t>10. Video completion - not priced. 16.0% vs the group's 57.8% on 3,168 CP &amp; W ROs Jul–Sep: 5,302 more a year (x 4). Not priced.</a:t>
            </a:r>
          </a:p>
          <a:p/>
          <a:p>
            <a:r>
              <a:t>11. Fixed gross/head - not priced. $9,953 a month (Jan–Sep gross ÷ 357 head-months, ADP) vs the non-luxury $12,714: 8.6 heads over. Counted, not priced: no store personnel cost in the data.</a:t>
            </a:r>
          </a:p>
          <a:p/>
          <a:p>
            <a:r>
              <a:t>12. MPI completion - not priced. 81.7% of 3,168 CP &amp; W ROs Jul–Sep vs 90%: 1,052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$1.35M a year. Store proficiency 68%. Each tech under 85% raised to 85% of their own clocked hours, valued at the store's labor + parts gross per flagged hour: $112K a month x 12.</a:t>
            </a:r>
          </a:p>
          <a:p/>
          <a:p>
            <a:r>
              <a:t>2. CP parts GP % - $77K a year. 37.2% vs the non-luxury 40.5% x $1.74M CP parts sale x 12/9.</a:t>
            </a:r>
          </a:p>
          <a:p/>
          <a:p>
            <a:r>
              <a:t>3. Fuel service - $65K a year. Fuel service 2.7% vs 7.5%: 400 more a year (Jan–Sep x 12/9) x $163 gross a service.</a:t>
            </a:r>
          </a:p>
          <a:p/>
          <a:p>
            <a:r>
              <a:t>4. Alignment - $25K a year. Alignment 11.1% vs 15%: 324 more a year (Jan–Sep x 12/9) x $78 gross a service.</a:t>
            </a:r>
          </a:p>
          <a:p/>
          <a:p>
            <a:r>
              <a:t>5. Brake fluid - $21K a year. Brake fluid 7.0% vs 10%: 245 more a year (Jan–Sep x 12/9) x $87 gross a service.</a:t>
            </a:r>
          </a:p>
          <a:p/>
          <a:p>
            <a:r>
              <a:t>6. Tire balance - $21K a year. Tire balance 9.0% vs 15%: 496 more a year (Jan–Sep x 12/9) x $42 gross a service.</a:t>
            </a:r>
          </a:p>
          <a:p/>
          <a:p>
            <a:r>
              <a:t>7. CP labor GP % - $17K a year. 77.3% vs 78% (bottom of the 78-80% range) x $1.73M CP labor sale x 12/9.</a:t>
            </a:r>
          </a:p>
          <a:p/>
          <a:p>
            <a:r>
              <a:t>8. Video completion - not priced. 21.8% vs the group's 57.8% on 2,779 CP &amp; W ROs Jul–Sep: 4,006 more a year (x 4). Not priced.</a:t>
            </a:r>
          </a:p>
          <a:p/>
          <a:p>
            <a:r>
              <a:t>9. Fixed gross/head - not priced. $10,391 a month (Jan–Sep gross ÷ 436 head-months, ADP) vs the non-luxury $12,714: 8.9 heads over. Counted, not priced: no store personnel cost in the data.</a:t>
            </a:r>
          </a:p>
          <a:p/>
          <a:p>
            <a:r>
              <a:t>10. MPI completion - not priced. 87.6% of 2,779 CP &amp; W ROs Jul–Sep vs 90%: 267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$1.05M a year. Store proficiency 103%. Each tech under 85% raised to 85% of their own clocked hours, valued at the store's labor + parts gross per flagged hour: $87K a month x 12.</a:t>
            </a:r>
          </a:p>
          <a:p/>
          <a:p>
            <a:r>
              <a:t>2. CP ELR - $671K a year. Jul–Sep CP ELR $146 vs 70% of the $225 door rate = $157; gap x 15,019 CP hours x 4.</a:t>
            </a:r>
          </a:p>
          <a:p/>
          <a:p>
            <a:r>
              <a:t>3. Service gross - $526K a year. Service gross $10,497,259 vs $10,892,101 Jan–Sep 2025, x 12/9. Overlaps the CP lines.</a:t>
            </a:r>
          </a:p>
          <a:p/>
          <a:p>
            <a:r>
              <a:t>4. CP RO count - $434K a year. 952 fewer CP ROs than Jan–Sep 2025 x $342 a RO x 12/9.</a:t>
            </a:r>
          </a:p>
          <a:p/>
          <a:p>
            <a:r>
              <a:t>5. CP parts GP % - $314K a year. 36.2% vs the non-luxury 40.5% x $5.47M CP parts sale x 12/9.</a:t>
            </a:r>
          </a:p>
          <a:p/>
          <a:p>
            <a:r>
              <a:t>6. Brake fluid - $151K a year. Brake fluid 5.7% vs 10%: 1,093 more a year (Jan–Sep x 12/9) x $138 gross a service.</a:t>
            </a:r>
          </a:p>
          <a:p/>
          <a:p>
            <a:r>
              <a:t>7. Fuel service - $142K a year. Fuel service 5.2% vs 7.5%: 585 more a year (Jan–Sep x 12/9) x $243 gross a service.</a:t>
            </a:r>
          </a:p>
          <a:p/>
          <a:p>
            <a:r>
              <a:t>8. Tire balance - $106K a year. Tire balance 7.3% vs 15%: 2,001 more a year (Jan–Sep x 12/9) x $53 gross a service.</a:t>
            </a:r>
          </a:p>
          <a:p/>
          <a:p>
            <a:r>
              <a:t>9. Alignment - $75K a year. Alignment 12.8% vs 15%: 556 more a year (Jan–Sep x 12/9) x $136 gross a service.</a:t>
            </a:r>
          </a:p>
          <a:p/>
          <a:p>
            <a:r>
              <a:t>10. Parts gross - $56K a year. Parts gross $6,047,818 vs $6,089,964 Jan–Sep 2025, x 12/9. Overlaps CP parts GP.</a:t>
            </a:r>
          </a:p>
          <a:p/>
          <a:p>
            <a:r>
              <a:t>11. Video completion - not priced. 40.2% vs the group's 57.8% on 9,387 CP &amp; W ROs Jul–Sep: 6,624 more a year (x 4). Not priced.</a:t>
            </a:r>
          </a:p>
          <a:p/>
          <a:p>
            <a:r>
              <a:t>12. MPI completion - not priced. 84.5% of 9,387 CP &amp; W ROs Jul–Sep vs 90%: 2,065 more a year (x 4). Not priced.</a:t>
            </a:r>
          </a:p>
          <a:p/>
          <a:p>
            <a:r>
              <a:t>13. Fixed gross/head - not priced. $12,042 a month (Jan–Sep gross ÷ 1,374 head-months, ADP) vs the non-luxury $12,714: 8.1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$574K a year. Store proficiency 73%. Each tech under 85% raised to 85% of their own clocked hours, valued at the store's labor + parts gross per flagged hour: $48K a month x 12.</a:t>
            </a:r>
          </a:p>
          <a:p/>
          <a:p>
            <a:r>
              <a:t>2. CP labor GP % - $67K a year. 72.2% vs 78% (bottom of the 78-80% range) x $870K CP labor sale x 12/9.</a:t>
            </a:r>
          </a:p>
          <a:p/>
          <a:p>
            <a:r>
              <a:t>3. CP ELR - $63K a year. Jul–Sep CP ELR $147 vs 70% of the $220 door rate = $154; gap x 2,219 CP hours x 4.</a:t>
            </a:r>
          </a:p>
          <a:p/>
          <a:p>
            <a:r>
              <a:t>4. CP parts GP % - $42K a year. 37.0% vs the non-luxury 40.5% x $902K CP parts sale x 12/9.</a:t>
            </a:r>
          </a:p>
          <a:p/>
          <a:p>
            <a:r>
              <a:t>5. Tire balance - $27K a year. Tire balance 7.7% vs 15%: 300 more a year (Jan–Sep x 12/9) x $90 gross a service.</a:t>
            </a:r>
          </a:p>
          <a:p/>
          <a:p>
            <a:r>
              <a:t>6. Fuel service - $21K a year. Fuel service 3.6% vs 7.5%: 160 more a year (Jan–Sep x 12/9) x $133 gross a service.</a:t>
            </a:r>
          </a:p>
          <a:p/>
          <a:p>
            <a:r>
              <a:t>7. Brake fluid - $21K a year. Brake fluid 6.0% vs 10%: 162 more a year (Jan–Sep x 12/9) x $127 gross a service.</a:t>
            </a:r>
          </a:p>
          <a:p/>
          <a:p>
            <a:r>
              <a:t>8. Alignment - $11K a year. Alignment 11.7% vs 15%: 135 more a year (Jan–Sep x 12/9) x $85 gross a service.</a:t>
            </a:r>
          </a:p>
          <a:p/>
          <a:p>
            <a:r>
              <a:t>9. Video completion - not priced. 35.1% vs the group's 57.8% on 1,656 CP &amp; W ROs Jul–Sep: 1,506 more a year (x 4). Not priced.</a:t>
            </a:r>
          </a:p>
          <a:p/>
          <a:p>
            <a:r>
              <a:t>10. Fixed gross/head - not priced. $9,498 a month (Jan–Sep gross ÷ 239 head-months, ADP) vs the non-luxury $12,714: 6.7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$473K a year. Store proficiency 78%. Each tech under 85% raised to 85% of their own clocked hours, valued at the store's labor + parts gross per flagged hour: $39K a month x 12.</a:t>
            </a:r>
          </a:p>
          <a:p/>
          <a:p>
            <a:r>
              <a:t>2. CP hours per RO - $79K a year. 1.67 vs the non-luxury 1.75: gap x 4,030 CP ROs x $183 an hour x 12/9.</a:t>
            </a:r>
          </a:p>
          <a:p/>
          <a:p>
            <a:r>
              <a:t>3. Brake fluid - $67K a year. Brake fluid 3.1% vs 10%: 367 more a year (Jan–Sep x 12/9) x $184 gross a service.</a:t>
            </a:r>
          </a:p>
          <a:p/>
          <a:p>
            <a:r>
              <a:t>4. Fuel service - $60K a year. Fuel service 0.7% vs 7.5%: 364 more a year (Jan–Sep x 12/9) x $165 gross a service.</a:t>
            </a:r>
          </a:p>
          <a:p/>
          <a:p>
            <a:r>
              <a:t>5. Tire balance - $52K a year. Tire balance 1.3% vs 15%: 735 more a year (Jan–Sep x 12/9) x $70 gross a service.</a:t>
            </a:r>
          </a:p>
          <a:p/>
          <a:p>
            <a:r>
              <a:t>6. Service gross - $37K a year. Service gross $1,044,098 vs $1,071,808 Jan–Sep 2025, x 12/9. Overlaps the CP lines.</a:t>
            </a:r>
          </a:p>
          <a:p/>
          <a:p>
            <a:r>
              <a:t>7. Alignment - $21K a year. Alignment 11.0% vs 15%: 210 more a year (Jan–Sep x 12/9) x $100 gross a service.</a:t>
            </a:r>
          </a:p>
          <a:p/>
          <a:p>
            <a:r>
              <a:t>8. CP RO count - $14K a year. 30 fewer CP ROs than Jan–Sep 2025 x $342 a RO x 12/9.</a:t>
            </a:r>
          </a:p>
          <a:p/>
          <a:p>
            <a:r>
              <a:t>9. Fixed gross/head - not priced. $9,149 a month (Jan–Sep gross ÷ 174 head-months, ADP) vs the non-luxury $12,714: 5.4 heads over. Counted, not priced: no store personnel cost in the data.</a:t>
            </a:r>
          </a:p>
          <a:p/>
          <a:p>
            <a:r>
              <a:t>10. MPI completion - not priced. 86.3% of 1,655 CP &amp; W ROs Jul–Sep vs 90%: 245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$155K a year. Store proficiency 118%. Each tech under 85% raised to 85% of their own clocked hours, valued at the store's labor + parts gross per flagged hour: $13K a month x 12.</a:t>
            </a:r>
          </a:p>
          <a:p/>
          <a:p>
            <a:r>
              <a:t>2. CP RO count - $87K a year. 190 fewer CP ROs than Jan–Sep 2025 x $342 a RO x 12/9.</a:t>
            </a:r>
          </a:p>
          <a:p/>
          <a:p>
            <a:r>
              <a:t>3. MPI completion - not priced. 82.5% of 9,816 CP &amp; W ROs Jul–Sep vs 90%: 2,945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$926K a year. Service gross $5,919,248 vs $6,613,864 Jan–Sep 2025, x 12/9. Overlaps the CP lines.</a:t>
            </a:r>
          </a:p>
          <a:p/>
          <a:p>
            <a:r>
              <a:t>2. Parts gross - $194K a year. Parts gross $2,697,134 vs $2,842,409 Jan–Sep 2025, x 12/9. Overlaps CP parts GP.</a:t>
            </a:r>
          </a:p>
          <a:p/>
          <a:p>
            <a:r>
              <a:t>3. Techs under 85% - $155K a year. Store proficiency 109%. Each tech under 85% raised to 85% of their own clocked hours, valued at the store's labor + parts gross per flagged hour: $13K a month x 12.</a:t>
            </a:r>
          </a:p>
          <a:p/>
          <a:p>
            <a:r>
              <a:t>4. Tire balance - $38K a year. Tire balance 12.0% vs 15%: 600 more a year (Jan–Sep x 12/9) x $64 gross a service.</a:t>
            </a:r>
          </a:p>
          <a:p/>
          <a:p>
            <a:r>
              <a:t>5. MPI completion - not priced. 81.4% of 7,325 CP &amp; W ROs Jul–Sep vs 90%: 2,520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RO count - $456K a year. 999 fewer CP ROs than Jan–Sep 2025 x $342 a RO x 12/9.</a:t>
            </a:r>
          </a:p>
          <a:p/>
          <a:p>
            <a:r>
              <a:t>2. Tire balance - $80K a year. Tire balance 2.1% vs 15%: 1,526 more a year (Jan–Sep x 12/9) x $52 gross a service.</a:t>
            </a:r>
          </a:p>
          <a:p/>
          <a:p>
            <a:r>
              <a:t>3. Fuel service - $75K a year. Fuel service 3.2% vs 7.5%: 509 more a year (Jan–Sep x 12/9) x $147 gross a service.</a:t>
            </a:r>
          </a:p>
          <a:p/>
          <a:p>
            <a:r>
              <a:t>4. Alignment - $36K a year. Alignment 12.5% vs 15%: 294 more a year (Jan–Sep x 12/9) x $124 gross a service.</a:t>
            </a:r>
          </a:p>
          <a:p/>
          <a:p>
            <a:r>
              <a:t>5. Parts gross - $15K a year. Parts gross $1,394,258 vs $1,405,777 Jan–Sep 2025, x 12/9. Overlaps CP parts GP.</a:t>
            </a:r>
          </a:p>
          <a:p/>
          <a:p>
            <a:r>
              <a:t>6. Techs under 85% - $12K a year. Store proficiency 109%. Each tech under 85% raised to 85% of their own clocked hours, valued at the store's labor + parts gross per flagged hour: $1K a month x 12.</a:t>
            </a:r>
          </a:p>
          <a:p/>
          <a:p>
            <a:r>
              <a:t>7. MPI completion - not priced. 49.6% of 3,553 CP &amp; W ROs Jul–Sep vs 90%: 5,742 more a year (x 4). Not priced.</a:t>
            </a:r>
          </a:p>
          <a:p/>
          <a:p>
            <a:r>
              <a:t>8. Video completion - not priced. 49.6% vs the group's 57.8% on 3,553 CP &amp; W ROs Jul–Sep: 1,171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$412K a year. Store proficiency 78%. Each tech under 85% raised to 85% of their own clocked hours, valued at the store's labor + parts gross per flagged hour: $34K a month x 12.</a:t>
            </a:r>
          </a:p>
          <a:p/>
          <a:p>
            <a:r>
              <a:t>2. CP labor $ per RO - $92K a year. $213 vs the non-luxury $264: gap x 2,010 CP ROs x the store's 67.7% labor GP x 12/9. Overlaps hours per RO and ELR.</a:t>
            </a:r>
          </a:p>
          <a:p/>
          <a:p>
            <a:r>
              <a:t>3. CP labor GP % - $59K a year. 67.7% vs 78% (bottom of the 78-80% range) x $429K CP labor sale x 12/9.</a:t>
            </a:r>
          </a:p>
          <a:p/>
          <a:p>
            <a:r>
              <a:t>4. CP hours per RO - $54K a year. 1.64 vs the non-luxury 1.75: gap x 2,010 CP ROs x $183 an hour x 12/9.</a:t>
            </a:r>
          </a:p>
          <a:p/>
          <a:p>
            <a:r>
              <a:t>5. CP ELR - $51K a year. Jul–Sep CP ELR $136 vs 70% of the $210 door rate = $147; gap x 1,173 CP hours x 4.</a:t>
            </a:r>
          </a:p>
          <a:p/>
          <a:p>
            <a:r>
              <a:t>6. Fixed gross/head - not priced. $11,631 a month (Jan–Sep gross ÷ 132 head-months, ADP) vs the non-luxury $12,714: 1.2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$1.06M a year. Store proficiency 69%. Each tech under 85% raised to 85% of their own clocked hours, valued at the store's labor + parts gross per flagged hour: $88K a month x 12.</a:t>
            </a:r>
          </a:p>
          <a:p/>
          <a:p>
            <a:r>
              <a:t>2. Parts gross - $302K a year. Parts gross $826,662 vs $1,053,439 Jan–Sep 2025, x 12/9. Overlaps CP parts GP.</a:t>
            </a:r>
          </a:p>
          <a:p/>
          <a:p>
            <a:r>
              <a:t>3. CP hours per RO - $259K a year. 1.43 vs the non-luxury 1.75: gap x 3,349 CP ROs x $183 an hour x 12/9.</a:t>
            </a:r>
          </a:p>
          <a:p/>
          <a:p>
            <a:r>
              <a:t>4. CP RO count - $198K a year. 435 fewer CP ROs than Jan–Sep 2025 x $342 a RO x 12/9.</a:t>
            </a:r>
          </a:p>
          <a:p/>
          <a:p>
            <a:r>
              <a:t>5. CP labor $ per RO - $98K a year. $238 vs the non-luxury $264: gap x 3,349 CP ROs x the store's 82.9% labor GP x 12/9. Overlaps hours per RO and ELR.</a:t>
            </a:r>
          </a:p>
          <a:p/>
          <a:p>
            <a:r>
              <a:t>6. Tire balance - $36K a year. Tire balance 1.2% vs 15%: 615 more a year (Jan–Sep x 12/9) x $58 gross a service.</a:t>
            </a:r>
          </a:p>
          <a:p/>
          <a:p>
            <a:r>
              <a:t>7. Brake fluid - $32K a year. Brake fluid 4.7% vs 10%: 235 more a year (Jan–Sep x 12/9) x $134 gross a service.</a:t>
            </a:r>
          </a:p>
          <a:p/>
          <a:p>
            <a:r>
              <a:t>8. Fuel service - $13K a year. Fuel service 5.8% vs 7.5%: 72 more a year (Jan–Sep x 12/9) x $176 gross a service.</a:t>
            </a:r>
          </a:p>
          <a:p/>
          <a:p>
            <a:r>
              <a:t>9. CP parts GP % - $10K a year. 39.4% vs the non-luxury 40.5% x $732K CP parts sale x 12/9.</a:t>
            </a:r>
          </a:p>
          <a:p/>
          <a:p>
            <a:r>
              <a:t>10. MPI completion - not priced. 62.7% of 2,058 CP &amp; W ROs Jul–Sep vs 90%: 2,247 more a year (x 4). Not priced.</a:t>
            </a:r>
          </a:p>
          <a:p/>
          <a:p>
            <a:r>
              <a:t>11. Fixed gross/head - not priced. $11,541 a month (Jan–Sep gross ÷ 198 head-months, ADP) vs the non-luxury $12,714: 2.0 heads over. Counted, not priced: no store personnel cost in the data.</a:t>
            </a:r>
          </a:p>
          <a:p/>
          <a:p>
            <a:r>
              <a:t>12. Video completion - not priced. 53.1% vs the group's 57.8% on 2,058 CP &amp; W ROs Jul–Sep: 390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$891K a year. Store proficiency 76%. Each tech under 85% raised to 85% of their own clocked hours, valued at the store's labor + parts gross per flagged hour: $74K a month x 12.</a:t>
            </a:r>
          </a:p>
          <a:p/>
          <a:p>
            <a:r>
              <a:t>2. CP hours per RO - $351K a year. 1.57 vs the non-luxury 1.75: gap x 8,133 CP ROs x $183 an hour x 12/9.</a:t>
            </a:r>
          </a:p>
          <a:p/>
          <a:p>
            <a:r>
              <a:t>3. CP labor $ per RO - $259K a year. $234 vs the non-luxury $264: gap x 8,133 CP ROs x the store's 79.5% labor GP x 12/9. Overlaps hours per RO and ELR.</a:t>
            </a:r>
          </a:p>
          <a:p/>
          <a:p>
            <a:r>
              <a:t>4. Parts gross - $223K a year. Parts gross $2,101,307 vs $2,268,483 Jan–Sep 2025, x 12/9. Overlaps CP parts GP.</a:t>
            </a:r>
          </a:p>
          <a:p/>
          <a:p>
            <a:r>
              <a:t>5. Alignment - $77K a year. Alignment 9.7% vs 15%: 568 more a year (Jan–Sep x 12/9) x $135 gross a service.</a:t>
            </a:r>
          </a:p>
          <a:p/>
          <a:p>
            <a:r>
              <a:t>6. Fuel service - $76K a year. Fuel service 3.2% vs 7.5%: 464 more a year (Jan–Sep x 12/9) x $163 gross a service.</a:t>
            </a:r>
          </a:p>
          <a:p/>
          <a:p>
            <a:r>
              <a:t>7. Tire balance - $72K a year. Tire balance 5.2% vs 15%: 1,059 more a year (Jan–Sep x 12/9) x $68 gross a service.</a:t>
            </a:r>
          </a:p>
          <a:p/>
          <a:p>
            <a:r>
              <a:t>8. CP ELR - $55K a year. Jul–Sep CP ELR $151 vs 70% of the $220 door rate = $154; gap x 4,292 CP hours x 4.</a:t>
            </a:r>
          </a:p>
          <a:p/>
          <a:p>
            <a:r>
              <a:t>9. Brake fluid - $22K a year. Brake fluid 8.2% vs 10%: 187 more a year (Jan–Sep x 12/9) x $120 gross a service.</a:t>
            </a:r>
          </a:p>
          <a:p/>
          <a:p>
            <a:r>
              <a:t>10. Video completion - not priced. 31.5% vs the group's 57.8% on 4,474 CP &amp; W ROs Jul–Sep: 4,714 more a year (x 4). Not priced.</a:t>
            </a:r>
          </a:p>
          <a:p/>
          <a:p>
            <a:r>
              <a:t>11. MPI completion - not priced. 71.2% of 4,474 CP &amp; W ROs Jul–Sep vs 90%: 3,364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$919K a year. Store proficiency 67%. Each tech under 85% raised to 85% of their own clocked hours, valued at the store's labor + parts gross per flagged hour: $77K a month x 12.</a:t>
            </a:r>
          </a:p>
          <a:p/>
          <a:p>
            <a:r>
              <a:t>2. CP hours per RO - $435K a year. 1.29 vs the non-luxury 1.75: gap x 3,912 CP ROs x $183 an hour x 12/9.</a:t>
            </a:r>
          </a:p>
          <a:p/>
          <a:p>
            <a:r>
              <a:t>3. CP labor $ per RO - $340K a year. $182 vs the non-luxury $264: gap x 3,912 CP ROs x the store's 79.4% labor GP x 12/9. Overlaps hours per RO and ELR.</a:t>
            </a:r>
          </a:p>
          <a:p/>
          <a:p>
            <a:r>
              <a:t>4. Alignment - $38K a year. Alignment 8.0% vs 15%: 365 more a year (Jan–Sep x 12/9) x $105 gross a service.</a:t>
            </a:r>
          </a:p>
          <a:p/>
          <a:p>
            <a:r>
              <a:t>5. Brake fluid - $25K a year. Brake fluid 5.9% vs 10%: 211 more a year (Jan–Sep x 12/9) x $119 gross a service.</a:t>
            </a:r>
          </a:p>
          <a:p/>
          <a:p>
            <a:r>
              <a:t>6. Tire balance - $18K a year. Tire balance 7.7% vs 15%: 380 more a year (Jan–Sep x 12/9) x $48 gross a service.</a:t>
            </a:r>
          </a:p>
          <a:p/>
          <a:p>
            <a:r>
              <a:t>7. Video completion - not priced. 5.2% vs the group's 57.8% on 2,672 CP &amp; W ROs Jul–Sep: 5,626 more a year (x 4). Not priced.</a:t>
            </a:r>
          </a:p>
          <a:p/>
          <a:p>
            <a:r>
              <a:t>8. MPI completion - not priced. 60.9% of 2,672 CP &amp; W ROs Jul–Sep vs 90%: 3,110 more a year (x 4). Not priced.</a:t>
            </a:r>
          </a:p>
          <a:p/>
          <a:p>
            <a:r>
              <a:t>9. Fixed gross/head - not priced. $12,103 a month (Jan–Sep gross ÷ 193 head-months, ADP) vs the non-luxury $12,714: 1.0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$1.18M a year. $403 vs the luxury $632: gap x 4,567 CP ROs x the store's 85.0% labor GP x 12/9. Overlaps hours per RO and ELR.</a:t>
            </a:r>
          </a:p>
          <a:p/>
          <a:p>
            <a:r>
              <a:t>2. CP hours per RO - $911K a year. 2.08 vs the luxury 2.90: gap x 4,567 CP ROs x $183 an hour x 12/9.</a:t>
            </a:r>
          </a:p>
          <a:p/>
          <a:p>
            <a:r>
              <a:t>3. Techs under 85% - $379K a year. Store proficiency 104%. Each tech under 85% raised to 85% of their own clocked hours, valued at the store's labor + parts gross per flagged hour: $32K a month x 12.</a:t>
            </a:r>
          </a:p>
          <a:p/>
          <a:p>
            <a:r>
              <a:t>4. Tire balance - $68K a year. Tire balance 0.0% vs 15%: 909 more a year (Jan–Sep x 12/9) x $75 gross a service.</a:t>
            </a:r>
          </a:p>
          <a:p/>
          <a:p>
            <a:r>
              <a:t>5. Alignment - $33K a year. Alignment 11.3% vs 15%: 221 more a year (Jan–Sep x 12/9) x $147 gross a service.</a:t>
            </a:r>
          </a:p>
          <a:p/>
          <a:p>
            <a:r>
              <a:t>6. Fuel service - $25K a year. Fuel service 4.2% vs 7.5%: 195 more a year (Jan–Sep x 12/9) x $128 gross a service.</a:t>
            </a:r>
          </a:p>
          <a:p/>
          <a:p>
            <a:r>
              <a:t>7. Brake fluid - $15K a year. Brake fluid 8.3% vs 10%: 98 more a year (Jan–Sep x 12/9) x $154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$628K a year. $416 vs the luxury $632: gap x 2,630 CP ROs x the store's 83.2% labor GP x 12/9. Overlaps hours per RO and ELR.</a:t>
            </a:r>
          </a:p>
          <a:p/>
          <a:p>
            <a:r>
              <a:t>2. Techs under 85% - $284K a year. Store proficiency 94%. Each tech under 85% raised to 85% of their own clocked hours, valued at the store's labor + parts gross per flagged hour: $24K a month x 12.</a:t>
            </a:r>
          </a:p>
          <a:p/>
          <a:p>
            <a:r>
              <a:t>3. CP hours per RO - $267K a year. 2.48 vs the luxury 2.90: gap x 2,630 CP ROs x $183 an hour x 12/9.</a:t>
            </a:r>
          </a:p>
          <a:p/>
          <a:p>
            <a:r>
              <a:t>4. CP parts GP % - $55K a year. 37.0% vs the luxury 41.3% x $954K CP parts sale x 12/9.</a:t>
            </a:r>
          </a:p>
          <a:p/>
          <a:p>
            <a:r>
              <a:t>5. CP ELR - $36K a year. Jul–Sep CP ELR $167 vs 70% of the $245 door rate = $171; gap x 2,154 CP hours x 4.</a:t>
            </a:r>
          </a:p>
          <a:p/>
          <a:p>
            <a:r>
              <a:t>6. Tire balance - $31K a year. Tire balance 1.6% vs 15%: 467 more a year (Jan–Sep x 12/9) x $66 gross a service.</a:t>
            </a:r>
          </a:p>
          <a:p/>
          <a:p>
            <a:r>
              <a:t>7. Alignment - $26K a year. Alignment 8.4% vs 15%: 230 more a year (Jan–Sep x 12/9) x $114 gross a service.</a:t>
            </a:r>
          </a:p>
          <a:p/>
          <a:p>
            <a:r>
              <a:t>8. Brake fluid - $11K a year. Brake fluid 7.5% vs 10%: 87 more a year (Jan–Sep x 12/9) x $126 gross a service.</a:t>
            </a:r>
          </a:p>
          <a:p/>
          <a:p>
            <a:r>
              <a:t>9. Fixed gross/head - not priced. $10,963 a month (Jan–Sep gross ÷ 272 head-months, ADP) vs the luxury $16,998: 10.7 heads over. Counted, not priced: no store personnel cost in the data.</a:t>
            </a:r>
          </a:p>
          <a:p/>
          <a:p>
            <a:r>
              <a:t>10. Video completion - not priced. 42.7% vs the group's 57.8% on 1,829 CP &amp; W ROs Jul–Sep: 1,108 more a year (x 4). Not priced.</a:t>
            </a:r>
          </a:p>
          <a:p/>
          <a:p>
            <a:r>
              <a:t>11. MPI completion - not priced. 68.5% of 1,829 CP &amp; W ROs Jul–Sep vs 90%: 1,573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$179K a year. Store proficiency 106%. Each tech under 85% raised to 85% of their own clocked hours, valued at the store's labor + parts gross per flagged hour: $15K a month x 12.</a:t>
            </a:r>
          </a:p>
          <a:p/>
          <a:p>
            <a:r>
              <a:t>2. Fuel service - $34K a year. Fuel service 2.5% vs 7.5%: 103 more a year (Jan–Sep x 12/9) x $329 gross a service.</a:t>
            </a:r>
          </a:p>
          <a:p/>
          <a:p>
            <a:r>
              <a:t>3. MPI completion - not priced. 73.0% of 953 CP &amp; W ROs Jul–Sep vs 90%: 648 more a year (x 4). Not priced.</a:t>
            </a:r>
          </a:p>
          <a:p/>
          <a:p>
            <a:r>
              <a:t>4. Video completion - not priced. 50.0% vs the group's 57.8% on 953 CP &amp; W ROs Jul–Sep: 299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$758K a year. Store proficiency 91%. Each tech under 85% raised to 85% of their own clocked hours, valued at the store's labor + parts gross per flagged hour: $63K a month x 12.</a:t>
            </a:r>
          </a:p>
          <a:p/>
          <a:p>
            <a:r>
              <a:t>2. Parts gross - $81K a year. Parts gross $2,524,684 vs $2,585,236 Jan–Sep 2025, x 12/9. Overlaps CP parts GP.</a:t>
            </a:r>
          </a:p>
          <a:p/>
          <a:p>
            <a:r>
              <a:t>3. Fuel service - $24K a year. Fuel service 5.5% vs 7.5%: 92 more a year (Jan–Sep x 12/9) x $258 gross a service.</a:t>
            </a:r>
          </a:p>
          <a:p/>
          <a:p>
            <a:r>
              <a:t>4. MPI completion - not priced. 71.1% of 2,073 CP &amp; W ROs Jul–Sep vs 90%: 1,567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$247K a year. Store proficiency 81%. Each tech under 85% raised to 85% of their own clocked hours, valued at the store's labor + parts gross per flagged hour: $21K a month x 12.</a:t>
            </a:r>
          </a:p>
          <a:p/>
          <a:p>
            <a:r>
              <a:t>2. Brake fluid - $20K a year. Brake fluid 7.2% vs 10%: 52 more a year (Jan–Sep x 12/9) x $377 gross a service.</a:t>
            </a:r>
          </a:p>
          <a:p/>
          <a:p>
            <a:r>
              <a:t>3. Fuel service - $18K a year. Fuel service 4.5% vs 7.5%: 55 more a year (Jan–Sep x 12/9) x $329 gross a service.</a:t>
            </a:r>
          </a:p>
          <a:p/>
          <a:p>
            <a:r>
              <a:t>4. Alignment - $10K a year. Alignment 12.8% vs 15%: 40 more a year (Jan–Sep x 12/9) x $259 gross a service.</a:t>
            </a:r>
          </a:p>
          <a:p/>
          <a:p>
            <a:r>
              <a:t>5. Fixed gross/head - not priced. $15,226 a month (Jan–Sep gross ÷ 145 head-months, ADP) vs the luxury $16,998: 1.7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$403K a year. 1.46 vs the non-luxury 1.75: gap x 5,701 CP ROs x $183 an hour x 12/9.</a:t>
            </a:r>
          </a:p>
          <a:p/>
          <a:p>
            <a:r>
              <a:t>2. CP labor $ per RO - $167K a year. $238 vs the non-luxury $264: gap x 5,701 CP ROs x the store's 84.4% labor GP x 12/9. Overlaps hours per RO and ELR.</a:t>
            </a:r>
          </a:p>
          <a:p/>
          <a:p>
            <a:r>
              <a:t>3. Techs under 85% - $103K a year. Store proficiency 101%. Each tech under 85% raised to 85% of their own clocked hours, valued at the store's labor + parts gross per flagged hour: $9K a month x 12.</a:t>
            </a:r>
          </a:p>
          <a:p/>
          <a:p>
            <a:r>
              <a:t>4. Fuel service - $26K a year. Fuel service 5.2% vs 7.5%: 174 more a year (Jan–Sep x 12/9) x $150 gross a service.</a:t>
            </a:r>
          </a:p>
          <a:p/>
          <a:p>
            <a:r>
              <a:t>5. Brake fluid - $18K a year. Brake fluid 8.4% vs 10%: 115 more a year (Jan–Sep x 12/9) x $154 gross a service.</a:t>
            </a:r>
          </a:p>
          <a:p/>
          <a:p>
            <a:r>
              <a:t>6. Tire balance - $11K a year. Tire balance 13.1% vs 15%: 138 more a year (Jan–Sep x 12/9) x $79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$509K a year. Store proficiency 91%. Each tech under 85% raised to 85% of their own clocked hours, valued at the store's labor + parts gross per flagged hour: $42K a month x 12.</a:t>
            </a:r>
          </a:p>
          <a:p/>
          <a:p>
            <a:r>
              <a:t>2. CP RO count - $196K a year. 430 fewer CP ROs than Jan–Sep 2025 x $342 a RO x 12/9.</a:t>
            </a:r>
          </a:p>
          <a:p/>
          <a:p>
            <a:r>
              <a:t>3. Alignment - $83K a year. Alignment 7.4% vs 15%: 700 more a year (Jan–Sep x 12/9) x $119 gross a service.</a:t>
            </a:r>
          </a:p>
          <a:p/>
          <a:p>
            <a:r>
              <a:t>4. Tire balance - $77K a year. Tire balance 1.0% vs 15%: 1,296 more a year (Jan–Sep x 12/9) x $59 gross a service.</a:t>
            </a:r>
          </a:p>
          <a:p/>
          <a:p>
            <a:r>
              <a:t>5. Fuel service - $64K a year. Fuel service 4.1% vs 7.5%: 308 more a year (Jan–Sep x 12/9) x $206 gross a service.</a:t>
            </a:r>
          </a:p>
          <a:p/>
          <a:p>
            <a:r>
              <a:t>6. Video completion - not priced. 41.9% vs the group's 57.8% on 3,129 CP &amp; W ROs Jul–Sep: 1,995 more a year (x 4). Not priced.</a:t>
            </a:r>
          </a:p>
          <a:p/>
          <a:p>
            <a:r>
              <a:t>7. Fixed gross/head - not priced. $11,957 a month (Jan–Sep gross ÷ 400 head-months, ADP) vs the non-luxury $12,714: 2.6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$524K a year. Store proficiency 96%. Each tech under 85% raised to 85% of their own clocked hours, valued at the store's labor + parts gross per flagged hour: $44K a month x 12.</a:t>
            </a:r>
          </a:p>
          <a:p/>
          <a:p>
            <a:r>
              <a:t>2. Parts gross - $383K a year. Parts gross $3,825,122 vs $4,112,388 Jan–Sep 2025, x 12/9. Overlaps CP parts GP.</a:t>
            </a:r>
          </a:p>
          <a:p/>
          <a:p>
            <a:r>
              <a:t>3. Service gross - $282K a year. Service gross $6,255,269 vs $6,466,581 Jan–Sep 2025, x 12/9. Overlaps the CP lines.</a:t>
            </a:r>
          </a:p>
          <a:p/>
          <a:p>
            <a:r>
              <a:t>4. CP RO count - $262K a year. 574 fewer CP ROs than Jan–Sep 2025 x $342 a RO x 12/9.</a:t>
            </a:r>
          </a:p>
          <a:p/>
          <a:p>
            <a:r>
              <a:t>5. Tire balance - $68K a year. Tire balance 10.2% vs 15%: 909 more a year (Jan–Sep x 12/9) x $75 gross a service.</a:t>
            </a:r>
          </a:p>
          <a:p/>
          <a:p>
            <a:r>
              <a:t>6. CP parts GP % - $13K a year. 40.2% vs the non-luxury 40.5% x $3.09M CP parts sale x 12/9.</a:t>
            </a:r>
          </a:p>
          <a:p/>
          <a:p>
            <a:r>
              <a:t>7. Fuel service - $10K a year. Fuel service 7.0% vs 7.5%: 78 more a year (Jan–Sep x 12/9) x $130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$691K a year. Store proficiency 98%. Each tech under 85% raised to 85% of their own clocked hours, valued at the store's labor + parts gross per flagged hour: $58K a month x 12.</a:t>
            </a:r>
          </a:p>
          <a:p/>
          <a:p>
            <a:r>
              <a:t>2. CP labor $ per RO - $212K a year. $222 vs the non-luxury $264: gap x 5,105 CP ROs x the store's 74.1% labor GP x 12/9. Overlaps hours per RO and ELR.</a:t>
            </a:r>
          </a:p>
          <a:p/>
          <a:p>
            <a:r>
              <a:t>3. CP hours per RO - $185K a year. 1.60 vs the non-luxury 1.75: gap x 5,105 CP ROs x $183 an hour x 12/9.</a:t>
            </a:r>
          </a:p>
          <a:p/>
          <a:p>
            <a:r>
              <a:t>4. CP parts GP % - $81K a year. 34.8% vs the non-luxury 40.5% x $1.06M CP parts sale x 12/9.</a:t>
            </a:r>
          </a:p>
          <a:p/>
          <a:p>
            <a:r>
              <a:t>5. CP ELR - $78K a year. Jul–Sep CP ELR $140 vs 70% of the $210 door rate = $147; gap x 2,722 CP hours x 4.</a:t>
            </a:r>
          </a:p>
          <a:p/>
          <a:p>
            <a:r>
              <a:t>6. CP labor GP % - $58K a year. 74.1% vs 78% (bottom of the 78-80% range) x $1.13M CP labor sale x 12/9.</a:t>
            </a:r>
          </a:p>
          <a:p/>
          <a:p>
            <a:r>
              <a:t>7. Alignment - $12K a year. Alignment 12.5% vs 15%: 165 more a year (Jan–Sep x 12/9) x $73 gross a service.</a:t>
            </a:r>
          </a:p>
          <a:p/>
          <a:p>
            <a:r>
              <a:t>8. Video completion - not priced. 54.2% vs the group's 57.8% on 2,709 CP &amp; W ROs Jul–Sep: 395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$265K a year. Store proficiency 109%. Each tech under 85% raised to 85% of their own clocked hours, valued at the store's labor + parts gross per flagged hour: $22K a month x 12.</a:t>
            </a:r>
          </a:p>
          <a:p/>
          <a:p>
            <a:r>
              <a:t>2. Tire balance - $125K a year. Tire balance 3.6% vs 15%: 837 more a year (Jan–Sep x 12/9) x $149 gross a service.</a:t>
            </a:r>
          </a:p>
          <a:p/>
          <a:p>
            <a:r>
              <a:t>3. CP labor GP % - $98K a year. 73.9% vs 78% (bottom of the 78-80% range) x $1.77M CP labor sale x 12/9.</a:t>
            </a:r>
          </a:p>
          <a:p/>
          <a:p>
            <a:r>
              <a:t>4. Alignment - $23K a year. Alignment 11.0% vs 15%: 291 more a year (Jan–Sep x 12/9) x $78 gross a service.</a:t>
            </a:r>
          </a:p>
          <a:p/>
          <a:p>
            <a:r>
              <a:t>5. MPI completion - not priced. 89.0% of 2,659 CP &amp; W ROs Jul–Sep vs 90%: 106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$1.26M a year. 1.41 vs the non-luxury 1.75: gap x 15,141 CP ROs x $183 an hour x 12/9.</a:t>
            </a:r>
          </a:p>
          <a:p/>
          <a:p>
            <a:r>
              <a:t>2. CP labor $ per RO - $1.01M a year. $201 vs the non-luxury $264: gap x 15,141 CP ROs x the store's 79.1% labor GP x 12/9. Overlaps hours per RO and ELR.</a:t>
            </a:r>
          </a:p>
          <a:p/>
          <a:p>
            <a:r>
              <a:t>3. Techs under 85% - $126K a year. Store proficiency 102%. Each tech under 85% raised to 85% of their own clocked hours, valued at the store's labor + parts gross per flagged hour: $10K a month x 12.</a:t>
            </a:r>
          </a:p>
          <a:p/>
          <a:p>
            <a:r>
              <a:t>4. Tire balance - $109K a year. Tire balance 4.9% vs 15%: 2,031 more a year (Jan–Sep x 12/9) x $54 gross a service.</a:t>
            </a:r>
          </a:p>
          <a:p/>
          <a:p>
            <a:r>
              <a:t>5. Fuel service - $109K a year. Fuel service 1.6% vs 7.5%: 1,173 more a year (Jan–Sep x 12/9) x $93 gross a service.</a:t>
            </a:r>
          </a:p>
          <a:p/>
          <a:p>
            <a:r>
              <a:t>6. CP parts GP % - $108K a year. 36.9% vs the non-luxury 40.5% x $2.25M CP parts sale x 12/9.</a:t>
            </a:r>
          </a:p>
          <a:p/>
          <a:p>
            <a:r>
              <a:t>7. Alignment - $90K a year. Alignment 9.7% vs 15%: 1,066 more a year (Jan–Sep x 12/9) x $84 gross a service.</a:t>
            </a:r>
          </a:p>
          <a:p/>
          <a:p>
            <a:r>
              <a:t>8. Brake fluid - $48K a year. Brake fluid 8.0% vs 10%: 389 more a year (Jan–Sep x 12/9) x $123 gross a service.</a:t>
            </a:r>
          </a:p>
          <a:p/>
          <a:p>
            <a:r>
              <a:t>9. Fixed gross/head - not priced. $10,794 a month (Jan–Sep gross ÷ 414 head-months, ADP) vs the non-luxury $12,714: 6.9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$3.55M a year. 1.47 vs the non-luxury 1.75: gap x 53,084 CP ROs x $183 an hour x 12/9.</a:t>
            </a:r>
          </a:p>
          <a:p/>
          <a:p>
            <a:r>
              <a:t>2. CP labor $ per RO - $2.07M a year. $227 vs the non-luxury $264: gap x 53,084 CP ROs x the store's 79.4% labor GP x 12/9. Overlaps hours per RO and ELR.</a:t>
            </a:r>
          </a:p>
          <a:p/>
          <a:p>
            <a:r>
              <a:t>3. Techs under 85% - $842K a year. Store proficiency 104%. Each tech under 85% raised to 85% of their own clocked hours, valued at the store's labor + parts gross per flagged hour: $70K a month x 12.</a:t>
            </a:r>
          </a:p>
          <a:p/>
          <a:p>
            <a:r>
              <a:t>4. Tire balance - $147K a year. Tire balance 11.2% vs 15%: 2,671 more a year (Jan–Sep x 12/9) x $55 gross a service.</a:t>
            </a:r>
          </a:p>
          <a:p/>
          <a:p>
            <a:r>
              <a:t>5. Fuel service - $129K a year. Fuel service 6.0% vs 7.5%: 1,056 more a year (Jan–Sep x 12/9) x $122 gross a service.</a:t>
            </a:r>
          </a:p>
          <a:p/>
          <a:p>
            <a:r>
              <a:t>6. Alignment - $33K a year. Alignment 14.5% vs 15%: 326 more a year (Jan–Sep x 12/9) x $102 gross a service.</a:t>
            </a:r>
          </a:p>
          <a:p/>
          <a:p>
            <a:r>
              <a:t>7. CP parts GP % - $27K a year. 40.2% vs the non-luxury 40.5% x $8.12M CP parts sale x 12/9.</a:t>
            </a:r>
          </a:p>
          <a:p/>
          <a:p>
            <a:r>
              <a:t>8. Video completion - not priced. 31.7% vs the group's 57.8% on 20,413 CP &amp; W ROs Jul–Sep: 21,344 more a year (x 4). Not priced.</a:t>
            </a:r>
          </a:p>
          <a:p/>
          <a:p>
            <a:r>
              <a:t>9. MPI completion - not priced. 76.1% of 20,413 CP &amp; W ROs Jul–Sep vs 90%: 11,350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$1.19M a year. 1.38 vs the non-luxury 1.75: gap x 13,490 CP ROs x $183 an hour x 12/9.</a:t>
            </a:r>
          </a:p>
          <a:p/>
          <a:p>
            <a:r>
              <a:t>2. Techs under 85% - $927K a year. Store proficiency 83%. Each tech under 85% raised to 85% of their own clocked hours, valued at the store's labor + parts gross per flagged hour: $77K a month x 12.</a:t>
            </a:r>
          </a:p>
          <a:p/>
          <a:p>
            <a:r>
              <a:t>3. CP labor $ per RO - $617K a year. $220 vs the non-luxury $264: gap x 13,490 CP ROs x the store's 78.5% labor GP x 12/9. Overlaps hours per RO and ELR.</a:t>
            </a:r>
          </a:p>
          <a:p/>
          <a:p>
            <a:r>
              <a:t>4. Tire balance - $132K a year. Tire balance 6.1% vs 15%: 1,590 more a year (Jan–Sep x 12/9) x $83 gross a service.</a:t>
            </a:r>
          </a:p>
          <a:p/>
          <a:p>
            <a:r>
              <a:t>5. Alignment - $49K a year. Alignment 12.3% vs 15%: 478 more a year (Jan–Sep x 12/9) x $103 gross a service.</a:t>
            </a:r>
          </a:p>
          <a:p/>
          <a:p>
            <a:r>
              <a:t>6. Parts gross - $44K a year. Parts gross $1,447,980 vs $1,481,187 Jan–Sep 2025, x 12/9. Overlaps CP parts GP.</a:t>
            </a:r>
          </a:p>
          <a:p/>
          <a:p>
            <a:r>
              <a:t>7. CP RO count - $36K a year. 80 fewer CP ROs than Jan–Sep 2025 x $342 a RO x 12/9.</a:t>
            </a:r>
          </a:p>
          <a:p/>
          <a:p>
            <a:r>
              <a:t>8. Brake fluid - $32K a year. Brake fluid 8.4% vs 10%: 287 more a year (Jan–Sep x 12/9) x $112 gross a service.</a:t>
            </a:r>
          </a:p>
          <a:p/>
          <a:p>
            <a:r>
              <a:t>9. Fuel service - $19K a year. Fuel service 6.4% vs 7.5%: 186 more a year (Jan–Sep x 12/9) x $101 gross a service.</a:t>
            </a:r>
          </a:p>
          <a:p/>
          <a:p>
            <a:r>
              <a:t>10. Fixed gross/head - not priced. $11,044 a month (Jan–Sep gross ÷ 460 head-months, ADP) vs the non-luxury $12,714: 6.7 heads over. Counted, not priced: no store personnel cost in the data.</a:t>
            </a:r>
          </a:p>
          <a:p/>
          <a:p>
            <a:r>
              <a:t>11. MPI completion - not priced. 81.5% of 5,128 CP &amp; W ROs Jul–Sep vs 90%: 1,744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$1.35M a year. $187 vs the non-luxury $264: gap x 17,376 CP ROs x the store's 75.7% labor GP x 12/9. Overlaps hours per RO and ELR.</a:t>
            </a:r>
          </a:p>
          <a:p/>
          <a:p>
            <a:r>
              <a:t>2. CP hours per RO - $1.12M a year. 1.48 vs the non-luxury 1.75: gap x 17,376 CP ROs x $183 an hour x 12/9.</a:t>
            </a:r>
          </a:p>
          <a:p/>
          <a:p>
            <a:r>
              <a:t>3. Alignment - $225K a year. Alignment 4.2% vs 15%: 2,490 more a year (Jan–Sep x 12/9) x $90 gross a service.</a:t>
            </a:r>
          </a:p>
          <a:p/>
          <a:p>
            <a:r>
              <a:t>4. Tire balance - $180K a year. Tire balance 0.4% vs 15%: 3,361 more a year (Jan–Sep x 12/9) x $53 gross a service.</a:t>
            </a:r>
          </a:p>
          <a:p/>
          <a:p>
            <a:r>
              <a:t>5. CP ELR - $157K a year. Jul–Sep CP ELR $125 vs 70% of the $185 door rate = $130; gap x 8,601 CP hours x 4.</a:t>
            </a:r>
          </a:p>
          <a:p/>
          <a:p>
            <a:r>
              <a:t>6. Techs under 85% - $136K a year. Store proficiency 108%. Each tech under 85% raised to 85% of their own clocked hours, valued at the store's labor + parts gross per flagged hour: $11K a month x 12.</a:t>
            </a:r>
          </a:p>
          <a:p/>
          <a:p>
            <a:r>
              <a:t>7. CP labor GP % - $102K a year. 75.7% vs 78% (bottom of the 78-80% range) x $3.25M CP labor sale x 12/9.</a:t>
            </a:r>
          </a:p>
          <a:p/>
          <a:p>
            <a:r>
              <a:t>8. Brake fluid - $80K a year. Brake fluid 7.0% vs 10%: 683 more a year (Jan–Sep x 12/9) x $117 gross a service.</a:t>
            </a:r>
          </a:p>
          <a:p/>
          <a:p>
            <a:r>
              <a:t>9. Parts gross - $76K a year. Parts gross $2,250,197 vs $2,307,440 Jan–Sep 2025, x 12/9. Overlaps CP parts GP.</a:t>
            </a:r>
          </a:p>
          <a:p/>
          <a:p>
            <a:r>
              <a:t>10. Fuel service - $56K a year. Fuel service 5.8% vs 7.5%: 387 more a year (Jan–Sep x 12/9) x $145 gross a service.</a:t>
            </a:r>
          </a:p>
          <a:p/>
          <a:p>
            <a:r>
              <a:t>11. Fixed gross/head - not priced. $11,128 a month (Jan–Sep gross ÷ 533 head-months, ADP) vs the non-luxury $12,714: 7.4 heads over. Counted, not priced: no store personnel cost in the data.</a:t>
            </a:r>
          </a:p>
          <a:p/>
          <a:p>
            <a:r>
              <a:t>12. MPI completion - not priced. 81.3% of 6,415 CP &amp; W ROs Jul–Sep vs 90%: 2,232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$743K a year. Store proficiency 72%. Each tech under 85% raised to 85% of their own clocked hours, valued at the store's labor + parts gross per flagged hour: $62K a month x 12.</a:t>
            </a:r>
          </a:p>
          <a:p/>
          <a:p>
            <a:r>
              <a:t>2. CP hours per RO - $517K a year. 2.28 vs the luxury 2.90: gap x 3,402 CP ROs x $183 an hour x 12/9.</a:t>
            </a:r>
          </a:p>
          <a:p/>
          <a:p>
            <a:r>
              <a:t>3. CP labor $ per RO - $505K a year. $506 vs the luxury $632: gap x 3,402 CP ROs x the store's 88.6% labor GP x 12/9. Overlaps hours per RO and ELR.</a:t>
            </a:r>
          </a:p>
          <a:p/>
          <a:p>
            <a:r>
              <a:t>4. Parts gross - $67K a year. Parts gross $1,492,527 vs $1,542,570 Jan–Sep 2025, x 12/9. Overlaps CP parts GP.</a:t>
            </a:r>
          </a:p>
          <a:p/>
          <a:p>
            <a:r>
              <a:t>5. Video completion - not priced. 52.5% vs the group's 57.8% on 1,711 CP &amp; W ROs Jul–Sep: 366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$730K a year. Service gross $3,502,514 vs $4,049,724 Jan–Sep 2025, x 12/9. Overlaps the CP lines.</a:t>
            </a:r>
          </a:p>
          <a:p/>
          <a:p>
            <a:r>
              <a:t>2. Techs under 85% - $295K a year. Store proficiency 92%. Each tech under 85% raised to 85% of their own clocked hours, valued at the store's labor + parts gross per flagged hour: $25K a month x 12.</a:t>
            </a:r>
          </a:p>
          <a:p/>
          <a:p>
            <a:r>
              <a:t>3. Parts gross - $285K a year. Parts gross $1,287,787 vs $1,501,770 Jan–Sep 2025, x 12/9. Overlaps CP parts GP.</a:t>
            </a:r>
          </a:p>
          <a:p/>
          <a:p>
            <a:r>
              <a:t>4. CP parts GP % - $69K a year. 36.9% vs the non-luxury 40.5% x $1.45M CP parts sale x 12/9.</a:t>
            </a:r>
          </a:p>
          <a:p/>
          <a:p>
            <a:r>
              <a:t>5. Tire balance - $27K a year. Tire balance 8.2% vs 15%: 460 more a year (Jan–Sep x 12/9) x $60 gross a service.</a:t>
            </a:r>
          </a:p>
          <a:p/>
          <a:p>
            <a:r>
              <a:t>6. Alignment - $23K a year. Alignment 13.6% vs 15%: 96 more a year (Jan–Sep x 12/9) x $245 gross a service.</a:t>
            </a:r>
          </a:p>
          <a:p/>
          <a:p>
            <a:r>
              <a:t>7. Fixed gross/head - not priced. $12,006 a month (Jan–Sep gross ÷ 399 head-months, ADP) vs the non-luxury $12,714: 2.5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$248K a year. Store proficiency 70%. Each tech under 85% raised to 85% of their own clocked hours, valued at the store's labor + parts gross per flagged hour: $21K a month x 12.</a:t>
            </a:r>
          </a:p>
          <a:p/>
          <a:p>
            <a:r>
              <a:t>2. Service gross - $180K a year. Service gross $588,480 vs $723,516 Jan–Sep 2025, x 12/9. Overlaps the CP lines.</a:t>
            </a:r>
          </a:p>
          <a:p/>
          <a:p>
            <a:r>
              <a:t>3. CP RO count - $151K a year. 332 fewer CP ROs than Jan–Sep 2025 x $342 a RO x 12/9.</a:t>
            </a:r>
          </a:p>
          <a:p/>
          <a:p>
            <a:r>
              <a:t>4. CP labor $ per RO - $68K a year. $231 vs the non-luxury $264: gap x 1,919 CP ROs x the store's 79.4% labor GP x 12/9. Overlaps hours per RO and ELR.</a:t>
            </a:r>
          </a:p>
          <a:p/>
          <a:p>
            <a:r>
              <a:t>5. Parts gross - $37K a year. Parts gross $379,537 vs $407,348 Jan–Sep 2025, x 12/9. Overlaps CP parts GP.</a:t>
            </a:r>
          </a:p>
          <a:p/>
          <a:p>
            <a:r>
              <a:t>6. Fuel service - $29K a year. Fuel service 2.7% vs 7.5%: 123 more a year (Jan–Sep x 12/9) x $236 gross a service.</a:t>
            </a:r>
          </a:p>
          <a:p/>
          <a:p>
            <a:r>
              <a:t>7. Tire balance - $28K a year. Tire balance 0.4% vs 15%: 373 more a year (Jan–Sep x 12/9) x $75 gross a service.</a:t>
            </a:r>
          </a:p>
          <a:p/>
          <a:p>
            <a:r>
              <a:t>8. CP hours per RO - $18K a year. 1.71 vs the non-luxury 1.75: gap x 1,919 CP ROs x $183 an hour x 12/9.</a:t>
            </a:r>
          </a:p>
          <a:p/>
          <a:p>
            <a:r>
              <a:t>9. Alignment - $18K a year. Alignment 5.6% vs 15%: 240 more a year (Jan–Sep x 12/9) x $74 gross a service.</a:t>
            </a:r>
          </a:p>
          <a:p/>
          <a:p>
            <a:r>
              <a:t>10. Brake fluid - $13K a year. Brake fluid 5.4% vs 10%: 117 more a year (Jan–Sep x 12/9) x $111 gross a service.</a:t>
            </a:r>
          </a:p>
          <a:p/>
          <a:p>
            <a:r>
              <a:t>11. MPI completion - not priced. 45.7% of 978 CP &amp; W ROs Jul–Sep vs 90%: 1,733 more a year (x 4). Not priced.</a:t>
            </a:r>
          </a:p>
          <a:p/>
          <a:p>
            <a:r>
              <a:t>12. Fixed gross/head - not priced. $9,878 a month (Jan–Sep gross ÷ 98 head-months, ADP) vs the non-luxury $12,714: 2.4 heads over. Counted, not priced: no store personnel cost in the data.</a:t>
            </a:r>
          </a:p>
          <a:p/>
          <a:p>
            <a:r>
              <a:t>13. Video completion - not priced. 48.5% vs the group's 57.8% on 978 CP &amp; W ROs Jul–Sep: 365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$224 to $298,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Audi Henderson went 21.1% to 31.7%, stepping up in May.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10.1% to 19.3%,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5.2% to 14.1%,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2.5% to 10.7%,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makes three of six lists; three stores make two.Source: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and Kia St George each make three of six lists.Source: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has 6 top-3 finishes of 12. 8 stores make a top-3 list in both periods.Source: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Kia LV leads Jan–Sep; LR Reno leads the last 90 days.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Hyundai St George leads both periods. Hyundai St George and Kia St George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Honda Spokane leads Jan–Sep; Lincoln leads the last 90 days. Five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leads both periods. Acura and Subaru Prescott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are reviewed at the next meeting (Noah, Oct 27): keep a list of what each store names.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chart" Target="../charts/chart13.xml"/><Relationship Id="rId9" Type="http://schemas.openxmlformats.org/officeDocument/2006/relationships/chart" Target="../charts/chart14.xml"/><Relationship Id="rId10" Type="http://schemas.openxmlformats.org/officeDocument/2006/relationships/chart" Target="../charts/chart15.xml"/><Relationship Id="rId11" Type="http://schemas.openxmlformats.org/officeDocument/2006/relationships/chart" Target="../charts/chart16.xml"/><Relationship Id="rId12" Type="http://schemas.openxmlformats.org/officeDocument/2006/relationships/chart" Target="../charts/chart17.xml"/><Relationship Id="rId13" Type="http://schemas.openxmlformats.org/officeDocument/2006/relationships/chart" Target="../charts/chart18.xml"/><Relationship Id="rId14" Type="http://schemas.openxmlformats.org/officeDocument/2006/relationships/chart" Target="../charts/chart19.xml"/><Relationship Id="rId15" Type="http://schemas.openxmlformats.org/officeDocument/2006/relationships/chart" Target="../charts/chart20.xml"/><Relationship Id="rId16" Type="http://schemas.openxmlformats.org/officeDocument/2006/relationships/chart" Target="../charts/chart21.xml"/><Relationship Id="rId17" Type="http://schemas.openxmlformats.org/officeDocument/2006/relationships/chart" Target="../charts/chart22.xml"/><Relationship Id="rId18" Type="http://schemas.openxmlformats.org/officeDocument/2006/relationships/chart" Target="../charts/chart23.xml"/><Relationship Id="rId19" Type="http://schemas.openxmlformats.org/officeDocument/2006/relationships/chart" Target="../charts/chart24.xml"/><Relationship Id="rId20" Type="http://schemas.openxmlformats.org/officeDocument/2006/relationships/chart" Target="../charts/chart25.xml"/><Relationship Id="rId21" Type="http://schemas.openxmlformats.org/officeDocument/2006/relationships/chart" Target="../charts/chart26.xml"/><Relationship Id="rId2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2.xml"/><Relationship Id="rId3" Type="http://schemas.openxmlformats.org/officeDocument/2006/relationships/chart" Target="../charts/chart33.xml"/><Relationship Id="rId4" Type="http://schemas.openxmlformats.org/officeDocument/2006/relationships/chart" Target="../charts/chart34.xml"/><Relationship Id="rId5" Type="http://schemas.openxmlformats.org/officeDocument/2006/relationships/chart" Target="../charts/chart35.xml"/><Relationship Id="rId6" Type="http://schemas.openxmlformats.org/officeDocument/2006/relationships/chart" Target="../charts/chart36.xml"/><Relationship Id="rId7" Type="http://schemas.openxmlformats.org/officeDocument/2006/relationships/chart" Target="../charts/chart37.xml"/><Relationship Id="rId8" Type="http://schemas.openxmlformats.org/officeDocument/2006/relationships/chart" Target="../charts/chart38.xml"/><Relationship Id="rId9" Type="http://schemas.openxmlformats.org/officeDocument/2006/relationships/chart" Target="../charts/chart39.xml"/><Relationship Id="rId10" Type="http://schemas.openxmlformats.org/officeDocument/2006/relationships/chart" Target="../charts/chart40.xml"/><Relationship Id="rId11" Type="http://schemas.openxmlformats.org/officeDocument/2006/relationships/chart" Target="../charts/chart41.xml"/><Relationship Id="rId12" Type="http://schemas.openxmlformats.org/officeDocument/2006/relationships/chart" Target="../charts/chart42.xml"/><Relationship Id="rId13" Type="http://schemas.openxmlformats.org/officeDocument/2006/relationships/chart" Target="../charts/chart43.xml"/><Relationship Id="rId14" Type="http://schemas.openxmlformats.org/officeDocument/2006/relationships/chart" Target="../charts/chart44.xml"/><Relationship Id="rId15" Type="http://schemas.openxmlformats.org/officeDocument/2006/relationships/chart" Target="../charts/chart45.xml"/><Relationship Id="rId16" Type="http://schemas.openxmlformats.org/officeDocument/2006/relationships/chart" Target="../charts/chart46.xml"/><Relationship Id="rId17" Type="http://schemas.openxmlformats.org/officeDocument/2006/relationships/chart" Target="../charts/chart47.xml"/><Relationship Id="rId18" Type="http://schemas.openxmlformats.org/officeDocument/2006/relationships/chart" Target="../charts/chart48.xml"/><Relationship Id="rId19" Type="http://schemas.openxmlformats.org/officeDocument/2006/relationships/chart" Target="../charts/chart49.xml"/><Relationship Id="rId20" Type="http://schemas.openxmlformats.org/officeDocument/2006/relationships/chart" Target="../charts/chart50.xml"/><Relationship Id="rId21" Type="http://schemas.openxmlformats.org/officeDocument/2006/relationships/chart" Target="../charts/chart51.xml"/><Relationship Id="rId2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2.xml"/><Relationship Id="rId3" Type="http://schemas.openxmlformats.org/officeDocument/2006/relationships/chart" Target="../charts/chart53.xml"/><Relationship Id="rId4" Type="http://schemas.openxmlformats.org/officeDocument/2006/relationships/chart" Target="../charts/chart54.xml"/><Relationship Id="rId5" Type="http://schemas.openxmlformats.org/officeDocument/2006/relationships/chart" Target="../charts/chart55.xml"/><Relationship Id="rId6" Type="http://schemas.openxmlformats.org/officeDocument/2006/relationships/chart" Target="../charts/chart56.xml"/><Relationship Id="rId7" Type="http://schemas.openxmlformats.org/officeDocument/2006/relationships/chart" Target="../charts/chart57.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chart" Target="../charts/chart63.xml"/><Relationship Id="rId8" Type="http://schemas.openxmlformats.org/officeDocument/2006/relationships/chart" Target="../charts/chart64.xml"/><Relationship Id="rId9" Type="http://schemas.openxmlformats.org/officeDocument/2006/relationships/chart" Target="../charts/chart65.xml"/><Relationship Id="rId10" Type="http://schemas.openxmlformats.org/officeDocument/2006/relationships/chart" Target="../charts/chart66.xml"/><Relationship Id="rId11" Type="http://schemas.openxmlformats.org/officeDocument/2006/relationships/chart" Target="../charts/chart67.xml"/><Relationship Id="rId12" Type="http://schemas.openxmlformats.org/officeDocument/2006/relationships/chart" Target="../charts/chart68.xml"/><Relationship Id="rId13" Type="http://schemas.openxmlformats.org/officeDocument/2006/relationships/chart" Target="../charts/chart69.xml"/><Relationship Id="rId14" Type="http://schemas.openxmlformats.org/officeDocument/2006/relationships/chart" Target="../charts/chart70.xml"/><Relationship Id="rId15" Type="http://schemas.openxmlformats.org/officeDocument/2006/relationships/chart" Target="../charts/chart71.xml"/><Relationship Id="rId16" Type="http://schemas.openxmlformats.org/officeDocument/2006/relationships/chart" Target="../charts/chart72.xml"/><Relationship Id="rId17" Type="http://schemas.openxmlformats.org/officeDocument/2006/relationships/chart" Target="../charts/chart73.xml"/><Relationship Id="rId18" Type="http://schemas.openxmlformats.org/officeDocument/2006/relationships/chart" Target="../charts/chart74.xml"/><Relationship Id="rId19" Type="http://schemas.openxmlformats.org/officeDocument/2006/relationships/chart" Target="../charts/chart75.xml"/><Relationship Id="rId20" Type="http://schemas.openxmlformats.org/officeDocument/2006/relationships/chart" Target="../charts/chart76.xml"/><Relationship Id="rId21" Type="http://schemas.openxmlformats.org/officeDocument/2006/relationships/chart" Target="../charts/chart77.xml"/><Relationship Id="rId2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8.xml"/><Relationship Id="rId3" Type="http://schemas.openxmlformats.org/officeDocument/2006/relationships/chart" Target="../charts/chart79.xml"/><Relationship Id="rId4" Type="http://schemas.openxmlformats.org/officeDocument/2006/relationships/chart" Target="../charts/chart80.xml"/><Relationship Id="rId5" Type="http://schemas.openxmlformats.org/officeDocument/2006/relationships/chart" Target="../charts/chart81.xml"/><Relationship Id="rId6" Type="http://schemas.openxmlformats.org/officeDocument/2006/relationships/chart" Target="../charts/chart82.xml"/><Relationship Id="rId7" Type="http://schemas.openxmlformats.org/officeDocument/2006/relationships/chart" Target="../charts/chart8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4.xml"/><Relationship Id="rId3" Type="http://schemas.openxmlformats.org/officeDocument/2006/relationships/chart" Target="../charts/chart85.xml"/><Relationship Id="rId4" Type="http://schemas.openxmlformats.org/officeDocument/2006/relationships/chart" Target="../charts/chart86.xml"/><Relationship Id="rId5" Type="http://schemas.openxmlformats.org/officeDocument/2006/relationships/chart" Target="../charts/chart87.xml"/><Relationship Id="rId6" Type="http://schemas.openxmlformats.org/officeDocument/2006/relationships/chart" Target="../charts/chart88.xml"/><Relationship Id="rId7" Type="http://schemas.openxmlformats.org/officeDocument/2006/relationships/chart" Target="../charts/chart89.xml"/><Relationship Id="rId8" Type="http://schemas.openxmlformats.org/officeDocument/2006/relationships/chart" Target="../charts/chart90.xml"/><Relationship Id="rId9" Type="http://schemas.openxmlformats.org/officeDocument/2006/relationships/chart" Target="../charts/chart91.xml"/><Relationship Id="rId10" Type="http://schemas.openxmlformats.org/officeDocument/2006/relationships/chart" Target="../charts/chart92.xml"/><Relationship Id="rId11" Type="http://schemas.openxmlformats.org/officeDocument/2006/relationships/chart" Target="../charts/chart93.xml"/><Relationship Id="rId12" Type="http://schemas.openxmlformats.org/officeDocument/2006/relationships/chart" Target="../charts/chart94.xml"/><Relationship Id="rId13" Type="http://schemas.openxmlformats.org/officeDocument/2006/relationships/chart" Target="../charts/chart95.xml"/><Relationship Id="rId14" Type="http://schemas.openxmlformats.org/officeDocument/2006/relationships/chart" Target="../charts/chart96.xml"/><Relationship Id="rId15" Type="http://schemas.openxmlformats.org/officeDocument/2006/relationships/chart" Target="../charts/chart97.xml"/><Relationship Id="rId16" Type="http://schemas.openxmlformats.org/officeDocument/2006/relationships/chart" Target="../charts/chart98.xml"/><Relationship Id="rId17" Type="http://schemas.openxmlformats.org/officeDocument/2006/relationships/chart" Target="../charts/chart99.xml"/><Relationship Id="rId18" Type="http://schemas.openxmlformats.org/officeDocument/2006/relationships/chart" Target="../charts/chart100.xml"/><Relationship Id="rId19" Type="http://schemas.openxmlformats.org/officeDocument/2006/relationships/chart" Target="../charts/chart101.xml"/><Relationship Id="rId20" Type="http://schemas.openxmlformats.org/officeDocument/2006/relationships/chart" Target="../charts/chart102.xml"/><Relationship Id="rId21" Type="http://schemas.openxmlformats.org/officeDocument/2006/relationships/chart" Target="../charts/chart103.xml"/><Relationship Id="rId2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4.xml"/><Relationship Id="rId3" Type="http://schemas.openxmlformats.org/officeDocument/2006/relationships/chart" Target="../charts/chart105.xml"/><Relationship Id="rId4" Type="http://schemas.openxmlformats.org/officeDocument/2006/relationships/chart" Target="../charts/chart106.xml"/><Relationship Id="rId5" Type="http://schemas.openxmlformats.org/officeDocument/2006/relationships/chart" Target="../charts/chart107.xml"/><Relationship Id="rId6" Type="http://schemas.openxmlformats.org/officeDocument/2006/relationships/chart" Target="../charts/chart108.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9.xml"/><Relationship Id="rId3" Type="http://schemas.openxmlformats.org/officeDocument/2006/relationships/chart" Target="../charts/chart110.xml"/><Relationship Id="rId4" Type="http://schemas.openxmlformats.org/officeDocument/2006/relationships/chart" Target="../charts/chart111.xml"/><Relationship Id="rId5" Type="http://schemas.openxmlformats.org/officeDocument/2006/relationships/chart" Target="../charts/chart112.xml"/><Relationship Id="rId6" Type="http://schemas.openxmlformats.org/officeDocument/2006/relationships/chart" Target="../charts/chart113.xml"/><Relationship Id="rId7" Type="http://schemas.openxmlformats.org/officeDocument/2006/relationships/chart" Target="../charts/chart114.xml"/><Relationship Id="rId8" Type="http://schemas.openxmlformats.org/officeDocument/2006/relationships/chart" Target="../charts/chart115.xml"/><Relationship Id="rId9" Type="http://schemas.openxmlformats.org/officeDocument/2006/relationships/chart" Target="../charts/chart116.xml"/><Relationship Id="rId10" Type="http://schemas.openxmlformats.org/officeDocument/2006/relationships/chart" Target="../charts/chart117.xml"/><Relationship Id="rId11" Type="http://schemas.openxmlformats.org/officeDocument/2006/relationships/chart" Target="../charts/chart118.xml"/><Relationship Id="rId12" Type="http://schemas.openxmlformats.org/officeDocument/2006/relationships/chart" Target="../charts/chart119.xml"/><Relationship Id="rId13" Type="http://schemas.openxmlformats.org/officeDocument/2006/relationships/chart" Target="../charts/chart120.xml"/><Relationship Id="rId14" Type="http://schemas.openxmlformats.org/officeDocument/2006/relationships/chart" Target="../charts/chart121.xml"/><Relationship Id="rId15" Type="http://schemas.openxmlformats.org/officeDocument/2006/relationships/chart" Target="../charts/chart122.xml"/><Relationship Id="rId16" Type="http://schemas.openxmlformats.org/officeDocument/2006/relationships/chart" Target="../charts/chart123.xml"/><Relationship Id="rId17" Type="http://schemas.openxmlformats.org/officeDocument/2006/relationships/chart" Target="../charts/chart124.xml"/><Relationship Id="rId18" Type="http://schemas.openxmlformats.org/officeDocument/2006/relationships/chart" Target="../charts/chart125.xml"/><Relationship Id="rId19" Type="http://schemas.openxmlformats.org/officeDocument/2006/relationships/chart" Target="../charts/chart126.xml"/><Relationship Id="rId20" Type="http://schemas.openxmlformats.org/officeDocument/2006/relationships/chart" Target="../charts/chart127.xml"/><Relationship Id="rId21" Type="http://schemas.openxmlformats.org/officeDocument/2006/relationships/chart" Target="../charts/chart128.xml"/><Relationship Id="rId2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chart" Target="../charts/chart133.xml"/><Relationship Id="rId7" Type="http://schemas.openxmlformats.org/officeDocument/2006/relationships/chart" Target="../charts/chart134.xml"/><Relationship Id="rId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chart" Target="../charts/chart141.xml"/><Relationship Id="rId9" Type="http://schemas.openxmlformats.org/officeDocument/2006/relationships/chart" Target="../charts/chart142.xml"/><Relationship Id="rId10" Type="http://schemas.openxmlformats.org/officeDocument/2006/relationships/chart" Target="../charts/chart143.xml"/><Relationship Id="rId11" Type="http://schemas.openxmlformats.org/officeDocument/2006/relationships/chart" Target="../charts/chart144.xml"/><Relationship Id="rId12" Type="http://schemas.openxmlformats.org/officeDocument/2006/relationships/chart" Target="../charts/chart145.xml"/><Relationship Id="rId13" Type="http://schemas.openxmlformats.org/officeDocument/2006/relationships/chart" Target="../charts/chart146.xml"/><Relationship Id="rId14" Type="http://schemas.openxmlformats.org/officeDocument/2006/relationships/chart" Target="../charts/chart147.xml"/><Relationship Id="rId15" Type="http://schemas.openxmlformats.org/officeDocument/2006/relationships/chart" Target="../charts/chart148.xml"/><Relationship Id="rId16" Type="http://schemas.openxmlformats.org/officeDocument/2006/relationships/chart" Target="../charts/chart149.xml"/><Relationship Id="rId17" Type="http://schemas.openxmlformats.org/officeDocument/2006/relationships/chart" Target="../charts/chart150.xml"/><Relationship Id="rId18" Type="http://schemas.openxmlformats.org/officeDocument/2006/relationships/chart" Target="../charts/chart151.xml"/><Relationship Id="rId19" Type="http://schemas.openxmlformats.org/officeDocument/2006/relationships/chart" Target="../charts/chart152.xml"/><Relationship Id="rId20" Type="http://schemas.openxmlformats.org/officeDocument/2006/relationships/chart" Target="../charts/chart153.xml"/><Relationship Id="rId21" Type="http://schemas.openxmlformats.org/officeDocument/2006/relationships/chart" Target="../charts/chart154.xml"/><Relationship Id="rId2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5.xml"/><Relationship Id="rId3" Type="http://schemas.openxmlformats.org/officeDocument/2006/relationships/chart" Target="../charts/chart156.xml"/><Relationship Id="rId4" Type="http://schemas.openxmlformats.org/officeDocument/2006/relationships/chart" Target="../charts/chart157.xml"/><Relationship Id="rId5" Type="http://schemas.openxmlformats.org/officeDocument/2006/relationships/chart" Target="../charts/chart158.xml"/><Relationship Id="rId6" Type="http://schemas.openxmlformats.org/officeDocument/2006/relationships/chart" Target="../charts/chart159.xml"/><Relationship Id="rId7" Type="http://schemas.openxmlformats.org/officeDocument/2006/relationships/chart" Target="../charts/chart160.xml"/><Relationship Id="rId8"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chart" Target="../charts/chart162.xml"/><Relationship Id="rId4" Type="http://schemas.openxmlformats.org/officeDocument/2006/relationships/chart" Target="../charts/chart163.xml"/><Relationship Id="rId5" Type="http://schemas.openxmlformats.org/officeDocument/2006/relationships/chart" Target="../charts/chart164.xml"/><Relationship Id="rId6" Type="http://schemas.openxmlformats.org/officeDocument/2006/relationships/chart" Target="../charts/chart165.xml"/><Relationship Id="rId7" Type="http://schemas.openxmlformats.org/officeDocument/2006/relationships/chart" Target="../charts/chart166.xml"/><Relationship Id="rId8" Type="http://schemas.openxmlformats.org/officeDocument/2006/relationships/chart" Target="../charts/chart167.xml"/><Relationship Id="rId9" Type="http://schemas.openxmlformats.org/officeDocument/2006/relationships/chart" Target="../charts/chart168.xml"/><Relationship Id="rId10" Type="http://schemas.openxmlformats.org/officeDocument/2006/relationships/chart" Target="../charts/chart169.xml"/><Relationship Id="rId11" Type="http://schemas.openxmlformats.org/officeDocument/2006/relationships/chart" Target="../charts/chart170.xml"/><Relationship Id="rId12" Type="http://schemas.openxmlformats.org/officeDocument/2006/relationships/chart" Target="../charts/chart171.xml"/><Relationship Id="rId13" Type="http://schemas.openxmlformats.org/officeDocument/2006/relationships/chart" Target="../charts/chart172.xml"/><Relationship Id="rId14" Type="http://schemas.openxmlformats.org/officeDocument/2006/relationships/chart" Target="../charts/chart173.xml"/><Relationship Id="rId15" Type="http://schemas.openxmlformats.org/officeDocument/2006/relationships/chart" Target="../charts/chart174.xml"/><Relationship Id="rId16" Type="http://schemas.openxmlformats.org/officeDocument/2006/relationships/chart" Target="../charts/chart175.xml"/><Relationship Id="rId17" Type="http://schemas.openxmlformats.org/officeDocument/2006/relationships/chart" Target="../charts/chart176.xml"/><Relationship Id="rId18" Type="http://schemas.openxmlformats.org/officeDocument/2006/relationships/chart" Target="../charts/chart177.xml"/><Relationship Id="rId19" Type="http://schemas.openxmlformats.org/officeDocument/2006/relationships/chart" Target="../charts/chart178.xml"/><Relationship Id="rId20" Type="http://schemas.openxmlformats.org/officeDocument/2006/relationships/chart" Target="../charts/chart179.xml"/><Relationship Id="rId21" Type="http://schemas.openxmlformats.org/officeDocument/2006/relationships/chart" Target="../charts/chart180.xml"/><Relationship Id="rId2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1.xml"/><Relationship Id="rId3" Type="http://schemas.openxmlformats.org/officeDocument/2006/relationships/chart" Target="../charts/chart182.xml"/><Relationship Id="rId4" Type="http://schemas.openxmlformats.org/officeDocument/2006/relationships/chart" Target="../charts/chart183.xml"/><Relationship Id="rId5" Type="http://schemas.openxmlformats.org/officeDocument/2006/relationships/chart" Target="../charts/chart184.xml"/><Relationship Id="rId6" Type="http://schemas.openxmlformats.org/officeDocument/2006/relationships/chart" Target="../charts/chart185.xml"/><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6.xml"/><Relationship Id="rId3" Type="http://schemas.openxmlformats.org/officeDocument/2006/relationships/chart" Target="../charts/chart187.xml"/><Relationship Id="rId4" Type="http://schemas.openxmlformats.org/officeDocument/2006/relationships/chart" Target="../charts/chart188.xml"/><Relationship Id="rId5" Type="http://schemas.openxmlformats.org/officeDocument/2006/relationships/chart" Target="../charts/chart189.xml"/><Relationship Id="rId6" Type="http://schemas.openxmlformats.org/officeDocument/2006/relationships/chart" Target="../charts/chart190.xml"/><Relationship Id="rId7" Type="http://schemas.openxmlformats.org/officeDocument/2006/relationships/chart" Target="../charts/chart191.xml"/><Relationship Id="rId8" Type="http://schemas.openxmlformats.org/officeDocument/2006/relationships/chart" Target="../charts/chart192.xml"/><Relationship Id="rId9" Type="http://schemas.openxmlformats.org/officeDocument/2006/relationships/chart" Target="../charts/chart193.xml"/><Relationship Id="rId10" Type="http://schemas.openxmlformats.org/officeDocument/2006/relationships/chart" Target="../charts/chart194.xml"/><Relationship Id="rId11" Type="http://schemas.openxmlformats.org/officeDocument/2006/relationships/chart" Target="../charts/chart195.xml"/><Relationship Id="rId12" Type="http://schemas.openxmlformats.org/officeDocument/2006/relationships/chart" Target="../charts/chart196.xml"/><Relationship Id="rId13" Type="http://schemas.openxmlformats.org/officeDocument/2006/relationships/chart" Target="../charts/chart197.xml"/><Relationship Id="rId14" Type="http://schemas.openxmlformats.org/officeDocument/2006/relationships/chart" Target="../charts/chart198.xml"/><Relationship Id="rId15" Type="http://schemas.openxmlformats.org/officeDocument/2006/relationships/chart" Target="../charts/chart199.xml"/><Relationship Id="rId16" Type="http://schemas.openxmlformats.org/officeDocument/2006/relationships/chart" Target="../charts/chart200.xml"/><Relationship Id="rId17" Type="http://schemas.openxmlformats.org/officeDocument/2006/relationships/chart" Target="../charts/chart201.xml"/><Relationship Id="rId18" Type="http://schemas.openxmlformats.org/officeDocument/2006/relationships/chart" Target="../charts/chart202.xml"/><Relationship Id="rId19" Type="http://schemas.openxmlformats.org/officeDocument/2006/relationships/chart" Target="../charts/chart203.xml"/><Relationship Id="rId20" Type="http://schemas.openxmlformats.org/officeDocument/2006/relationships/chart" Target="../charts/chart204.xml"/><Relationship Id="rId21" Type="http://schemas.openxmlformats.org/officeDocument/2006/relationships/chart" Target="../charts/chart205.xml"/><Relationship Id="rId2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6.xml"/><Relationship Id="rId3" Type="http://schemas.openxmlformats.org/officeDocument/2006/relationships/chart" Target="../charts/chart207.xml"/><Relationship Id="rId4" Type="http://schemas.openxmlformats.org/officeDocument/2006/relationships/chart" Target="../charts/chart208.xml"/><Relationship Id="rId5" Type="http://schemas.openxmlformats.org/officeDocument/2006/relationships/chart" Target="../charts/chart209.xml"/><Relationship Id="rId6" Type="http://schemas.openxmlformats.org/officeDocument/2006/relationships/chart" Target="../charts/chart210.xml"/><Relationship Id="rId7" Type="http://schemas.openxmlformats.org/officeDocument/2006/relationships/chart" Target="../charts/chart211.xml"/><Relationship Id="rId8"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2.xml"/><Relationship Id="rId3" Type="http://schemas.openxmlformats.org/officeDocument/2006/relationships/chart" Target="../charts/chart213.xml"/><Relationship Id="rId4" Type="http://schemas.openxmlformats.org/officeDocument/2006/relationships/chart" Target="../charts/chart214.xml"/><Relationship Id="rId5" Type="http://schemas.openxmlformats.org/officeDocument/2006/relationships/chart" Target="../charts/chart215.xml"/><Relationship Id="rId6" Type="http://schemas.openxmlformats.org/officeDocument/2006/relationships/chart" Target="../charts/chart216.xml"/><Relationship Id="rId7" Type="http://schemas.openxmlformats.org/officeDocument/2006/relationships/chart" Target="../charts/chart217.xml"/><Relationship Id="rId8" Type="http://schemas.openxmlformats.org/officeDocument/2006/relationships/chart" Target="../charts/chart218.xml"/><Relationship Id="rId9" Type="http://schemas.openxmlformats.org/officeDocument/2006/relationships/chart" Target="../charts/chart219.xml"/><Relationship Id="rId10" Type="http://schemas.openxmlformats.org/officeDocument/2006/relationships/chart" Target="../charts/chart220.xml"/><Relationship Id="rId11" Type="http://schemas.openxmlformats.org/officeDocument/2006/relationships/chart" Target="../charts/chart221.xml"/><Relationship Id="rId12" Type="http://schemas.openxmlformats.org/officeDocument/2006/relationships/chart" Target="../charts/chart222.xml"/><Relationship Id="rId13" Type="http://schemas.openxmlformats.org/officeDocument/2006/relationships/chart" Target="../charts/chart223.xml"/><Relationship Id="rId14" Type="http://schemas.openxmlformats.org/officeDocument/2006/relationships/chart" Target="../charts/chart224.xml"/><Relationship Id="rId15" Type="http://schemas.openxmlformats.org/officeDocument/2006/relationships/chart" Target="../charts/chart225.xml"/><Relationship Id="rId16" Type="http://schemas.openxmlformats.org/officeDocument/2006/relationships/chart" Target="../charts/chart226.xml"/><Relationship Id="rId17" Type="http://schemas.openxmlformats.org/officeDocument/2006/relationships/chart" Target="../charts/chart227.xml"/><Relationship Id="rId18" Type="http://schemas.openxmlformats.org/officeDocument/2006/relationships/chart" Target="../charts/chart228.xml"/><Relationship Id="rId19" Type="http://schemas.openxmlformats.org/officeDocument/2006/relationships/chart" Target="../charts/chart229.xml"/><Relationship Id="rId20" Type="http://schemas.openxmlformats.org/officeDocument/2006/relationships/chart" Target="../charts/chart230.xml"/><Relationship Id="rId21" Type="http://schemas.openxmlformats.org/officeDocument/2006/relationships/chart" Target="../charts/chart231.xml"/><Relationship Id="rId2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2.xml"/><Relationship Id="rId3" Type="http://schemas.openxmlformats.org/officeDocument/2006/relationships/chart" Target="../charts/chart233.xml"/><Relationship Id="rId4" Type="http://schemas.openxmlformats.org/officeDocument/2006/relationships/chart" Target="../charts/chart234.xml"/><Relationship Id="rId5" Type="http://schemas.openxmlformats.org/officeDocument/2006/relationships/chart" Target="../charts/chart235.xml"/><Relationship Id="rId6" Type="http://schemas.openxmlformats.org/officeDocument/2006/relationships/chart" Target="../charts/chart236.xml"/><Relationship Id="rId7" Type="http://schemas.openxmlformats.org/officeDocument/2006/relationships/chart" Target="../charts/chart237.xml"/><Relationship Id="rId8"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8.xml"/><Relationship Id="rId3" Type="http://schemas.openxmlformats.org/officeDocument/2006/relationships/chart" Target="../charts/chart239.xml"/><Relationship Id="rId4" Type="http://schemas.openxmlformats.org/officeDocument/2006/relationships/chart" Target="../charts/chart240.xml"/><Relationship Id="rId5" Type="http://schemas.openxmlformats.org/officeDocument/2006/relationships/chart" Target="../charts/chart241.xml"/><Relationship Id="rId6" Type="http://schemas.openxmlformats.org/officeDocument/2006/relationships/chart" Target="../charts/chart242.xml"/><Relationship Id="rId7" Type="http://schemas.openxmlformats.org/officeDocument/2006/relationships/chart" Target="../charts/chart243.xml"/><Relationship Id="rId8" Type="http://schemas.openxmlformats.org/officeDocument/2006/relationships/chart" Target="../charts/chart244.xml"/><Relationship Id="rId9" Type="http://schemas.openxmlformats.org/officeDocument/2006/relationships/chart" Target="../charts/chart245.xml"/><Relationship Id="rId10" Type="http://schemas.openxmlformats.org/officeDocument/2006/relationships/chart" Target="../charts/chart246.xml"/><Relationship Id="rId11" Type="http://schemas.openxmlformats.org/officeDocument/2006/relationships/chart" Target="../charts/chart247.xml"/><Relationship Id="rId12" Type="http://schemas.openxmlformats.org/officeDocument/2006/relationships/chart" Target="../charts/chart248.xml"/><Relationship Id="rId13" Type="http://schemas.openxmlformats.org/officeDocument/2006/relationships/chart" Target="../charts/chart249.xml"/><Relationship Id="rId14" Type="http://schemas.openxmlformats.org/officeDocument/2006/relationships/chart" Target="../charts/chart250.xml"/><Relationship Id="rId15" Type="http://schemas.openxmlformats.org/officeDocument/2006/relationships/chart" Target="../charts/chart251.xml"/><Relationship Id="rId16" Type="http://schemas.openxmlformats.org/officeDocument/2006/relationships/chart" Target="../charts/chart252.xml"/><Relationship Id="rId17" Type="http://schemas.openxmlformats.org/officeDocument/2006/relationships/chart" Target="../charts/chart253.xml"/><Relationship Id="rId18" Type="http://schemas.openxmlformats.org/officeDocument/2006/relationships/chart" Target="../charts/chart254.xml"/><Relationship Id="rId19" Type="http://schemas.openxmlformats.org/officeDocument/2006/relationships/chart" Target="../charts/chart255.xml"/><Relationship Id="rId20" Type="http://schemas.openxmlformats.org/officeDocument/2006/relationships/chart" Target="../charts/chart256.xml"/><Relationship Id="rId21" Type="http://schemas.openxmlformats.org/officeDocument/2006/relationships/chart" Target="../charts/chart257.xml"/><Relationship Id="rId2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8.xml"/><Relationship Id="rId3" Type="http://schemas.openxmlformats.org/officeDocument/2006/relationships/chart" Target="../charts/chart259.xml"/><Relationship Id="rId4" Type="http://schemas.openxmlformats.org/officeDocument/2006/relationships/chart" Target="../charts/chart260.xml"/><Relationship Id="rId5" Type="http://schemas.openxmlformats.org/officeDocument/2006/relationships/chart" Target="../charts/chart261.xml"/><Relationship Id="rId6" Type="http://schemas.openxmlformats.org/officeDocument/2006/relationships/chart" Target="../charts/chart262.xml"/><Relationship Id="rId7" Type="http://schemas.openxmlformats.org/officeDocument/2006/relationships/chart" Target="../charts/chart263.xml"/><Relationship Id="rId8"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64.xml"/><Relationship Id="rId3" Type="http://schemas.openxmlformats.org/officeDocument/2006/relationships/chart" Target="../charts/chart265.xml"/><Relationship Id="rId4" Type="http://schemas.openxmlformats.org/officeDocument/2006/relationships/chart" Target="../charts/chart266.xml"/><Relationship Id="rId5" Type="http://schemas.openxmlformats.org/officeDocument/2006/relationships/chart" Target="../charts/chart267.xml"/><Relationship Id="rId6" Type="http://schemas.openxmlformats.org/officeDocument/2006/relationships/chart" Target="../charts/chart268.xml"/><Relationship Id="rId7" Type="http://schemas.openxmlformats.org/officeDocument/2006/relationships/chart" Target="../charts/chart269.xml"/><Relationship Id="rId8" Type="http://schemas.openxmlformats.org/officeDocument/2006/relationships/chart" Target="../charts/chart270.xml"/><Relationship Id="rId9" Type="http://schemas.openxmlformats.org/officeDocument/2006/relationships/chart" Target="../charts/chart271.xml"/><Relationship Id="rId10" Type="http://schemas.openxmlformats.org/officeDocument/2006/relationships/chart" Target="../charts/chart272.xml"/><Relationship Id="rId11" Type="http://schemas.openxmlformats.org/officeDocument/2006/relationships/chart" Target="../charts/chart273.xml"/><Relationship Id="rId12" Type="http://schemas.openxmlformats.org/officeDocument/2006/relationships/chart" Target="../charts/chart274.xml"/><Relationship Id="rId13" Type="http://schemas.openxmlformats.org/officeDocument/2006/relationships/chart" Target="../charts/chart275.xml"/><Relationship Id="rId14" Type="http://schemas.openxmlformats.org/officeDocument/2006/relationships/chart" Target="../charts/chart276.xml"/><Relationship Id="rId15" Type="http://schemas.openxmlformats.org/officeDocument/2006/relationships/chart" Target="../charts/chart277.xml"/><Relationship Id="rId16" Type="http://schemas.openxmlformats.org/officeDocument/2006/relationships/chart" Target="../charts/chart278.xml"/><Relationship Id="rId17" Type="http://schemas.openxmlformats.org/officeDocument/2006/relationships/chart" Target="../charts/chart279.xml"/><Relationship Id="rId18" Type="http://schemas.openxmlformats.org/officeDocument/2006/relationships/chart" Target="../charts/chart280.xml"/><Relationship Id="rId19" Type="http://schemas.openxmlformats.org/officeDocument/2006/relationships/chart" Target="../charts/chart281.xml"/><Relationship Id="rId20" Type="http://schemas.openxmlformats.org/officeDocument/2006/relationships/chart" Target="../charts/chart282.xml"/><Relationship Id="rId21" Type="http://schemas.openxmlformats.org/officeDocument/2006/relationships/chart" Target="../charts/chart283.xml"/><Relationship Id="rId2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84.xml"/><Relationship Id="rId3" Type="http://schemas.openxmlformats.org/officeDocument/2006/relationships/chart" Target="../charts/chart285.xml"/><Relationship Id="rId4" Type="http://schemas.openxmlformats.org/officeDocument/2006/relationships/chart" Target="../charts/chart286.xml"/><Relationship Id="rId5" Type="http://schemas.openxmlformats.org/officeDocument/2006/relationships/chart" Target="../charts/chart287.xml"/><Relationship Id="rId6" Type="http://schemas.openxmlformats.org/officeDocument/2006/relationships/chart" Target="../charts/chart288.xml"/><Relationship Id="rId7"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89.xml"/><Relationship Id="rId3" Type="http://schemas.openxmlformats.org/officeDocument/2006/relationships/chart" Target="../charts/chart290.xml"/><Relationship Id="rId4" Type="http://schemas.openxmlformats.org/officeDocument/2006/relationships/chart" Target="../charts/chart291.xml"/><Relationship Id="rId5" Type="http://schemas.openxmlformats.org/officeDocument/2006/relationships/chart" Target="../charts/chart292.xml"/><Relationship Id="rId6" Type="http://schemas.openxmlformats.org/officeDocument/2006/relationships/chart" Target="../charts/chart293.xml"/><Relationship Id="rId7" Type="http://schemas.openxmlformats.org/officeDocument/2006/relationships/chart" Target="../charts/chart294.xml"/><Relationship Id="rId8" Type="http://schemas.openxmlformats.org/officeDocument/2006/relationships/chart" Target="../charts/chart295.xml"/><Relationship Id="rId9" Type="http://schemas.openxmlformats.org/officeDocument/2006/relationships/chart" Target="../charts/chart296.xml"/><Relationship Id="rId10" Type="http://schemas.openxmlformats.org/officeDocument/2006/relationships/chart" Target="../charts/chart297.xml"/><Relationship Id="rId11" Type="http://schemas.openxmlformats.org/officeDocument/2006/relationships/chart" Target="../charts/chart298.xml"/><Relationship Id="rId12" Type="http://schemas.openxmlformats.org/officeDocument/2006/relationships/chart" Target="../charts/chart299.xml"/><Relationship Id="rId13" Type="http://schemas.openxmlformats.org/officeDocument/2006/relationships/chart" Target="../charts/chart300.xml"/><Relationship Id="rId14" Type="http://schemas.openxmlformats.org/officeDocument/2006/relationships/chart" Target="../charts/chart301.xml"/><Relationship Id="rId15" Type="http://schemas.openxmlformats.org/officeDocument/2006/relationships/chart" Target="../charts/chart302.xml"/><Relationship Id="rId16" Type="http://schemas.openxmlformats.org/officeDocument/2006/relationships/chart" Target="../charts/chart303.xml"/><Relationship Id="rId17" Type="http://schemas.openxmlformats.org/officeDocument/2006/relationships/chart" Target="../charts/chart304.xml"/><Relationship Id="rId18" Type="http://schemas.openxmlformats.org/officeDocument/2006/relationships/chart" Target="../charts/chart305.xml"/><Relationship Id="rId19" Type="http://schemas.openxmlformats.org/officeDocument/2006/relationships/chart" Target="../charts/chart306.xml"/><Relationship Id="rId20" Type="http://schemas.openxmlformats.org/officeDocument/2006/relationships/chart" Target="../charts/chart307.xml"/><Relationship Id="rId21" Type="http://schemas.openxmlformats.org/officeDocument/2006/relationships/chart" Target="../charts/chart308.xml"/><Relationship Id="rId2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9.xml"/><Relationship Id="rId3" Type="http://schemas.openxmlformats.org/officeDocument/2006/relationships/chart" Target="../charts/chart310.xml"/><Relationship Id="rId4" Type="http://schemas.openxmlformats.org/officeDocument/2006/relationships/chart" Target="../charts/chart311.xml"/><Relationship Id="rId5" Type="http://schemas.openxmlformats.org/officeDocument/2006/relationships/chart" Target="../charts/chart312.xml"/><Relationship Id="rId6" Type="http://schemas.openxmlformats.org/officeDocument/2006/relationships/chart" Target="../charts/chart313.xml"/><Relationship Id="rId7"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14.xml"/><Relationship Id="rId3" Type="http://schemas.openxmlformats.org/officeDocument/2006/relationships/chart" Target="../charts/chart315.xml"/><Relationship Id="rId4" Type="http://schemas.openxmlformats.org/officeDocument/2006/relationships/chart" Target="../charts/chart316.xml"/><Relationship Id="rId5" Type="http://schemas.openxmlformats.org/officeDocument/2006/relationships/chart" Target="../charts/chart317.xml"/><Relationship Id="rId6" Type="http://schemas.openxmlformats.org/officeDocument/2006/relationships/chart" Target="../charts/chart318.xml"/><Relationship Id="rId7" Type="http://schemas.openxmlformats.org/officeDocument/2006/relationships/chart" Target="../charts/chart319.xml"/><Relationship Id="rId8" Type="http://schemas.openxmlformats.org/officeDocument/2006/relationships/chart" Target="../charts/chart320.xml"/><Relationship Id="rId9" Type="http://schemas.openxmlformats.org/officeDocument/2006/relationships/chart" Target="../charts/chart321.xml"/><Relationship Id="rId10" Type="http://schemas.openxmlformats.org/officeDocument/2006/relationships/chart" Target="../charts/chart322.xml"/><Relationship Id="rId11" Type="http://schemas.openxmlformats.org/officeDocument/2006/relationships/chart" Target="../charts/chart323.xml"/><Relationship Id="rId12" Type="http://schemas.openxmlformats.org/officeDocument/2006/relationships/chart" Target="../charts/chart324.xml"/><Relationship Id="rId13" Type="http://schemas.openxmlformats.org/officeDocument/2006/relationships/chart" Target="../charts/chart325.xml"/><Relationship Id="rId14" Type="http://schemas.openxmlformats.org/officeDocument/2006/relationships/chart" Target="../charts/chart326.xml"/><Relationship Id="rId15" Type="http://schemas.openxmlformats.org/officeDocument/2006/relationships/chart" Target="../charts/chart327.xml"/><Relationship Id="rId16" Type="http://schemas.openxmlformats.org/officeDocument/2006/relationships/chart" Target="../charts/chart328.xml"/><Relationship Id="rId17" Type="http://schemas.openxmlformats.org/officeDocument/2006/relationships/chart" Target="../charts/chart329.xml"/><Relationship Id="rId18" Type="http://schemas.openxmlformats.org/officeDocument/2006/relationships/chart" Target="../charts/chart330.xml"/><Relationship Id="rId19" Type="http://schemas.openxmlformats.org/officeDocument/2006/relationships/chart" Target="../charts/chart331.xml"/><Relationship Id="rId20" Type="http://schemas.openxmlformats.org/officeDocument/2006/relationships/chart" Target="../charts/chart332.xml"/><Relationship Id="rId21" Type="http://schemas.openxmlformats.org/officeDocument/2006/relationships/chart" Target="../charts/chart333.xml"/><Relationship Id="rId2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4.xml"/><Relationship Id="rId3" Type="http://schemas.openxmlformats.org/officeDocument/2006/relationships/chart" Target="../charts/chart335.xml"/><Relationship Id="rId4" Type="http://schemas.openxmlformats.org/officeDocument/2006/relationships/chart" Target="../charts/chart336.xml"/><Relationship Id="rId5" Type="http://schemas.openxmlformats.org/officeDocument/2006/relationships/chart" Target="../charts/chart337.xml"/><Relationship Id="rId6" Type="http://schemas.openxmlformats.org/officeDocument/2006/relationships/chart" Target="../charts/chart338.xml"/><Relationship Id="rId7"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9.xml"/><Relationship Id="rId3" Type="http://schemas.openxmlformats.org/officeDocument/2006/relationships/chart" Target="../charts/chart340.xml"/><Relationship Id="rId4" Type="http://schemas.openxmlformats.org/officeDocument/2006/relationships/chart" Target="../charts/chart341.xml"/><Relationship Id="rId5" Type="http://schemas.openxmlformats.org/officeDocument/2006/relationships/chart" Target="../charts/chart342.xml"/><Relationship Id="rId6" Type="http://schemas.openxmlformats.org/officeDocument/2006/relationships/chart" Target="../charts/chart343.xml"/><Relationship Id="rId7" Type="http://schemas.openxmlformats.org/officeDocument/2006/relationships/chart" Target="../charts/chart344.xml"/><Relationship Id="rId8" Type="http://schemas.openxmlformats.org/officeDocument/2006/relationships/chart" Target="../charts/chart345.xml"/><Relationship Id="rId9" Type="http://schemas.openxmlformats.org/officeDocument/2006/relationships/chart" Target="../charts/chart346.xml"/><Relationship Id="rId10" Type="http://schemas.openxmlformats.org/officeDocument/2006/relationships/chart" Target="../charts/chart347.xml"/><Relationship Id="rId11" Type="http://schemas.openxmlformats.org/officeDocument/2006/relationships/chart" Target="../charts/chart348.xml"/><Relationship Id="rId12" Type="http://schemas.openxmlformats.org/officeDocument/2006/relationships/chart" Target="../charts/chart349.xml"/><Relationship Id="rId13" Type="http://schemas.openxmlformats.org/officeDocument/2006/relationships/chart" Target="../charts/chart350.xml"/><Relationship Id="rId14" Type="http://schemas.openxmlformats.org/officeDocument/2006/relationships/chart" Target="../charts/chart351.xml"/><Relationship Id="rId15" Type="http://schemas.openxmlformats.org/officeDocument/2006/relationships/chart" Target="../charts/chart352.xml"/><Relationship Id="rId16" Type="http://schemas.openxmlformats.org/officeDocument/2006/relationships/chart" Target="../charts/chart353.xml"/><Relationship Id="rId17" Type="http://schemas.openxmlformats.org/officeDocument/2006/relationships/chart" Target="../charts/chart354.xml"/><Relationship Id="rId18" Type="http://schemas.openxmlformats.org/officeDocument/2006/relationships/chart" Target="../charts/chart355.xml"/><Relationship Id="rId19" Type="http://schemas.openxmlformats.org/officeDocument/2006/relationships/chart" Target="../charts/chart356.xml"/><Relationship Id="rId20" Type="http://schemas.openxmlformats.org/officeDocument/2006/relationships/chart" Target="../charts/chart357.xml"/><Relationship Id="rId21" Type="http://schemas.openxmlformats.org/officeDocument/2006/relationships/chart" Target="../charts/chart358.xml"/><Relationship Id="rId2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9.xml"/><Relationship Id="rId3" Type="http://schemas.openxmlformats.org/officeDocument/2006/relationships/chart" Target="../charts/chart360.xml"/><Relationship Id="rId4" Type="http://schemas.openxmlformats.org/officeDocument/2006/relationships/chart" Target="../charts/chart361.xml"/><Relationship Id="rId5" Type="http://schemas.openxmlformats.org/officeDocument/2006/relationships/chart" Target="../charts/chart362.xml"/><Relationship Id="rId6" Type="http://schemas.openxmlformats.org/officeDocument/2006/relationships/chart" Target="../charts/chart363.xml"/><Relationship Id="rId7" Type="http://schemas.openxmlformats.org/officeDocument/2006/relationships/chart" Target="../charts/chart364.xml"/><Relationship Id="rId8" Type="http://schemas.openxmlformats.org/officeDocument/2006/relationships/chart" Target="../charts/chart365.xml"/><Relationship Id="rId9" Type="http://schemas.openxmlformats.org/officeDocument/2006/relationships/chart" Target="../charts/chart366.xml"/><Relationship Id="rId10"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67.xml"/><Relationship Id="rId3" Type="http://schemas.openxmlformats.org/officeDocument/2006/relationships/chart" Target="../charts/chart368.xml"/><Relationship Id="rId4" Type="http://schemas.openxmlformats.org/officeDocument/2006/relationships/chart" Target="../charts/chart369.xml"/><Relationship Id="rId5" Type="http://schemas.openxmlformats.org/officeDocument/2006/relationships/chart" Target="../charts/chart370.xml"/><Relationship Id="rId6" Type="http://schemas.openxmlformats.org/officeDocument/2006/relationships/chart" Target="../charts/chart371.xml"/><Relationship Id="rId7" Type="http://schemas.openxmlformats.org/officeDocument/2006/relationships/chart" Target="../charts/chart372.xml"/><Relationship Id="rId8" Type="http://schemas.openxmlformats.org/officeDocument/2006/relationships/chart" Target="../charts/chart373.xml"/><Relationship Id="rId9" Type="http://schemas.openxmlformats.org/officeDocument/2006/relationships/chart" Target="../charts/chart374.xml"/><Relationship Id="rId10" Type="http://schemas.openxmlformats.org/officeDocument/2006/relationships/chart" Target="../charts/chart375.xml"/><Relationship Id="rId11" Type="http://schemas.openxmlformats.org/officeDocument/2006/relationships/chart" Target="../charts/chart376.xml"/><Relationship Id="rId12" Type="http://schemas.openxmlformats.org/officeDocument/2006/relationships/chart" Target="../charts/chart377.xml"/><Relationship Id="rId13" Type="http://schemas.openxmlformats.org/officeDocument/2006/relationships/chart" Target="../charts/chart378.xml"/><Relationship Id="rId14" Type="http://schemas.openxmlformats.org/officeDocument/2006/relationships/chart" Target="../charts/chart379.xml"/><Relationship Id="rId15" Type="http://schemas.openxmlformats.org/officeDocument/2006/relationships/chart" Target="../charts/chart380.xml"/><Relationship Id="rId16" Type="http://schemas.openxmlformats.org/officeDocument/2006/relationships/chart" Target="../charts/chart381.xml"/><Relationship Id="rId17" Type="http://schemas.openxmlformats.org/officeDocument/2006/relationships/chart" Target="../charts/chart382.xml"/><Relationship Id="rId18" Type="http://schemas.openxmlformats.org/officeDocument/2006/relationships/chart" Target="../charts/chart383.xml"/><Relationship Id="rId19" Type="http://schemas.openxmlformats.org/officeDocument/2006/relationships/chart" Target="../charts/chart384.xml"/><Relationship Id="rId20" Type="http://schemas.openxmlformats.org/officeDocument/2006/relationships/chart" Target="../charts/chart385.xml"/><Relationship Id="rId21" Type="http://schemas.openxmlformats.org/officeDocument/2006/relationships/chart" Target="../charts/chart386.xml"/><Relationship Id="rId2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87.xml"/><Relationship Id="rId3" Type="http://schemas.openxmlformats.org/officeDocument/2006/relationships/chart" Target="../charts/chart388.xml"/><Relationship Id="rId4" Type="http://schemas.openxmlformats.org/officeDocument/2006/relationships/chart" Target="../charts/chart389.xml"/><Relationship Id="rId5" Type="http://schemas.openxmlformats.org/officeDocument/2006/relationships/chart" Target="../charts/chart390.xml"/><Relationship Id="rId6" Type="http://schemas.openxmlformats.org/officeDocument/2006/relationships/chart" Target="../charts/chart391.xml"/><Relationship Id="rId7"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2.xml"/><Relationship Id="rId3" Type="http://schemas.openxmlformats.org/officeDocument/2006/relationships/chart" Target="../charts/chart393.xml"/><Relationship Id="rId4" Type="http://schemas.openxmlformats.org/officeDocument/2006/relationships/chart" Target="../charts/chart394.xml"/><Relationship Id="rId5" Type="http://schemas.openxmlformats.org/officeDocument/2006/relationships/chart" Target="../charts/chart395.xml"/><Relationship Id="rId6" Type="http://schemas.openxmlformats.org/officeDocument/2006/relationships/chart" Target="../charts/chart396.xml"/><Relationship Id="rId7" Type="http://schemas.openxmlformats.org/officeDocument/2006/relationships/chart" Target="../charts/chart397.xml"/><Relationship Id="rId8" Type="http://schemas.openxmlformats.org/officeDocument/2006/relationships/chart" Target="../charts/chart398.xml"/><Relationship Id="rId9" Type="http://schemas.openxmlformats.org/officeDocument/2006/relationships/chart" Target="../charts/chart399.xml"/><Relationship Id="rId10" Type="http://schemas.openxmlformats.org/officeDocument/2006/relationships/chart" Target="../charts/chart400.xml"/><Relationship Id="rId11" Type="http://schemas.openxmlformats.org/officeDocument/2006/relationships/chart" Target="../charts/chart401.xml"/><Relationship Id="rId12" Type="http://schemas.openxmlformats.org/officeDocument/2006/relationships/chart" Target="../charts/chart402.xml"/><Relationship Id="rId13" Type="http://schemas.openxmlformats.org/officeDocument/2006/relationships/chart" Target="../charts/chart403.xml"/><Relationship Id="rId14" Type="http://schemas.openxmlformats.org/officeDocument/2006/relationships/chart" Target="../charts/chart404.xml"/><Relationship Id="rId15" Type="http://schemas.openxmlformats.org/officeDocument/2006/relationships/chart" Target="../charts/chart405.xml"/><Relationship Id="rId16" Type="http://schemas.openxmlformats.org/officeDocument/2006/relationships/chart" Target="../charts/chart406.xml"/><Relationship Id="rId17" Type="http://schemas.openxmlformats.org/officeDocument/2006/relationships/chart" Target="../charts/chart407.xml"/><Relationship Id="rId18" Type="http://schemas.openxmlformats.org/officeDocument/2006/relationships/chart" Target="../charts/chart408.xml"/><Relationship Id="rId19" Type="http://schemas.openxmlformats.org/officeDocument/2006/relationships/chart" Target="../charts/chart409.xml"/><Relationship Id="rId20" Type="http://schemas.openxmlformats.org/officeDocument/2006/relationships/chart" Target="../charts/chart410.xml"/><Relationship Id="rId21" Type="http://schemas.openxmlformats.org/officeDocument/2006/relationships/chart" Target="../charts/chart411.xml"/><Relationship Id="rId2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2.xml"/><Relationship Id="rId3" Type="http://schemas.openxmlformats.org/officeDocument/2006/relationships/chart" Target="../charts/chart413.xml"/><Relationship Id="rId4" Type="http://schemas.openxmlformats.org/officeDocument/2006/relationships/chart" Target="../charts/chart414.xml"/><Relationship Id="rId5" Type="http://schemas.openxmlformats.org/officeDocument/2006/relationships/chart" Target="../charts/chart415.xml"/><Relationship Id="rId6" Type="http://schemas.openxmlformats.org/officeDocument/2006/relationships/chart" Target="../charts/chart416.xml"/><Relationship Id="rId7" Type="http://schemas.openxmlformats.org/officeDocument/2006/relationships/chart" Target="../charts/chart417.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8.xml"/><Relationship Id="rId3" Type="http://schemas.openxmlformats.org/officeDocument/2006/relationships/chart" Target="../charts/chart419.xml"/><Relationship Id="rId4" Type="http://schemas.openxmlformats.org/officeDocument/2006/relationships/chart" Target="../charts/chart420.xml"/><Relationship Id="rId5" Type="http://schemas.openxmlformats.org/officeDocument/2006/relationships/chart" Target="../charts/chart421.xml"/><Relationship Id="rId6" Type="http://schemas.openxmlformats.org/officeDocument/2006/relationships/chart" Target="../charts/chart422.xml"/><Relationship Id="rId7" Type="http://schemas.openxmlformats.org/officeDocument/2006/relationships/chart" Target="../charts/chart423.xml"/><Relationship Id="rId8" Type="http://schemas.openxmlformats.org/officeDocument/2006/relationships/chart" Target="../charts/chart424.xml"/><Relationship Id="rId9" Type="http://schemas.openxmlformats.org/officeDocument/2006/relationships/chart" Target="../charts/chart425.xml"/><Relationship Id="rId10" Type="http://schemas.openxmlformats.org/officeDocument/2006/relationships/chart" Target="../charts/chart426.xml"/><Relationship Id="rId11" Type="http://schemas.openxmlformats.org/officeDocument/2006/relationships/chart" Target="../charts/chart427.xml"/><Relationship Id="rId12" Type="http://schemas.openxmlformats.org/officeDocument/2006/relationships/chart" Target="../charts/chart428.xml"/><Relationship Id="rId13" Type="http://schemas.openxmlformats.org/officeDocument/2006/relationships/chart" Target="../charts/chart429.xml"/><Relationship Id="rId14" Type="http://schemas.openxmlformats.org/officeDocument/2006/relationships/chart" Target="../charts/chart430.xml"/><Relationship Id="rId15" Type="http://schemas.openxmlformats.org/officeDocument/2006/relationships/chart" Target="../charts/chart431.xml"/><Relationship Id="rId16" Type="http://schemas.openxmlformats.org/officeDocument/2006/relationships/chart" Target="../charts/chart432.xml"/><Relationship Id="rId17" Type="http://schemas.openxmlformats.org/officeDocument/2006/relationships/chart" Target="../charts/chart433.xml"/><Relationship Id="rId18" Type="http://schemas.openxmlformats.org/officeDocument/2006/relationships/chart" Target="../charts/chart434.xml"/><Relationship Id="rId19" Type="http://schemas.openxmlformats.org/officeDocument/2006/relationships/chart" Target="../charts/chart435.xml"/><Relationship Id="rId20" Type="http://schemas.openxmlformats.org/officeDocument/2006/relationships/chart" Target="../charts/chart436.xml"/><Relationship Id="rId21" Type="http://schemas.openxmlformats.org/officeDocument/2006/relationships/chart" Target="../charts/chart437.xml"/><Relationship Id="rId2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38.xml"/><Relationship Id="rId3" Type="http://schemas.openxmlformats.org/officeDocument/2006/relationships/chart" Target="../charts/chart439.xml"/><Relationship Id="rId4" Type="http://schemas.openxmlformats.org/officeDocument/2006/relationships/chart" Target="../charts/chart440.xml"/><Relationship Id="rId5" Type="http://schemas.openxmlformats.org/officeDocument/2006/relationships/chart" Target="../charts/chart441.xml"/><Relationship Id="rId6" Type="http://schemas.openxmlformats.org/officeDocument/2006/relationships/chart" Target="../charts/chart442.xml"/><Relationship Id="rId7" Type="http://schemas.openxmlformats.org/officeDocument/2006/relationships/chart" Target="../charts/chart443.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44.xml"/><Relationship Id="rId3" Type="http://schemas.openxmlformats.org/officeDocument/2006/relationships/chart" Target="../charts/chart445.xml"/><Relationship Id="rId4" Type="http://schemas.openxmlformats.org/officeDocument/2006/relationships/chart" Target="../charts/chart446.xml"/><Relationship Id="rId5" Type="http://schemas.openxmlformats.org/officeDocument/2006/relationships/chart" Target="../charts/chart447.xml"/><Relationship Id="rId6" Type="http://schemas.openxmlformats.org/officeDocument/2006/relationships/chart" Target="../charts/chart448.xml"/><Relationship Id="rId7" Type="http://schemas.openxmlformats.org/officeDocument/2006/relationships/chart" Target="../charts/chart449.xml"/><Relationship Id="rId8" Type="http://schemas.openxmlformats.org/officeDocument/2006/relationships/chart" Target="../charts/chart450.xml"/><Relationship Id="rId9" Type="http://schemas.openxmlformats.org/officeDocument/2006/relationships/chart" Target="../charts/chart451.xml"/><Relationship Id="rId10" Type="http://schemas.openxmlformats.org/officeDocument/2006/relationships/chart" Target="../charts/chart452.xml"/><Relationship Id="rId11" Type="http://schemas.openxmlformats.org/officeDocument/2006/relationships/chart" Target="../charts/chart453.xml"/><Relationship Id="rId12" Type="http://schemas.openxmlformats.org/officeDocument/2006/relationships/chart" Target="../charts/chart454.xml"/><Relationship Id="rId13" Type="http://schemas.openxmlformats.org/officeDocument/2006/relationships/chart" Target="../charts/chart455.xml"/><Relationship Id="rId14" Type="http://schemas.openxmlformats.org/officeDocument/2006/relationships/chart" Target="../charts/chart456.xml"/><Relationship Id="rId15" Type="http://schemas.openxmlformats.org/officeDocument/2006/relationships/chart" Target="../charts/chart457.xml"/><Relationship Id="rId16" Type="http://schemas.openxmlformats.org/officeDocument/2006/relationships/chart" Target="../charts/chart458.xml"/><Relationship Id="rId17" Type="http://schemas.openxmlformats.org/officeDocument/2006/relationships/chart" Target="../charts/chart459.xml"/><Relationship Id="rId18" Type="http://schemas.openxmlformats.org/officeDocument/2006/relationships/chart" Target="../charts/chart460.xml"/><Relationship Id="rId19" Type="http://schemas.openxmlformats.org/officeDocument/2006/relationships/chart" Target="../charts/chart461.xml"/><Relationship Id="rId20" Type="http://schemas.openxmlformats.org/officeDocument/2006/relationships/chart" Target="../charts/chart462.xml"/><Relationship Id="rId21" Type="http://schemas.openxmlformats.org/officeDocument/2006/relationships/chart" Target="../charts/chart463.xml"/><Relationship Id="rId2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64.xml"/><Relationship Id="rId3" Type="http://schemas.openxmlformats.org/officeDocument/2006/relationships/chart" Target="../charts/chart465.xml"/><Relationship Id="rId4" Type="http://schemas.openxmlformats.org/officeDocument/2006/relationships/chart" Target="../charts/chart466.xml"/><Relationship Id="rId5" Type="http://schemas.openxmlformats.org/officeDocument/2006/relationships/chart" Target="../charts/chart467.xml"/><Relationship Id="rId6" Type="http://schemas.openxmlformats.org/officeDocument/2006/relationships/chart" Target="../charts/chart468.xml"/><Relationship Id="rId7" Type="http://schemas.openxmlformats.org/officeDocument/2006/relationships/chart" Target="../charts/chart469.xml"/><Relationship Id="rId8"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0.xml"/><Relationship Id="rId3" Type="http://schemas.openxmlformats.org/officeDocument/2006/relationships/chart" Target="../charts/chart471.xml"/><Relationship Id="rId4" Type="http://schemas.openxmlformats.org/officeDocument/2006/relationships/chart" Target="../charts/chart472.xml"/><Relationship Id="rId5" Type="http://schemas.openxmlformats.org/officeDocument/2006/relationships/chart" Target="../charts/chart473.xml"/><Relationship Id="rId6" Type="http://schemas.openxmlformats.org/officeDocument/2006/relationships/chart" Target="../charts/chart474.xml"/><Relationship Id="rId7" Type="http://schemas.openxmlformats.org/officeDocument/2006/relationships/chart" Target="../charts/chart475.xml"/><Relationship Id="rId8" Type="http://schemas.openxmlformats.org/officeDocument/2006/relationships/chart" Target="../charts/chart476.xml"/><Relationship Id="rId9" Type="http://schemas.openxmlformats.org/officeDocument/2006/relationships/chart" Target="../charts/chart477.xml"/><Relationship Id="rId10" Type="http://schemas.openxmlformats.org/officeDocument/2006/relationships/chart" Target="../charts/chart478.xml"/><Relationship Id="rId11" Type="http://schemas.openxmlformats.org/officeDocument/2006/relationships/chart" Target="../charts/chart479.xml"/><Relationship Id="rId12" Type="http://schemas.openxmlformats.org/officeDocument/2006/relationships/chart" Target="../charts/chart480.xml"/><Relationship Id="rId13" Type="http://schemas.openxmlformats.org/officeDocument/2006/relationships/chart" Target="../charts/chart481.xml"/><Relationship Id="rId14" Type="http://schemas.openxmlformats.org/officeDocument/2006/relationships/chart" Target="../charts/chart482.xml"/><Relationship Id="rId15" Type="http://schemas.openxmlformats.org/officeDocument/2006/relationships/chart" Target="../charts/chart483.xml"/><Relationship Id="rId16" Type="http://schemas.openxmlformats.org/officeDocument/2006/relationships/chart" Target="../charts/chart484.xml"/><Relationship Id="rId17" Type="http://schemas.openxmlformats.org/officeDocument/2006/relationships/chart" Target="../charts/chart485.xml"/><Relationship Id="rId18" Type="http://schemas.openxmlformats.org/officeDocument/2006/relationships/chart" Target="../charts/chart486.xml"/><Relationship Id="rId19" Type="http://schemas.openxmlformats.org/officeDocument/2006/relationships/chart" Target="../charts/chart487.xml"/><Relationship Id="rId20" Type="http://schemas.openxmlformats.org/officeDocument/2006/relationships/chart" Target="../charts/chart488.xml"/><Relationship Id="rId21" Type="http://schemas.openxmlformats.org/officeDocument/2006/relationships/chart" Target="../charts/chart489.xml"/><Relationship Id="rId2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0.xml"/><Relationship Id="rId3" Type="http://schemas.openxmlformats.org/officeDocument/2006/relationships/chart" Target="../charts/chart491.xml"/><Relationship Id="rId4" Type="http://schemas.openxmlformats.org/officeDocument/2006/relationships/chart" Target="../charts/chart492.xml"/><Relationship Id="rId5" Type="http://schemas.openxmlformats.org/officeDocument/2006/relationships/chart" Target="../charts/chart493.xml"/><Relationship Id="rId6" Type="http://schemas.openxmlformats.org/officeDocument/2006/relationships/chart" Target="../charts/chart494.xml"/><Relationship Id="rId7" Type="http://schemas.openxmlformats.org/officeDocument/2006/relationships/chart" Target="../charts/chart495.xml"/><Relationship Id="rId8"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6.xml"/><Relationship Id="rId3" Type="http://schemas.openxmlformats.org/officeDocument/2006/relationships/chart" Target="../charts/chart497.xml"/><Relationship Id="rId4" Type="http://schemas.openxmlformats.org/officeDocument/2006/relationships/chart" Target="../charts/chart498.xml"/><Relationship Id="rId5" Type="http://schemas.openxmlformats.org/officeDocument/2006/relationships/chart" Target="../charts/chart499.xml"/><Relationship Id="rId6" Type="http://schemas.openxmlformats.org/officeDocument/2006/relationships/chart" Target="../charts/chart500.xml"/><Relationship Id="rId7" Type="http://schemas.openxmlformats.org/officeDocument/2006/relationships/chart" Target="../charts/chart501.xml"/><Relationship Id="rId8" Type="http://schemas.openxmlformats.org/officeDocument/2006/relationships/chart" Target="../charts/chart502.xml"/><Relationship Id="rId9" Type="http://schemas.openxmlformats.org/officeDocument/2006/relationships/chart" Target="../charts/chart503.xml"/><Relationship Id="rId10" Type="http://schemas.openxmlformats.org/officeDocument/2006/relationships/chart" Target="../charts/chart504.xml"/><Relationship Id="rId11" Type="http://schemas.openxmlformats.org/officeDocument/2006/relationships/chart" Target="../charts/chart505.xml"/><Relationship Id="rId12" Type="http://schemas.openxmlformats.org/officeDocument/2006/relationships/chart" Target="../charts/chart506.xml"/><Relationship Id="rId13" Type="http://schemas.openxmlformats.org/officeDocument/2006/relationships/chart" Target="../charts/chart507.xml"/><Relationship Id="rId14" Type="http://schemas.openxmlformats.org/officeDocument/2006/relationships/chart" Target="../charts/chart508.xml"/><Relationship Id="rId15" Type="http://schemas.openxmlformats.org/officeDocument/2006/relationships/chart" Target="../charts/chart509.xml"/><Relationship Id="rId16" Type="http://schemas.openxmlformats.org/officeDocument/2006/relationships/chart" Target="../charts/chart510.xml"/><Relationship Id="rId17" Type="http://schemas.openxmlformats.org/officeDocument/2006/relationships/chart" Target="../charts/chart511.xml"/><Relationship Id="rId18" Type="http://schemas.openxmlformats.org/officeDocument/2006/relationships/chart" Target="../charts/chart512.xml"/><Relationship Id="rId19" Type="http://schemas.openxmlformats.org/officeDocument/2006/relationships/chart" Target="../charts/chart513.xml"/><Relationship Id="rId20" Type="http://schemas.openxmlformats.org/officeDocument/2006/relationships/chart" Target="../charts/chart514.xml"/><Relationship Id="rId21" Type="http://schemas.openxmlformats.org/officeDocument/2006/relationships/chart" Target="../charts/chart515.xml"/><Relationship Id="rId2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16.xml"/><Relationship Id="rId3" Type="http://schemas.openxmlformats.org/officeDocument/2006/relationships/chart" Target="../charts/chart517.xml"/><Relationship Id="rId4" Type="http://schemas.openxmlformats.org/officeDocument/2006/relationships/chart" Target="../charts/chart518.xml"/><Relationship Id="rId5" Type="http://schemas.openxmlformats.org/officeDocument/2006/relationships/chart" Target="../charts/chart519.xml"/><Relationship Id="rId6" Type="http://schemas.openxmlformats.org/officeDocument/2006/relationships/chart" Target="../charts/chart520.xml"/><Relationship Id="rId7" Type="http://schemas.openxmlformats.org/officeDocument/2006/relationships/chart" Target="../charts/chart521.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22.xml"/><Relationship Id="rId3" Type="http://schemas.openxmlformats.org/officeDocument/2006/relationships/chart" Target="../charts/chart523.xml"/><Relationship Id="rId4" Type="http://schemas.openxmlformats.org/officeDocument/2006/relationships/chart" Target="../charts/chart524.xml"/><Relationship Id="rId5" Type="http://schemas.openxmlformats.org/officeDocument/2006/relationships/chart" Target="../charts/chart525.xml"/><Relationship Id="rId6" Type="http://schemas.openxmlformats.org/officeDocument/2006/relationships/chart" Target="../charts/chart526.xml"/><Relationship Id="rId7" Type="http://schemas.openxmlformats.org/officeDocument/2006/relationships/chart" Target="../charts/chart527.xml"/><Relationship Id="rId8" Type="http://schemas.openxmlformats.org/officeDocument/2006/relationships/chart" Target="../charts/chart528.xml"/><Relationship Id="rId9" Type="http://schemas.openxmlformats.org/officeDocument/2006/relationships/chart" Target="../charts/chart529.xml"/><Relationship Id="rId10" Type="http://schemas.openxmlformats.org/officeDocument/2006/relationships/chart" Target="../charts/chart530.xml"/><Relationship Id="rId11" Type="http://schemas.openxmlformats.org/officeDocument/2006/relationships/chart" Target="../charts/chart531.xml"/><Relationship Id="rId12" Type="http://schemas.openxmlformats.org/officeDocument/2006/relationships/chart" Target="../charts/chart532.xml"/><Relationship Id="rId13" Type="http://schemas.openxmlformats.org/officeDocument/2006/relationships/chart" Target="../charts/chart533.xml"/><Relationship Id="rId14" Type="http://schemas.openxmlformats.org/officeDocument/2006/relationships/chart" Target="../charts/chart534.xml"/><Relationship Id="rId15" Type="http://schemas.openxmlformats.org/officeDocument/2006/relationships/chart" Target="../charts/chart535.xml"/><Relationship Id="rId16" Type="http://schemas.openxmlformats.org/officeDocument/2006/relationships/chart" Target="../charts/chart536.xml"/><Relationship Id="rId17" Type="http://schemas.openxmlformats.org/officeDocument/2006/relationships/chart" Target="../charts/chart537.xml"/><Relationship Id="rId18" Type="http://schemas.openxmlformats.org/officeDocument/2006/relationships/chart" Target="../charts/chart538.xml"/><Relationship Id="rId19" Type="http://schemas.openxmlformats.org/officeDocument/2006/relationships/chart" Target="../charts/chart539.xml"/><Relationship Id="rId20" Type="http://schemas.openxmlformats.org/officeDocument/2006/relationships/chart" Target="../charts/chart540.xml"/><Relationship Id="rId21" Type="http://schemas.openxmlformats.org/officeDocument/2006/relationships/chart" Target="../charts/chart541.xml"/><Relationship Id="rId2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2.xml"/><Relationship Id="rId3" Type="http://schemas.openxmlformats.org/officeDocument/2006/relationships/chart" Target="../charts/chart543.xml"/><Relationship Id="rId4" Type="http://schemas.openxmlformats.org/officeDocument/2006/relationships/chart" Target="../charts/chart544.xml"/><Relationship Id="rId5" Type="http://schemas.openxmlformats.org/officeDocument/2006/relationships/chart" Target="../charts/chart545.xml"/><Relationship Id="rId6" Type="http://schemas.openxmlformats.org/officeDocument/2006/relationships/chart" Target="../charts/chart546.xml"/><Relationship Id="rId7" Type="http://schemas.openxmlformats.org/officeDocument/2006/relationships/chart" Target="../charts/chart547.xml"/><Relationship Id="rId8"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8.xml"/><Relationship Id="rId3" Type="http://schemas.openxmlformats.org/officeDocument/2006/relationships/chart" Target="../charts/chart549.xml"/><Relationship Id="rId4" Type="http://schemas.openxmlformats.org/officeDocument/2006/relationships/chart" Target="../charts/chart550.xml"/><Relationship Id="rId5" Type="http://schemas.openxmlformats.org/officeDocument/2006/relationships/chart" Target="../charts/chart551.xml"/><Relationship Id="rId6" Type="http://schemas.openxmlformats.org/officeDocument/2006/relationships/chart" Target="../charts/chart552.xml"/><Relationship Id="rId7" Type="http://schemas.openxmlformats.org/officeDocument/2006/relationships/chart" Target="../charts/chart553.xml"/><Relationship Id="rId8" Type="http://schemas.openxmlformats.org/officeDocument/2006/relationships/chart" Target="../charts/chart554.xml"/><Relationship Id="rId9" Type="http://schemas.openxmlformats.org/officeDocument/2006/relationships/chart" Target="../charts/chart555.xml"/><Relationship Id="rId10" Type="http://schemas.openxmlformats.org/officeDocument/2006/relationships/chart" Target="../charts/chart556.xml"/><Relationship Id="rId11" Type="http://schemas.openxmlformats.org/officeDocument/2006/relationships/chart" Target="../charts/chart557.xml"/><Relationship Id="rId12" Type="http://schemas.openxmlformats.org/officeDocument/2006/relationships/chart" Target="../charts/chart558.xml"/><Relationship Id="rId13" Type="http://schemas.openxmlformats.org/officeDocument/2006/relationships/chart" Target="../charts/chart559.xml"/><Relationship Id="rId14" Type="http://schemas.openxmlformats.org/officeDocument/2006/relationships/chart" Target="../charts/chart560.xml"/><Relationship Id="rId15" Type="http://schemas.openxmlformats.org/officeDocument/2006/relationships/chart" Target="../charts/chart561.xml"/><Relationship Id="rId16" Type="http://schemas.openxmlformats.org/officeDocument/2006/relationships/chart" Target="../charts/chart562.xml"/><Relationship Id="rId17" Type="http://schemas.openxmlformats.org/officeDocument/2006/relationships/chart" Target="../charts/chart563.xml"/><Relationship Id="rId18" Type="http://schemas.openxmlformats.org/officeDocument/2006/relationships/chart" Target="../charts/chart564.xml"/><Relationship Id="rId19" Type="http://schemas.openxmlformats.org/officeDocument/2006/relationships/chart" Target="../charts/chart565.xml"/><Relationship Id="rId20" Type="http://schemas.openxmlformats.org/officeDocument/2006/relationships/chart" Target="../charts/chart566.xml"/><Relationship Id="rId21" Type="http://schemas.openxmlformats.org/officeDocument/2006/relationships/chart" Target="../charts/chart567.xml"/><Relationship Id="rId2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68.xml"/><Relationship Id="rId3" Type="http://schemas.openxmlformats.org/officeDocument/2006/relationships/chart" Target="../charts/chart569.xml"/><Relationship Id="rId4" Type="http://schemas.openxmlformats.org/officeDocument/2006/relationships/chart" Target="../charts/chart570.xml"/><Relationship Id="rId5" Type="http://schemas.openxmlformats.org/officeDocument/2006/relationships/chart" Target="../charts/chart571.xml"/><Relationship Id="rId6" Type="http://schemas.openxmlformats.org/officeDocument/2006/relationships/chart" Target="../charts/chart572.xml"/><Relationship Id="rId7" Type="http://schemas.openxmlformats.org/officeDocument/2006/relationships/chart" Target="../charts/chart573.xml"/><Relationship Id="rId8"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74.xml"/><Relationship Id="rId3" Type="http://schemas.openxmlformats.org/officeDocument/2006/relationships/chart" Target="../charts/chart575.xml"/><Relationship Id="rId4" Type="http://schemas.openxmlformats.org/officeDocument/2006/relationships/chart" Target="../charts/chart576.xml"/><Relationship Id="rId5" Type="http://schemas.openxmlformats.org/officeDocument/2006/relationships/chart" Target="../charts/chart577.xml"/><Relationship Id="rId6" Type="http://schemas.openxmlformats.org/officeDocument/2006/relationships/chart" Target="../charts/chart578.xml"/><Relationship Id="rId7" Type="http://schemas.openxmlformats.org/officeDocument/2006/relationships/chart" Target="../charts/chart579.xml"/><Relationship Id="rId8" Type="http://schemas.openxmlformats.org/officeDocument/2006/relationships/chart" Target="../charts/chart580.xml"/><Relationship Id="rId9" Type="http://schemas.openxmlformats.org/officeDocument/2006/relationships/chart" Target="../charts/chart581.xml"/><Relationship Id="rId10" Type="http://schemas.openxmlformats.org/officeDocument/2006/relationships/chart" Target="../charts/chart582.xml"/><Relationship Id="rId11" Type="http://schemas.openxmlformats.org/officeDocument/2006/relationships/chart" Target="../charts/chart583.xml"/><Relationship Id="rId12" Type="http://schemas.openxmlformats.org/officeDocument/2006/relationships/chart" Target="../charts/chart584.xml"/><Relationship Id="rId13" Type="http://schemas.openxmlformats.org/officeDocument/2006/relationships/chart" Target="../charts/chart585.xml"/><Relationship Id="rId14" Type="http://schemas.openxmlformats.org/officeDocument/2006/relationships/chart" Target="../charts/chart586.xml"/><Relationship Id="rId15" Type="http://schemas.openxmlformats.org/officeDocument/2006/relationships/chart" Target="../charts/chart587.xml"/><Relationship Id="rId16" Type="http://schemas.openxmlformats.org/officeDocument/2006/relationships/chart" Target="../charts/chart588.xml"/><Relationship Id="rId17" Type="http://schemas.openxmlformats.org/officeDocument/2006/relationships/chart" Target="../charts/chart589.xml"/><Relationship Id="rId18" Type="http://schemas.openxmlformats.org/officeDocument/2006/relationships/chart" Target="../charts/chart590.xml"/><Relationship Id="rId19" Type="http://schemas.openxmlformats.org/officeDocument/2006/relationships/chart" Target="../charts/chart591.xml"/><Relationship Id="rId20" Type="http://schemas.openxmlformats.org/officeDocument/2006/relationships/chart" Target="../charts/chart592.xml"/><Relationship Id="rId21" Type="http://schemas.openxmlformats.org/officeDocument/2006/relationships/chart" Target="../charts/chart593.xml"/><Relationship Id="rId2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4.xml"/><Relationship Id="rId3" Type="http://schemas.openxmlformats.org/officeDocument/2006/relationships/chart" Target="../charts/chart595.xml"/><Relationship Id="rId4" Type="http://schemas.openxmlformats.org/officeDocument/2006/relationships/chart" Target="../charts/chart596.xml"/><Relationship Id="rId5" Type="http://schemas.openxmlformats.org/officeDocument/2006/relationships/chart" Target="../charts/chart597.xml"/><Relationship Id="rId6" Type="http://schemas.openxmlformats.org/officeDocument/2006/relationships/chart" Target="../charts/chart598.xml"/><Relationship Id="rId7"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9.xml"/><Relationship Id="rId3" Type="http://schemas.openxmlformats.org/officeDocument/2006/relationships/chart" Target="../charts/chart600.xml"/><Relationship Id="rId4" Type="http://schemas.openxmlformats.org/officeDocument/2006/relationships/chart" Target="../charts/chart601.xml"/><Relationship Id="rId5" Type="http://schemas.openxmlformats.org/officeDocument/2006/relationships/chart" Target="../charts/chart602.xml"/><Relationship Id="rId6" Type="http://schemas.openxmlformats.org/officeDocument/2006/relationships/chart" Target="../charts/chart603.xml"/><Relationship Id="rId7"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04.xml"/><Relationship Id="rId3" Type="http://schemas.openxmlformats.org/officeDocument/2006/relationships/chart" Target="../charts/chart605.xml"/><Relationship Id="rId4" Type="http://schemas.openxmlformats.org/officeDocument/2006/relationships/chart" Target="../charts/chart606.xml"/><Relationship Id="rId5" Type="http://schemas.openxmlformats.org/officeDocument/2006/relationships/chart" Target="../charts/chart607.xml"/><Relationship Id="rId6" Type="http://schemas.openxmlformats.org/officeDocument/2006/relationships/chart" Target="../charts/chart608.xml"/><Relationship Id="rId7" Type="http://schemas.openxmlformats.org/officeDocument/2006/relationships/chart" Target="../charts/chart609.xml"/><Relationship Id="rId8" Type="http://schemas.openxmlformats.org/officeDocument/2006/relationships/chart" Target="../charts/chart610.xml"/><Relationship Id="rId9" Type="http://schemas.openxmlformats.org/officeDocument/2006/relationships/chart" Target="../charts/chart611.xml"/><Relationship Id="rId10" Type="http://schemas.openxmlformats.org/officeDocument/2006/relationships/chart" Target="../charts/chart612.xml"/><Relationship Id="rId11" Type="http://schemas.openxmlformats.org/officeDocument/2006/relationships/chart" Target="../charts/chart613.xml"/><Relationship Id="rId12" Type="http://schemas.openxmlformats.org/officeDocument/2006/relationships/chart" Target="../charts/chart614.xml"/><Relationship Id="rId13" Type="http://schemas.openxmlformats.org/officeDocument/2006/relationships/chart" Target="../charts/chart615.xml"/><Relationship Id="rId14" Type="http://schemas.openxmlformats.org/officeDocument/2006/relationships/chart" Target="../charts/chart616.xml"/><Relationship Id="rId15" Type="http://schemas.openxmlformats.org/officeDocument/2006/relationships/chart" Target="../charts/chart617.xml"/><Relationship Id="rId16" Type="http://schemas.openxmlformats.org/officeDocument/2006/relationships/chart" Target="../charts/chart618.xml"/><Relationship Id="rId17" Type="http://schemas.openxmlformats.org/officeDocument/2006/relationships/chart" Target="../charts/chart619.xml"/><Relationship Id="rId18" Type="http://schemas.openxmlformats.org/officeDocument/2006/relationships/chart" Target="../charts/chart620.xml"/><Relationship Id="rId19" Type="http://schemas.openxmlformats.org/officeDocument/2006/relationships/chart" Target="../charts/chart621.xml"/><Relationship Id="rId20" Type="http://schemas.openxmlformats.org/officeDocument/2006/relationships/chart" Target="../charts/chart622.xml"/><Relationship Id="rId21" Type="http://schemas.openxmlformats.org/officeDocument/2006/relationships/chart" Target="../charts/chart623.xml"/><Relationship Id="rId2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24.xml"/><Relationship Id="rId3" Type="http://schemas.openxmlformats.org/officeDocument/2006/relationships/chart" Target="../charts/chart625.xml"/><Relationship Id="rId4"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26.xml"/><Relationship Id="rId3" Type="http://schemas.openxmlformats.org/officeDocument/2006/relationships/chart" Target="../charts/chart627.xml"/><Relationship Id="rId4" Type="http://schemas.openxmlformats.org/officeDocument/2006/relationships/chart" Target="../charts/chart628.xml"/><Relationship Id="rId5" Type="http://schemas.openxmlformats.org/officeDocument/2006/relationships/chart" Target="../charts/chart629.xml"/><Relationship Id="rId6" Type="http://schemas.openxmlformats.org/officeDocument/2006/relationships/chart" Target="../charts/chart630.xml"/><Relationship Id="rId7" Type="http://schemas.openxmlformats.org/officeDocument/2006/relationships/chart" Target="../charts/chart631.xml"/><Relationship Id="rId8"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2.xml"/><Relationship Id="rId3" Type="http://schemas.openxmlformats.org/officeDocument/2006/relationships/chart" Target="../charts/chart633.xml"/><Relationship Id="rId4" Type="http://schemas.openxmlformats.org/officeDocument/2006/relationships/chart" Target="../charts/chart634.xml"/><Relationship Id="rId5" Type="http://schemas.openxmlformats.org/officeDocument/2006/relationships/chart" Target="../charts/chart635.xml"/><Relationship Id="rId6" Type="http://schemas.openxmlformats.org/officeDocument/2006/relationships/chart" Target="../charts/chart636.xml"/><Relationship Id="rId7" Type="http://schemas.openxmlformats.org/officeDocument/2006/relationships/chart" Target="../charts/chart637.xml"/><Relationship Id="rId8" Type="http://schemas.openxmlformats.org/officeDocument/2006/relationships/chart" Target="../charts/chart638.xml"/><Relationship Id="rId9" Type="http://schemas.openxmlformats.org/officeDocument/2006/relationships/chart" Target="../charts/chart639.xml"/><Relationship Id="rId10" Type="http://schemas.openxmlformats.org/officeDocument/2006/relationships/chart" Target="../charts/chart640.xml"/><Relationship Id="rId11" Type="http://schemas.openxmlformats.org/officeDocument/2006/relationships/chart" Target="../charts/chart641.xml"/><Relationship Id="rId12" Type="http://schemas.openxmlformats.org/officeDocument/2006/relationships/chart" Target="../charts/chart642.xml"/><Relationship Id="rId13" Type="http://schemas.openxmlformats.org/officeDocument/2006/relationships/chart" Target="../charts/chart643.xml"/><Relationship Id="rId14" Type="http://schemas.openxmlformats.org/officeDocument/2006/relationships/chart" Target="../charts/chart644.xml"/><Relationship Id="rId15" Type="http://schemas.openxmlformats.org/officeDocument/2006/relationships/chart" Target="../charts/chart645.xml"/><Relationship Id="rId16" Type="http://schemas.openxmlformats.org/officeDocument/2006/relationships/chart" Target="../charts/chart646.xml"/><Relationship Id="rId17" Type="http://schemas.openxmlformats.org/officeDocument/2006/relationships/chart" Target="../charts/chart647.xml"/><Relationship Id="rId18" Type="http://schemas.openxmlformats.org/officeDocument/2006/relationships/chart" Target="../charts/chart648.xml"/><Relationship Id="rId19" Type="http://schemas.openxmlformats.org/officeDocument/2006/relationships/chart" Target="../charts/chart649.xml"/><Relationship Id="rId20" Type="http://schemas.openxmlformats.org/officeDocument/2006/relationships/chart" Target="../charts/chart650.xml"/><Relationship Id="rId21" Type="http://schemas.openxmlformats.org/officeDocument/2006/relationships/chart" Target="../charts/chart651.xml"/><Relationship Id="rId2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52.xml"/><Relationship Id="rId3" Type="http://schemas.openxmlformats.org/officeDocument/2006/relationships/chart" Target="../charts/chart653.xml"/><Relationship Id="rId4" Type="http://schemas.openxmlformats.org/officeDocument/2006/relationships/chart" Target="../charts/chart654.xml"/><Relationship Id="rId5" Type="http://schemas.openxmlformats.org/officeDocument/2006/relationships/chart" Target="../charts/chart655.xml"/><Relationship Id="rId6" Type="http://schemas.openxmlformats.org/officeDocument/2006/relationships/chart" Target="../charts/chart656.xml"/><Relationship Id="rId7" Type="http://schemas.openxmlformats.org/officeDocument/2006/relationships/chart" Target="../charts/chart657.xml"/><Relationship Id="rId8"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58.xml"/><Relationship Id="rId3" Type="http://schemas.openxmlformats.org/officeDocument/2006/relationships/chart" Target="../charts/chart659.xml"/><Relationship Id="rId4" Type="http://schemas.openxmlformats.org/officeDocument/2006/relationships/chart" Target="../charts/chart660.xml"/><Relationship Id="rId5" Type="http://schemas.openxmlformats.org/officeDocument/2006/relationships/chart" Target="../charts/chart661.xml"/><Relationship Id="rId6" Type="http://schemas.openxmlformats.org/officeDocument/2006/relationships/chart" Target="../charts/chart662.xml"/><Relationship Id="rId7" Type="http://schemas.openxmlformats.org/officeDocument/2006/relationships/chart" Target="../charts/chart663.xml"/><Relationship Id="rId8" Type="http://schemas.openxmlformats.org/officeDocument/2006/relationships/chart" Target="../charts/chart664.xml"/><Relationship Id="rId9" Type="http://schemas.openxmlformats.org/officeDocument/2006/relationships/chart" Target="../charts/chart665.xml"/><Relationship Id="rId10" Type="http://schemas.openxmlformats.org/officeDocument/2006/relationships/chart" Target="../charts/chart666.xml"/><Relationship Id="rId11" Type="http://schemas.openxmlformats.org/officeDocument/2006/relationships/chart" Target="../charts/chart667.xml"/><Relationship Id="rId12" Type="http://schemas.openxmlformats.org/officeDocument/2006/relationships/chart" Target="../charts/chart668.xml"/><Relationship Id="rId13" Type="http://schemas.openxmlformats.org/officeDocument/2006/relationships/chart" Target="../charts/chart669.xml"/><Relationship Id="rId14" Type="http://schemas.openxmlformats.org/officeDocument/2006/relationships/chart" Target="../charts/chart670.xml"/><Relationship Id="rId15" Type="http://schemas.openxmlformats.org/officeDocument/2006/relationships/chart" Target="../charts/chart671.xml"/><Relationship Id="rId16" Type="http://schemas.openxmlformats.org/officeDocument/2006/relationships/chart" Target="../charts/chart672.xml"/><Relationship Id="rId17" Type="http://schemas.openxmlformats.org/officeDocument/2006/relationships/chart" Target="../charts/chart673.xml"/><Relationship Id="rId18" Type="http://schemas.openxmlformats.org/officeDocument/2006/relationships/chart" Target="../charts/chart674.xml"/><Relationship Id="rId19" Type="http://schemas.openxmlformats.org/officeDocument/2006/relationships/chart" Target="../charts/chart675.xml"/><Relationship Id="rId20" Type="http://schemas.openxmlformats.org/officeDocument/2006/relationships/chart" Target="../charts/chart676.xml"/><Relationship Id="rId21" Type="http://schemas.openxmlformats.org/officeDocument/2006/relationships/chart" Target="../charts/chart677.xml"/><Relationship Id="rId2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78.xml"/><Relationship Id="rId3" Type="http://schemas.openxmlformats.org/officeDocument/2006/relationships/chart" Target="../charts/chart679.xml"/><Relationship Id="rId4" Type="http://schemas.openxmlformats.org/officeDocument/2006/relationships/chart" Target="../charts/chart680.xml"/><Relationship Id="rId5" Type="http://schemas.openxmlformats.org/officeDocument/2006/relationships/chart" Target="../charts/chart681.xml"/><Relationship Id="rId6" Type="http://schemas.openxmlformats.org/officeDocument/2006/relationships/chart" Target="../charts/chart682.xml"/><Relationship Id="rId7" Type="http://schemas.openxmlformats.org/officeDocument/2006/relationships/chart" Target="../charts/chart683.xml"/><Relationship Id="rId8"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4.xml"/><Relationship Id="rId3" Type="http://schemas.openxmlformats.org/officeDocument/2006/relationships/chart" Target="../charts/chart685.xml"/><Relationship Id="rId4" Type="http://schemas.openxmlformats.org/officeDocument/2006/relationships/chart" Target="../charts/chart686.xml"/><Relationship Id="rId5" Type="http://schemas.openxmlformats.org/officeDocument/2006/relationships/chart" Target="../charts/chart687.xml"/><Relationship Id="rId6" Type="http://schemas.openxmlformats.org/officeDocument/2006/relationships/chart" Target="../charts/chart688.xml"/><Relationship Id="rId7" Type="http://schemas.openxmlformats.org/officeDocument/2006/relationships/chart" Target="../charts/chart689.xml"/><Relationship Id="rId8" Type="http://schemas.openxmlformats.org/officeDocument/2006/relationships/chart" Target="../charts/chart690.xml"/><Relationship Id="rId9" Type="http://schemas.openxmlformats.org/officeDocument/2006/relationships/chart" Target="../charts/chart691.xml"/><Relationship Id="rId10" Type="http://schemas.openxmlformats.org/officeDocument/2006/relationships/chart" Target="../charts/chart692.xml"/><Relationship Id="rId11" Type="http://schemas.openxmlformats.org/officeDocument/2006/relationships/chart" Target="../charts/chart693.xml"/><Relationship Id="rId12" Type="http://schemas.openxmlformats.org/officeDocument/2006/relationships/chart" Target="../charts/chart694.xml"/><Relationship Id="rId13" Type="http://schemas.openxmlformats.org/officeDocument/2006/relationships/chart" Target="../charts/chart695.xml"/><Relationship Id="rId14" Type="http://schemas.openxmlformats.org/officeDocument/2006/relationships/chart" Target="../charts/chart696.xml"/><Relationship Id="rId15" Type="http://schemas.openxmlformats.org/officeDocument/2006/relationships/chart" Target="../charts/chart697.xml"/><Relationship Id="rId16" Type="http://schemas.openxmlformats.org/officeDocument/2006/relationships/chart" Target="../charts/chart698.xml"/><Relationship Id="rId17" Type="http://schemas.openxmlformats.org/officeDocument/2006/relationships/chart" Target="../charts/chart699.xml"/><Relationship Id="rId18" Type="http://schemas.openxmlformats.org/officeDocument/2006/relationships/chart" Target="../charts/chart700.xml"/><Relationship Id="rId19" Type="http://schemas.openxmlformats.org/officeDocument/2006/relationships/chart" Target="../charts/chart701.xml"/><Relationship Id="rId20" Type="http://schemas.openxmlformats.org/officeDocument/2006/relationships/chart" Target="../charts/chart702.xml"/><Relationship Id="rId21" Type="http://schemas.openxmlformats.org/officeDocument/2006/relationships/chart" Target="../charts/chart703.xml"/><Relationship Id="rId2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04.xml"/><Relationship Id="rId3" Type="http://schemas.openxmlformats.org/officeDocument/2006/relationships/chart" Target="../charts/chart705.xml"/><Relationship Id="rId4" Type="http://schemas.openxmlformats.org/officeDocument/2006/relationships/chart" Target="../charts/chart706.xml"/><Relationship Id="rId5" Type="http://schemas.openxmlformats.org/officeDocument/2006/relationships/chart" Target="../charts/chart707.xml"/><Relationship Id="rId6" Type="http://schemas.openxmlformats.org/officeDocument/2006/relationships/chart" Target="../charts/chart708.xml"/><Relationship Id="rId7" Type="http://schemas.openxmlformats.org/officeDocument/2006/relationships/chart" Target="../charts/chart709.xml"/><Relationship Id="rId8"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10.xml"/><Relationship Id="rId3" Type="http://schemas.openxmlformats.org/officeDocument/2006/relationships/chart" Target="../charts/chart711.xml"/><Relationship Id="rId4" Type="http://schemas.openxmlformats.org/officeDocument/2006/relationships/chart" Target="../charts/chart712.xml"/><Relationship Id="rId5" Type="http://schemas.openxmlformats.org/officeDocument/2006/relationships/chart" Target="../charts/chart713.xml"/><Relationship Id="rId6" Type="http://schemas.openxmlformats.org/officeDocument/2006/relationships/chart" Target="../charts/chart714.xml"/><Relationship Id="rId7" Type="http://schemas.openxmlformats.org/officeDocument/2006/relationships/chart" Target="../charts/chart715.xml"/><Relationship Id="rId8" Type="http://schemas.openxmlformats.org/officeDocument/2006/relationships/chart" Target="../charts/chart716.xml"/><Relationship Id="rId9" Type="http://schemas.openxmlformats.org/officeDocument/2006/relationships/chart" Target="../charts/chart717.xml"/><Relationship Id="rId10" Type="http://schemas.openxmlformats.org/officeDocument/2006/relationships/chart" Target="../charts/chart718.xml"/><Relationship Id="rId11" Type="http://schemas.openxmlformats.org/officeDocument/2006/relationships/chart" Target="../charts/chart719.xml"/><Relationship Id="rId12" Type="http://schemas.openxmlformats.org/officeDocument/2006/relationships/chart" Target="../charts/chart720.xml"/><Relationship Id="rId13" Type="http://schemas.openxmlformats.org/officeDocument/2006/relationships/chart" Target="../charts/chart721.xml"/><Relationship Id="rId14" Type="http://schemas.openxmlformats.org/officeDocument/2006/relationships/chart" Target="../charts/chart722.xml"/><Relationship Id="rId15" Type="http://schemas.openxmlformats.org/officeDocument/2006/relationships/chart" Target="../charts/chart723.xml"/><Relationship Id="rId16" Type="http://schemas.openxmlformats.org/officeDocument/2006/relationships/chart" Target="../charts/chart724.xml"/><Relationship Id="rId17" Type="http://schemas.openxmlformats.org/officeDocument/2006/relationships/chart" Target="../charts/chart725.xml"/><Relationship Id="rId18" Type="http://schemas.openxmlformats.org/officeDocument/2006/relationships/chart" Target="../charts/chart726.xml"/><Relationship Id="rId19" Type="http://schemas.openxmlformats.org/officeDocument/2006/relationships/chart" Target="../charts/chart727.xml"/><Relationship Id="rId20" Type="http://schemas.openxmlformats.org/officeDocument/2006/relationships/chart" Target="../charts/chart728.xml"/><Relationship Id="rId21" Type="http://schemas.openxmlformats.org/officeDocument/2006/relationships/chart" Target="../charts/chart729.xml"/><Relationship Id="rId2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30.xml"/><Relationship Id="rId3" Type="http://schemas.openxmlformats.org/officeDocument/2006/relationships/chart" Target="../charts/chart731.xml"/><Relationship Id="rId4" Type="http://schemas.openxmlformats.org/officeDocument/2006/relationships/chart" Target="../charts/chart732.xml"/><Relationship Id="rId5" Type="http://schemas.openxmlformats.org/officeDocument/2006/relationships/chart" Target="../charts/chart733.xml"/><Relationship Id="rId6" Type="http://schemas.openxmlformats.org/officeDocument/2006/relationships/chart" Target="../charts/chart734.xml"/><Relationship Id="rId7" Type="http://schemas.openxmlformats.org/officeDocument/2006/relationships/chart" Target="../charts/chart735.xml"/><Relationship Id="rId8" Type="http://schemas.openxmlformats.org/officeDocument/2006/relationships/chart" Target="../charts/chart736.xml"/><Relationship Id="rId9" Type="http://schemas.openxmlformats.org/officeDocument/2006/relationships/chart" Target="../charts/chart737.xml"/><Relationship Id="rId10" Type="http://schemas.openxmlformats.org/officeDocument/2006/relationships/chart" Target="../charts/chart738.xml"/><Relationship Id="rId11" Type="http://schemas.openxmlformats.org/officeDocument/2006/relationships/chart" Target="../charts/chart739.xml"/><Relationship Id="rId1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40.xml"/><Relationship Id="rId3" Type="http://schemas.openxmlformats.org/officeDocument/2006/relationships/chart" Target="../charts/chart741.xml"/><Relationship Id="rId4" Type="http://schemas.openxmlformats.org/officeDocument/2006/relationships/chart" Target="../charts/chart742.xml"/><Relationship Id="rId5" Type="http://schemas.openxmlformats.org/officeDocument/2006/relationships/chart" Target="../charts/chart743.xml"/><Relationship Id="rId6" Type="http://schemas.openxmlformats.org/officeDocument/2006/relationships/chart" Target="../charts/chart744.xml"/><Relationship Id="rId7" Type="http://schemas.openxmlformats.org/officeDocument/2006/relationships/chart" Target="../charts/chart745.xml"/><Relationship Id="rId8" Type="http://schemas.openxmlformats.org/officeDocument/2006/relationships/chart" Target="../charts/chart746.xml"/><Relationship Id="rId9" Type="http://schemas.openxmlformats.org/officeDocument/2006/relationships/chart" Target="../charts/chart747.xml"/><Relationship Id="rId10" Type="http://schemas.openxmlformats.org/officeDocument/2006/relationships/chart" Target="../charts/chart748.xml"/><Relationship Id="rId11" Type="http://schemas.openxmlformats.org/officeDocument/2006/relationships/chart" Target="../charts/chart749.xml"/><Relationship Id="rId1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50.xml"/><Relationship Id="rId3" Type="http://schemas.openxmlformats.org/officeDocument/2006/relationships/chart" Target="../charts/chart751.xml"/><Relationship Id="rId4" Type="http://schemas.openxmlformats.org/officeDocument/2006/relationships/chart" Target="../charts/chart752.xml"/><Relationship Id="rId5" Type="http://schemas.openxmlformats.org/officeDocument/2006/relationships/chart" Target="../charts/chart753.xml"/><Relationship Id="rId6" Type="http://schemas.openxmlformats.org/officeDocument/2006/relationships/chart" Target="../charts/chart754.xml"/><Relationship Id="rId7" Type="http://schemas.openxmlformats.org/officeDocument/2006/relationships/chart" Target="../charts/chart755.xml"/><Relationship Id="rId8" Type="http://schemas.openxmlformats.org/officeDocument/2006/relationships/chart" Target="../charts/chart756.xml"/><Relationship Id="rId9" Type="http://schemas.openxmlformats.org/officeDocument/2006/relationships/chart" Target="../charts/chart757.xml"/><Relationship Id="rId10" Type="http://schemas.openxmlformats.org/officeDocument/2006/relationships/chart" Target="../charts/chart758.xml"/><Relationship Id="rId11" Type="http://schemas.openxmlformats.org/officeDocument/2006/relationships/chart" Target="../charts/chart759.xml"/><Relationship Id="rId1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0.xml"/><Relationship Id="rId3" Type="http://schemas.openxmlformats.org/officeDocument/2006/relationships/chart" Target="../charts/chart761.xml"/><Relationship Id="rId4" Type="http://schemas.openxmlformats.org/officeDocument/2006/relationships/chart" Target="../charts/chart762.xml"/><Relationship Id="rId5" Type="http://schemas.openxmlformats.org/officeDocument/2006/relationships/chart" Target="../charts/chart763.xml"/><Relationship Id="rId6" Type="http://schemas.openxmlformats.org/officeDocument/2006/relationships/chart" Target="../charts/chart764.xml"/><Relationship Id="rId7" Type="http://schemas.openxmlformats.org/officeDocument/2006/relationships/chart" Target="../charts/chart765.xml"/><Relationship Id="rId8" Type="http://schemas.openxmlformats.org/officeDocument/2006/relationships/chart" Target="../charts/chart766.xml"/><Relationship Id="rId9" Type="http://schemas.openxmlformats.org/officeDocument/2006/relationships/chart" Target="../charts/chart767.xml"/><Relationship Id="rId10" Type="http://schemas.openxmlformats.org/officeDocument/2006/relationships/chart" Target="../charts/chart768.xml"/><Relationship Id="rId11" Type="http://schemas.openxmlformats.org/officeDocument/2006/relationships/chart" Target="../charts/chart769.xml"/><Relationship Id="rId1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70.xml"/><Relationship Id="rId3" Type="http://schemas.openxmlformats.org/officeDocument/2006/relationships/chart" Target="../charts/chart771.xml"/><Relationship Id="rId4" Type="http://schemas.openxmlformats.org/officeDocument/2006/relationships/chart" Target="../charts/chart772.xml"/><Relationship Id="rId5" Type="http://schemas.openxmlformats.org/officeDocument/2006/relationships/chart" Target="../charts/chart773.xml"/><Relationship Id="rId6" Type="http://schemas.openxmlformats.org/officeDocument/2006/relationships/chart" Target="../charts/chart774.xml"/><Relationship Id="rId7" Type="http://schemas.openxmlformats.org/officeDocument/2006/relationships/chart" Target="../charts/chart775.xml"/><Relationship Id="rId8" Type="http://schemas.openxmlformats.org/officeDocument/2006/relationships/chart" Target="../charts/chart776.xml"/><Relationship Id="rId9" Type="http://schemas.openxmlformats.org/officeDocument/2006/relationships/chart" Target="../charts/chart777.xml"/><Relationship Id="rId10" Type="http://schemas.openxmlformats.org/officeDocument/2006/relationships/chart" Target="../charts/chart778.xml"/><Relationship Id="rId11" Type="http://schemas.openxmlformats.org/officeDocument/2006/relationships/chart" Target="../charts/chart779.xml"/><Relationship Id="rId12"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80.xml"/><Relationship Id="rId3" Type="http://schemas.openxmlformats.org/officeDocument/2006/relationships/chart" Target="../charts/chart781.xml"/><Relationship Id="rId4" Type="http://schemas.openxmlformats.org/officeDocument/2006/relationships/chart" Target="../charts/chart782.xml"/><Relationship Id="rId5" Type="http://schemas.openxmlformats.org/officeDocument/2006/relationships/chart" Target="../charts/chart783.xml"/><Relationship Id="rId6" Type="http://schemas.openxmlformats.org/officeDocument/2006/relationships/chart" Target="../charts/chart784.xml"/><Relationship Id="rId7" Type="http://schemas.openxmlformats.org/officeDocument/2006/relationships/chart" Target="../charts/chart785.xml"/><Relationship Id="rId8" Type="http://schemas.openxmlformats.org/officeDocument/2006/relationships/chart" Target="../charts/chart786.xml"/><Relationship Id="rId9" Type="http://schemas.openxmlformats.org/officeDocument/2006/relationships/chart" Target="../charts/chart787.xml"/><Relationship Id="rId10" Type="http://schemas.openxmlformats.org/officeDocument/2006/relationships/chart" Target="../charts/chart788.xml"/><Relationship Id="rId11" Type="http://schemas.openxmlformats.org/officeDocument/2006/relationships/chart" Target="../charts/chart789.xml"/><Relationship Id="rId1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90.xml"/><Relationship Id="rId3" Type="http://schemas.openxmlformats.org/officeDocument/2006/relationships/chart" Target="../charts/chart791.xml"/><Relationship Id="rId4" Type="http://schemas.openxmlformats.org/officeDocument/2006/relationships/chart" Target="../charts/chart792.xml"/><Relationship Id="rId5" Type="http://schemas.openxmlformats.org/officeDocument/2006/relationships/chart" Target="../charts/chart793.xml"/><Relationship Id="rId6" Type="http://schemas.openxmlformats.org/officeDocument/2006/relationships/chart" Target="../charts/chart794.xml"/><Relationship Id="rId7"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95.xml"/><Relationship Id="rId3" Type="http://schemas.openxmlformats.org/officeDocument/2006/relationships/chart" Target="../charts/chart796.xml"/><Relationship Id="rId4" Type="http://schemas.openxmlformats.org/officeDocument/2006/relationships/chart" Target="../charts/chart797.xml"/><Relationship Id="rId5" Type="http://schemas.openxmlformats.org/officeDocument/2006/relationships/chart" Target="../charts/chart798.xml"/><Relationship Id="rId6" Type="http://schemas.openxmlformats.org/officeDocument/2006/relationships/chart" Target="../charts/chart799.xml"/><Relationship Id="rId7"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00.xml"/><Relationship Id="rId3" Type="http://schemas.openxmlformats.org/officeDocument/2006/relationships/chart" Target="../charts/chart801.xml"/><Relationship Id="rId4" Type="http://schemas.openxmlformats.org/officeDocument/2006/relationships/chart" Target="../charts/chart802.xml"/><Relationship Id="rId5" Type="http://schemas.openxmlformats.org/officeDocument/2006/relationships/chart" Target="../charts/chart803.xml"/><Relationship Id="rId6" Type="http://schemas.openxmlformats.org/officeDocument/2006/relationships/chart" Target="../charts/chart804.xml"/><Relationship Id="rId7"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05.xml"/><Relationship Id="rId3" Type="http://schemas.openxmlformats.org/officeDocument/2006/relationships/chart" Target="../charts/chart806.xml"/><Relationship Id="rId4" Type="http://schemas.openxmlformats.org/officeDocument/2006/relationships/chart" Target="../charts/chart807.xml"/><Relationship Id="rId5" Type="http://schemas.openxmlformats.org/officeDocument/2006/relationships/chart" Target="../charts/chart808.xml"/><Relationship Id="rId6" Type="http://schemas.openxmlformats.org/officeDocument/2006/relationships/chart" Target="../charts/chart809.xml"/><Relationship Id="rId7"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0.xml"/><Relationship Id="rId3" Type="http://schemas.openxmlformats.org/officeDocument/2006/relationships/chart" Target="../charts/chart811.xml"/><Relationship Id="rId4" Type="http://schemas.openxmlformats.org/officeDocument/2006/relationships/chart" Target="../charts/chart812.xml"/><Relationship Id="rId5" Type="http://schemas.openxmlformats.org/officeDocument/2006/relationships/chart" Target="../charts/chart813.xml"/><Relationship Id="rId6" Type="http://schemas.openxmlformats.org/officeDocument/2006/relationships/chart" Target="../charts/chart814.xml"/><Relationship Id="rId7"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5.xml"/><Relationship Id="rId3" Type="http://schemas.openxmlformats.org/officeDocument/2006/relationships/chart" Target="../charts/chart816.xml"/><Relationship Id="rId4" Type="http://schemas.openxmlformats.org/officeDocument/2006/relationships/chart" Target="../charts/chart817.xml"/><Relationship Id="rId5" Type="http://schemas.openxmlformats.org/officeDocument/2006/relationships/chart" Target="../charts/chart818.xml"/><Relationship Id="rId6" Type="http://schemas.openxmlformats.org/officeDocument/2006/relationships/chart" Target="../charts/chart819.xml"/><Relationship Id="rId7"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20.xml"/><Relationship Id="rId3" Type="http://schemas.openxmlformats.org/officeDocument/2006/relationships/chart" Target="../charts/chart821.xml"/><Relationship Id="rId4" Type="http://schemas.openxmlformats.org/officeDocument/2006/relationships/chart" Target="../charts/chart822.xml"/><Relationship Id="rId5" Type="http://schemas.openxmlformats.org/officeDocument/2006/relationships/chart" Target="../charts/chart823.xml"/><Relationship Id="rId6" Type="http://schemas.openxmlformats.org/officeDocument/2006/relationships/chart" Target="../charts/chart824.xml"/><Relationship Id="rId7"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25.xml"/><Relationship Id="rId3" Type="http://schemas.openxmlformats.org/officeDocument/2006/relationships/chart" Target="../charts/chart826.xml"/><Relationship Id="rId4" Type="http://schemas.openxmlformats.org/officeDocument/2006/relationships/chart" Target="../charts/chart827.xml"/><Relationship Id="rId5" Type="http://schemas.openxmlformats.org/officeDocument/2006/relationships/chart" Target="../charts/chart828.xml"/><Relationship Id="rId6" Type="http://schemas.openxmlformats.org/officeDocument/2006/relationships/chart" Target="../charts/chart829.xml"/><Relationship Id="rId7"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30.xml"/><Relationship Id="rId3" Type="http://schemas.openxmlformats.org/officeDocument/2006/relationships/chart" Target="../charts/chart831.xml"/><Relationship Id="rId4" Type="http://schemas.openxmlformats.org/officeDocument/2006/relationships/chart" Target="../charts/chart832.xml"/><Relationship Id="rId5" Type="http://schemas.openxmlformats.org/officeDocument/2006/relationships/chart" Target="../charts/chart833.xml"/><Relationship Id="rId6" Type="http://schemas.openxmlformats.org/officeDocument/2006/relationships/chart" Target="../charts/chart834.xml"/><Relationship Id="rId7"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store's expenses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Rates, margins, compliance, and protecting the money.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prescriptions.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Rates rising   ·   Warranty gross profit   ·   Claim process: protect the money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Store prescriptions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largest gain in September,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1969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54907"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7588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86722"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60690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486134"/>
            <a:ext cx="529462"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77227"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4008956"/>
            <a:ext cx="42403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42149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531777"/>
            <a:ext cx="31069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308094"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5054599"/>
            <a:ext cx="27993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273031"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577420"/>
            <a:ext cx="272418"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838831"/>
            <a:ext cx="261785"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25469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7669"/>
            <a:ext cx="230085"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79080"/>
            <a:ext cx="210561"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186954"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701901"/>
            <a:ext cx="16468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963312"/>
            <a:ext cx="163331"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15818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486134"/>
            <a:ext cx="1172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11120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4008956"/>
            <a:ext cx="99951"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270366"/>
            <a:ext cx="3002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2519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22055"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5054599"/>
            <a:ext cx="1856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316010"/>
            <a:ext cx="18288"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18288"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31883"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fixed ops net profit, January through September year to date.</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+20.4%</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+41.8%</a:t>
            </a:r>
            <a:endParaRPr lang="en-US" sz="1300" dirty="0"/>
          </a:p>
        </p:txBody>
      </p:sp>
      <p:sp>
        <p:nvSpPr>
          <p:cNvPr id="27" name="Shape 22"/>
          <p:cNvSpPr/>
          <p:nvPr/>
        </p:nvSpPr>
        <p:spPr>
          <a:xfrm>
            <a:off x="4084320" y="4507992"/>
            <a:ext cx="64008" cy="813816"/>
          </a:xfrm>
          <a:prstGeom prst="rect">
            <a:avLst/>
          </a:prstGeom>
          <a:solidFill>
            <a:srgbClr val="12A566"/>
          </a:solidFill>
          <a:ln/>
        </p:spPr>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+124.3%</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Shape 35"/>
          <p:cNvSpPr/>
          <p:nvPr/>
        </p:nvSpPr>
        <p:spPr>
          <a:xfrm>
            <a:off x="7775448" y="1847088"/>
            <a:ext cx="64008" cy="813816"/>
          </a:xfrm>
          <a:prstGeom prst="rect">
            <a:avLst/>
          </a:prstGeom>
          <a:solidFill>
            <a:srgbClr val="2587C5"/>
          </a:solidFill>
          <a:ln/>
        </p:spPr>
      </p:sp>
      <p:sp>
        <p:nvSpPr>
          <p:cNvPr id="43" name="Text 36"/>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4" name="Text 37"/>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graphicFrame>
        <p:nvGraphicFramePr>
          <p:cNvPr id="45"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6" name="Text 38"/>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47" name="Text 39"/>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48" name="Text 40"/>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9" name="Text 41"/>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graphicFrame>
        <p:nvGraphicFramePr>
          <p:cNvPr id="50"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1" name="Text 42"/>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52" name="Text 43"/>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−29.6%</a:t>
            </a:r>
            <a:endParaRPr lang="en-US" sz="1300" dirty="0"/>
          </a:p>
        </p:txBody>
      </p:sp>
      <p:sp>
        <p:nvSpPr>
          <p:cNvPr id="53" name="Shape 44"/>
          <p:cNvSpPr/>
          <p:nvPr/>
        </p:nvSpPr>
        <p:spPr>
          <a:xfrm>
            <a:off x="4349496" y="3584448"/>
            <a:ext cx="3489960" cy="886968"/>
          </a:xfrm>
          <a:prstGeom prst="rect">
            <a:avLst/>
          </a:prstGeom>
          <a:solidFill>
            <a:srgbClr val="F7F7F7"/>
          </a:solidFill>
          <a:ln/>
        </p:spPr>
      </p:sp>
      <p:sp>
        <p:nvSpPr>
          <p:cNvPr id="54" name="Text 4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5" name="Text 4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graphicFrame>
        <p:nvGraphicFramePr>
          <p:cNvPr id="5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7" name="Text 47"/>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58" name="Text 48"/>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−27.7%</a:t>
            </a:r>
            <a:endParaRPr lang="en-US" sz="1300" dirty="0"/>
          </a:p>
        </p:txBody>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−138.2%</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Shape 61"/>
          <p:cNvSpPr/>
          <p:nvPr/>
        </p:nvSpPr>
        <p:spPr>
          <a:xfrm>
            <a:off x="11466576" y="1847088"/>
            <a:ext cx="64008" cy="813816"/>
          </a:xfrm>
          <a:prstGeom prst="rect">
            <a:avLst/>
          </a:prstGeom>
          <a:solidFill>
            <a:srgbClr val="12A566"/>
          </a:solidFill>
          <a:ln/>
        </p:spPr>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graphicFrame>
        <p:nvGraphicFramePr>
          <p:cNvPr id="7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8"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79"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+23.8%</a:t>
            </a:r>
            <a:endParaRPr lang="en-US" sz="1300" dirty="0"/>
          </a:p>
        </p:txBody>
      </p:sp>
      <p:sp>
        <p:nvSpPr>
          <p:cNvPr id="80" name="Shape 66"/>
          <p:cNvSpPr/>
          <p:nvPr/>
        </p:nvSpPr>
        <p:spPr>
          <a:xfrm>
            <a:off x="11466576" y="2734056"/>
            <a:ext cx="64008" cy="813816"/>
          </a:xfrm>
          <a:prstGeom prst="rect">
            <a:avLst/>
          </a:prstGeom>
          <a:solidFill>
            <a:srgbClr val="12A566"/>
          </a:solidFill>
          <a:ln/>
        </p:spPr>
      </p:sp>
      <p:sp>
        <p:nvSpPr>
          <p:cNvPr id="81" name="Text 67"/>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2" name="Text 68"/>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graphicFrame>
        <p:nvGraphicFramePr>
          <p:cNvPr id="83"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4"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5" name="Text 69"/>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86" name="Text 70"/>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87" name="Shape 71"/>
          <p:cNvSpPr/>
          <p:nvPr/>
        </p:nvSpPr>
        <p:spPr>
          <a:xfrm>
            <a:off x="8040624" y="3584448"/>
            <a:ext cx="3489960" cy="886968"/>
          </a:xfrm>
          <a:prstGeom prst="rect">
            <a:avLst/>
          </a:prstGeom>
          <a:solidFill>
            <a:srgbClr val="F7F7F7"/>
          </a:solidFill>
          <a:ln/>
        </p:spPr>
      </p:sp>
      <p:sp>
        <p:nvSpPr>
          <p:cNvPr id="88" name="Shape 72"/>
          <p:cNvSpPr/>
          <p:nvPr/>
        </p:nvSpPr>
        <p:spPr>
          <a:xfrm>
            <a:off x="11466576" y="3621024"/>
            <a:ext cx="64008" cy="813816"/>
          </a:xfrm>
          <a:prstGeom prst="rect">
            <a:avLst/>
          </a:prstGeom>
          <a:solidFill>
            <a:srgbClr val="2587C5"/>
          </a:solidFill>
          <a:ln/>
        </p:spPr>
      </p:sp>
      <p:sp>
        <p:nvSpPr>
          <p:cNvPr id="89" name="Text 73"/>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90" name="Text 74"/>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graphicFrame>
        <p:nvGraphicFramePr>
          <p:cNvPr id="91"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2"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3" name="Text 75"/>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94" name="Text 76"/>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+62.3%</a:t>
            </a:r>
            <a:endParaRPr lang="en-US" sz="1300" dirty="0"/>
          </a:p>
        </p:txBody>
      </p:sp>
      <p:sp>
        <p:nvSpPr>
          <p:cNvPr id="95"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6"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graphicFrame>
        <p:nvGraphicFramePr>
          <p:cNvPr id="97"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8"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9"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100"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01" name="Shape 81"/>
          <p:cNvSpPr/>
          <p:nvPr/>
        </p:nvSpPr>
        <p:spPr>
          <a:xfrm>
            <a:off x="8040624" y="5358384"/>
            <a:ext cx="3489960" cy="886968"/>
          </a:xfrm>
          <a:prstGeom prst="rect">
            <a:avLst/>
          </a:prstGeom>
          <a:solidFill>
            <a:srgbClr val="F7F7F7"/>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+119.4%</a:t>
            </a:r>
            <a:endParaRPr lang="en-US" sz="13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$22.77M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$27.70M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+$4.92M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+$4.92M (+21.6%) year to date; 9 of nine months ahead of 2025, largest gain in September, +$1.11M.</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$27.70M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85984"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$4.54M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10476"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39444"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400911"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394461"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2980944" y="3486134"/>
            <a:ext cx="368551"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29012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$887,051</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28527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$872,234</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2980944" y="4270366"/>
            <a:ext cx="27079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$827,953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2980944" y="4531777"/>
            <a:ext cx="269445"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$823,822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269119"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$822,828</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2980944" y="5054599"/>
            <a:ext cx="258823"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$791,347</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239618"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$732,628</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217870"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$666,135</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2980944" y="5838831"/>
            <a:ext cx="21277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$650,554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2980944" y="6100242"/>
            <a:ext cx="187564"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$573,473</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1610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$492,399</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8531352" y="2179080"/>
            <a:ext cx="130133"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$397,878</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89109"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$272,449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31352" y="2701901"/>
            <a:ext cx="75274"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$230,149</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8531352" y="2963312"/>
            <a:ext cx="7288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$222,843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5037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$154,005</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8531352" y="3486134"/>
            <a:ext cx="42695"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$130,538</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8531352" y="3747545"/>
            <a:ext cx="2626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$80,315</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3" name="Shape 111"/>
          <p:cNvSpPr/>
          <p:nvPr/>
        </p:nvSpPr>
        <p:spPr>
          <a:xfrm>
            <a:off x="8531352" y="4008956"/>
            <a:ext cx="2349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$71,828</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31352" y="4270366"/>
            <a:ext cx="21616" cy="120249"/>
          </a:xfrm>
          <a:prstGeom prst="rect">
            <a:avLst/>
          </a:prstGeom>
          <a:solidFill>
            <a:srgbClr val="C2352F"/>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−$66,092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31352" y="4531777"/>
            <a:ext cx="21721" cy="120249"/>
          </a:xfrm>
          <a:prstGeom prst="rect">
            <a:avLst/>
          </a:prstGeom>
          <a:solidFill>
            <a:srgbClr val="C2352F"/>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−$66,411</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31352" y="4793188"/>
            <a:ext cx="48499" cy="120249"/>
          </a:xfrm>
          <a:prstGeom prst="rect">
            <a:avLst/>
          </a:prstGeom>
          <a:solidFill>
            <a:srgbClr val="C2352F"/>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−$148,286</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2334" cy="120249"/>
          </a:xfrm>
          <a:prstGeom prst="rect">
            <a:avLst/>
          </a:prstGeom>
          <a:solidFill>
            <a:srgbClr val="C2352F"/>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−$190,585</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66014" cy="120249"/>
          </a:xfrm>
          <a:prstGeom prst="rect">
            <a:avLst/>
          </a:prstGeom>
          <a:solidFill>
            <a:srgbClr val="C2352F"/>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−$201,836</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31352" y="5577420"/>
            <a:ext cx="75295"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−$230,214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31352" y="5838831"/>
            <a:ext cx="147004"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−$449,461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+$4.92M  ·  +21.6%</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+25.2%</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431422"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+$849K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247051"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2" name="Shape 30"/>
          <p:cNvSpPr/>
          <p:nvPr/>
        </p:nvSpPr>
        <p:spPr>
          <a:xfrm>
            <a:off x="3579876" y="2853100"/>
            <a:ext cx="1913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+$377K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+105.8%</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7636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+84.0%</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979"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8" name="Shape 46"/>
          <p:cNvSpPr/>
          <p:nvPr/>
        </p:nvSpPr>
        <p:spPr>
          <a:xfrm>
            <a:off x="3579876" y="3524377"/>
            <a:ext cx="156869"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+$309K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+33.7%</a:t>
            </a:r>
            <a:endParaRPr lang="en-US" sz="1200" dirty="0"/>
          </a:p>
        </p:txBody>
      </p:sp>
      <p:sp>
        <p:nvSpPr>
          <p:cNvPr id="51" name="Shape 49"/>
          <p:cNvSpPr/>
          <p:nvPr/>
        </p:nvSpPr>
        <p:spPr>
          <a:xfrm>
            <a:off x="612648" y="3696865"/>
            <a:ext cx="5138928" cy="205471"/>
          </a:xfrm>
          <a:prstGeom prst="rect">
            <a:avLst/>
          </a:prstGeom>
          <a:solidFill>
            <a:srgbClr val="E6F6EE"/>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4" name="Shape 52"/>
          <p:cNvSpPr/>
          <p:nvPr/>
        </p:nvSpPr>
        <p:spPr>
          <a:xfrm>
            <a:off x="3579876" y="3748136"/>
            <a:ext cx="143264"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+$282K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+543.6%</a:t>
            </a:r>
            <a:endParaRPr lang="en-US" sz="1200" dirty="0"/>
          </a:p>
        </p:txBody>
      </p:sp>
      <p:sp>
        <p:nvSpPr>
          <p:cNvPr id="57" name="Shape 55"/>
          <p:cNvSpPr/>
          <p:nvPr/>
        </p:nvSpPr>
        <p:spPr>
          <a:xfrm>
            <a:off x="5907024" y="3733441"/>
            <a:ext cx="54864" cy="132319"/>
          </a:xfrm>
          <a:prstGeom prst="rect">
            <a:avLst/>
          </a:prstGeom>
          <a:solidFill>
            <a:srgbClr val="12A566"/>
          </a:solidFill>
          <a:ln/>
        </p:spPr>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0" name="Shape 58"/>
          <p:cNvSpPr/>
          <p:nvPr/>
        </p:nvSpPr>
        <p:spPr>
          <a:xfrm>
            <a:off x="3579876" y="3971895"/>
            <a:ext cx="127653"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579876" y="4195654"/>
            <a:ext cx="123945"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+57.8%</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0" name="Shape 68"/>
          <p:cNvSpPr/>
          <p:nvPr/>
        </p:nvSpPr>
        <p:spPr>
          <a:xfrm>
            <a:off x="3579876" y="4419414"/>
            <a:ext cx="10352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+$204K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5" name="Shape 73"/>
          <p:cNvSpPr/>
          <p:nvPr/>
        </p:nvSpPr>
        <p:spPr>
          <a:xfrm>
            <a:off x="3579876" y="4643173"/>
            <a:ext cx="98445"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+42.4%</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0" name="Shape 78"/>
          <p:cNvSpPr/>
          <p:nvPr/>
        </p:nvSpPr>
        <p:spPr>
          <a:xfrm>
            <a:off x="3579876" y="4866932"/>
            <a:ext cx="96549"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3579876" y="5090691"/>
            <a:ext cx="93280"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0" name="Shape 88"/>
          <p:cNvSpPr/>
          <p:nvPr/>
        </p:nvSpPr>
        <p:spPr>
          <a:xfrm>
            <a:off x="3579876" y="5314450"/>
            <a:ext cx="76461"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5" name="Shape 93"/>
          <p:cNvSpPr/>
          <p:nvPr/>
        </p:nvSpPr>
        <p:spPr>
          <a:xfrm>
            <a:off x="3579876" y="5538209"/>
            <a:ext cx="68215"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+97.2%</a:t>
            </a:r>
            <a:endParaRPr lang="en-US" sz="1200" dirty="0"/>
          </a:p>
        </p:txBody>
      </p:sp>
      <p:sp>
        <p:nvSpPr>
          <p:cNvPr id="98" name="Shape 96"/>
          <p:cNvSpPr/>
          <p:nvPr/>
        </p:nvSpPr>
        <p:spPr>
          <a:xfrm>
            <a:off x="5907024" y="5523514"/>
            <a:ext cx="54864" cy="132319"/>
          </a:xfrm>
          <a:prstGeom prst="rect">
            <a:avLst/>
          </a:prstGeom>
          <a:solidFill>
            <a:srgbClr val="12A566"/>
          </a:solidFill>
          <a:ln/>
        </p:spPr>
      </p:sp>
      <p:sp>
        <p:nvSpPr>
          <p:cNvPr id="99" name="Text 97"/>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0" name="Text 98"/>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1" name="Shape 99"/>
          <p:cNvSpPr/>
          <p:nvPr/>
        </p:nvSpPr>
        <p:spPr>
          <a:xfrm>
            <a:off x="3579876" y="5761968"/>
            <a:ext cx="68107" cy="102929"/>
          </a:xfrm>
          <a:prstGeom prst="rect">
            <a:avLst/>
          </a:prstGeom>
          <a:solidFill>
            <a:srgbClr val="12A566"/>
          </a:solidFill>
          <a:ln/>
        </p:spPr>
      </p:sp>
      <p:sp>
        <p:nvSpPr>
          <p:cNvPr id="102" name="Text 100"/>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103" name="Text 101"/>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104" name="Text 102"/>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5" name="Text 103"/>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6" name="Shape 104"/>
          <p:cNvSpPr/>
          <p:nvPr/>
        </p:nvSpPr>
        <p:spPr>
          <a:xfrm>
            <a:off x="9130284" y="2181823"/>
            <a:ext cx="57484" cy="102929"/>
          </a:xfrm>
          <a:prstGeom prst="rect">
            <a:avLst/>
          </a:prstGeom>
          <a:solidFill>
            <a:srgbClr val="12A566"/>
          </a:solidFill>
          <a:ln/>
        </p:spPr>
      </p:sp>
      <p:sp>
        <p:nvSpPr>
          <p:cNvPr id="107" name="Text 105"/>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8" name="Text 106"/>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109" name="Text 10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0" name="Text 10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1" name="Shape 109"/>
          <p:cNvSpPr/>
          <p:nvPr/>
        </p:nvSpPr>
        <p:spPr>
          <a:xfrm>
            <a:off x="9130284" y="2405582"/>
            <a:ext cx="52484" cy="102929"/>
          </a:xfrm>
          <a:prstGeom prst="rect">
            <a:avLst/>
          </a:prstGeom>
          <a:solidFill>
            <a:srgbClr val="12A566"/>
          </a:solidFill>
          <a:ln/>
        </p:spPr>
      </p:sp>
      <p:sp>
        <p:nvSpPr>
          <p:cNvPr id="112" name="Text 110"/>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+$103K</a:t>
            </a:r>
            <a:endParaRPr lang="en-US" sz="1200" dirty="0"/>
          </a:p>
        </p:txBody>
      </p:sp>
      <p:sp>
        <p:nvSpPr>
          <p:cNvPr id="113" name="Text 111"/>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5" name="Text 113"/>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6" name="Shape 114"/>
          <p:cNvSpPr/>
          <p:nvPr/>
        </p:nvSpPr>
        <p:spPr>
          <a:xfrm>
            <a:off x="9130284" y="2629341"/>
            <a:ext cx="48364" cy="102929"/>
          </a:xfrm>
          <a:prstGeom prst="rect">
            <a:avLst/>
          </a:prstGeom>
          <a:solidFill>
            <a:srgbClr val="12A566"/>
          </a:solidFill>
          <a:ln/>
        </p:spPr>
      </p:sp>
      <p:sp>
        <p:nvSpPr>
          <p:cNvPr id="117" name="Text 115"/>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18" name="Text 116"/>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+74.6%</a:t>
            </a:r>
            <a:endParaRPr lang="en-US" sz="1200" dirty="0"/>
          </a:p>
        </p:txBody>
      </p:sp>
      <p:sp>
        <p:nvSpPr>
          <p:cNvPr id="119" name="Text 117"/>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0" name="Text 118"/>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130284" y="2853100"/>
            <a:ext cx="32595" cy="102929"/>
          </a:xfrm>
          <a:prstGeom prst="rect">
            <a:avLst/>
          </a:prstGeom>
          <a:solidFill>
            <a:srgbClr val="12A566"/>
          </a:solidFill>
          <a:ln/>
        </p:spPr>
      </p:sp>
      <p:sp>
        <p:nvSpPr>
          <p:cNvPr id="122" name="Text 120"/>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+$64K</a:t>
            </a:r>
            <a:endParaRPr lang="en-US" sz="1200" dirty="0"/>
          </a:p>
        </p:txBody>
      </p:sp>
      <p:sp>
        <p:nvSpPr>
          <p:cNvPr id="123" name="Text 121"/>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a:t>
            </a:r>
            <a:endParaRPr lang="en-US" sz="1200" dirty="0"/>
          </a:p>
        </p:txBody>
      </p:sp>
      <p:sp>
        <p:nvSpPr>
          <p:cNvPr id="124" name="Text 122"/>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5" name="Text 123"/>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6" name="Shape 124"/>
          <p:cNvSpPr/>
          <p:nvPr/>
        </p:nvSpPr>
        <p:spPr>
          <a:xfrm>
            <a:off x="9130284" y="3076859"/>
            <a:ext cx="27658" cy="102929"/>
          </a:xfrm>
          <a:prstGeom prst="rect">
            <a:avLst/>
          </a:prstGeom>
          <a:solidFill>
            <a:srgbClr val="12A566"/>
          </a:solidFill>
          <a:ln/>
        </p:spPr>
      </p:sp>
      <p:sp>
        <p:nvSpPr>
          <p:cNvPr id="127" name="Text 125"/>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8" name="Text 126"/>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129" name="Text 127"/>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0" name="Text 128"/>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1" name="Shape 129"/>
          <p:cNvSpPr/>
          <p:nvPr/>
        </p:nvSpPr>
        <p:spPr>
          <a:xfrm>
            <a:off x="9130284" y="3300618"/>
            <a:ext cx="12802" cy="102929"/>
          </a:xfrm>
          <a:prstGeom prst="rect">
            <a:avLst/>
          </a:prstGeom>
          <a:solidFill>
            <a:srgbClr val="12A566"/>
          </a:solidFill>
          <a:ln/>
        </p:spPr>
      </p:sp>
      <p:sp>
        <p:nvSpPr>
          <p:cNvPr id="132" name="Text 130"/>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3" name="Text 131"/>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134" name="Text 132"/>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5" name="Text 133"/>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6" name="Shape 134"/>
          <p:cNvSpPr/>
          <p:nvPr/>
        </p:nvSpPr>
        <p:spPr>
          <a:xfrm>
            <a:off x="9130284" y="3524377"/>
            <a:ext cx="12802" cy="102929"/>
          </a:xfrm>
          <a:prstGeom prst="rect">
            <a:avLst/>
          </a:prstGeom>
          <a:solidFill>
            <a:srgbClr val="12A566"/>
          </a:solidFill>
          <a:ln/>
        </p:spPr>
      </p:sp>
      <p:sp>
        <p:nvSpPr>
          <p:cNvPr id="137" name="Text 135"/>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+$2K</a:t>
            </a:r>
            <a:endParaRPr lang="en-US" sz="1200" dirty="0"/>
          </a:p>
        </p:txBody>
      </p:sp>
      <p:sp>
        <p:nvSpPr>
          <p:cNvPr id="138" name="Text 136"/>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a:t>
            </a:r>
            <a:endParaRPr lang="en-US" sz="1200" dirty="0"/>
          </a:p>
        </p:txBody>
      </p:sp>
      <p:sp>
        <p:nvSpPr>
          <p:cNvPr id="139" name="Text 137"/>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0" name="Text 138"/>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9117613" y="3748136"/>
            <a:ext cx="12802" cy="102929"/>
          </a:xfrm>
          <a:prstGeom prst="rect">
            <a:avLst/>
          </a:prstGeom>
          <a:solidFill>
            <a:srgbClr val="C2352F"/>
          </a:solidFill>
          <a:ln/>
        </p:spPr>
      </p:sp>
      <p:sp>
        <p:nvSpPr>
          <p:cNvPr id="142" name="Text 140"/>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−$25K</a:t>
            </a:r>
            <a:endParaRPr lang="en-US" sz="1200" dirty="0"/>
          </a:p>
        </p:txBody>
      </p:sp>
      <p:sp>
        <p:nvSpPr>
          <p:cNvPr id="143" name="Text 141"/>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4" name="Text 142"/>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5" name="Text 143"/>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9096458" y="3971895"/>
            <a:ext cx="33826" cy="102929"/>
          </a:xfrm>
          <a:prstGeom prst="rect">
            <a:avLst/>
          </a:prstGeom>
          <a:solidFill>
            <a:srgbClr val="C2352F"/>
          </a:solidFill>
          <a:ln/>
        </p:spPr>
      </p:sp>
      <p:sp>
        <p:nvSpPr>
          <p:cNvPr id="147" name="Text 145"/>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−$67K</a:t>
            </a:r>
            <a:endParaRPr lang="en-US" sz="1200" dirty="0"/>
          </a:p>
        </p:txBody>
      </p:sp>
      <p:sp>
        <p:nvSpPr>
          <p:cNvPr id="148" name="Text 146"/>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1" name="Shape 149"/>
          <p:cNvSpPr/>
          <p:nvPr/>
        </p:nvSpPr>
        <p:spPr>
          <a:xfrm>
            <a:off x="9088857" y="4195654"/>
            <a:ext cx="41427"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154" name="Shape 152"/>
          <p:cNvSpPr/>
          <p:nvPr/>
        </p:nvSpPr>
        <p:spPr>
          <a:xfrm>
            <a:off x="11457432" y="4180960"/>
            <a:ext cx="54864" cy="132319"/>
          </a:xfrm>
          <a:prstGeom prst="rect">
            <a:avLst/>
          </a:prstGeom>
          <a:solidFill>
            <a:srgbClr val="C2352F"/>
          </a:solidFill>
          <a:ln/>
        </p:spPr>
      </p:sp>
      <p:sp>
        <p:nvSpPr>
          <p:cNvPr id="155" name="Text 153"/>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6" name="Text 154"/>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9075044" y="4419414"/>
            <a:ext cx="55240" cy="102929"/>
          </a:xfrm>
          <a:prstGeom prst="rect">
            <a:avLst/>
          </a:prstGeom>
          <a:solidFill>
            <a:srgbClr val="C2352F"/>
          </a:solidFill>
          <a:ln/>
        </p:spPr>
      </p:sp>
      <p:sp>
        <p:nvSpPr>
          <p:cNvPr id="158" name="Text 156"/>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−$109K</a:t>
            </a:r>
            <a:endParaRPr lang="en-US" sz="1200" dirty="0"/>
          </a:p>
        </p:txBody>
      </p:sp>
      <p:sp>
        <p:nvSpPr>
          <p:cNvPr id="159" name="Text 157"/>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60" name="Text 158"/>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1" name="Text 159"/>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2" name="Shape 160"/>
          <p:cNvSpPr/>
          <p:nvPr/>
        </p:nvSpPr>
        <p:spPr>
          <a:xfrm>
            <a:off x="9066549" y="4643173"/>
            <a:ext cx="63735" cy="102929"/>
          </a:xfrm>
          <a:prstGeom prst="rect">
            <a:avLst/>
          </a:prstGeom>
          <a:solidFill>
            <a:srgbClr val="C2352F"/>
          </a:solidFill>
          <a:ln/>
        </p:spPr>
      </p:sp>
      <p:sp>
        <p:nvSpPr>
          <p:cNvPr id="163" name="Text 161"/>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−$125K</a:t>
            </a:r>
            <a:endParaRPr lang="en-US" sz="1200" dirty="0"/>
          </a:p>
        </p:txBody>
      </p:sp>
      <p:sp>
        <p:nvSpPr>
          <p:cNvPr id="164" name="Text 162"/>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−63.6%</a:t>
            </a:r>
            <a:endParaRPr lang="en-US" sz="1200" dirty="0"/>
          </a:p>
        </p:txBody>
      </p:sp>
      <p:sp>
        <p:nvSpPr>
          <p:cNvPr id="165" name="Shape 163"/>
          <p:cNvSpPr/>
          <p:nvPr/>
        </p:nvSpPr>
        <p:spPr>
          <a:xfrm>
            <a:off x="11457432" y="4628478"/>
            <a:ext cx="54864" cy="132319"/>
          </a:xfrm>
          <a:prstGeom prst="rect">
            <a:avLst/>
          </a:prstGeom>
          <a:solidFill>
            <a:srgbClr val="C2352F"/>
          </a:solidFill>
          <a:ln/>
        </p:spPr>
      </p:sp>
      <p:sp>
        <p:nvSpPr>
          <p:cNvPr id="166" name="Shape 164"/>
          <p:cNvSpPr/>
          <p:nvPr/>
        </p:nvSpPr>
        <p:spPr>
          <a:xfrm>
            <a:off x="6163056" y="4815661"/>
            <a:ext cx="5138928" cy="205471"/>
          </a:xfrm>
          <a:prstGeom prst="rect">
            <a:avLst/>
          </a:prstGeom>
          <a:solidFill>
            <a:srgbClr val="FBEBEA"/>
          </a:solidFill>
          <a:ln/>
        </p:spPr>
      </p:sp>
      <p:sp>
        <p:nvSpPr>
          <p:cNvPr id="167" name="Text 165"/>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8" name="Text 166"/>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9" name="Shape 167"/>
          <p:cNvSpPr/>
          <p:nvPr/>
        </p:nvSpPr>
        <p:spPr>
          <a:xfrm>
            <a:off x="9049021" y="4866932"/>
            <a:ext cx="81263" cy="102929"/>
          </a:xfrm>
          <a:prstGeom prst="rect">
            <a:avLst/>
          </a:prstGeom>
          <a:solidFill>
            <a:srgbClr val="C2352F"/>
          </a:solidFill>
          <a:ln/>
        </p:spPr>
      </p:sp>
      <p:sp>
        <p:nvSpPr>
          <p:cNvPr id="170" name="Text 168"/>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−$160K</a:t>
            </a:r>
            <a:endParaRPr lang="en-US" sz="1200" dirty="0"/>
          </a:p>
        </p:txBody>
      </p:sp>
      <p:sp>
        <p:nvSpPr>
          <p:cNvPr id="171" name="Text 169"/>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−1368.7%</a:t>
            </a:r>
            <a:endParaRPr lang="en-US" sz="1200" dirty="0"/>
          </a:p>
        </p:txBody>
      </p:sp>
      <p:sp>
        <p:nvSpPr>
          <p:cNvPr id="172" name="Shape 170"/>
          <p:cNvSpPr/>
          <p:nvPr/>
        </p:nvSpPr>
        <p:spPr>
          <a:xfrm>
            <a:off x="11457432" y="4852237"/>
            <a:ext cx="54864" cy="132319"/>
          </a:xfrm>
          <a:prstGeom prst="rect">
            <a:avLst/>
          </a:prstGeom>
          <a:solidFill>
            <a:srgbClr val="C2352F"/>
          </a:solidFill>
          <a:ln/>
        </p:spPr>
      </p:sp>
      <p:sp>
        <p:nvSpPr>
          <p:cNvPr id="173" name="Text 171"/>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4" name="Text 172"/>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5" name="Shape 173"/>
          <p:cNvSpPr/>
          <p:nvPr/>
        </p:nvSpPr>
        <p:spPr>
          <a:xfrm>
            <a:off x="9045307" y="5090691"/>
            <a:ext cx="84977" cy="102929"/>
          </a:xfrm>
          <a:prstGeom prst="rect">
            <a:avLst/>
          </a:prstGeom>
          <a:solidFill>
            <a:srgbClr val="C2352F"/>
          </a:solidFill>
          <a:ln/>
        </p:spPr>
      </p:sp>
      <p:sp>
        <p:nvSpPr>
          <p:cNvPr id="176" name="Text 174"/>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77" name="Text 175"/>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78" name="Text 176"/>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9" name="Text 177"/>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0" name="Shape 178"/>
          <p:cNvSpPr/>
          <p:nvPr/>
        </p:nvSpPr>
        <p:spPr>
          <a:xfrm>
            <a:off x="8988517" y="5314450"/>
            <a:ext cx="141767" cy="102929"/>
          </a:xfrm>
          <a:prstGeom prst="rect">
            <a:avLst/>
          </a:prstGeom>
          <a:solidFill>
            <a:srgbClr val="C2352F"/>
          </a:solidFill>
          <a:ln/>
        </p:spPr>
      </p:sp>
      <p:sp>
        <p:nvSpPr>
          <p:cNvPr id="181" name="Text 179"/>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−$279K</a:t>
            </a:r>
            <a:endParaRPr lang="en-US" sz="1200" dirty="0"/>
          </a:p>
        </p:txBody>
      </p:sp>
      <p:sp>
        <p:nvSpPr>
          <p:cNvPr id="182" name="Text 180"/>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83" name="Text 18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4" name="Text 18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5" name="Shape 183"/>
          <p:cNvSpPr/>
          <p:nvPr/>
        </p:nvSpPr>
        <p:spPr>
          <a:xfrm>
            <a:off x="8978486" y="5538209"/>
            <a:ext cx="151798" cy="102929"/>
          </a:xfrm>
          <a:prstGeom prst="rect">
            <a:avLst/>
          </a:prstGeom>
          <a:solidFill>
            <a:srgbClr val="C2352F"/>
          </a:solidFill>
          <a:ln/>
        </p:spPr>
      </p:sp>
      <p:sp>
        <p:nvSpPr>
          <p:cNvPr id="186" name="Text 184"/>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−$299K</a:t>
            </a:r>
            <a:endParaRPr lang="en-US" sz="1200" dirty="0"/>
          </a:p>
        </p:txBody>
      </p:sp>
      <p:sp>
        <p:nvSpPr>
          <p:cNvPr id="187" name="Text 185"/>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88" name="Shape 186"/>
          <p:cNvSpPr/>
          <p:nvPr/>
        </p:nvSpPr>
        <p:spPr>
          <a:xfrm>
            <a:off x="3574390" y="2121408"/>
            <a:ext cx="10973" cy="3803904"/>
          </a:xfrm>
          <a:prstGeom prst="rect">
            <a:avLst/>
          </a:prstGeom>
          <a:solidFill>
            <a:srgbClr val="9AA3AD"/>
          </a:solidFill>
          <a:ln/>
        </p:spPr>
      </p:sp>
      <p:sp>
        <p:nvSpPr>
          <p:cNvPr id="189" name="Shape 187"/>
          <p:cNvSpPr/>
          <p:nvPr/>
        </p:nvSpPr>
        <p:spPr>
          <a:xfrm>
            <a:off x="9124798" y="2121408"/>
            <a:ext cx="10973" cy="3803904"/>
          </a:xfrm>
          <a:prstGeom prst="rect">
            <a:avLst/>
          </a:prstGeom>
          <a:solidFill>
            <a:srgbClr val="9AA3AD"/>
          </a:solidFill>
          <a:ln/>
        </p:spPr>
      </p:sp>
      <p:sp>
        <p:nvSpPr>
          <p:cNvPr id="190" name="Shape 188"/>
          <p:cNvSpPr/>
          <p:nvPr/>
        </p:nvSpPr>
        <p:spPr>
          <a:xfrm>
            <a:off x="6085332" y="2121408"/>
            <a:ext cx="10973" cy="3803904"/>
          </a:xfrm>
          <a:prstGeom prst="rect">
            <a:avLst/>
          </a:prstGeom>
          <a:solidFill>
            <a:srgbClr val="D9D9D9"/>
          </a:solidFill>
          <a:ln/>
        </p:spPr>
      </p:sp>
      <p:sp>
        <p:nvSpPr>
          <p:cNvPr id="192" name="Shape 189"/>
          <p:cNvSpPr/>
          <p:nvPr/>
        </p:nvSpPr>
        <p:spPr>
          <a:xfrm>
            <a:off x="457200" y="6126480"/>
            <a:ext cx="11274552" cy="371856"/>
          </a:xfrm>
          <a:prstGeom prst="rect">
            <a:avLst/>
          </a:prstGeom>
          <a:solidFill>
            <a:srgbClr val="EDF4FA"/>
          </a:solidFill>
          <a:ln/>
        </p:spPr>
      </p:sp>
      <p:sp>
        <p:nvSpPr>
          <p:cNvPr id="193" name="Text 19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service net profit, January through September year to date.</a:t>
            </a:r>
            <a:endParaRPr lang="en-US" sz="1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$4.47M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$5.59M</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+$1.13M</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+25.2%</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$2.55M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+$849K</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+33.4%</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Shape 18"/>
          <p:cNvSpPr/>
          <p:nvPr/>
        </p:nvSpPr>
        <p:spPr>
          <a:xfrm>
            <a:off x="4084320" y="3621024"/>
            <a:ext cx="64008" cy="813816"/>
          </a:xfrm>
          <a:prstGeom prst="rect">
            <a:avLst/>
          </a:prstGeom>
          <a:solidFill>
            <a:srgbClr val="12A566"/>
          </a:solidFill>
          <a:ln/>
        </p:spPr>
      </p:sp>
      <p:sp>
        <p:nvSpPr>
          <p:cNvPr id="23" name="Text 19"/>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4" name="Text 20"/>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$4.54M</a:t>
            </a:r>
            <a:endParaRPr lang="en-US" sz="1400" dirty="0"/>
          </a:p>
        </p:txBody>
      </p:sp>
      <p:graphicFrame>
        <p:nvGraphicFramePr>
          <p:cNvPr id="25"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6" name="Text 21"/>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+$486K</a:t>
            </a:r>
            <a:endParaRPr lang="en-US" sz="1600" dirty="0"/>
          </a:p>
        </p:txBody>
      </p:sp>
      <p:sp>
        <p:nvSpPr>
          <p:cNvPr id="27" name="Text 22"/>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$733K</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+$377K</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+105.8%</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+$347K</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+84.0%</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$887K</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−$299K</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−25.2%</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$824K</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−$279K</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−25.3%</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Shape 44"/>
          <p:cNvSpPr/>
          <p:nvPr/>
        </p:nvSpPr>
        <p:spPr>
          <a:xfrm>
            <a:off x="7775448" y="3621024"/>
            <a:ext cx="64008" cy="813816"/>
          </a:xfrm>
          <a:prstGeom prst="rect">
            <a:avLst/>
          </a:prstGeom>
          <a:solidFill>
            <a:srgbClr val="2587C5"/>
          </a:solidFill>
          <a:ln/>
        </p:spPr>
      </p:sp>
      <p:sp>
        <p:nvSpPr>
          <p:cNvPr id="54" name="Text 4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5" name="Text 4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$741K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graphicFrame>
        <p:nvGraphicFramePr>
          <p:cNvPr id="5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7" name="Text 47"/>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−$167K</a:t>
            </a:r>
            <a:endParaRPr lang="en-US" sz="1600" dirty="0"/>
          </a:p>
        </p:txBody>
      </p:sp>
      <p:sp>
        <p:nvSpPr>
          <p:cNvPr id="58" name="Text 48"/>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−22.6%</a:t>
            </a:r>
            <a:endParaRPr lang="en-US" sz="1300" dirty="0"/>
          </a:p>
        </p:txBody>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−$148K</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−$160K</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−1368.7%</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$72K</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−$125K</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−63.6%</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Shape 61"/>
          <p:cNvSpPr/>
          <p:nvPr/>
        </p:nvSpPr>
        <p:spPr>
          <a:xfrm>
            <a:off x="11466576" y="1847088"/>
            <a:ext cx="64008" cy="813816"/>
          </a:xfrm>
          <a:prstGeom prst="rect">
            <a:avLst/>
          </a:prstGeom>
          <a:solidFill>
            <a:srgbClr val="12A566"/>
          </a:solidFill>
          <a:ln/>
        </p:spPr>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$523K</a:t>
            </a:r>
            <a:endParaRPr lang="en-US" sz="1400" dirty="0"/>
          </a:p>
        </p:txBody>
      </p:sp>
      <p:graphicFrame>
        <p:nvGraphicFramePr>
          <p:cNvPr id="7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8"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+$85K</a:t>
            </a:r>
            <a:endParaRPr lang="en-US" sz="1600" dirty="0"/>
          </a:p>
        </p:txBody>
      </p:sp>
      <p:sp>
        <p:nvSpPr>
          <p:cNvPr id="79"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80" name="Text 6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1" name="Text 6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$122K</a:t>
            </a:r>
            <a:endParaRPr lang="en-US" sz="1400" dirty="0"/>
          </a:p>
        </p:txBody>
      </p:sp>
      <p:graphicFrame>
        <p:nvGraphicFramePr>
          <p:cNvPr id="82"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3"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4" name="Text 68"/>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+$61K</a:t>
            </a:r>
            <a:endParaRPr lang="en-US" sz="1600" dirty="0"/>
          </a:p>
        </p:txBody>
      </p:sp>
      <p:sp>
        <p:nvSpPr>
          <p:cNvPr id="85" name="Text 69"/>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+99.1%</a:t>
            </a:r>
            <a:endParaRPr lang="en-US" sz="1300" dirty="0"/>
          </a:p>
        </p:txBody>
      </p:sp>
      <p:sp>
        <p:nvSpPr>
          <p:cNvPr id="86" name="Shape 70"/>
          <p:cNvSpPr/>
          <p:nvPr/>
        </p:nvSpPr>
        <p:spPr>
          <a:xfrm>
            <a:off x="8040624" y="3584448"/>
            <a:ext cx="3489960" cy="886968"/>
          </a:xfrm>
          <a:prstGeom prst="rect">
            <a:avLst/>
          </a:prstGeom>
          <a:solidFill>
            <a:srgbClr val="F7F7F7"/>
          </a:solidFill>
          <a:ln/>
        </p:spPr>
      </p:sp>
      <p:sp>
        <p:nvSpPr>
          <p:cNvPr id="87" name="Text 71"/>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8" name="Text 72"/>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$272K</a:t>
            </a:r>
            <a:endParaRPr lang="en-US" sz="1400" dirty="0"/>
          </a:p>
        </p:txBody>
      </p:sp>
      <p:graphicFrame>
        <p:nvGraphicFramePr>
          <p:cNvPr id="89"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0"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1" name="Text 73"/>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+$54K</a:t>
            </a:r>
            <a:endParaRPr lang="en-US" sz="1600" dirty="0"/>
          </a:p>
        </p:txBody>
      </p:sp>
      <p:sp>
        <p:nvSpPr>
          <p:cNvPr id="92" name="Text 74"/>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+24.8%</a:t>
            </a:r>
            <a:endParaRPr lang="en-US" sz="1300" dirty="0"/>
          </a:p>
        </p:txBody>
      </p:sp>
      <p:sp>
        <p:nvSpPr>
          <p:cNvPr id="93" name="Shape 75"/>
          <p:cNvSpPr/>
          <p:nvPr/>
        </p:nvSpPr>
        <p:spPr>
          <a:xfrm>
            <a:off x="11466576" y="4507992"/>
            <a:ext cx="64008" cy="813816"/>
          </a:xfrm>
          <a:prstGeom prst="rect">
            <a:avLst/>
          </a:prstGeom>
          <a:solidFill>
            <a:srgbClr val="2587C5"/>
          </a:solidFill>
          <a:ln/>
        </p:spPr>
      </p:sp>
      <p:sp>
        <p:nvSpPr>
          <p:cNvPr id="94" name="Text 76"/>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5" name="Text 77"/>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graphicFrame>
        <p:nvGraphicFramePr>
          <p:cNvPr id="96"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7"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8" name="Text 78"/>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+$51K</a:t>
            </a:r>
            <a:endParaRPr lang="en-US" sz="1600" dirty="0"/>
          </a:p>
        </p:txBody>
      </p:sp>
      <p:sp>
        <p:nvSpPr>
          <p:cNvPr id="99" name="Text 79"/>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+118.4%</a:t>
            </a:r>
            <a:endParaRPr lang="en-US" sz="1300" dirty="0"/>
          </a:p>
        </p:txBody>
      </p:sp>
      <p:sp>
        <p:nvSpPr>
          <p:cNvPr id="100" name="Shape 80"/>
          <p:cNvSpPr/>
          <p:nvPr/>
        </p:nvSpPr>
        <p:spPr>
          <a:xfrm>
            <a:off x="8040624" y="5358384"/>
            <a:ext cx="3489960" cy="886968"/>
          </a:xfrm>
          <a:prstGeom prst="rect">
            <a:avLst/>
          </a:prstGeom>
          <a:solidFill>
            <a:srgbClr val="F7F7F7"/>
          </a:solidFill>
          <a:ln/>
        </p:spPr>
      </p:sp>
      <p:sp>
        <p:nvSpPr>
          <p:cNvPr id="101" name="Shape 81"/>
          <p:cNvSpPr/>
          <p:nvPr/>
        </p:nvSpPr>
        <p:spPr>
          <a:xfrm>
            <a:off x="11466576" y="5394960"/>
            <a:ext cx="64008" cy="813816"/>
          </a:xfrm>
          <a:prstGeom prst="rect">
            <a:avLst/>
          </a:prstGeom>
          <a:solidFill>
            <a:srgbClr val="12A566"/>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$646K</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+$50K</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$22.56M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$22.75M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+$190,767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Gross grew 1.9%, expenses 2.6%. People costs went down; outside services, IT and smaller advertising rebates pushed expenses up.</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$22.75M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$2.24M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 name="Shape 15"/>
          <p:cNvSpPr/>
          <p:nvPr/>
        </p:nvSpPr>
        <p:spPr>
          <a:xfrm>
            <a:off x="2980944" y="2179080"/>
            <a:ext cx="14166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587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701901"/>
            <a:ext cx="1254144"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9" name="Shape 27"/>
          <p:cNvSpPr/>
          <p:nvPr/>
        </p:nvSpPr>
        <p:spPr>
          <a:xfrm>
            <a:off x="2980944" y="2963312"/>
            <a:ext cx="1178887"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112139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$1.37M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102271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$1.25M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2980944" y="3747545"/>
            <a:ext cx="866902"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76171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$932,459</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9" name="Shape 47"/>
          <p:cNvSpPr/>
          <p:nvPr/>
        </p:nvSpPr>
        <p:spPr>
          <a:xfrm>
            <a:off x="2980944" y="4270366"/>
            <a:ext cx="62993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$771,141</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2980944" y="4531777"/>
            <a:ext cx="562605"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$688,718</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555269"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$679,737</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2980944" y="5054599"/>
            <a:ext cx="51039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$624,806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2980944" y="5316010"/>
            <a:ext cx="46463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$568,787</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431333"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$528,020</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2980944" y="5838831"/>
            <a:ext cx="42744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$523,264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40543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$496,319</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8531352" y="1917669"/>
            <a:ext cx="383138"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$469,022</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371467"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$454,734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9" name="Shape 87"/>
          <p:cNvSpPr/>
          <p:nvPr/>
        </p:nvSpPr>
        <p:spPr>
          <a:xfrm>
            <a:off x="8531352" y="2440491"/>
            <a:ext cx="354339"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$433,768</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3" name="Shape 91"/>
          <p:cNvSpPr/>
          <p:nvPr/>
        </p:nvSpPr>
        <p:spPr>
          <a:xfrm>
            <a:off x="8531352" y="2701901"/>
            <a:ext cx="35149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$430,281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8531352" y="2963312"/>
            <a:ext cx="33628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$411,669</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31352" y="3224723"/>
            <a:ext cx="334229"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$409,150</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486134"/>
            <a:ext cx="302759"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$370,625</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293062"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$358,755</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31352" y="4008956"/>
            <a:ext cx="25300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$309,722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7" name="Shape 115"/>
          <p:cNvSpPr/>
          <p:nvPr/>
        </p:nvSpPr>
        <p:spPr>
          <a:xfrm>
            <a:off x="8531352" y="4270366"/>
            <a:ext cx="206926"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$253,311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31352" y="4531777"/>
            <a:ext cx="166196"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$203,450</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5" name="Shape 123"/>
          <p:cNvSpPr/>
          <p:nvPr/>
        </p:nvSpPr>
        <p:spPr>
          <a:xfrm>
            <a:off x="8531352" y="4793188"/>
            <a:ext cx="16158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$197,804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31352" y="5054599"/>
            <a:ext cx="13112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$160,522</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9189"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$145,907</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7322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44173"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$54,074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+$191K  ·  +0.8%</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+$457K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+49.9%</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2" name="Shape 20"/>
          <p:cNvSpPr/>
          <p:nvPr/>
        </p:nvSpPr>
        <p:spPr>
          <a:xfrm>
            <a:off x="3579876" y="2405582"/>
            <a:ext cx="36367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7" name="Shape 25"/>
          <p:cNvSpPr/>
          <p:nvPr/>
        </p:nvSpPr>
        <p:spPr>
          <a:xfrm>
            <a:off x="3579876" y="2629341"/>
            <a:ext cx="270026"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+70.2%</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579876" y="2853100"/>
            <a:ext cx="257512"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92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+$180K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579876" y="3300618"/>
            <a:ext cx="170779"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+569.7%</a:t>
            </a:r>
            <a:endParaRPr lang="en-US" sz="1200" dirty="0"/>
          </a:p>
        </p:txBody>
      </p:sp>
      <p:sp>
        <p:nvSpPr>
          <p:cNvPr id="46" name="Shape 44"/>
          <p:cNvSpPr/>
          <p:nvPr/>
        </p:nvSpPr>
        <p:spPr>
          <a:xfrm>
            <a:off x="5907024" y="3285923"/>
            <a:ext cx="54864" cy="132319"/>
          </a:xfrm>
          <a:prstGeom prst="rect">
            <a:avLst/>
          </a:prstGeom>
          <a:solidFill>
            <a:srgbClr val="12A566"/>
          </a:solidFill>
          <a:ln/>
        </p:spPr>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579876" y="3524377"/>
            <a:ext cx="152203"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+$122K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52" name="Shape 50"/>
          <p:cNvSpPr/>
          <p:nvPr/>
        </p:nvSpPr>
        <p:spPr>
          <a:xfrm>
            <a:off x="5907024" y="3509682"/>
            <a:ext cx="54864" cy="132319"/>
          </a:xfrm>
          <a:prstGeom prst="rect">
            <a:avLst/>
          </a:prstGeom>
          <a:solidFill>
            <a:srgbClr val="12A566"/>
          </a:solidFill>
          <a:ln/>
        </p:spPr>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5" name="Shape 53"/>
          <p:cNvSpPr/>
          <p:nvPr/>
        </p:nvSpPr>
        <p:spPr>
          <a:xfrm>
            <a:off x="3579876" y="3748136"/>
            <a:ext cx="11633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0" name="Shape 58"/>
          <p:cNvSpPr/>
          <p:nvPr/>
        </p:nvSpPr>
        <p:spPr>
          <a:xfrm>
            <a:off x="3579876" y="3971895"/>
            <a:ext cx="11500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579876" y="4195654"/>
            <a:ext cx="10700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+$86K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10100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+$81K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5" name="Shape 73"/>
          <p:cNvSpPr/>
          <p:nvPr/>
        </p:nvSpPr>
        <p:spPr>
          <a:xfrm>
            <a:off x="3579876" y="4643173"/>
            <a:ext cx="99955"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63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61401"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0" name="Shape 88"/>
          <p:cNvSpPr/>
          <p:nvPr/>
        </p:nvSpPr>
        <p:spPr>
          <a:xfrm>
            <a:off x="3579876" y="5314450"/>
            <a:ext cx="41056"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5" name="Shape 103"/>
          <p:cNvSpPr/>
          <p:nvPr/>
        </p:nvSpPr>
        <p:spPr>
          <a:xfrm>
            <a:off x="9116567" y="2181823"/>
            <a:ext cx="13717"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0" name="Shape 108"/>
          <p:cNvSpPr/>
          <p:nvPr/>
        </p:nvSpPr>
        <p:spPr>
          <a:xfrm>
            <a:off x="9103835" y="2405582"/>
            <a:ext cx="26449"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9091145" y="2629341"/>
            <a:ext cx="3913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0" name="Shape 118"/>
          <p:cNvSpPr/>
          <p:nvPr/>
        </p:nvSpPr>
        <p:spPr>
          <a:xfrm>
            <a:off x="9081874" y="2853100"/>
            <a:ext cx="48410"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065091" y="3076859"/>
            <a:ext cx="65193"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−36.8%</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0" name="Shape 128"/>
          <p:cNvSpPr/>
          <p:nvPr/>
        </p:nvSpPr>
        <p:spPr>
          <a:xfrm>
            <a:off x="9062033" y="3300618"/>
            <a:ext cx="68251"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−50.2%</a:t>
            </a:r>
            <a:endParaRPr lang="en-US" sz="1200" dirty="0"/>
          </a:p>
        </p:txBody>
      </p:sp>
      <p:sp>
        <p:nvSpPr>
          <p:cNvPr id="133" name="Shape 131"/>
          <p:cNvSpPr/>
          <p:nvPr/>
        </p:nvSpPr>
        <p:spPr>
          <a:xfrm>
            <a:off x="11457432" y="3285923"/>
            <a:ext cx="54864" cy="132319"/>
          </a:xfrm>
          <a:prstGeom prst="rect">
            <a:avLst/>
          </a:prstGeom>
          <a:solidFill>
            <a:srgbClr val="C2352F"/>
          </a:solidFill>
          <a:ln/>
        </p:spPr>
      </p:sp>
      <p:sp>
        <p:nvSpPr>
          <p:cNvPr id="134" name="Text 132"/>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5" name="Text 133"/>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6" name="Shape 134"/>
          <p:cNvSpPr/>
          <p:nvPr/>
        </p:nvSpPr>
        <p:spPr>
          <a:xfrm>
            <a:off x="9055815" y="3524377"/>
            <a:ext cx="74469" cy="102929"/>
          </a:xfrm>
          <a:prstGeom prst="rect">
            <a:avLst/>
          </a:prstGeom>
          <a:solidFill>
            <a:srgbClr val="C2352F"/>
          </a:solidFill>
          <a:ln/>
        </p:spPr>
      </p:sp>
      <p:sp>
        <p:nvSpPr>
          <p:cNvPr id="137" name="Text 135"/>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−$60K</a:t>
            </a:r>
            <a:endParaRPr lang="en-US" sz="1200" dirty="0"/>
          </a:p>
        </p:txBody>
      </p:sp>
      <p:sp>
        <p:nvSpPr>
          <p:cNvPr id="138" name="Text 136"/>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39" name="Text 137"/>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0" name="Text 138"/>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9029618" y="3748136"/>
            <a:ext cx="100666" cy="102929"/>
          </a:xfrm>
          <a:prstGeom prst="rect">
            <a:avLst/>
          </a:prstGeom>
          <a:solidFill>
            <a:srgbClr val="C2352F"/>
          </a:solidFill>
          <a:ln/>
        </p:spPr>
      </p:sp>
      <p:sp>
        <p:nvSpPr>
          <p:cNvPr id="142" name="Text 140"/>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−$80K</a:t>
            </a:r>
            <a:endParaRPr lang="en-US" sz="1200" dirty="0"/>
          </a:p>
        </p:txBody>
      </p:sp>
      <p:sp>
        <p:nvSpPr>
          <p:cNvPr id="143" name="Text 141"/>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a:t>
            </a:r>
            <a:endParaRPr lang="en-US" sz="1200" dirty="0"/>
          </a:p>
        </p:txBody>
      </p:sp>
      <p:sp>
        <p:nvSpPr>
          <p:cNvPr id="144" name="Text 142"/>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5" name="Text 143"/>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6" name="Shape 144"/>
          <p:cNvSpPr/>
          <p:nvPr/>
        </p:nvSpPr>
        <p:spPr>
          <a:xfrm>
            <a:off x="9015734" y="3971895"/>
            <a:ext cx="114550" cy="102929"/>
          </a:xfrm>
          <a:prstGeom prst="rect">
            <a:avLst/>
          </a:prstGeom>
          <a:solidFill>
            <a:srgbClr val="C2352F"/>
          </a:solidFill>
          <a:ln/>
        </p:spPr>
      </p:sp>
      <p:sp>
        <p:nvSpPr>
          <p:cNvPr id="147" name="Text 145"/>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−$92K</a:t>
            </a:r>
            <a:endParaRPr lang="en-US" sz="1200" dirty="0"/>
          </a:p>
        </p:txBody>
      </p:sp>
      <p:sp>
        <p:nvSpPr>
          <p:cNvPr id="148" name="Text 146"/>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1" name="Shape 149"/>
          <p:cNvSpPr/>
          <p:nvPr/>
        </p:nvSpPr>
        <p:spPr>
          <a:xfrm>
            <a:off x="9005092" y="4195654"/>
            <a:ext cx="125192"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−$100K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56" name="Shape 154"/>
          <p:cNvSpPr/>
          <p:nvPr/>
        </p:nvSpPr>
        <p:spPr>
          <a:xfrm>
            <a:off x="8931844" y="4419414"/>
            <a:ext cx="19844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−$159K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a:t>
            </a:r>
            <a:endParaRPr lang="en-US" sz="1200" dirty="0"/>
          </a:p>
        </p:txBody>
      </p:sp>
      <p:sp>
        <p:nvSpPr>
          <p:cNvPr id="159" name="Shape 157"/>
          <p:cNvSpPr/>
          <p:nvPr/>
        </p:nvSpPr>
        <p:spPr>
          <a:xfrm>
            <a:off x="11457432" y="4404719"/>
            <a:ext cx="54864" cy="132319"/>
          </a:xfrm>
          <a:prstGeom prst="rect">
            <a:avLst/>
          </a:prstGeom>
          <a:solidFill>
            <a:srgbClr val="C2352F"/>
          </a:solidFill>
          <a:ln/>
        </p:spPr>
      </p:sp>
      <p:sp>
        <p:nvSpPr>
          <p:cNvPr id="160" name="Text 158"/>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1" name="Text 159"/>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2" name="Shape 160"/>
          <p:cNvSpPr/>
          <p:nvPr/>
        </p:nvSpPr>
        <p:spPr>
          <a:xfrm>
            <a:off x="8868473" y="4643173"/>
            <a:ext cx="261811" cy="102929"/>
          </a:xfrm>
          <a:prstGeom prst="rect">
            <a:avLst/>
          </a:prstGeom>
          <a:solidFill>
            <a:srgbClr val="C2352F"/>
          </a:solidFill>
          <a:ln/>
        </p:spPr>
      </p:sp>
      <p:sp>
        <p:nvSpPr>
          <p:cNvPr id="163" name="Text 161"/>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4" name="Text 162"/>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165" name="Shape 163"/>
          <p:cNvSpPr/>
          <p:nvPr/>
        </p:nvSpPr>
        <p:spPr>
          <a:xfrm>
            <a:off x="11457432" y="4628478"/>
            <a:ext cx="54864" cy="132319"/>
          </a:xfrm>
          <a:prstGeom prst="rect">
            <a:avLst/>
          </a:prstGeom>
          <a:solidFill>
            <a:srgbClr val="C2352F"/>
          </a:solidFill>
          <a:ln/>
        </p:spPr>
      </p:sp>
      <p:sp>
        <p:nvSpPr>
          <p:cNvPr id="166" name="Text 16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8" name="Shape 166"/>
          <p:cNvSpPr/>
          <p:nvPr/>
        </p:nvSpPr>
        <p:spPr>
          <a:xfrm>
            <a:off x="8839986" y="4866932"/>
            <a:ext cx="290298" cy="102929"/>
          </a:xfrm>
          <a:prstGeom prst="rect">
            <a:avLst/>
          </a:prstGeom>
          <a:solidFill>
            <a:srgbClr val="C2352F"/>
          </a:solidFill>
          <a:ln/>
        </p:spPr>
      </p:sp>
      <p:sp>
        <p:nvSpPr>
          <p:cNvPr id="169" name="Text 167"/>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−$232K</a:t>
            </a:r>
            <a:endParaRPr lang="en-US" sz="1200" dirty="0"/>
          </a:p>
        </p:txBody>
      </p:sp>
      <p:sp>
        <p:nvSpPr>
          <p:cNvPr id="170" name="Text 168"/>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71" name="Text 16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3" name="Shape 171"/>
          <p:cNvSpPr/>
          <p:nvPr/>
        </p:nvSpPr>
        <p:spPr>
          <a:xfrm>
            <a:off x="8826500" y="5090691"/>
            <a:ext cx="303784" cy="102929"/>
          </a:xfrm>
          <a:prstGeom prst="rect">
            <a:avLst/>
          </a:prstGeom>
          <a:solidFill>
            <a:srgbClr val="C2352F"/>
          </a:solidFill>
          <a:ln/>
        </p:spPr>
      </p:sp>
      <p:sp>
        <p:nvSpPr>
          <p:cNvPr id="174" name="Text 172"/>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−$243K</a:t>
            </a:r>
            <a:endParaRPr lang="en-US" sz="1200" dirty="0"/>
          </a:p>
        </p:txBody>
      </p:sp>
      <p:sp>
        <p:nvSpPr>
          <p:cNvPr id="175" name="Text 173"/>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76" name="Text 17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8" name="Shape 176"/>
          <p:cNvSpPr/>
          <p:nvPr/>
        </p:nvSpPr>
        <p:spPr>
          <a:xfrm>
            <a:off x="8823035" y="5314450"/>
            <a:ext cx="307249" cy="102929"/>
          </a:xfrm>
          <a:prstGeom prst="rect">
            <a:avLst/>
          </a:prstGeom>
          <a:solidFill>
            <a:srgbClr val="C2352F"/>
          </a:solidFill>
          <a:ln/>
        </p:spPr>
      </p:sp>
      <p:sp>
        <p:nvSpPr>
          <p:cNvPr id="179" name="Text 177"/>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−$246K</a:t>
            </a:r>
            <a:endParaRPr lang="en-US" sz="1200" dirty="0"/>
          </a:p>
        </p:txBody>
      </p:sp>
      <p:sp>
        <p:nvSpPr>
          <p:cNvPr id="180" name="Text 178"/>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3" name="Shape 181"/>
          <p:cNvSpPr/>
          <p:nvPr/>
        </p:nvSpPr>
        <p:spPr>
          <a:xfrm>
            <a:off x="8674730" y="5538209"/>
            <a:ext cx="455554"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−$364K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371856"/>
          </a:xfrm>
          <a:prstGeom prst="rect">
            <a:avLst/>
          </a:prstGeom>
          <a:solidFill>
            <a:srgbClr val="EDF4FA"/>
          </a:solidFill>
          <a:ln/>
        </p:spPr>
      </p:sp>
      <p:sp>
        <p:nvSpPr>
          <p:cNvPr id="190"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grew parts net profit, January through September year to date.</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$1.37M</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+$457K</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5" name="Shape 12"/>
          <p:cNvSpPr/>
          <p:nvPr/>
        </p:nvSpPr>
        <p:spPr>
          <a:xfrm>
            <a:off x="4084320" y="2734056"/>
            <a:ext cx="64008" cy="813816"/>
          </a:xfrm>
          <a:prstGeom prst="rect">
            <a:avLst/>
          </a:prstGeom>
          <a:solidFill>
            <a:srgbClr val="12A566"/>
          </a:solidFill>
          <a:ln/>
        </p:spPr>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$2.24M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+$291K</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$523K</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+$216K</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+70.2%</a:t>
            </a:r>
            <a:endParaRPr lang="en-US" sz="1300" dirty="0"/>
          </a:p>
        </p:txBody>
      </p:sp>
      <p:sp>
        <p:nvSpPr>
          <p:cNvPr id="27" name="Shape 22"/>
          <p:cNvSpPr/>
          <p:nvPr/>
        </p:nvSpPr>
        <p:spPr>
          <a:xfrm>
            <a:off x="4084320" y="4507992"/>
            <a:ext cx="64008" cy="813816"/>
          </a:xfrm>
          <a:prstGeom prst="rect">
            <a:avLst/>
          </a:prstGeom>
          <a:solidFill>
            <a:srgbClr val="12A566"/>
          </a:solidFill>
          <a:ln/>
        </p:spPr>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+$206K</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$771K</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+$180K</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+30.4%</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Shape 35"/>
          <p:cNvSpPr/>
          <p:nvPr/>
        </p:nvSpPr>
        <p:spPr>
          <a:xfrm>
            <a:off x="7775448" y="1847088"/>
            <a:ext cx="64008" cy="813816"/>
          </a:xfrm>
          <a:prstGeom prst="rect">
            <a:avLst/>
          </a:prstGeom>
          <a:solidFill>
            <a:srgbClr val="2587C5"/>
          </a:solidFill>
          <a:ln/>
        </p:spPr>
      </p:sp>
      <p:sp>
        <p:nvSpPr>
          <p:cNvPr id="43" name="Text 36"/>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4" name="Text 37"/>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$1.44M</a:t>
            </a:r>
            <a:endParaRPr lang="en-US" sz="1400" dirty="0"/>
          </a:p>
        </p:txBody>
      </p:sp>
      <p:graphicFrame>
        <p:nvGraphicFramePr>
          <p:cNvPr id="45"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6" name="Text 38"/>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−$364K</a:t>
            </a:r>
            <a:endParaRPr lang="en-US" sz="1600" dirty="0"/>
          </a:p>
        </p:txBody>
      </p:sp>
      <p:sp>
        <p:nvSpPr>
          <p:cNvPr id="47" name="Text 39"/>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−20.2%</a:t>
            </a:r>
            <a:endParaRPr lang="en-US" sz="1300" dirty="0"/>
          </a:p>
        </p:txBody>
      </p:sp>
      <p:sp>
        <p:nvSpPr>
          <p:cNvPr id="48" name="Text 40"/>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9" name="Text 41"/>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$1.73M</a:t>
            </a:r>
            <a:endParaRPr lang="en-US" sz="1400" dirty="0"/>
          </a:p>
        </p:txBody>
      </p:sp>
      <p:graphicFrame>
        <p:nvGraphicFramePr>
          <p:cNvPr id="50"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1" name="Text 42"/>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−$246K</a:t>
            </a:r>
            <a:endParaRPr lang="en-US" sz="1600" dirty="0"/>
          </a:p>
        </p:txBody>
      </p:sp>
      <p:sp>
        <p:nvSpPr>
          <p:cNvPr id="52" name="Text 43"/>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53" name="Shape 44"/>
          <p:cNvSpPr/>
          <p:nvPr/>
        </p:nvSpPr>
        <p:spPr>
          <a:xfrm>
            <a:off x="4349496" y="3584448"/>
            <a:ext cx="3489960" cy="886968"/>
          </a:xfrm>
          <a:prstGeom prst="rect">
            <a:avLst/>
          </a:prstGeom>
          <a:solidFill>
            <a:srgbClr val="F7F7F7"/>
          </a:solidFill>
          <a:ln/>
        </p:spPr>
      </p:sp>
      <p:sp>
        <p:nvSpPr>
          <p:cNvPr id="54" name="Text 4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5" name="Text 4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$812K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$569K</a:t>
            </a:r>
            <a:endParaRPr lang="en-US" sz="1400" dirty="0"/>
          </a:p>
        </p:txBody>
      </p:sp>
      <p:graphicFrame>
        <p:nvGraphicFramePr>
          <p:cNvPr id="5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7" name="Text 47"/>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−$243K</a:t>
            </a:r>
            <a:endParaRPr lang="en-US" sz="1600" dirty="0"/>
          </a:p>
        </p:txBody>
      </p:sp>
      <p:sp>
        <p:nvSpPr>
          <p:cNvPr id="58" name="Text 48"/>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−29.9%</a:t>
            </a:r>
            <a:endParaRPr lang="en-US" sz="1300" dirty="0"/>
          </a:p>
        </p:txBody>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$921K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$689K</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−$232K</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−25.2%</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$519K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$310K</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−$209K</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−40.3%</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Text 6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4" name="Text 6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$242K</a:t>
            </a:r>
            <a:endParaRPr lang="en-US" sz="1400" dirty="0"/>
          </a:p>
        </p:txBody>
      </p:sp>
      <p:graphicFrame>
        <p:nvGraphicFramePr>
          <p:cNvPr id="7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7" name="Text 63"/>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+$107K</a:t>
            </a:r>
            <a:endParaRPr lang="en-US" sz="1600" dirty="0"/>
          </a:p>
        </p:txBody>
      </p:sp>
      <p:sp>
        <p:nvSpPr>
          <p:cNvPr id="78" name="Text 64"/>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+79.6%</a:t>
            </a:r>
            <a:endParaRPr lang="en-US" sz="1300" dirty="0"/>
          </a:p>
        </p:txBody>
      </p:sp>
      <p:sp>
        <p:nvSpPr>
          <p:cNvPr id="79" name="Shape 65"/>
          <p:cNvSpPr/>
          <p:nvPr/>
        </p:nvSpPr>
        <p:spPr>
          <a:xfrm>
            <a:off x="11466576" y="2734056"/>
            <a:ext cx="64008" cy="813816"/>
          </a:xfrm>
          <a:prstGeom prst="rect">
            <a:avLst/>
          </a:prstGeom>
          <a:solidFill>
            <a:srgbClr val="12A566"/>
          </a:solidFill>
          <a:ln/>
        </p:spPr>
      </p:sp>
      <p:sp>
        <p:nvSpPr>
          <p:cNvPr id="80" name="Text 6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1" name="Text 6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$288K</a:t>
            </a:r>
            <a:endParaRPr lang="en-US" sz="1400" dirty="0"/>
          </a:p>
        </p:txBody>
      </p:sp>
      <p:graphicFrame>
        <p:nvGraphicFramePr>
          <p:cNvPr id="82"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3"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4" name="Text 68"/>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+$88K</a:t>
            </a:r>
            <a:endParaRPr lang="en-US" sz="1600" dirty="0"/>
          </a:p>
        </p:txBody>
      </p:sp>
      <p:sp>
        <p:nvSpPr>
          <p:cNvPr id="85" name="Text 69"/>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+44.2%</a:t>
            </a:r>
            <a:endParaRPr lang="en-US" sz="1300" dirty="0"/>
          </a:p>
        </p:txBody>
      </p:sp>
      <p:sp>
        <p:nvSpPr>
          <p:cNvPr id="86" name="Shape 70"/>
          <p:cNvSpPr/>
          <p:nvPr/>
        </p:nvSpPr>
        <p:spPr>
          <a:xfrm>
            <a:off x="8040624" y="3584448"/>
            <a:ext cx="3489960" cy="886968"/>
          </a:xfrm>
          <a:prstGeom prst="rect">
            <a:avLst/>
          </a:prstGeom>
          <a:solidFill>
            <a:srgbClr val="F7F7F7"/>
          </a:solidFill>
          <a:ln/>
        </p:spPr>
      </p:sp>
      <p:sp>
        <p:nvSpPr>
          <p:cNvPr id="87" name="Shape 71"/>
          <p:cNvSpPr/>
          <p:nvPr/>
        </p:nvSpPr>
        <p:spPr>
          <a:xfrm>
            <a:off x="11466576" y="3621024"/>
            <a:ext cx="64008" cy="813816"/>
          </a:xfrm>
          <a:prstGeom prst="rect">
            <a:avLst/>
          </a:prstGeom>
          <a:solidFill>
            <a:srgbClr val="2587C5"/>
          </a:solidFill>
          <a:ln/>
        </p:spPr>
      </p:sp>
      <p:sp>
        <p:nvSpPr>
          <p:cNvPr id="88" name="Text 72"/>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9" name="Text 73"/>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$191K</a:t>
            </a:r>
            <a:endParaRPr lang="en-US" sz="1400" dirty="0"/>
          </a:p>
        </p:txBody>
      </p:sp>
      <p:graphicFrame>
        <p:nvGraphicFramePr>
          <p:cNvPr id="90"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1"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2" name="Text 74"/>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+$70K</a:t>
            </a:r>
            <a:endParaRPr lang="en-US" sz="1600" dirty="0"/>
          </a:p>
        </p:txBody>
      </p:sp>
      <p:sp>
        <p:nvSpPr>
          <p:cNvPr id="93" name="Text 75"/>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94" name="Shape 76"/>
          <p:cNvSpPr/>
          <p:nvPr/>
        </p:nvSpPr>
        <p:spPr>
          <a:xfrm>
            <a:off x="11466576" y="4507992"/>
            <a:ext cx="64008" cy="813816"/>
          </a:xfrm>
          <a:prstGeom prst="rect">
            <a:avLst/>
          </a:prstGeom>
          <a:solidFill>
            <a:srgbClr val="12A566"/>
          </a:solidFill>
          <a:ln/>
        </p:spPr>
      </p:sp>
      <p:sp>
        <p:nvSpPr>
          <p:cNvPr id="95"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6"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$202K</a:t>
            </a:r>
            <a:endParaRPr lang="en-US" sz="1400" dirty="0"/>
          </a:p>
        </p:txBody>
      </p:sp>
      <p:graphicFrame>
        <p:nvGraphicFramePr>
          <p:cNvPr id="97"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8"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9"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+$54K</a:t>
            </a:r>
            <a:endParaRPr lang="en-US" sz="1600" dirty="0"/>
          </a:p>
        </p:txBody>
      </p:sp>
      <p:sp>
        <p:nvSpPr>
          <p:cNvPr id="100"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101" name="Shape 81"/>
          <p:cNvSpPr/>
          <p:nvPr/>
        </p:nvSpPr>
        <p:spPr>
          <a:xfrm>
            <a:off x="8040624" y="5358384"/>
            <a:ext cx="3489960" cy="886968"/>
          </a:xfrm>
          <a:prstGeom prst="rect">
            <a:avLst/>
          </a:prstGeom>
          <a:solidFill>
            <a:srgbClr val="F7F7F7"/>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$136K</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+$38K</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+39.0%</a:t>
            </a:r>
            <a:endParaRPr lang="en-US" sz="13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ALL-TIME RECORD MONTHS</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 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WHO SET A RECORD AND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71856"/>
          </a:xfrm>
          <a:prstGeom prst="rect">
            <a:avLst/>
          </a:prstGeom>
          <a:solidFill>
            <a:srgbClr val="E6F6EE"/>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Jul alone brought 11 combined store records.</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7" name="Shape 174"/>
          <p:cNvSpPr/>
          <p:nvPr/>
        </p:nvSpPr>
        <p:spPr>
          <a:xfrm>
            <a:off x="457200" y="6126480"/>
            <a:ext cx="11274552" cy="371856"/>
          </a:xfrm>
          <a:prstGeom prst="rect">
            <a:avLst/>
          </a:prstGeom>
          <a:solidFill>
            <a:srgbClr val="E6F6EE"/>
          </a:solidFill>
          <a:ln/>
        </p:spPr>
      </p:sp>
      <p:sp>
        <p:nvSpPr>
          <p:cNvPr id="178"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+$829,841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gross than 2025, on average, every month January through September.</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E6F6EE"/>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+$7,468,567 (4.1%) year to date; 6 of nine months ahead of 2025, largest gain in September, +$2,098,497.</a:t>
            </a:r>
            <a:endParaRPr lang="en-US" sz="15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+$404K</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+$717K</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+$764K</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+$1.70M</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+$368K</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graphicFrame>
        <p:nvGraphicFramePr>
          <p:cNvPr id="43"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−$517K</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graphicFrame>
        <p:nvGraphicFramePr>
          <p:cNvPr id="48"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graphicFrame>
        <p:nvGraphicFramePr>
          <p:cNvPr id="54"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−$761K</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−$520K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−$840K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graphicFrame>
        <p:nvGraphicFramePr>
          <p:cNvPr id="7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77" name="Text 6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8" name="Text 6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graphicFrame>
        <p:nvGraphicFramePr>
          <p:cNvPr id="7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1" name="Text 65"/>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82" name="Text 66"/>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3" name="Shape 67"/>
          <p:cNvSpPr/>
          <p:nvPr/>
        </p:nvSpPr>
        <p:spPr>
          <a:xfrm>
            <a:off x="8040624" y="3584448"/>
            <a:ext cx="3489960" cy="886968"/>
          </a:xfrm>
          <a:prstGeom prst="rect">
            <a:avLst/>
          </a:prstGeom>
          <a:solidFill>
            <a:srgbClr val="F7F7F7"/>
          </a:solidFill>
          <a:ln/>
        </p:spPr>
      </p:sp>
      <p:sp>
        <p:nvSpPr>
          <p:cNvPr id="84" name="Text 6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5" name="Text 6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graphicFrame>
        <p:nvGraphicFramePr>
          <p:cNvPr id="8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8" name="Text 70"/>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89" name="Text 71"/>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90" name="Text 7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1" name="Text 7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graphicFrame>
        <p:nvGraphicFramePr>
          <p:cNvPr id="9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4" name="Text 74"/>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95" name="Text 75"/>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+$84K</a:t>
            </a:r>
            <a:endParaRPr lang="en-US" sz="1300" dirty="0"/>
          </a:p>
        </p:txBody>
      </p:sp>
      <p:sp>
        <p:nvSpPr>
          <p:cNvPr id="96" name="Shape 76"/>
          <p:cNvSpPr/>
          <p:nvPr/>
        </p:nvSpPr>
        <p:spPr>
          <a:xfrm>
            <a:off x="8040624" y="5358384"/>
            <a:ext cx="3489960" cy="886968"/>
          </a:xfrm>
          <a:prstGeom prst="rect">
            <a:avLst/>
          </a:prstGeom>
          <a:solidFill>
            <a:srgbClr val="F7F7F7"/>
          </a:solidFill>
          <a:ln/>
        </p:spPr>
      </p:sp>
      <p:sp>
        <p:nvSpPr>
          <p:cNvPr id="97" name="Shape 77"/>
          <p:cNvSpPr/>
          <p:nvPr/>
        </p:nvSpPr>
        <p:spPr>
          <a:xfrm>
            <a:off x="11466576" y="5394960"/>
            <a:ext cx="64008" cy="813816"/>
          </a:xfrm>
          <a:prstGeom prst="rect">
            <a:avLst/>
          </a:prstGeom>
          <a:solidFill>
            <a:srgbClr val="12A566"/>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+$30K</a:t>
            </a:r>
            <a:endParaRPr lang="en-US" sz="13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+$6,297,386 (5.2%) year to date; 9 of nine months ahead of 2025, largest gain in September, +$1,457,847.</a:t>
            </a:r>
            <a:endParaRPr lang="en-US" sz="15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+$345K</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+$475K</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+$639K</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+$315K</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+$619K</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graphicFrame>
        <p:nvGraphicFramePr>
          <p:cNvPr id="43"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−$438K</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graphicFrame>
        <p:nvGraphicFramePr>
          <p:cNvPr id="48"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graphicFrame>
        <p:nvGraphicFramePr>
          <p:cNvPr id="54"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−$547K</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−$695K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graphicFrame>
        <p:nvGraphicFramePr>
          <p:cNvPr id="7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77" name="Text 6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8" name="Text 6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graphicFrame>
        <p:nvGraphicFramePr>
          <p:cNvPr id="7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1" name="Text 65"/>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82" name="Text 66"/>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83" name="Shape 67"/>
          <p:cNvSpPr/>
          <p:nvPr/>
        </p:nvSpPr>
        <p:spPr>
          <a:xfrm>
            <a:off x="8040624" y="3584448"/>
            <a:ext cx="3489960" cy="886968"/>
          </a:xfrm>
          <a:prstGeom prst="rect">
            <a:avLst/>
          </a:prstGeom>
          <a:solidFill>
            <a:srgbClr val="F7F7F7"/>
          </a:solidFill>
          <a:ln/>
        </p:spPr>
      </p:sp>
      <p:sp>
        <p:nvSpPr>
          <p:cNvPr id="84" name="Shape 68"/>
          <p:cNvSpPr/>
          <p:nvPr/>
        </p:nvSpPr>
        <p:spPr>
          <a:xfrm>
            <a:off x="11466576" y="3621024"/>
            <a:ext cx="64008" cy="813816"/>
          </a:xfrm>
          <a:prstGeom prst="rect">
            <a:avLst/>
          </a:prstGeom>
          <a:solidFill>
            <a:srgbClr val="12A566"/>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graphicFrame>
        <p:nvGraphicFramePr>
          <p:cNvPr id="8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graphicFrame>
        <p:nvGraphicFramePr>
          <p:cNvPr id="9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+$67K</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+$54K</a:t>
            </a:r>
            <a:endParaRPr lang="en-US" sz="13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largest gain in July, +$684,859.</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+$243K</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+$688K</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+$271K</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graphicFrame>
        <p:nvGraphicFramePr>
          <p:cNvPr id="34"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+$151K</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graphicFrame>
        <p:nvGraphicFramePr>
          <p:cNvPr id="42"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−$227K</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graphicFrame>
        <p:nvGraphicFramePr>
          <p:cNvPr id="47"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−$328K</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graphicFrame>
        <p:nvGraphicFramePr>
          <p:cNvPr id="53"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−$214K</a:t>
            </a:r>
            <a:endParaRPr lang="en-US" sz="1300" dirty="0"/>
          </a:p>
        </p:txBody>
      </p:sp>
      <p:sp>
        <p:nvSpPr>
          <p:cNvPr id="56" name="Text 46"/>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7" name="Text 47"/>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graphicFrame>
        <p:nvGraphicFramePr>
          <p:cNvPr id="58"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9" name="Text 48"/>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60" name="Text 49"/>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61" name="Shape 50"/>
          <p:cNvSpPr/>
          <p:nvPr/>
        </p:nvSpPr>
        <p:spPr>
          <a:xfrm>
            <a:off x="4349496" y="5358384"/>
            <a:ext cx="3489960" cy="886968"/>
          </a:xfrm>
          <a:prstGeom prst="rect">
            <a:avLst/>
          </a:prstGeom>
          <a:solidFill>
            <a:srgbClr val="F7F7F7"/>
          </a:solidFill>
          <a:ln/>
        </p:spPr>
      </p:sp>
      <p:sp>
        <p:nvSpPr>
          <p:cNvPr id="62" name="Text 51"/>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3" name="Text 52"/>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graphicFrame>
        <p:nvGraphicFramePr>
          <p:cNvPr id="64"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5" name="Text 53"/>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66" name="Text 54"/>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−$167K</a:t>
            </a:r>
            <a:endParaRPr lang="en-US" sz="1300" dirty="0"/>
          </a:p>
        </p:txBody>
      </p:sp>
      <p:sp>
        <p:nvSpPr>
          <p:cNvPr id="67" name="Shape 55"/>
          <p:cNvSpPr/>
          <p:nvPr/>
        </p:nvSpPr>
        <p:spPr>
          <a:xfrm>
            <a:off x="8040624" y="1371600"/>
            <a:ext cx="3489960" cy="45720"/>
          </a:xfrm>
          <a:prstGeom prst="rect">
            <a:avLst/>
          </a:prstGeom>
          <a:solidFill>
            <a:srgbClr val="2587C5"/>
          </a:solidFill>
          <a:ln/>
        </p:spPr>
      </p:sp>
      <p:sp>
        <p:nvSpPr>
          <p:cNvPr id="68" name="Text 5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9" name="Shape 57"/>
          <p:cNvSpPr/>
          <p:nvPr/>
        </p:nvSpPr>
        <p:spPr>
          <a:xfrm>
            <a:off x="8040624" y="1810512"/>
            <a:ext cx="3489960" cy="886968"/>
          </a:xfrm>
          <a:prstGeom prst="rect">
            <a:avLst/>
          </a:prstGeom>
          <a:solidFill>
            <a:srgbClr val="F7F7F7"/>
          </a:solidFill>
          <a:ln/>
        </p:spPr>
      </p:sp>
      <p:sp>
        <p:nvSpPr>
          <p:cNvPr id="70" name="Text 5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1" name="Text 5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graphicFrame>
        <p:nvGraphicFramePr>
          <p:cNvPr id="7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4" name="Text 60"/>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75" name="Text 61"/>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76" name="Text 6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7" name="Text 6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graphicFrame>
        <p:nvGraphicFramePr>
          <p:cNvPr id="7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0" name="Text 64"/>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81" name="Text 65"/>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82" name="Shape 66"/>
          <p:cNvSpPr/>
          <p:nvPr/>
        </p:nvSpPr>
        <p:spPr>
          <a:xfrm>
            <a:off x="8040624" y="3584448"/>
            <a:ext cx="3489960" cy="886968"/>
          </a:xfrm>
          <a:prstGeom prst="rect">
            <a:avLst/>
          </a:prstGeom>
          <a:solidFill>
            <a:srgbClr val="F7F7F7"/>
          </a:solidFill>
          <a:ln/>
        </p:spPr>
      </p:sp>
      <p:sp>
        <p:nvSpPr>
          <p:cNvPr id="83" name="Text 6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4" name="Text 6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graphicFrame>
        <p:nvGraphicFramePr>
          <p:cNvPr id="8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7" name="Text 69"/>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88" name="Text 70"/>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89" name="Text 7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0" name="Text 7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graphicFrame>
        <p:nvGraphicFramePr>
          <p:cNvPr id="9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3" name="Text 73"/>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94" name="Text 74"/>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+$28K</a:t>
            </a:r>
            <a:endParaRPr lang="en-US" sz="1300" dirty="0"/>
          </a:p>
        </p:txBody>
      </p:sp>
      <p:sp>
        <p:nvSpPr>
          <p:cNvPr id="95" name="Shape 75"/>
          <p:cNvSpPr/>
          <p:nvPr/>
        </p:nvSpPr>
        <p:spPr>
          <a:xfrm>
            <a:off x="8040624" y="5358384"/>
            <a:ext cx="3489960" cy="886968"/>
          </a:xfrm>
          <a:prstGeom prst="rect">
            <a:avLst/>
          </a:prstGeom>
          <a:solidFill>
            <a:srgbClr val="F7F7F7"/>
          </a:solidFill>
          <a:ln/>
        </p:spPr>
      </p:sp>
      <p:sp>
        <p:nvSpPr>
          <p:cNvPr id="96" name="Text 7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7" name="Text 7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graphicFrame>
        <p:nvGraphicFramePr>
          <p:cNvPr id="9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0" name="Text 78"/>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101" name="Text 79"/>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917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88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43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5014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21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3674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3227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227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8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33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1887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441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67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5" name="Shape 63"/>
          <p:cNvSpPr/>
          <p:nvPr/>
        </p:nvSpPr>
        <p:spPr>
          <a:xfrm>
            <a:off x="3785616" y="5030502"/>
            <a:ext cx="1742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17420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740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29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67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593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47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6801"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40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9331557"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331557"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7090"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6888" y="4070920"/>
            <a:ext cx="491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888" y="4310815"/>
            <a:ext cx="49136"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3285" y="4550711"/>
            <a:ext cx="10273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543" y="4790606"/>
            <a:ext cx="2724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2735" y="5030502"/>
            <a:ext cx="433289"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867" y="5270397"/>
            <a:ext cx="45115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40" name="Shape 32"/>
          <p:cNvSpPr/>
          <p:nvPr/>
        </p:nvSpPr>
        <p:spPr>
          <a:xfrm>
            <a:off x="7775448" y="2734056"/>
            <a:ext cx="64008" cy="813816"/>
          </a:xfrm>
          <a:prstGeom prst="rect">
            <a:avLst/>
          </a:prstGeom>
          <a:solidFill>
            <a:srgbClr val="2587C5"/>
          </a:solidFill>
          <a:ln/>
        </p:spPr>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Shape 58"/>
          <p:cNvSpPr/>
          <p:nvPr/>
        </p:nvSpPr>
        <p:spPr>
          <a:xfrm>
            <a:off x="11466576" y="3621024"/>
            <a:ext cx="64008" cy="813816"/>
          </a:xfrm>
          <a:prstGeom prst="rect">
            <a:avLst/>
          </a:prstGeom>
          <a:solidFill>
            <a:srgbClr val="2587C5"/>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02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34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785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609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2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36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7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16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84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20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36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904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40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9512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7" name="Shape 75"/>
          <p:cNvSpPr/>
          <p:nvPr/>
        </p:nvSpPr>
        <p:spPr>
          <a:xfrm>
            <a:off x="3785616" y="5750188"/>
            <a:ext cx="951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48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816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5683"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104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552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74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222" y="3831024"/>
            <a:ext cx="34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2661" y="4070920"/>
            <a:ext cx="53363"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1780" y="4310815"/>
            <a:ext cx="7424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3219" y="4550711"/>
            <a:ext cx="928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7698" y="4790606"/>
            <a:ext cx="1183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41134" y="5030502"/>
            <a:ext cx="1948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3131" y="5270397"/>
            <a:ext cx="2528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4232" y="5510293"/>
            <a:ext cx="621792"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5" name="Shape 12"/>
          <p:cNvSpPr/>
          <p:nvPr/>
        </p:nvSpPr>
        <p:spPr>
          <a:xfrm>
            <a:off x="4084320" y="2734056"/>
            <a:ext cx="64008" cy="813816"/>
          </a:xfrm>
          <a:prstGeom prst="rect">
            <a:avLst/>
          </a:prstGeom>
          <a:solidFill>
            <a:srgbClr val="12A566"/>
          </a:solidFill>
          <a:ln/>
        </p:spPr>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20" name="Shape 16"/>
          <p:cNvSpPr/>
          <p:nvPr/>
        </p:nvSpPr>
        <p:spPr>
          <a:xfrm>
            <a:off x="658368" y="3584448"/>
            <a:ext cx="3489960" cy="886968"/>
          </a:xfrm>
          <a:prstGeom prst="rect">
            <a:avLst/>
          </a:prstGeom>
          <a:solidFill>
            <a:srgbClr val="F7F7F7"/>
          </a:solidFill>
          <a:ln/>
        </p:spPr>
      </p:sp>
      <p:sp>
        <p:nvSpPr>
          <p:cNvPr id="21" name="Shape 17"/>
          <p:cNvSpPr/>
          <p:nvPr/>
        </p:nvSpPr>
        <p:spPr>
          <a:xfrm>
            <a:off x="4084320" y="3621024"/>
            <a:ext cx="64008" cy="813816"/>
          </a:xfrm>
          <a:prstGeom prst="rect">
            <a:avLst/>
          </a:prstGeom>
          <a:solidFill>
            <a:srgbClr val="12A566"/>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30" name="Shape 24"/>
          <p:cNvSpPr/>
          <p:nvPr/>
        </p:nvSpPr>
        <p:spPr>
          <a:xfrm>
            <a:off x="658368" y="5358384"/>
            <a:ext cx="3489960" cy="886968"/>
          </a:xfrm>
          <a:prstGeom prst="rect">
            <a:avLst/>
          </a:prstGeom>
          <a:solidFill>
            <a:srgbClr val="F7F7F7"/>
          </a:solidFill>
          <a:ln/>
        </p:spPr>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graphicFrame>
        <p:nvGraphicFramePr>
          <p:cNvPr id="33"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5" name="Shape 28"/>
          <p:cNvSpPr/>
          <p:nvPr/>
        </p:nvSpPr>
        <p:spPr>
          <a:xfrm>
            <a:off x="4349496" y="1371600"/>
            <a:ext cx="3489960" cy="45720"/>
          </a:xfrm>
          <a:prstGeom prst="rect">
            <a:avLst/>
          </a:prstGeom>
          <a:solidFill>
            <a:srgbClr val="C2352F"/>
          </a:solidFill>
          <a:ln/>
        </p:spPr>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graphicFrame>
        <p:nvGraphicFramePr>
          <p:cNvPr id="40"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graphicFrame>
        <p:nvGraphicFramePr>
          <p:cNvPr id="44"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6" name="Shape 37"/>
          <p:cNvSpPr/>
          <p:nvPr/>
        </p:nvSpPr>
        <p:spPr>
          <a:xfrm>
            <a:off x="4349496" y="3584448"/>
            <a:ext cx="3489960" cy="886968"/>
          </a:xfrm>
          <a:prstGeom prst="rect">
            <a:avLst/>
          </a:prstGeom>
          <a:solidFill>
            <a:srgbClr val="F7F7F7"/>
          </a:solidFill>
          <a:ln/>
        </p:spPr>
      </p:sp>
      <p:sp>
        <p:nvSpPr>
          <p:cNvPr id="47" name="Shape 38"/>
          <p:cNvSpPr/>
          <p:nvPr/>
        </p:nvSpPr>
        <p:spPr>
          <a:xfrm>
            <a:off x="7775448" y="3621024"/>
            <a:ext cx="64008" cy="813816"/>
          </a:xfrm>
          <a:prstGeom prst="rect">
            <a:avLst/>
          </a:prstGeom>
          <a:solidFill>
            <a:srgbClr val="2587C5"/>
          </a:solidFill>
          <a:ln/>
        </p:spPr>
      </p:sp>
      <p:sp>
        <p:nvSpPr>
          <p:cNvPr id="48" name="Text 39"/>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0"/>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graphicFrame>
        <p:nvGraphicFramePr>
          <p:cNvPr id="50"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1" name="Text 41"/>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52" name="Text 42"/>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43"/>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graphicFrame>
        <p:nvGraphicFramePr>
          <p:cNvPr id="54"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5" name="Text 44"/>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−5.1 pts</a:t>
            </a:r>
            <a:endParaRPr lang="en-US" sz="1600" dirty="0"/>
          </a:p>
        </p:txBody>
      </p:sp>
      <p:sp>
        <p:nvSpPr>
          <p:cNvPr id="56" name="Shape 45"/>
          <p:cNvSpPr/>
          <p:nvPr/>
        </p:nvSpPr>
        <p:spPr>
          <a:xfrm>
            <a:off x="4349496" y="5358384"/>
            <a:ext cx="3489960" cy="886968"/>
          </a:xfrm>
          <a:prstGeom prst="rect">
            <a:avLst/>
          </a:prstGeom>
          <a:solidFill>
            <a:srgbClr val="F7F7F7"/>
          </a:solidFill>
          <a:ln/>
        </p:spPr>
      </p:sp>
      <p:sp>
        <p:nvSpPr>
          <p:cNvPr id="57" name="Text 46"/>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47"/>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graphicFrame>
        <p:nvGraphicFramePr>
          <p:cNvPr id="59"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0" name="Text 48"/>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61" name="Shape 49"/>
          <p:cNvSpPr/>
          <p:nvPr/>
        </p:nvSpPr>
        <p:spPr>
          <a:xfrm>
            <a:off x="8040624" y="1371600"/>
            <a:ext cx="3489960" cy="45720"/>
          </a:xfrm>
          <a:prstGeom prst="rect">
            <a:avLst/>
          </a:prstGeom>
          <a:solidFill>
            <a:srgbClr val="2587C5"/>
          </a:solidFill>
          <a:ln/>
        </p:spPr>
      </p:sp>
      <p:sp>
        <p:nvSpPr>
          <p:cNvPr id="6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Shape 51"/>
          <p:cNvSpPr/>
          <p:nvPr/>
        </p:nvSpPr>
        <p:spPr>
          <a:xfrm>
            <a:off x="8040624" y="1810512"/>
            <a:ext cx="3489960" cy="886968"/>
          </a:xfrm>
          <a:prstGeom prst="rect">
            <a:avLst/>
          </a:prstGeom>
          <a:solidFill>
            <a:srgbClr val="F7F7F7"/>
          </a:solidFill>
          <a:ln/>
        </p:spPr>
      </p:sp>
      <p:sp>
        <p:nvSpPr>
          <p:cNvPr id="64" name="Shape 52"/>
          <p:cNvSpPr/>
          <p:nvPr/>
        </p:nvSpPr>
        <p:spPr>
          <a:xfrm>
            <a:off x="11466576" y="1847088"/>
            <a:ext cx="64008" cy="813816"/>
          </a:xfrm>
          <a:prstGeom prst="rect">
            <a:avLst/>
          </a:prstGeom>
          <a:solidFill>
            <a:srgbClr val="12A566"/>
          </a:solidFill>
          <a:ln/>
        </p:spPr>
      </p:sp>
      <p:sp>
        <p:nvSpPr>
          <p:cNvPr id="65" name="Text 53"/>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6" name="Text 54"/>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graphicFrame>
        <p:nvGraphicFramePr>
          <p:cNvPr id="67"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8"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9" name="Text 55"/>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+23.7 pts</a:t>
            </a:r>
            <a:endParaRPr lang="en-US" sz="1600" dirty="0"/>
          </a:p>
        </p:txBody>
      </p:sp>
      <p:sp>
        <p:nvSpPr>
          <p:cNvPr id="70" name="Text 5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1" name="Text 5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72"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3"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4" name="Text 58"/>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75" name="Shape 59"/>
          <p:cNvSpPr/>
          <p:nvPr/>
        </p:nvSpPr>
        <p:spPr>
          <a:xfrm>
            <a:off x="8040624" y="3584448"/>
            <a:ext cx="3489960" cy="886968"/>
          </a:xfrm>
          <a:prstGeom prst="rect">
            <a:avLst/>
          </a:prstGeom>
          <a:solidFill>
            <a:srgbClr val="F7F7F7"/>
          </a:solidFill>
          <a:ln/>
        </p:spPr>
      </p:sp>
      <p:sp>
        <p:nvSpPr>
          <p:cNvPr id="76" name="Shape 60"/>
          <p:cNvSpPr/>
          <p:nvPr/>
        </p:nvSpPr>
        <p:spPr>
          <a:xfrm>
            <a:off x="11466576" y="3621024"/>
            <a:ext cx="64008" cy="813816"/>
          </a:xfrm>
          <a:prstGeom prst="rect">
            <a:avLst/>
          </a:prstGeom>
          <a:solidFill>
            <a:srgbClr val="12A566"/>
          </a:solidFill>
          <a:ln/>
        </p:spPr>
      </p:sp>
      <p:sp>
        <p:nvSpPr>
          <p:cNvPr id="77" name="Text 61"/>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62"/>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graphicFrame>
        <p:nvGraphicFramePr>
          <p:cNvPr id="79"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0"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1" name="Text 63"/>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 pts</a:t>
            </a:r>
            <a:endParaRPr lang="en-US" sz="1600" dirty="0"/>
          </a:p>
        </p:txBody>
      </p:sp>
      <p:sp>
        <p:nvSpPr>
          <p:cNvPr id="82" name="Shape 64"/>
          <p:cNvSpPr/>
          <p:nvPr/>
        </p:nvSpPr>
        <p:spPr>
          <a:xfrm>
            <a:off x="11466576" y="4507992"/>
            <a:ext cx="64008" cy="813816"/>
          </a:xfrm>
          <a:prstGeom prst="rect">
            <a:avLst/>
          </a:prstGeom>
          <a:solidFill>
            <a:srgbClr val="2587C5"/>
          </a:solidFill>
          <a:ln/>
        </p:spPr>
      </p:sp>
      <p:sp>
        <p:nvSpPr>
          <p:cNvPr id="83" name="Text 6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4" name="Text 6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graphicFrame>
        <p:nvGraphicFramePr>
          <p:cNvPr id="85"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6"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7" name="Text 67"/>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88" name="Shape 68"/>
          <p:cNvSpPr/>
          <p:nvPr/>
        </p:nvSpPr>
        <p:spPr>
          <a:xfrm>
            <a:off x="8040624" y="5358384"/>
            <a:ext cx="3489960" cy="886968"/>
          </a:xfrm>
          <a:prstGeom prst="rect">
            <a:avLst/>
          </a:prstGeom>
          <a:solidFill>
            <a:srgbClr val="F7F7F7"/>
          </a:solidFill>
          <a:ln/>
        </p:spPr>
      </p:sp>
      <p:sp>
        <p:nvSpPr>
          <p:cNvPr id="89" name="Shape 69"/>
          <p:cNvSpPr/>
          <p:nvPr/>
        </p:nvSpPr>
        <p:spPr>
          <a:xfrm>
            <a:off x="11466576" y="5394960"/>
            <a:ext cx="64008" cy="813816"/>
          </a:xfrm>
          <a:prstGeom prst="rect">
            <a:avLst/>
          </a:prstGeom>
          <a:solidFill>
            <a:srgbClr val="12A566"/>
          </a:solidFill>
          <a:ln/>
        </p:spPr>
      </p:sp>
      <p:sp>
        <p:nvSpPr>
          <p:cNvPr id="90" name="Text 7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1" name="Text 7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graphicFrame>
        <p:nvGraphicFramePr>
          <p:cNvPr id="92"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3"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4" name="Text 72"/>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703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856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051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86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4832"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8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841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630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51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696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41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4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210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7115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780142"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5815" y="1911860"/>
            <a:ext cx="60209"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4868" y="2151755"/>
            <a:ext cx="71156"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765" y="2391651"/>
            <a:ext cx="15325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49924" y="2631546"/>
            <a:ext cx="18610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97" name="Shape 95"/>
          <p:cNvSpPr/>
          <p:nvPr/>
        </p:nvSpPr>
        <p:spPr>
          <a:xfrm>
            <a:off x="9106136" y="2871442"/>
            <a:ext cx="22988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1" name="Shape 99"/>
          <p:cNvSpPr/>
          <p:nvPr/>
        </p:nvSpPr>
        <p:spPr>
          <a:xfrm>
            <a:off x="9106136" y="3111337"/>
            <a:ext cx="2298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3295" y="3351233"/>
            <a:ext cx="26272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40454" y="3591128"/>
            <a:ext cx="29557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4980" y="3831024"/>
            <a:ext cx="30104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60" y="4070920"/>
            <a:ext cx="317464"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825" y="4310815"/>
            <a:ext cx="3721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1722" y="4550711"/>
            <a:ext cx="4543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4145" y="4790606"/>
            <a:ext cx="5418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2990" y="5030502"/>
            <a:ext cx="61303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0149" y="5270397"/>
            <a:ext cx="6458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1834" y="5510293"/>
            <a:ext cx="68419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4" name="Shape 11"/>
          <p:cNvSpPr/>
          <p:nvPr/>
        </p:nvSpPr>
        <p:spPr>
          <a:xfrm>
            <a:off x="4084320" y="2734056"/>
            <a:ext cx="64008" cy="813816"/>
          </a:xfrm>
          <a:prstGeom prst="rect">
            <a:avLst/>
          </a:prstGeom>
          <a:solidFill>
            <a:srgbClr val="12A566"/>
          </a:solidFill>
          <a:ln/>
        </p:spPr>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Shape 36"/>
          <p:cNvSpPr/>
          <p:nvPr/>
        </p:nvSpPr>
        <p:spPr>
          <a:xfrm>
            <a:off x="7775448" y="3621024"/>
            <a:ext cx="64008" cy="813816"/>
          </a:xfrm>
          <a:prstGeom prst="rect">
            <a:avLst/>
          </a:prstGeom>
          <a:solidFill>
            <a:srgbClr val="2587C5"/>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Shape 44"/>
          <p:cNvSpPr/>
          <p:nvPr/>
        </p:nvSpPr>
        <p:spPr>
          <a:xfrm>
            <a:off x="7775448" y="5394960"/>
            <a:ext cx="64008" cy="813816"/>
          </a:xfrm>
          <a:prstGeom prst="rect">
            <a:avLst/>
          </a:prstGeom>
          <a:solidFill>
            <a:srgbClr val="2587C5"/>
          </a:solidFill>
          <a:ln/>
        </p:spPr>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graphicFrame>
        <p:nvGraphicFramePr>
          <p:cNvPr id="58"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60" name="Shape 48"/>
          <p:cNvSpPr/>
          <p:nvPr/>
        </p:nvSpPr>
        <p:spPr>
          <a:xfrm>
            <a:off x="8040624" y="1371600"/>
            <a:ext cx="3489960" cy="45720"/>
          </a:xfrm>
          <a:prstGeom prst="rect">
            <a:avLst/>
          </a:prstGeom>
          <a:solidFill>
            <a:srgbClr val="2587C5"/>
          </a:solidFill>
          <a:ln/>
        </p:spPr>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68" name="Shape 54"/>
          <p:cNvSpPr/>
          <p:nvPr/>
        </p:nvSpPr>
        <p:spPr>
          <a:xfrm>
            <a:off x="11466576" y="2734056"/>
            <a:ext cx="64008" cy="813816"/>
          </a:xfrm>
          <a:prstGeom prst="rect">
            <a:avLst/>
          </a:prstGeom>
          <a:solidFill>
            <a:srgbClr val="2587C5"/>
          </a:solidFill>
          <a:ln/>
        </p:spPr>
      </p:sp>
      <p:sp>
        <p:nvSpPr>
          <p:cNvPr id="69" name="Text 55"/>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56"/>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graphicFrame>
        <p:nvGraphicFramePr>
          <p:cNvPr id="71"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2"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3" name="Text 57"/>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74" name="Shape 58"/>
          <p:cNvSpPr/>
          <p:nvPr/>
        </p:nvSpPr>
        <p:spPr>
          <a:xfrm>
            <a:off x="8040624" y="3584448"/>
            <a:ext cx="3489960" cy="886968"/>
          </a:xfrm>
          <a:prstGeom prst="rect">
            <a:avLst/>
          </a:prstGeom>
          <a:solidFill>
            <a:srgbClr val="F7F7F7"/>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 pts</a:t>
            </a:r>
            <a:endParaRPr lang="en-US" sz="1600" dirty="0"/>
          </a:p>
        </p:txBody>
      </p:sp>
      <p:sp>
        <p:nvSpPr>
          <p:cNvPr id="80" name="Shape 62"/>
          <p:cNvSpPr/>
          <p:nvPr/>
        </p:nvSpPr>
        <p:spPr>
          <a:xfrm>
            <a:off x="11466576" y="4507992"/>
            <a:ext cx="64008" cy="813816"/>
          </a:xfrm>
          <a:prstGeom prst="rect">
            <a:avLst/>
          </a:prstGeom>
          <a:solidFill>
            <a:srgbClr val="12A566"/>
          </a:solidFill>
          <a:ln/>
        </p:spPr>
      </p:sp>
      <p:sp>
        <p:nvSpPr>
          <p:cNvPr id="81"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graphicFrame>
        <p:nvGraphicFramePr>
          <p:cNvPr id="8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5"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86" name="Shape 66"/>
          <p:cNvSpPr/>
          <p:nvPr/>
        </p:nvSpPr>
        <p:spPr>
          <a:xfrm>
            <a:off x="8040624" y="5358384"/>
            <a:ext cx="3489960" cy="886968"/>
          </a:xfrm>
          <a:prstGeom prst="rect">
            <a:avLst/>
          </a:prstGeom>
          <a:solidFill>
            <a:srgbClr val="F7F7F7"/>
          </a:solidFill>
          <a:ln/>
        </p:spPr>
      </p:sp>
      <p:sp>
        <p:nvSpPr>
          <p:cNvPr id="87" name="Shape 67"/>
          <p:cNvSpPr/>
          <p:nvPr/>
        </p:nvSpPr>
        <p:spPr>
          <a:xfrm>
            <a:off x="11466576" y="5394960"/>
            <a:ext cx="64008" cy="813816"/>
          </a:xfrm>
          <a:prstGeom prst="rect">
            <a:avLst/>
          </a:prstGeom>
          <a:solidFill>
            <a:srgbClr val="2587C5"/>
          </a:solidFill>
          <a:ln/>
        </p:spPr>
      </p:sp>
      <p:sp>
        <p:nvSpPr>
          <p:cNvPr id="88"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9"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graphicFrame>
        <p:nvGraphicFramePr>
          <p:cNvPr id="9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$6.6M a year in gross.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11125"/>
          </a:xfrm>
          <a:prstGeom prst="rect">
            <a:avLst/>
          </a:prstGeom>
          <a:solidFill>
            <a:srgbClr val="2587C5"/>
          </a:solidFill>
          <a:ln/>
        </p:spPr>
      </p:sp>
      <p:sp>
        <p:nvSpPr>
          <p:cNvPr id="14" name="Text 12"/>
          <p:cNvSpPr txBox="1"/>
          <p:nvPr/>
        </p:nvSpPr>
        <p:spPr>
          <a:xfrm>
            <a:off x="5266944"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11125"/>
          </a:xfrm>
          <a:prstGeom prst="rect">
            <a:avLst/>
          </a:prstGeom>
          <a:solidFill>
            <a:srgbClr val="2587C5"/>
          </a:solidFill>
          <a:ln/>
        </p:spPr>
      </p:sp>
      <p:sp>
        <p:nvSpPr>
          <p:cNvPr id="16" name="Text 14"/>
          <p:cNvSpPr txBox="1"/>
          <p:nvPr/>
        </p:nvSpPr>
        <p:spPr>
          <a:xfrm>
            <a:off x="8522208"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4637"/>
            <a:ext cx="45720" cy="1268423"/>
          </a:xfrm>
          <a:prstGeom prst="rect">
            <a:avLst/>
          </a:prstGeom>
          <a:solidFill>
            <a:srgbClr val="2587C5"/>
          </a:solidFill>
          <a:ln/>
        </p:spPr>
      </p:sp>
      <p:sp>
        <p:nvSpPr>
          <p:cNvPr id="18" name="Text 16"/>
          <p:cNvSpPr txBox="1"/>
          <p:nvPr/>
        </p:nvSpPr>
        <p:spPr>
          <a:xfrm>
            <a:off x="5266944"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864637"/>
            <a:ext cx="45720" cy="1268423"/>
          </a:xfrm>
          <a:prstGeom prst="rect">
            <a:avLst/>
          </a:prstGeom>
          <a:solidFill>
            <a:srgbClr val="2587C5"/>
          </a:solidFill>
          <a:ln/>
        </p:spPr>
      </p:sp>
      <p:sp>
        <p:nvSpPr>
          <p:cNvPr id="20" name="Text 18"/>
          <p:cNvSpPr txBox="1"/>
          <p:nvPr/>
        </p:nvSpPr>
        <p:spPr>
          <a:xfrm>
            <a:off x="8522208"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5242787"/>
            <a:ext cx="45720" cy="911125"/>
          </a:xfrm>
          <a:prstGeom prst="rect">
            <a:avLst/>
          </a:prstGeom>
          <a:solidFill>
            <a:srgbClr val="2587C5"/>
          </a:solidFill>
          <a:ln/>
        </p:spPr>
      </p:sp>
      <p:sp>
        <p:nvSpPr>
          <p:cNvPr id="22" name="Text 20"/>
          <p:cNvSpPr txBox="1"/>
          <p:nvPr/>
        </p:nvSpPr>
        <p:spPr>
          <a:xfrm>
            <a:off x="5266944"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5242787"/>
            <a:ext cx="45720" cy="911125"/>
          </a:xfrm>
          <a:prstGeom prst="rect">
            <a:avLst/>
          </a:prstGeom>
          <a:solidFill>
            <a:srgbClr val="2587C5"/>
          </a:solidFill>
          <a:ln/>
        </p:spPr>
      </p:sp>
      <p:sp>
        <p:nvSpPr>
          <p:cNvPr id="24" name="Text 22"/>
          <p:cNvSpPr txBox="1"/>
          <p:nvPr/>
        </p:nvSpPr>
        <p:spPr>
          <a:xfrm>
            <a:off x="8522208"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+977 ROs</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+226 ROs</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+297 ROs</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+511 ROs</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graphicFrame>
        <p:nvGraphicFramePr>
          <p:cNvPr id="34"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+118 ROs</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graphicFrame>
        <p:nvGraphicFramePr>
          <p:cNvPr id="42"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−332 ROs</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graphicFrame>
        <p:nvGraphicFramePr>
          <p:cNvPr id="47"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−435 ROs</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graphicFrame>
        <p:nvGraphicFramePr>
          <p:cNvPr id="53"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−462 ROs</a:t>
            </a:r>
            <a:endParaRPr lang="en-US" sz="1300" dirty="0"/>
          </a:p>
        </p:txBody>
      </p:sp>
      <p:sp>
        <p:nvSpPr>
          <p:cNvPr id="56" name="Text 46"/>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7" name="Text 47"/>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graphicFrame>
        <p:nvGraphicFramePr>
          <p:cNvPr id="58"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9" name="Text 48"/>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60" name="Text 49"/>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−999 ROs</a:t>
            </a:r>
            <a:endParaRPr lang="en-US" sz="1300" dirty="0"/>
          </a:p>
        </p:txBody>
      </p:sp>
      <p:sp>
        <p:nvSpPr>
          <p:cNvPr id="61" name="Shape 50"/>
          <p:cNvSpPr/>
          <p:nvPr/>
        </p:nvSpPr>
        <p:spPr>
          <a:xfrm>
            <a:off x="4349496" y="5358384"/>
            <a:ext cx="3489960" cy="886968"/>
          </a:xfrm>
          <a:prstGeom prst="rect">
            <a:avLst/>
          </a:prstGeom>
          <a:solidFill>
            <a:srgbClr val="F7F7F7"/>
          </a:solidFill>
          <a:ln/>
        </p:spPr>
      </p:sp>
      <p:sp>
        <p:nvSpPr>
          <p:cNvPr id="62" name="Text 51"/>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3" name="Text 52"/>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graphicFrame>
        <p:nvGraphicFramePr>
          <p:cNvPr id="64"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5" name="Text 53"/>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66" name="Text 54"/>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−239 ROs</a:t>
            </a:r>
            <a:endParaRPr lang="en-US" sz="1300" dirty="0"/>
          </a:p>
        </p:txBody>
      </p:sp>
      <p:sp>
        <p:nvSpPr>
          <p:cNvPr id="67" name="Shape 55"/>
          <p:cNvSpPr/>
          <p:nvPr/>
        </p:nvSpPr>
        <p:spPr>
          <a:xfrm>
            <a:off x="8040624" y="1371600"/>
            <a:ext cx="3489960" cy="45720"/>
          </a:xfrm>
          <a:prstGeom prst="rect">
            <a:avLst/>
          </a:prstGeom>
          <a:solidFill>
            <a:srgbClr val="2587C5"/>
          </a:solidFill>
          <a:ln/>
        </p:spPr>
      </p:sp>
      <p:sp>
        <p:nvSpPr>
          <p:cNvPr id="68" name="Text 5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9" name="Shape 57"/>
          <p:cNvSpPr/>
          <p:nvPr/>
        </p:nvSpPr>
        <p:spPr>
          <a:xfrm>
            <a:off x="8040624" y="1810512"/>
            <a:ext cx="3489960" cy="886968"/>
          </a:xfrm>
          <a:prstGeom prst="rect">
            <a:avLst/>
          </a:prstGeom>
          <a:solidFill>
            <a:srgbClr val="F7F7F7"/>
          </a:solidFill>
          <a:ln/>
        </p:spPr>
      </p:sp>
      <p:sp>
        <p:nvSpPr>
          <p:cNvPr id="70" name="Text 5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1" name="Text 5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7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4" name="Text 60"/>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75" name="Text 61"/>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+145 ROs</a:t>
            </a:r>
            <a:endParaRPr lang="en-US" sz="1300" dirty="0"/>
          </a:p>
        </p:txBody>
      </p:sp>
      <p:sp>
        <p:nvSpPr>
          <p:cNvPr id="76" name="Text 6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7" name="Text 6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7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0" name="Text 64"/>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81" name="Text 65"/>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 ROs</a:t>
            </a:r>
            <a:endParaRPr lang="en-US" sz="1300" dirty="0"/>
          </a:p>
        </p:txBody>
      </p:sp>
      <p:sp>
        <p:nvSpPr>
          <p:cNvPr id="82" name="Shape 66"/>
          <p:cNvSpPr/>
          <p:nvPr/>
        </p:nvSpPr>
        <p:spPr>
          <a:xfrm>
            <a:off x="8040624" y="3584448"/>
            <a:ext cx="3489960" cy="886968"/>
          </a:xfrm>
          <a:prstGeom prst="rect">
            <a:avLst/>
          </a:prstGeom>
          <a:solidFill>
            <a:srgbClr val="F7F7F7"/>
          </a:solidFill>
          <a:ln/>
        </p:spPr>
      </p:sp>
      <p:sp>
        <p:nvSpPr>
          <p:cNvPr id="83" name="Text 6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4" name="Text 6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8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7" name="Text 69"/>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88" name="Text 70"/>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+65 ROs</a:t>
            </a:r>
            <a:endParaRPr lang="en-US" sz="1300" dirty="0"/>
          </a:p>
        </p:txBody>
      </p:sp>
      <p:sp>
        <p:nvSpPr>
          <p:cNvPr id="89" name="Text 7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0" name="Text 7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9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3" name="Text 73"/>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94" name="Text 74"/>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+91 ROs</a:t>
            </a:r>
            <a:endParaRPr lang="en-US" sz="1300" dirty="0"/>
          </a:p>
        </p:txBody>
      </p:sp>
      <p:sp>
        <p:nvSpPr>
          <p:cNvPr id="95" name="Shape 75"/>
          <p:cNvSpPr/>
          <p:nvPr/>
        </p:nvSpPr>
        <p:spPr>
          <a:xfrm>
            <a:off x="8040624" y="5358384"/>
            <a:ext cx="3489960" cy="886968"/>
          </a:xfrm>
          <a:prstGeom prst="rect">
            <a:avLst/>
          </a:prstGeom>
          <a:solidFill>
            <a:srgbClr val="F7F7F7"/>
          </a:solidFill>
          <a:ln/>
        </p:spPr>
      </p:sp>
      <p:sp>
        <p:nvSpPr>
          <p:cNvPr id="96" name="Text 7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7" name="Text 7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9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0" name="Text 78"/>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101" name="Text 79"/>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 ROs</a:t>
            </a:r>
            <a:endParaRPr lang="en-US" sz="13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graphicFrame>
        <p:nvGraphicFramePr>
          <p:cNvPr id="6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graphicFrame>
        <p:nvGraphicFramePr>
          <p:cNvPr id="6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Text 56"/>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3" name="Text 57"/>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graphicFrame>
        <p:nvGraphicFramePr>
          <p:cNvPr id="74"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5"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6" name="Text 58"/>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77" name="Text 59"/>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60"/>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graphicFrame>
        <p:nvGraphicFramePr>
          <p:cNvPr id="79"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0"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1" name="Text 61"/>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82" name="Shape 62"/>
          <p:cNvSpPr/>
          <p:nvPr/>
        </p:nvSpPr>
        <p:spPr>
          <a:xfrm>
            <a:off x="8040624" y="5358384"/>
            <a:ext cx="3489960" cy="886968"/>
          </a:xfrm>
          <a:prstGeom prst="rect">
            <a:avLst/>
          </a:prstGeom>
          <a:solidFill>
            <a:srgbClr val="F7F7F7"/>
          </a:solidFill>
          <a:ln/>
        </p:spPr>
      </p:sp>
      <p:sp>
        <p:nvSpPr>
          <p:cNvPr id="83" name="Shape 63"/>
          <p:cNvSpPr/>
          <p:nvPr/>
        </p:nvSpPr>
        <p:spPr>
          <a:xfrm>
            <a:off x="11466576" y="5394960"/>
            <a:ext cx="64008" cy="813816"/>
          </a:xfrm>
          <a:prstGeom prst="rect">
            <a:avLst/>
          </a:prstGeom>
          <a:solidFill>
            <a:srgbClr val="12A566"/>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37,301 hours a year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each store's gross per hour  </a:t>
            </a:r>
            <a:pPr algn="ctr" indent="0" marL="0">
              <a:buNone/>
            </a:pPr>
            <a:r>
              <a:rPr lang="en-US" sz="1400" b="1" dirty="0">
                <a:solidFill>
                  <a:srgbClr val="0B2C4A"/>
                </a:solidFill>
                <a:latin typeface="Inter" pitchFamily="34" charset="0"/>
                <a:ea typeface="Inter" pitchFamily="34" charset="-122"/>
                <a:cs typeface="Inter" pitchFamily="34" charset="-120"/>
              </a:rPr>
              <a:t>= $6.6M a year</a:t>
            </a:r>
            <a:endParaRPr lang="en-US" sz="1400" dirty="0"/>
          </a:p>
        </p:txBody>
      </p:sp>
      <p:sp>
        <p:nvSpPr>
          <p:cNvPr id="13" name="Shape 11"/>
          <p:cNvSpPr/>
          <p:nvPr/>
        </p:nvSpPr>
        <p:spPr>
          <a:xfrm>
            <a:off x="457200" y="2907792"/>
            <a:ext cx="4343400" cy="3447288"/>
          </a:xfrm>
          <a:prstGeom prst="rect">
            <a:avLst/>
          </a:prstGeom>
          <a:solidFill>
            <a:srgbClr val="FFFFFF"/>
          </a:solidFill>
          <a:ln/>
        </p:spPr>
      </p:sp>
      <p:sp>
        <p:nvSpPr>
          <p:cNvPr id="14" name="Shape 12"/>
          <p:cNvSpPr/>
          <p:nvPr/>
        </p:nvSpPr>
        <p:spPr>
          <a:xfrm>
            <a:off x="4937760" y="2907792"/>
            <a:ext cx="6793992" cy="344728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807208"/>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cannot be manipulated: it is the work we sell.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Selling more hours also sells parts.</a:t>
            </a:r>
            <a:endParaRPr lang="en-US" sz="1600" dirty="0"/>
          </a:p>
        </p:txBody>
      </p:sp>
      <p:sp>
        <p:nvSpPr>
          <p:cNvPr id="18" name="Shape 16"/>
          <p:cNvSpPr/>
          <p:nvPr/>
        </p:nvSpPr>
        <p:spPr>
          <a:xfrm>
            <a:off x="5138928" y="3410712"/>
            <a:ext cx="45720" cy="841248"/>
          </a:xfrm>
          <a:prstGeom prst="rect">
            <a:avLst/>
          </a:prstGeom>
          <a:solidFill>
            <a:srgbClr val="2587C5"/>
          </a:solidFill>
          <a:ln/>
        </p:spPr>
      </p:sp>
      <p:sp>
        <p:nvSpPr>
          <p:cNvPr id="19" name="Text 17"/>
          <p:cNvSpPr txBox="1"/>
          <p:nvPr/>
        </p:nvSpPr>
        <p:spPr>
          <a:xfrm>
            <a:off x="5266944"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8394192" y="3410712"/>
            <a:ext cx="45720" cy="841248"/>
          </a:xfrm>
          <a:prstGeom prst="rect">
            <a:avLst/>
          </a:prstGeom>
          <a:solidFill>
            <a:srgbClr val="2587C5"/>
          </a:solidFill>
          <a:ln/>
        </p:spPr>
      </p:sp>
      <p:sp>
        <p:nvSpPr>
          <p:cNvPr id="21" name="Text 19"/>
          <p:cNvSpPr txBox="1"/>
          <p:nvPr/>
        </p:nvSpPr>
        <p:spPr>
          <a:xfrm>
            <a:off x="8522208"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5138928" y="4361688"/>
            <a:ext cx="45720" cy="841248"/>
          </a:xfrm>
          <a:prstGeom prst="rect">
            <a:avLst/>
          </a:prstGeom>
          <a:solidFill>
            <a:srgbClr val="2587C5"/>
          </a:solidFill>
          <a:ln/>
        </p:spPr>
      </p:sp>
      <p:sp>
        <p:nvSpPr>
          <p:cNvPr id="23" name="Text 21"/>
          <p:cNvSpPr txBox="1"/>
          <p:nvPr/>
        </p:nvSpPr>
        <p:spPr>
          <a:xfrm>
            <a:off x="5266944"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8394192" y="4361688"/>
            <a:ext cx="45720" cy="841248"/>
          </a:xfrm>
          <a:prstGeom prst="rect">
            <a:avLst/>
          </a:prstGeom>
          <a:solidFill>
            <a:srgbClr val="2587C5"/>
          </a:solidFill>
          <a:ln/>
        </p:spPr>
      </p:sp>
      <p:sp>
        <p:nvSpPr>
          <p:cNvPr id="25" name="Text 23"/>
          <p:cNvSpPr txBox="1"/>
          <p:nvPr/>
        </p:nvSpPr>
        <p:spPr>
          <a:xfrm>
            <a:off x="8522208"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5138928" y="5312664"/>
            <a:ext cx="45720" cy="841248"/>
          </a:xfrm>
          <a:prstGeom prst="rect">
            <a:avLst/>
          </a:prstGeom>
          <a:solidFill>
            <a:srgbClr val="2587C5"/>
          </a:solidFill>
          <a:ln/>
        </p:spPr>
      </p:sp>
      <p:sp>
        <p:nvSpPr>
          <p:cNvPr id="27" name="Text 25"/>
          <p:cNvSpPr txBox="1"/>
          <p:nvPr/>
        </p:nvSpPr>
        <p:spPr>
          <a:xfrm>
            <a:off x="5266944"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8394192" y="5312664"/>
            <a:ext cx="45720" cy="841248"/>
          </a:xfrm>
          <a:prstGeom prst="rect">
            <a:avLst/>
          </a:prstGeom>
          <a:solidFill>
            <a:srgbClr val="2587C5"/>
          </a:solidFill>
          <a:ln/>
        </p:spPr>
      </p:sp>
      <p:sp>
        <p:nvSpPr>
          <p:cNvPr id="29" name="Text 27"/>
          <p:cNvSpPr txBox="1"/>
          <p:nvPr/>
        </p:nvSpPr>
        <p:spPr>
          <a:xfrm>
            <a:off x="8522208"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0.07 to 1.87, ahead of 2025 in all nine months. Each 0.1 hour per RO is worth $6.6M a year in gross.</a:t>
            </a:r>
            <a:endParaRPr lang="en-US" sz="15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2" name="Shape 139"/>
          <p:cNvSpPr/>
          <p:nvPr/>
        </p:nvSpPr>
        <p:spPr>
          <a:xfrm>
            <a:off x="457200" y="6126480"/>
            <a:ext cx="11274552" cy="371856"/>
          </a:xfrm>
          <a:prstGeom prst="rect">
            <a:avLst/>
          </a:prstGeom>
          <a:solidFill>
            <a:srgbClr val="E6F6EE"/>
          </a:solidFill>
          <a:ln/>
        </p:spPr>
      </p:sp>
      <p:sp>
        <p:nvSpPr>
          <p:cNvPr id="143" name="Text 14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added gross.</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Shape 18"/>
          <p:cNvSpPr/>
          <p:nvPr/>
        </p:nvSpPr>
        <p:spPr>
          <a:xfrm>
            <a:off x="4084320" y="3621024"/>
            <a:ext cx="64008" cy="813816"/>
          </a:xfrm>
          <a:prstGeom prst="rect">
            <a:avLst/>
          </a:prstGeom>
          <a:solidFill>
            <a:srgbClr val="12A566"/>
          </a:solidFill>
          <a:ln/>
        </p:spPr>
      </p:sp>
      <p:sp>
        <p:nvSpPr>
          <p:cNvPr id="23" name="Text 19"/>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4" name="Text 20"/>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25"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6" name="Text 21"/>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7" name="Text 22"/>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30"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graphicFrame>
        <p:nvGraphicFramePr>
          <p:cNvPr id="55"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8" name="Text 4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9" name="Text 4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graphicFrame>
        <p:nvGraphicFramePr>
          <p:cNvPr id="6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1" name="Text 50"/>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62" name="Text 51"/>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63" name="Shape 52"/>
          <p:cNvSpPr/>
          <p:nvPr/>
        </p:nvSpPr>
        <p:spPr>
          <a:xfrm>
            <a:off x="4349496" y="5358384"/>
            <a:ext cx="3489960" cy="886968"/>
          </a:xfrm>
          <a:prstGeom prst="rect">
            <a:avLst/>
          </a:prstGeom>
          <a:solidFill>
            <a:srgbClr val="F7F7F7"/>
          </a:solidFill>
          <a:ln/>
        </p:spPr>
      </p:sp>
      <p:sp>
        <p:nvSpPr>
          <p:cNvPr id="64" name="Text 5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5" name="Text 5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graphicFrame>
        <p:nvGraphicFramePr>
          <p:cNvPr id="6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7" name="Text 55"/>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68" name="Text 56"/>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9" name="Shape 57"/>
          <p:cNvSpPr/>
          <p:nvPr/>
        </p:nvSpPr>
        <p:spPr>
          <a:xfrm>
            <a:off x="8040624" y="1371600"/>
            <a:ext cx="3489960" cy="45720"/>
          </a:xfrm>
          <a:prstGeom prst="rect">
            <a:avLst/>
          </a:prstGeom>
          <a:solidFill>
            <a:srgbClr val="2587C5"/>
          </a:solidFill>
          <a:ln/>
        </p:spPr>
      </p:sp>
      <p:sp>
        <p:nvSpPr>
          <p:cNvPr id="7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1" name="Shape 59"/>
          <p:cNvSpPr/>
          <p:nvPr/>
        </p:nvSpPr>
        <p:spPr>
          <a:xfrm>
            <a:off x="8040624" y="1810512"/>
            <a:ext cx="3489960" cy="886968"/>
          </a:xfrm>
          <a:prstGeom prst="rect">
            <a:avLst/>
          </a:prstGeom>
          <a:solidFill>
            <a:srgbClr val="F7F7F7"/>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7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Shape 69"/>
          <p:cNvSpPr/>
          <p:nvPr/>
        </p:nvSpPr>
        <p:spPr>
          <a:xfrm>
            <a:off x="11466576" y="3621024"/>
            <a:ext cx="64008" cy="813816"/>
          </a:xfrm>
          <a:prstGeom prst="rect">
            <a:avLst/>
          </a:prstGeom>
          <a:solidFill>
            <a:srgbClr val="12A566"/>
          </a:solidFill>
          <a:ln/>
        </p:spPr>
      </p:sp>
      <p:sp>
        <p:nvSpPr>
          <p:cNvPr id="86" name="Text 7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7" name="Text 7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88"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9"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0" name="Text 72"/>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91" name="Text 73"/>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92" name="Shape 74"/>
          <p:cNvSpPr/>
          <p:nvPr/>
        </p:nvSpPr>
        <p:spPr>
          <a:xfrm>
            <a:off x="11466576" y="4507992"/>
            <a:ext cx="64008" cy="813816"/>
          </a:xfrm>
          <a:prstGeom prst="rect">
            <a:avLst/>
          </a:prstGeom>
          <a:solidFill>
            <a:srgbClr val="12A566"/>
          </a:solidFill>
          <a:ln/>
        </p:spPr>
      </p:sp>
      <p:sp>
        <p:nvSpPr>
          <p:cNvPr id="93" name="Text 7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4" name="Text 7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95"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6"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7" name="Text 77"/>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98" name="Text 78"/>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99" name="Shape 79"/>
          <p:cNvSpPr/>
          <p:nvPr/>
        </p:nvSpPr>
        <p:spPr>
          <a:xfrm>
            <a:off x="8040624" y="5358384"/>
            <a:ext cx="3489960" cy="886968"/>
          </a:xfrm>
          <a:prstGeom prst="rect">
            <a:avLst/>
          </a:prstGeom>
          <a:solidFill>
            <a:srgbClr val="F7F7F7"/>
          </a:solidFill>
          <a:ln/>
        </p:spPr>
      </p:sp>
      <p:sp>
        <p:nvSpPr>
          <p:cNvPr id="100" name="Text 8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1" name="Text 8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102"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3"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4" name="Text 82"/>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105" name="Text 83"/>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205601"/>
          </a:xfrm>
          <a:prstGeom prst="rect">
            <a:avLst/>
          </a:prstGeom>
          <a:solidFill>
            <a:srgbClr val="2587C5"/>
          </a:solidFill>
          <a:ln/>
        </p:spPr>
      </p:sp>
      <p:sp>
        <p:nvSpPr>
          <p:cNvPr id="14" name="Text 12"/>
          <p:cNvSpPr txBox="1"/>
          <p:nvPr/>
        </p:nvSpPr>
        <p:spPr>
          <a:xfrm>
            <a:off x="5266944"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205601"/>
          </a:xfrm>
          <a:prstGeom prst="rect">
            <a:avLst/>
          </a:prstGeom>
          <a:solidFill>
            <a:srgbClr val="2587C5"/>
          </a:solidFill>
          <a:ln/>
        </p:spPr>
      </p:sp>
      <p:sp>
        <p:nvSpPr>
          <p:cNvPr id="16" name="Text 14"/>
          <p:cNvSpPr txBox="1"/>
          <p:nvPr/>
        </p:nvSpPr>
        <p:spPr>
          <a:xfrm>
            <a:off x="8522208"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159113"/>
            <a:ext cx="45720" cy="942535"/>
          </a:xfrm>
          <a:prstGeom prst="rect">
            <a:avLst/>
          </a:prstGeom>
          <a:solidFill>
            <a:srgbClr val="2587C5"/>
          </a:solidFill>
          <a:ln/>
        </p:spPr>
      </p:sp>
      <p:sp>
        <p:nvSpPr>
          <p:cNvPr id="18" name="Text 16"/>
          <p:cNvSpPr txBox="1"/>
          <p:nvPr/>
        </p:nvSpPr>
        <p:spPr>
          <a:xfrm>
            <a:off x="5266944"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159113"/>
            <a:ext cx="45720" cy="942535"/>
          </a:xfrm>
          <a:prstGeom prst="rect">
            <a:avLst/>
          </a:prstGeom>
          <a:solidFill>
            <a:srgbClr val="2587C5"/>
          </a:solidFill>
          <a:ln/>
        </p:spPr>
      </p:sp>
      <p:sp>
        <p:nvSpPr>
          <p:cNvPr id="20" name="Text 18"/>
          <p:cNvSpPr txBox="1"/>
          <p:nvPr/>
        </p:nvSpPr>
        <p:spPr>
          <a:xfrm>
            <a:off x="8522208"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5211377"/>
            <a:ext cx="45720" cy="942535"/>
          </a:xfrm>
          <a:prstGeom prst="rect">
            <a:avLst/>
          </a:prstGeom>
          <a:solidFill>
            <a:srgbClr val="2587C5"/>
          </a:solidFill>
          <a:ln/>
        </p:spPr>
      </p:sp>
      <p:sp>
        <p:nvSpPr>
          <p:cNvPr id="22" name="Text 20"/>
          <p:cNvSpPr txBox="1"/>
          <p:nvPr/>
        </p:nvSpPr>
        <p:spPr>
          <a:xfrm>
            <a:off x="5266944"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5211377"/>
            <a:ext cx="45720" cy="942535"/>
          </a:xfrm>
          <a:prstGeom prst="rect">
            <a:avLst/>
          </a:prstGeom>
          <a:solidFill>
            <a:srgbClr val="2587C5"/>
          </a:solidFill>
          <a:ln/>
        </p:spPr>
      </p:sp>
      <p:sp>
        <p:nvSpPr>
          <p:cNvPr id="24" name="Text 22"/>
          <p:cNvSpPr txBox="1"/>
          <p:nvPr/>
        </p:nvSpPr>
        <p:spPr>
          <a:xfrm>
            <a:off x="8522208"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403250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304495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304495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304495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304495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304495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Shape 34"/>
          <p:cNvSpPr/>
          <p:nvPr/>
        </p:nvSpPr>
        <p:spPr>
          <a:xfrm>
            <a:off x="7775448" y="1847088"/>
            <a:ext cx="64008" cy="813816"/>
          </a:xfrm>
          <a:prstGeom prst="rect">
            <a:avLst/>
          </a:prstGeom>
          <a:solidFill>
            <a:srgbClr val="2587C5"/>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graphicFrame>
        <p:nvGraphicFramePr>
          <p:cNvPr id="55"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8" name="Text 4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9" name="Text 4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graphicFrame>
        <p:nvGraphicFramePr>
          <p:cNvPr id="6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1" name="Text 50"/>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62" name="Text 51"/>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63" name="Shape 52"/>
          <p:cNvSpPr/>
          <p:nvPr/>
        </p:nvSpPr>
        <p:spPr>
          <a:xfrm>
            <a:off x="4349496" y="5358384"/>
            <a:ext cx="3489960" cy="886968"/>
          </a:xfrm>
          <a:prstGeom prst="rect">
            <a:avLst/>
          </a:prstGeom>
          <a:solidFill>
            <a:srgbClr val="F7F7F7"/>
          </a:solidFill>
          <a:ln/>
        </p:spPr>
      </p:sp>
      <p:sp>
        <p:nvSpPr>
          <p:cNvPr id="64" name="Text 5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5" name="Text 5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graphicFrame>
        <p:nvGraphicFramePr>
          <p:cNvPr id="6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7" name="Text 55"/>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68" name="Text 56"/>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69" name="Shape 57"/>
          <p:cNvSpPr/>
          <p:nvPr/>
        </p:nvSpPr>
        <p:spPr>
          <a:xfrm>
            <a:off x="8040624" y="1371600"/>
            <a:ext cx="3489960" cy="45720"/>
          </a:xfrm>
          <a:prstGeom prst="rect">
            <a:avLst/>
          </a:prstGeom>
          <a:solidFill>
            <a:srgbClr val="2587C5"/>
          </a:solidFill>
          <a:ln/>
        </p:spPr>
      </p:sp>
      <p:sp>
        <p:nvSpPr>
          <p:cNvPr id="7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1" name="Shape 59"/>
          <p:cNvSpPr/>
          <p:nvPr/>
        </p:nvSpPr>
        <p:spPr>
          <a:xfrm>
            <a:off x="8040624" y="1810512"/>
            <a:ext cx="3489960" cy="886968"/>
          </a:xfrm>
          <a:prstGeom prst="rect">
            <a:avLst/>
          </a:prstGeom>
          <a:solidFill>
            <a:srgbClr val="F7F7F7"/>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graphicFrame>
        <p:nvGraphicFramePr>
          <p:cNvPr id="7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Shape 69"/>
          <p:cNvSpPr/>
          <p:nvPr/>
        </p:nvSpPr>
        <p:spPr>
          <a:xfrm>
            <a:off x="11466576" y="3621024"/>
            <a:ext cx="64008" cy="813816"/>
          </a:xfrm>
          <a:prstGeom prst="rect">
            <a:avLst/>
          </a:prstGeom>
          <a:solidFill>
            <a:srgbClr val="12A566"/>
          </a:solidFill>
          <a:ln/>
        </p:spPr>
      </p:sp>
      <p:sp>
        <p:nvSpPr>
          <p:cNvPr id="86" name="Text 7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7" name="Text 7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graphicFrame>
        <p:nvGraphicFramePr>
          <p:cNvPr id="88"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9"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0" name="Text 72"/>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91" name="Text 73"/>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2" name="Shape 74"/>
          <p:cNvSpPr/>
          <p:nvPr/>
        </p:nvSpPr>
        <p:spPr>
          <a:xfrm>
            <a:off x="11466576" y="4507992"/>
            <a:ext cx="64008" cy="813816"/>
          </a:xfrm>
          <a:prstGeom prst="rect">
            <a:avLst/>
          </a:prstGeom>
          <a:solidFill>
            <a:srgbClr val="2587C5"/>
          </a:solidFill>
          <a:ln/>
        </p:spPr>
      </p:sp>
      <p:sp>
        <p:nvSpPr>
          <p:cNvPr id="93" name="Text 75"/>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4" name="Text 76"/>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graphicFrame>
        <p:nvGraphicFramePr>
          <p:cNvPr id="95"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6"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7" name="Text 77"/>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98" name="Text 78"/>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99" name="Shape 79"/>
          <p:cNvSpPr/>
          <p:nvPr/>
        </p:nvSpPr>
        <p:spPr>
          <a:xfrm>
            <a:off x="8040624" y="5358384"/>
            <a:ext cx="3489960" cy="886968"/>
          </a:xfrm>
          <a:prstGeom prst="rect">
            <a:avLst/>
          </a:prstGeom>
          <a:solidFill>
            <a:srgbClr val="F7F7F7"/>
          </a:solidFill>
          <a:ln/>
        </p:spPr>
      </p:sp>
      <p:sp>
        <p:nvSpPr>
          <p:cNvPr id="100" name="Text 80"/>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1" name="Text 81"/>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graphicFrame>
        <p:nvGraphicFramePr>
          <p:cNvPr id="102"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3"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4" name="Text 82"/>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105" name="Text 83"/>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6" name="Shape 21"/>
          <p:cNvSpPr/>
          <p:nvPr/>
        </p:nvSpPr>
        <p:spPr>
          <a:xfrm>
            <a:off x="4084320" y="4507992"/>
            <a:ext cx="64008" cy="813816"/>
          </a:xfrm>
          <a:prstGeom prst="rect">
            <a:avLst/>
          </a:prstGeom>
          <a:solidFill>
            <a:srgbClr val="12A566"/>
          </a:solidFill>
          <a:ln/>
        </p:spPr>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Text 27"/>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4" name="Text 28"/>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graphicFrame>
        <p:nvGraphicFramePr>
          <p:cNvPr id="35"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6" name="Text 29"/>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7" name="Text 30"/>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8" name="Shape 31"/>
          <p:cNvSpPr/>
          <p:nvPr/>
        </p:nvSpPr>
        <p:spPr>
          <a:xfrm>
            <a:off x="4349496" y="1371600"/>
            <a:ext cx="3489960" cy="45720"/>
          </a:xfrm>
          <a:prstGeom prst="rect">
            <a:avLst/>
          </a:prstGeom>
          <a:solidFill>
            <a:srgbClr val="C2352F"/>
          </a:solidFill>
          <a:ln/>
        </p:spPr>
      </p:sp>
      <p:sp>
        <p:nvSpPr>
          <p:cNvPr id="39"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0" name="Shape 33"/>
          <p:cNvSpPr/>
          <p:nvPr/>
        </p:nvSpPr>
        <p:spPr>
          <a:xfrm>
            <a:off x="4349496" y="1810512"/>
            <a:ext cx="3489960" cy="886968"/>
          </a:xfrm>
          <a:prstGeom prst="rect">
            <a:avLst/>
          </a:prstGeom>
          <a:solidFill>
            <a:srgbClr val="F7F7F7"/>
          </a:solidFill>
          <a:ln/>
        </p:spPr>
      </p:sp>
      <p:sp>
        <p:nvSpPr>
          <p:cNvPr id="41" name="Text 34"/>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2" name="Text 35"/>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graphicFrame>
        <p:nvGraphicFramePr>
          <p:cNvPr id="43"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4" name="Text 36"/>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5" name="Text 37"/>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6" name="Text 38"/>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7" name="Text 39"/>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graphicFrame>
        <p:nvGraphicFramePr>
          <p:cNvPr id="48"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9" name="Text 40"/>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50" name="Text 41"/>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51" name="Shape 42"/>
          <p:cNvSpPr/>
          <p:nvPr/>
        </p:nvSpPr>
        <p:spPr>
          <a:xfrm>
            <a:off x="4349496" y="3584448"/>
            <a:ext cx="3489960" cy="886968"/>
          </a:xfrm>
          <a:prstGeom prst="rect">
            <a:avLst/>
          </a:prstGeom>
          <a:solidFill>
            <a:srgbClr val="F7F7F7"/>
          </a:solidFill>
          <a:ln/>
        </p:spPr>
      </p:sp>
      <p:sp>
        <p:nvSpPr>
          <p:cNvPr id="52" name="Text 43"/>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3" name="Text 44"/>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graphicFrame>
        <p:nvGraphicFramePr>
          <p:cNvPr id="54"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5" name="Text 45"/>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56" name="Text 46"/>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Text 5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2" name="Text 6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graphicFrame>
        <p:nvGraphicFramePr>
          <p:cNvPr id="7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5" name="Text 61"/>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76" name="Text 62"/>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7" name="Shape 63"/>
          <p:cNvSpPr/>
          <p:nvPr/>
        </p:nvSpPr>
        <p:spPr>
          <a:xfrm>
            <a:off x="11466576" y="2734056"/>
            <a:ext cx="64008" cy="813816"/>
          </a:xfrm>
          <a:prstGeom prst="rect">
            <a:avLst/>
          </a:prstGeom>
          <a:solidFill>
            <a:srgbClr val="12A566"/>
          </a:solidFill>
          <a:ln/>
        </p:spPr>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graphicFrame>
        <p:nvGraphicFramePr>
          <p:cNvPr id="8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graphicFrame>
        <p:nvGraphicFramePr>
          <p:cNvPr id="9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8755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26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3346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356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420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0925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179363"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1" name="Shape 39"/>
          <p:cNvSpPr/>
          <p:nvPr/>
        </p:nvSpPr>
        <p:spPr>
          <a:xfrm>
            <a:off x="3785616" y="3591128"/>
            <a:ext cx="17936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644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94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0462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968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978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978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9" name="Shape 67"/>
          <p:cNvSpPr/>
          <p:nvPr/>
        </p:nvSpPr>
        <p:spPr>
          <a:xfrm>
            <a:off x="3785616" y="5270397"/>
            <a:ext cx="44841"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484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7" name="Shape 75"/>
          <p:cNvSpPr/>
          <p:nvPr/>
        </p:nvSpPr>
        <p:spPr>
          <a:xfrm>
            <a:off x="3785616" y="5750188"/>
            <a:ext cx="448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9336024" y="1911860"/>
            <a:ext cx="2989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9336024" y="2151755"/>
            <a:ext cx="2989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4947"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06130" y="2631546"/>
            <a:ext cx="2989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91183" y="2871442"/>
            <a:ext cx="44841"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76236" y="3111337"/>
            <a:ext cx="597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31396" y="3351233"/>
            <a:ext cx="1046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1608" y="3591128"/>
            <a:ext cx="16441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6767" y="3831024"/>
            <a:ext cx="20925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6767" y="4070920"/>
            <a:ext cx="2092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1820" y="4310815"/>
            <a:ext cx="22420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5" name="Shape 123"/>
          <p:cNvSpPr/>
          <p:nvPr/>
        </p:nvSpPr>
        <p:spPr>
          <a:xfrm>
            <a:off x="9037086" y="4550711"/>
            <a:ext cx="29893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9037086" y="4790606"/>
            <a:ext cx="2989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902563" y="5030502"/>
            <a:ext cx="43346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3519" y="5270397"/>
            <a:ext cx="70250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Shape 23"/>
          <p:cNvSpPr/>
          <p:nvPr/>
        </p:nvSpPr>
        <p:spPr>
          <a:xfrm>
            <a:off x="4084320" y="5394960"/>
            <a:ext cx="64008" cy="813816"/>
          </a:xfrm>
          <a:prstGeom prst="rect">
            <a:avLst/>
          </a:prstGeom>
          <a:solidFill>
            <a:srgbClr val="12A566"/>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graphicFrame>
        <p:nvGraphicFramePr>
          <p:cNvPr id="7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79" name="Shape 61"/>
          <p:cNvSpPr/>
          <p:nvPr/>
        </p:nvSpPr>
        <p:spPr>
          <a:xfrm>
            <a:off x="11466576" y="4507992"/>
            <a:ext cx="64008" cy="813816"/>
          </a:xfrm>
          <a:prstGeom prst="rect">
            <a:avLst/>
          </a:prstGeom>
          <a:solidFill>
            <a:srgbClr val="12A566"/>
          </a:solidFill>
          <a:ln/>
        </p:spPr>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40.7%, ahead of 2025 in all nine months.</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641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7637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8862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6354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384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7579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3818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2565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1" name="Shape 59"/>
          <p:cNvSpPr/>
          <p:nvPr/>
        </p:nvSpPr>
        <p:spPr>
          <a:xfrm>
            <a:off x="3785616" y="4790606"/>
            <a:ext cx="22565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297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043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789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536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1282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028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10028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775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21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268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268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9336024" y="3591128"/>
            <a:ext cx="37608"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37608"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25072"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3488"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3343" y="4790606"/>
            <a:ext cx="626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3343" y="5030502"/>
            <a:ext cx="626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35735" y="5270397"/>
            <a:ext cx="10028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0229" y="5510293"/>
            <a:ext cx="275795"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Shape 49"/>
          <p:cNvSpPr/>
          <p:nvPr/>
        </p:nvSpPr>
        <p:spPr>
          <a:xfrm>
            <a:off x="11466576" y="1847088"/>
            <a:ext cx="64008" cy="813816"/>
          </a:xfrm>
          <a:prstGeom prst="rect">
            <a:avLst/>
          </a:prstGeom>
          <a:solidFill>
            <a:srgbClr val="12A566"/>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67" name="Text 5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5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6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1" name="Text 55"/>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72" name="Shape 56"/>
          <p:cNvSpPr/>
          <p:nvPr/>
        </p:nvSpPr>
        <p:spPr>
          <a:xfrm>
            <a:off x="8040624" y="3584448"/>
            <a:ext cx="3489960" cy="886968"/>
          </a:xfrm>
          <a:prstGeom prst="rect">
            <a:avLst/>
          </a:prstGeom>
          <a:solidFill>
            <a:srgbClr val="F7F7F7"/>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7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80"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1"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1.3-1.4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0.8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at or above the 57.8% group.</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9" name="Shape 156"/>
          <p:cNvSpPr/>
          <p:nvPr/>
        </p:nvSpPr>
        <p:spPr>
          <a:xfrm>
            <a:off x="457200" y="6126480"/>
            <a:ext cx="11274552" cy="371856"/>
          </a:xfrm>
          <a:prstGeom prst="rect">
            <a:avLst/>
          </a:prstGeom>
          <a:solidFill>
            <a:srgbClr val="EDF4FA"/>
          </a:solidFill>
          <a:ln/>
        </p:spPr>
      </p:sp>
      <p:sp>
        <p:nvSpPr>
          <p:cNvPr id="160" name="Text 15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11 of 28 stores at or above the 45.3% group.</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13.2%, ahead of 2025 in all nine months, but 1.8 pts under the 15% benchmark — 4,821 alignments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5" name="Shape 12"/>
          <p:cNvSpPr/>
          <p:nvPr/>
        </p:nvSpPr>
        <p:spPr>
          <a:xfrm>
            <a:off x="4084320" y="2734056"/>
            <a:ext cx="64008" cy="813816"/>
          </a:xfrm>
          <a:prstGeom prst="rect">
            <a:avLst/>
          </a:prstGeom>
          <a:solidFill>
            <a:srgbClr val="12A566"/>
          </a:solidFill>
          <a:ln/>
        </p:spPr>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5" name="Shape 20"/>
          <p:cNvSpPr/>
          <p:nvPr/>
        </p:nvSpPr>
        <p:spPr>
          <a:xfrm>
            <a:off x="4084320" y="4507992"/>
            <a:ext cx="64008" cy="813816"/>
          </a:xfrm>
          <a:prstGeom prst="rect">
            <a:avLst/>
          </a:prstGeom>
          <a:solidFill>
            <a:srgbClr val="12A566"/>
          </a:solidFill>
          <a:ln/>
        </p:spPr>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30" name="Shape 24"/>
          <p:cNvSpPr/>
          <p:nvPr/>
        </p:nvSpPr>
        <p:spPr>
          <a:xfrm>
            <a:off x="658368" y="5358384"/>
            <a:ext cx="3489960" cy="886968"/>
          </a:xfrm>
          <a:prstGeom prst="rect">
            <a:avLst/>
          </a:prstGeom>
          <a:solidFill>
            <a:srgbClr val="F7F7F7"/>
          </a:solidFill>
          <a:ln/>
        </p:spPr>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graphicFrame>
        <p:nvGraphicFramePr>
          <p:cNvPr id="33"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5" name="Shape 28"/>
          <p:cNvSpPr/>
          <p:nvPr/>
        </p:nvSpPr>
        <p:spPr>
          <a:xfrm>
            <a:off x="4349496" y="1371600"/>
            <a:ext cx="3489960" cy="45720"/>
          </a:xfrm>
          <a:prstGeom prst="rect">
            <a:avLst/>
          </a:prstGeom>
          <a:solidFill>
            <a:srgbClr val="C2352F"/>
          </a:solidFill>
          <a:ln/>
        </p:spPr>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graphicFrame>
        <p:nvGraphicFramePr>
          <p:cNvPr id="40"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graphicFrame>
        <p:nvGraphicFramePr>
          <p:cNvPr id="44"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6" name="Shape 37"/>
          <p:cNvSpPr/>
          <p:nvPr/>
        </p:nvSpPr>
        <p:spPr>
          <a:xfrm>
            <a:off x="4349496" y="3584448"/>
            <a:ext cx="3489960" cy="886968"/>
          </a:xfrm>
          <a:prstGeom prst="rect">
            <a:avLst/>
          </a:prstGeom>
          <a:solidFill>
            <a:srgbClr val="F7F7F7"/>
          </a:solidFill>
          <a:ln/>
        </p:spPr>
      </p:sp>
      <p:sp>
        <p:nvSpPr>
          <p:cNvPr id="47" name="Text 38"/>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39"/>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graphicFrame>
        <p:nvGraphicFramePr>
          <p:cNvPr id="49"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0" name="Text 40"/>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51" name="Text 41"/>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42"/>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graphicFrame>
        <p:nvGraphicFramePr>
          <p:cNvPr id="53"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4" name="Text 43"/>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55" name="Shape 44"/>
          <p:cNvSpPr/>
          <p:nvPr/>
        </p:nvSpPr>
        <p:spPr>
          <a:xfrm>
            <a:off x="4349496" y="5358384"/>
            <a:ext cx="3489960" cy="886968"/>
          </a:xfrm>
          <a:prstGeom prst="rect">
            <a:avLst/>
          </a:prstGeom>
          <a:solidFill>
            <a:srgbClr val="F7F7F7"/>
          </a:solidFill>
          <a:ln/>
        </p:spPr>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graphicFrame>
        <p:nvGraphicFramePr>
          <p:cNvPr id="58"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0" name="Shape 48"/>
          <p:cNvSpPr/>
          <p:nvPr/>
        </p:nvSpPr>
        <p:spPr>
          <a:xfrm>
            <a:off x="8040624" y="1371600"/>
            <a:ext cx="3489960" cy="45720"/>
          </a:xfrm>
          <a:prstGeom prst="rect">
            <a:avLst/>
          </a:prstGeom>
          <a:solidFill>
            <a:srgbClr val="2587C5"/>
          </a:solidFill>
          <a:ln/>
        </p:spPr>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8" name="Shape 54"/>
          <p:cNvSpPr/>
          <p:nvPr/>
        </p:nvSpPr>
        <p:spPr>
          <a:xfrm>
            <a:off x="11466576" y="2734056"/>
            <a:ext cx="64008" cy="813816"/>
          </a:xfrm>
          <a:prstGeom prst="rect">
            <a:avLst/>
          </a:prstGeom>
          <a:solidFill>
            <a:srgbClr val="12A566"/>
          </a:solidFill>
          <a:ln/>
        </p:spPr>
      </p:sp>
      <p:sp>
        <p:nvSpPr>
          <p:cNvPr id="69" name="Text 55"/>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56"/>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71"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2"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3" name="Text 57"/>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74" name="Shape 58"/>
          <p:cNvSpPr/>
          <p:nvPr/>
        </p:nvSpPr>
        <p:spPr>
          <a:xfrm>
            <a:off x="8040624" y="3584448"/>
            <a:ext cx="3489960" cy="886968"/>
          </a:xfrm>
          <a:prstGeom prst="rect">
            <a:avLst/>
          </a:prstGeom>
          <a:solidFill>
            <a:srgbClr val="F7F7F7"/>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80" name="Shape 62"/>
          <p:cNvSpPr/>
          <p:nvPr/>
        </p:nvSpPr>
        <p:spPr>
          <a:xfrm>
            <a:off x="11466576" y="4507992"/>
            <a:ext cx="64008" cy="813816"/>
          </a:xfrm>
          <a:prstGeom prst="rect">
            <a:avLst/>
          </a:prstGeom>
          <a:solidFill>
            <a:srgbClr val="12A566"/>
          </a:solidFill>
          <a:ln/>
        </p:spPr>
      </p:sp>
      <p:sp>
        <p:nvSpPr>
          <p:cNvPr id="81"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8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5"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86" name="Shape 66"/>
          <p:cNvSpPr/>
          <p:nvPr/>
        </p:nvSpPr>
        <p:spPr>
          <a:xfrm>
            <a:off x="8040624" y="5358384"/>
            <a:ext cx="3489960" cy="886968"/>
          </a:xfrm>
          <a:prstGeom prst="rect">
            <a:avLst/>
          </a:prstGeom>
          <a:solidFill>
            <a:srgbClr val="F7F7F7"/>
          </a:solidFill>
          <a:ln/>
        </p:spPr>
      </p:sp>
      <p:sp>
        <p:nvSpPr>
          <p:cNvPr id="87" name="Shape 67"/>
          <p:cNvSpPr/>
          <p:nvPr/>
        </p:nvSpPr>
        <p:spPr>
          <a:xfrm>
            <a:off x="11466576" y="5394960"/>
            <a:ext cx="64008" cy="813816"/>
          </a:xfrm>
          <a:prstGeom prst="rect">
            <a:avLst/>
          </a:prstGeom>
          <a:solidFill>
            <a:srgbClr val="12A566"/>
          </a:solidFill>
          <a:ln/>
        </p:spPr>
      </p:sp>
      <p:sp>
        <p:nvSpPr>
          <p:cNvPr id="88"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9"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9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6.7 pts under the 15% benchmark — 18,493 balances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4" name="Shape 19"/>
          <p:cNvSpPr/>
          <p:nvPr/>
        </p:nvSpPr>
        <p:spPr>
          <a:xfrm>
            <a:off x="4084320" y="4507992"/>
            <a:ext cx="64008" cy="813816"/>
          </a:xfrm>
          <a:prstGeom prst="rect">
            <a:avLst/>
          </a:prstGeom>
          <a:solidFill>
            <a:srgbClr val="12A566"/>
          </a:solidFill>
          <a:ln/>
        </p:spPr>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27</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Shape 50"/>
          <p:cNvSpPr/>
          <p:nvPr/>
        </p:nvSpPr>
        <p:spPr>
          <a:xfrm>
            <a:off x="11466576" y="1847088"/>
            <a:ext cx="64008" cy="813816"/>
          </a:xfrm>
          <a:prstGeom prst="rect">
            <a:avLst/>
          </a:prstGeom>
          <a:solidFill>
            <a:srgbClr val="12A566"/>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7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79" name="Shape 61"/>
          <p:cNvSpPr/>
          <p:nvPr/>
        </p:nvSpPr>
        <p:spPr>
          <a:xfrm>
            <a:off x="11466576" y="4507992"/>
            <a:ext cx="64008" cy="813816"/>
          </a:xfrm>
          <a:prstGeom prst="rect">
            <a:avLst/>
          </a:prstGeom>
          <a:solidFill>
            <a:srgbClr val="12A566"/>
          </a:solidFill>
          <a:ln/>
        </p:spPr>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 pts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9.2%, ahead of 2025 in all nine months, but 0.8 pts under the 10% benchmark — 1,985 brake fluid services short.</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graphicFrame>
        <p:nvGraphicFramePr>
          <p:cNvPr id="21"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3" name="Text 18"/>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19"/>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graphicFrame>
        <p:nvGraphicFramePr>
          <p:cNvPr id="25"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6" name="Text 20"/>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7" name="Shape 21"/>
          <p:cNvSpPr/>
          <p:nvPr/>
        </p:nvSpPr>
        <p:spPr>
          <a:xfrm>
            <a:off x="658368" y="5358384"/>
            <a:ext cx="3489960" cy="886968"/>
          </a:xfrm>
          <a:prstGeom prst="rect">
            <a:avLst/>
          </a:prstGeom>
          <a:solidFill>
            <a:srgbClr val="F7F7F7"/>
          </a:solidFill>
          <a:ln/>
        </p:spPr>
      </p:sp>
      <p:sp>
        <p:nvSpPr>
          <p:cNvPr id="28" name="Text 22"/>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3"/>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graphicFrame>
        <p:nvGraphicFramePr>
          <p:cNvPr id="30"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1" name="Text 24"/>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32" name="Shape 25"/>
          <p:cNvSpPr/>
          <p:nvPr/>
        </p:nvSpPr>
        <p:spPr>
          <a:xfrm>
            <a:off x="4349496" y="1371600"/>
            <a:ext cx="3489960" cy="45720"/>
          </a:xfrm>
          <a:prstGeom prst="rect">
            <a:avLst/>
          </a:prstGeom>
          <a:solidFill>
            <a:srgbClr val="C2352F"/>
          </a:solidFill>
          <a:ln/>
        </p:spPr>
      </p:sp>
      <p:sp>
        <p:nvSpPr>
          <p:cNvPr id="33"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Shape 27"/>
          <p:cNvSpPr/>
          <p:nvPr/>
        </p:nvSpPr>
        <p:spPr>
          <a:xfrm>
            <a:off x="4349496" y="1810512"/>
            <a:ext cx="3489960" cy="886968"/>
          </a:xfrm>
          <a:prstGeom prst="rect">
            <a:avLst/>
          </a:prstGeom>
          <a:solidFill>
            <a:srgbClr val="F7F7F7"/>
          </a:solidFill>
          <a:ln/>
        </p:spPr>
      </p:sp>
      <p:sp>
        <p:nvSpPr>
          <p:cNvPr id="35" name="Text 28"/>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6" name="Text 29"/>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graphicFrame>
        <p:nvGraphicFramePr>
          <p:cNvPr id="37"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8" name="Text 30"/>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9" name="Text 31"/>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0" name="Text 32"/>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graphicFrame>
        <p:nvGraphicFramePr>
          <p:cNvPr id="41"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2" name="Text 33"/>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43" name="Shape 34"/>
          <p:cNvSpPr/>
          <p:nvPr/>
        </p:nvSpPr>
        <p:spPr>
          <a:xfrm>
            <a:off x="4349496" y="3584448"/>
            <a:ext cx="3489960" cy="886968"/>
          </a:xfrm>
          <a:prstGeom prst="rect">
            <a:avLst/>
          </a:prstGeom>
          <a:solidFill>
            <a:srgbClr val="F7F7F7"/>
          </a:solidFill>
          <a:ln/>
        </p:spPr>
      </p:sp>
      <p:sp>
        <p:nvSpPr>
          <p:cNvPr id="44" name="Text 3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5" name="Text 3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graphicFrame>
        <p:nvGraphicFramePr>
          <p:cNvPr id="4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7" name="Text 37"/>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8" name="Text 3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9" name="Text 3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graphicFrame>
        <p:nvGraphicFramePr>
          <p:cNvPr id="5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1" name="Text 40"/>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52" name="Shape 41"/>
          <p:cNvSpPr/>
          <p:nvPr/>
        </p:nvSpPr>
        <p:spPr>
          <a:xfrm>
            <a:off x="4349496" y="5358384"/>
            <a:ext cx="3489960" cy="886968"/>
          </a:xfrm>
          <a:prstGeom prst="rect">
            <a:avLst/>
          </a:prstGeom>
          <a:solidFill>
            <a:srgbClr val="F7F7F7"/>
          </a:solidFill>
          <a:ln/>
        </p:spPr>
      </p:sp>
      <p:sp>
        <p:nvSpPr>
          <p:cNvPr id="53" name="Text 4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4" name="Text 4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graphicFrame>
        <p:nvGraphicFramePr>
          <p:cNvPr id="5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6" name="Text 44"/>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57" name="Shape 45"/>
          <p:cNvSpPr/>
          <p:nvPr/>
        </p:nvSpPr>
        <p:spPr>
          <a:xfrm>
            <a:off x="8040624" y="1371600"/>
            <a:ext cx="3489960" cy="45720"/>
          </a:xfrm>
          <a:prstGeom prst="rect">
            <a:avLst/>
          </a:prstGeom>
          <a:solidFill>
            <a:srgbClr val="2587C5"/>
          </a:solidFill>
          <a:ln/>
        </p:spPr>
      </p:sp>
      <p:sp>
        <p:nvSpPr>
          <p:cNvPr id="58" name="Text 4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9" name="Shape 47"/>
          <p:cNvSpPr/>
          <p:nvPr/>
        </p:nvSpPr>
        <p:spPr>
          <a:xfrm>
            <a:off x="8040624" y="1810512"/>
            <a:ext cx="3489960" cy="886968"/>
          </a:xfrm>
          <a:prstGeom prst="rect">
            <a:avLst/>
          </a:prstGeom>
          <a:solidFill>
            <a:srgbClr val="F7F7F7"/>
          </a:solidFill>
          <a:ln/>
        </p:spPr>
      </p:sp>
      <p:sp>
        <p:nvSpPr>
          <p:cNvPr id="60" name="Text 4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1" name="Text 4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6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4" name="Text 50"/>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65" name="Text 51"/>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6" name="Text 52"/>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67"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8"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69" name="Text 53"/>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70" name="Shape 54"/>
          <p:cNvSpPr/>
          <p:nvPr/>
        </p:nvSpPr>
        <p:spPr>
          <a:xfrm>
            <a:off x="8040624" y="3584448"/>
            <a:ext cx="3489960" cy="886968"/>
          </a:xfrm>
          <a:prstGeom prst="rect">
            <a:avLst/>
          </a:prstGeom>
          <a:solidFill>
            <a:srgbClr val="F7F7F7"/>
          </a:solidFill>
          <a:ln/>
        </p:spPr>
      </p:sp>
      <p:sp>
        <p:nvSpPr>
          <p:cNvPr id="71" name="Text 55"/>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56"/>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graphicFrame>
        <p:nvGraphicFramePr>
          <p:cNvPr id="73"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4"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5" name="Text 57"/>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76" name="Text 58"/>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7" name="Text 59"/>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78"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79"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0" name="Text 60"/>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81" name="Shape 61"/>
          <p:cNvSpPr/>
          <p:nvPr/>
        </p:nvSpPr>
        <p:spPr>
          <a:xfrm>
            <a:off x="8040624" y="5358384"/>
            <a:ext cx="3489960" cy="886968"/>
          </a:xfrm>
          <a:prstGeom prst="rect">
            <a:avLst/>
          </a:prstGeom>
          <a:solidFill>
            <a:srgbClr val="F7F7F7"/>
          </a:solidFill>
          <a:ln/>
        </p:spPr>
      </p:sp>
      <p:sp>
        <p:nvSpPr>
          <p:cNvPr id="82" name="Text 6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6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graphicFrame>
        <p:nvGraphicFramePr>
          <p:cNvPr id="8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6" name="Text 64"/>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5.8%, ahead of 2025 in all nine months, but 1.7 pts under the 7.5% benchmark — 4,731 fuel services short.</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4" name="Shape 11"/>
          <p:cNvSpPr/>
          <p:nvPr/>
        </p:nvSpPr>
        <p:spPr>
          <a:xfrm>
            <a:off x="4084320" y="2734056"/>
            <a:ext cx="64008" cy="813816"/>
          </a:xfrm>
          <a:prstGeom prst="rect">
            <a:avLst/>
          </a:prstGeom>
          <a:solidFill>
            <a:srgbClr val="12A566"/>
          </a:solidFill>
          <a:ln/>
        </p:spPr>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27</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26</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graphicFrame>
        <p:nvGraphicFramePr>
          <p:cNvPr id="6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6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Text 56"/>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3" name="Text 57"/>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graphicFrame>
        <p:nvGraphicFramePr>
          <p:cNvPr id="74"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5"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6" name="Text 58"/>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77" name="Shape 59"/>
          <p:cNvSpPr/>
          <p:nvPr/>
        </p:nvSpPr>
        <p:spPr>
          <a:xfrm>
            <a:off x="11466576" y="4507992"/>
            <a:ext cx="64008" cy="813816"/>
          </a:xfrm>
          <a:prstGeom prst="rect">
            <a:avLst/>
          </a:prstGeom>
          <a:solidFill>
            <a:srgbClr val="12A566"/>
          </a:solidFill>
          <a:ln/>
        </p:spPr>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graphicFrame>
        <p:nvGraphicFramePr>
          <p:cNvPr id="80"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1"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8.8%</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17296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270248" y="1316736"/>
            <a:ext cx="7772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9" name="Shape 7"/>
          <p:cNvSpPr/>
          <p:nvPr/>
        </p:nvSpPr>
        <p:spPr>
          <a:xfrm>
            <a:off x="2969751" y="1700784"/>
            <a:ext cx="10973" cy="4224528"/>
          </a:xfrm>
          <a:prstGeom prst="rect">
            <a:avLst/>
          </a:prstGeom>
          <a:solidFill>
            <a:srgbClr val="9AA3AD"/>
          </a:solidFill>
          <a:ln/>
        </p:spPr>
      </p:sp>
      <p:sp>
        <p:nvSpPr>
          <p:cNvPr id="10" name="Text 8"/>
          <p:cNvSpPr txBox="1"/>
          <p:nvPr/>
        </p:nvSpPr>
        <p:spPr>
          <a:xfrm>
            <a:off x="872337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820656" y="1316736"/>
            <a:ext cx="7772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2" name="Text 10"/>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3" name="Shape 11"/>
          <p:cNvSpPr/>
          <p:nvPr/>
        </p:nvSpPr>
        <p:spPr>
          <a:xfrm>
            <a:off x="8520159"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2975237" y="1756697"/>
            <a:ext cx="142867" cy="136676"/>
          </a:xfrm>
          <a:prstGeom prst="rect">
            <a:avLst/>
          </a:prstGeom>
          <a:solidFill>
            <a:srgbClr val="12A566"/>
          </a:solidFill>
          <a:ln/>
        </p:spPr>
      </p:sp>
      <p:sp>
        <p:nvSpPr>
          <p:cNvPr id="17" name="Text 15"/>
          <p:cNvSpPr txBox="1"/>
          <p:nvPr/>
        </p:nvSpPr>
        <p:spPr>
          <a:xfrm>
            <a:off x="317296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8" name="Text 16"/>
          <p:cNvSpPr txBox="1"/>
          <p:nvPr/>
        </p:nvSpPr>
        <p:spPr>
          <a:xfrm>
            <a:off x="4270248" y="170078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 of 4</a:t>
            </a:r>
            <a:endParaRPr lang="en-US" sz="1300" dirty="0"/>
          </a:p>
        </p:txBody>
      </p:sp>
      <p:sp>
        <p:nvSpPr>
          <p:cNvPr id="19" name="Text 17"/>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2975237" y="2005199"/>
            <a:ext cx="38617" cy="136676"/>
          </a:xfrm>
          <a:prstGeom prst="rect">
            <a:avLst/>
          </a:prstGeom>
          <a:solidFill>
            <a:srgbClr val="12A566"/>
          </a:solidFill>
          <a:ln/>
        </p:spPr>
      </p:sp>
      <p:sp>
        <p:nvSpPr>
          <p:cNvPr id="24" name="Text 22"/>
          <p:cNvSpPr txBox="1"/>
          <p:nvPr/>
        </p:nvSpPr>
        <p:spPr>
          <a:xfrm>
            <a:off x="317296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5" name="Text 23"/>
          <p:cNvSpPr txBox="1"/>
          <p:nvPr/>
        </p:nvSpPr>
        <p:spPr>
          <a:xfrm>
            <a:off x="4270248" y="194928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26" name="Text 24"/>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0" name="Shape 28"/>
          <p:cNvSpPr/>
          <p:nvPr/>
        </p:nvSpPr>
        <p:spPr>
          <a:xfrm>
            <a:off x="2975237" y="2253700"/>
            <a:ext cx="18288" cy="136676"/>
          </a:xfrm>
          <a:prstGeom prst="rect">
            <a:avLst/>
          </a:prstGeom>
          <a:solidFill>
            <a:srgbClr val="12A566"/>
          </a:solidFill>
          <a:ln/>
        </p:spPr>
      </p:sp>
      <p:sp>
        <p:nvSpPr>
          <p:cNvPr id="31" name="Text 29"/>
          <p:cNvSpPr txBox="1"/>
          <p:nvPr/>
        </p:nvSpPr>
        <p:spPr>
          <a:xfrm>
            <a:off x="317296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32" name="Text 30"/>
          <p:cNvSpPr txBox="1"/>
          <p:nvPr/>
        </p:nvSpPr>
        <p:spPr>
          <a:xfrm>
            <a:off x="4270248" y="219778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33" name="Text 31"/>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75237" y="2502202"/>
            <a:ext cx="18288" cy="136676"/>
          </a:xfrm>
          <a:prstGeom prst="rect">
            <a:avLst/>
          </a:prstGeom>
          <a:solidFill>
            <a:srgbClr val="12A566"/>
          </a:solidFill>
          <a:ln/>
        </p:spPr>
      </p:sp>
      <p:sp>
        <p:nvSpPr>
          <p:cNvPr id="38" name="Text 36"/>
          <p:cNvSpPr txBox="1"/>
          <p:nvPr/>
        </p:nvSpPr>
        <p:spPr>
          <a:xfrm>
            <a:off x="317296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9" name="Text 37"/>
          <p:cNvSpPr txBox="1"/>
          <p:nvPr/>
        </p:nvSpPr>
        <p:spPr>
          <a:xfrm>
            <a:off x="4270248" y="244628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40" name="Text 38"/>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2975237" y="2750703"/>
            <a:ext cx="18288" cy="136676"/>
          </a:xfrm>
          <a:prstGeom prst="rect">
            <a:avLst/>
          </a:prstGeom>
          <a:solidFill>
            <a:srgbClr val="12A566"/>
          </a:solidFill>
          <a:ln/>
        </p:spPr>
      </p:sp>
      <p:sp>
        <p:nvSpPr>
          <p:cNvPr id="44" name="Text 42"/>
          <p:cNvSpPr txBox="1"/>
          <p:nvPr/>
        </p:nvSpPr>
        <p:spPr>
          <a:xfrm>
            <a:off x="317296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45" name="Text 43"/>
          <p:cNvSpPr txBox="1"/>
          <p:nvPr/>
        </p:nvSpPr>
        <p:spPr>
          <a:xfrm>
            <a:off x="4270248" y="2694791"/>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46" name="Text 44"/>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2975237" y="2999205"/>
            <a:ext cx="18288" cy="136676"/>
          </a:xfrm>
          <a:prstGeom prst="rect">
            <a:avLst/>
          </a:prstGeom>
          <a:solidFill>
            <a:srgbClr val="12A566"/>
          </a:solidFill>
          <a:ln/>
        </p:spPr>
      </p:sp>
      <p:sp>
        <p:nvSpPr>
          <p:cNvPr id="50" name="Text 48"/>
          <p:cNvSpPr txBox="1"/>
          <p:nvPr/>
        </p:nvSpPr>
        <p:spPr>
          <a:xfrm>
            <a:off x="317296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51" name="Text 49"/>
          <p:cNvSpPr txBox="1"/>
          <p:nvPr/>
        </p:nvSpPr>
        <p:spPr>
          <a:xfrm>
            <a:off x="4270248" y="294329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52" name="Text 50"/>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2975237" y="3247707"/>
            <a:ext cx="18288" cy="136676"/>
          </a:xfrm>
          <a:prstGeom prst="rect">
            <a:avLst/>
          </a:prstGeom>
          <a:solidFill>
            <a:srgbClr val="12A566"/>
          </a:solidFill>
          <a:ln/>
        </p:spPr>
      </p:sp>
      <p:sp>
        <p:nvSpPr>
          <p:cNvPr id="56" name="Text 54"/>
          <p:cNvSpPr txBox="1"/>
          <p:nvPr/>
        </p:nvSpPr>
        <p:spPr>
          <a:xfrm>
            <a:off x="317296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57" name="Text 55"/>
          <p:cNvSpPr txBox="1"/>
          <p:nvPr/>
        </p:nvSpPr>
        <p:spPr>
          <a:xfrm>
            <a:off x="4270248" y="319179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8" name="Text 56"/>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69561" y="3496208"/>
            <a:ext cx="18288" cy="136676"/>
          </a:xfrm>
          <a:prstGeom prst="rect">
            <a:avLst/>
          </a:prstGeom>
          <a:solidFill>
            <a:srgbClr val="C2352F"/>
          </a:solidFill>
          <a:ln/>
        </p:spPr>
      </p:sp>
      <p:sp>
        <p:nvSpPr>
          <p:cNvPr id="62" name="Text 60"/>
          <p:cNvSpPr txBox="1"/>
          <p:nvPr/>
        </p:nvSpPr>
        <p:spPr>
          <a:xfrm>
            <a:off x="317296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63" name="Text 61"/>
          <p:cNvSpPr txBox="1"/>
          <p:nvPr/>
        </p:nvSpPr>
        <p:spPr>
          <a:xfrm>
            <a:off x="4270248" y="344029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2</a:t>
            </a:r>
            <a:endParaRPr lang="en-US" sz="1300" dirty="0"/>
          </a:p>
        </p:txBody>
      </p:sp>
      <p:sp>
        <p:nvSpPr>
          <p:cNvPr id="64" name="Text 6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2968009" y="3744710"/>
            <a:ext cx="18288" cy="136676"/>
          </a:xfrm>
          <a:prstGeom prst="rect">
            <a:avLst/>
          </a:prstGeom>
          <a:solidFill>
            <a:srgbClr val="C2352F"/>
          </a:solidFill>
          <a:ln/>
        </p:spPr>
      </p:sp>
      <p:sp>
        <p:nvSpPr>
          <p:cNvPr id="68" name="Text 66"/>
          <p:cNvSpPr txBox="1"/>
          <p:nvPr/>
        </p:nvSpPr>
        <p:spPr>
          <a:xfrm>
            <a:off x="317296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69" name="Text 67"/>
          <p:cNvSpPr txBox="1"/>
          <p:nvPr/>
        </p:nvSpPr>
        <p:spPr>
          <a:xfrm>
            <a:off x="4270248" y="368879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0" name="Text 68"/>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2967908" y="3993212"/>
            <a:ext cx="18288" cy="136676"/>
          </a:xfrm>
          <a:prstGeom prst="rect">
            <a:avLst/>
          </a:prstGeom>
          <a:solidFill>
            <a:srgbClr val="C2352F"/>
          </a:solidFill>
          <a:ln/>
        </p:spPr>
      </p:sp>
      <p:sp>
        <p:nvSpPr>
          <p:cNvPr id="74" name="Text 72"/>
          <p:cNvSpPr txBox="1"/>
          <p:nvPr/>
        </p:nvSpPr>
        <p:spPr>
          <a:xfrm>
            <a:off x="317296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75" name="Text 73"/>
          <p:cNvSpPr txBox="1"/>
          <p:nvPr/>
        </p:nvSpPr>
        <p:spPr>
          <a:xfrm>
            <a:off x="4270248" y="393729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3</a:t>
            </a:r>
            <a:endParaRPr lang="en-US" sz="1300" dirty="0"/>
          </a:p>
        </p:txBody>
      </p:sp>
      <p:sp>
        <p:nvSpPr>
          <p:cNvPr id="76" name="Text 74"/>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2967012" y="4241713"/>
            <a:ext cx="18288" cy="136676"/>
          </a:xfrm>
          <a:prstGeom prst="rect">
            <a:avLst/>
          </a:prstGeom>
          <a:solidFill>
            <a:srgbClr val="C2352F"/>
          </a:solidFill>
          <a:ln/>
        </p:spPr>
      </p:sp>
      <p:sp>
        <p:nvSpPr>
          <p:cNvPr id="80" name="Text 78"/>
          <p:cNvSpPr txBox="1"/>
          <p:nvPr/>
        </p:nvSpPr>
        <p:spPr>
          <a:xfrm>
            <a:off x="317296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81" name="Text 79"/>
          <p:cNvSpPr txBox="1"/>
          <p:nvPr/>
        </p:nvSpPr>
        <p:spPr>
          <a:xfrm>
            <a:off x="4270248" y="418580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82" name="Text 80"/>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2964697" y="4490215"/>
            <a:ext cx="18288" cy="136676"/>
          </a:xfrm>
          <a:prstGeom prst="rect">
            <a:avLst/>
          </a:prstGeom>
          <a:solidFill>
            <a:srgbClr val="C2352F"/>
          </a:solidFill>
          <a:ln/>
        </p:spPr>
      </p:sp>
      <p:sp>
        <p:nvSpPr>
          <p:cNvPr id="86" name="Text 84"/>
          <p:cNvSpPr txBox="1"/>
          <p:nvPr/>
        </p:nvSpPr>
        <p:spPr>
          <a:xfrm>
            <a:off x="317296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87" name="Text 85"/>
          <p:cNvSpPr txBox="1"/>
          <p:nvPr/>
        </p:nvSpPr>
        <p:spPr>
          <a:xfrm>
            <a:off x="4270248" y="443430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88" name="Text 86"/>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91" name="Shape 89"/>
          <p:cNvSpPr/>
          <p:nvPr/>
        </p:nvSpPr>
        <p:spPr>
          <a:xfrm>
            <a:off x="2962996" y="4738717"/>
            <a:ext cx="18288" cy="136676"/>
          </a:xfrm>
          <a:prstGeom prst="rect">
            <a:avLst/>
          </a:prstGeom>
          <a:solidFill>
            <a:srgbClr val="C2352F"/>
          </a:solidFill>
          <a:ln/>
        </p:spPr>
      </p:sp>
      <p:sp>
        <p:nvSpPr>
          <p:cNvPr id="92" name="Text 90"/>
          <p:cNvSpPr txBox="1"/>
          <p:nvPr/>
        </p:nvSpPr>
        <p:spPr>
          <a:xfrm>
            <a:off x="317296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93" name="Text 91"/>
          <p:cNvSpPr txBox="1"/>
          <p:nvPr/>
        </p:nvSpPr>
        <p:spPr>
          <a:xfrm>
            <a:off x="4270248" y="468280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94" name="Text 92"/>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2961777" y="4987218"/>
            <a:ext cx="18288" cy="136676"/>
          </a:xfrm>
          <a:prstGeom prst="rect">
            <a:avLst/>
          </a:prstGeom>
          <a:solidFill>
            <a:srgbClr val="C2352F"/>
          </a:solidFill>
          <a:ln/>
        </p:spPr>
      </p:sp>
      <p:sp>
        <p:nvSpPr>
          <p:cNvPr id="98" name="Text 96"/>
          <p:cNvSpPr txBox="1"/>
          <p:nvPr/>
        </p:nvSpPr>
        <p:spPr>
          <a:xfrm>
            <a:off x="317296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99" name="Text 97"/>
          <p:cNvSpPr txBox="1"/>
          <p:nvPr/>
        </p:nvSpPr>
        <p:spPr>
          <a:xfrm>
            <a:off x="4270248" y="4931305"/>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0" name="Text 98"/>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3" name="Shape 101"/>
          <p:cNvSpPr/>
          <p:nvPr/>
        </p:nvSpPr>
        <p:spPr>
          <a:xfrm>
            <a:off x="2960067" y="5235720"/>
            <a:ext cx="18288" cy="136676"/>
          </a:xfrm>
          <a:prstGeom prst="rect">
            <a:avLst/>
          </a:prstGeom>
          <a:solidFill>
            <a:srgbClr val="C2352F"/>
          </a:solidFill>
          <a:ln/>
        </p:spPr>
      </p:sp>
      <p:sp>
        <p:nvSpPr>
          <p:cNvPr id="104" name="Text 102"/>
          <p:cNvSpPr txBox="1"/>
          <p:nvPr/>
        </p:nvSpPr>
        <p:spPr>
          <a:xfrm>
            <a:off x="317296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105" name="Text 103"/>
          <p:cNvSpPr txBox="1"/>
          <p:nvPr/>
        </p:nvSpPr>
        <p:spPr>
          <a:xfrm>
            <a:off x="4270248" y="517980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6" name="Text 104"/>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2959820" y="5484222"/>
            <a:ext cx="18288" cy="136676"/>
          </a:xfrm>
          <a:prstGeom prst="rect">
            <a:avLst/>
          </a:prstGeom>
          <a:solidFill>
            <a:srgbClr val="C2352F"/>
          </a:solidFill>
          <a:ln/>
        </p:spPr>
      </p:sp>
      <p:sp>
        <p:nvSpPr>
          <p:cNvPr id="110" name="Text 108"/>
          <p:cNvSpPr txBox="1"/>
          <p:nvPr/>
        </p:nvSpPr>
        <p:spPr>
          <a:xfrm>
            <a:off x="317296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11" name="Text 109"/>
          <p:cNvSpPr txBox="1"/>
          <p:nvPr/>
        </p:nvSpPr>
        <p:spPr>
          <a:xfrm>
            <a:off x="4270248" y="542830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2" name="Text 110"/>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5" name="Shape 113"/>
          <p:cNvSpPr/>
          <p:nvPr/>
        </p:nvSpPr>
        <p:spPr>
          <a:xfrm>
            <a:off x="2959704" y="5732723"/>
            <a:ext cx="18288" cy="136676"/>
          </a:xfrm>
          <a:prstGeom prst="rect">
            <a:avLst/>
          </a:prstGeom>
          <a:solidFill>
            <a:srgbClr val="C2352F"/>
          </a:solidFill>
          <a:ln/>
        </p:spPr>
      </p:sp>
      <p:sp>
        <p:nvSpPr>
          <p:cNvPr id="116" name="Text 114"/>
          <p:cNvSpPr txBox="1"/>
          <p:nvPr/>
        </p:nvSpPr>
        <p:spPr>
          <a:xfrm>
            <a:off x="317296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117" name="Text 115"/>
          <p:cNvSpPr txBox="1"/>
          <p:nvPr/>
        </p:nvSpPr>
        <p:spPr>
          <a:xfrm>
            <a:off x="4270248" y="567681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8" name="Text 116"/>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8508819" y="1756697"/>
            <a:ext cx="18288" cy="136676"/>
          </a:xfrm>
          <a:prstGeom prst="rect">
            <a:avLst/>
          </a:prstGeom>
          <a:solidFill>
            <a:srgbClr val="C2352F"/>
          </a:solidFill>
          <a:ln/>
        </p:spPr>
      </p:sp>
      <p:sp>
        <p:nvSpPr>
          <p:cNvPr id="122" name="Text 120"/>
          <p:cNvSpPr txBox="1"/>
          <p:nvPr/>
        </p:nvSpPr>
        <p:spPr>
          <a:xfrm>
            <a:off x="872337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23" name="Text 121"/>
          <p:cNvSpPr txBox="1"/>
          <p:nvPr/>
        </p:nvSpPr>
        <p:spPr>
          <a:xfrm>
            <a:off x="9820656" y="170078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4" name="Text 12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7" name="Shape 125"/>
          <p:cNvSpPr/>
          <p:nvPr/>
        </p:nvSpPr>
        <p:spPr>
          <a:xfrm>
            <a:off x="8501431" y="2005199"/>
            <a:ext cx="24215" cy="136676"/>
          </a:xfrm>
          <a:prstGeom prst="rect">
            <a:avLst/>
          </a:prstGeom>
          <a:solidFill>
            <a:srgbClr val="C2352F"/>
          </a:solidFill>
          <a:ln/>
        </p:spPr>
      </p:sp>
      <p:sp>
        <p:nvSpPr>
          <p:cNvPr id="128" name="Text 126"/>
          <p:cNvSpPr txBox="1"/>
          <p:nvPr/>
        </p:nvSpPr>
        <p:spPr>
          <a:xfrm>
            <a:off x="872337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29" name="Text 127"/>
          <p:cNvSpPr txBox="1"/>
          <p:nvPr/>
        </p:nvSpPr>
        <p:spPr>
          <a:xfrm>
            <a:off x="9820656" y="194928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30" name="Text 128"/>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00128" y="2253700"/>
            <a:ext cx="25517" cy="136676"/>
          </a:xfrm>
          <a:prstGeom prst="rect">
            <a:avLst/>
          </a:prstGeom>
          <a:solidFill>
            <a:srgbClr val="C2352F"/>
          </a:solidFill>
          <a:ln/>
        </p:spPr>
      </p:sp>
      <p:sp>
        <p:nvSpPr>
          <p:cNvPr id="134" name="Text 132"/>
          <p:cNvSpPr txBox="1"/>
          <p:nvPr/>
        </p:nvSpPr>
        <p:spPr>
          <a:xfrm>
            <a:off x="872337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35" name="Text 133"/>
          <p:cNvSpPr txBox="1"/>
          <p:nvPr/>
        </p:nvSpPr>
        <p:spPr>
          <a:xfrm>
            <a:off x="9820656" y="219778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36" name="Text 134"/>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9" name="Shape 137"/>
          <p:cNvSpPr/>
          <p:nvPr/>
        </p:nvSpPr>
        <p:spPr>
          <a:xfrm>
            <a:off x="8498760" y="2502202"/>
            <a:ext cx="26886" cy="136676"/>
          </a:xfrm>
          <a:prstGeom prst="rect">
            <a:avLst/>
          </a:prstGeom>
          <a:solidFill>
            <a:srgbClr val="C2352F"/>
          </a:solidFill>
          <a:ln/>
        </p:spPr>
      </p:sp>
      <p:sp>
        <p:nvSpPr>
          <p:cNvPr id="140" name="Text 138"/>
          <p:cNvSpPr txBox="1"/>
          <p:nvPr/>
        </p:nvSpPr>
        <p:spPr>
          <a:xfrm>
            <a:off x="872337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41" name="Text 139"/>
          <p:cNvSpPr txBox="1"/>
          <p:nvPr/>
        </p:nvSpPr>
        <p:spPr>
          <a:xfrm>
            <a:off x="9820656" y="244628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3</a:t>
            </a:r>
            <a:endParaRPr lang="en-US" sz="1300" dirty="0"/>
          </a:p>
        </p:txBody>
      </p:sp>
      <p:sp>
        <p:nvSpPr>
          <p:cNvPr id="142" name="Text 140"/>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5" name="Shape 143"/>
          <p:cNvSpPr/>
          <p:nvPr/>
        </p:nvSpPr>
        <p:spPr>
          <a:xfrm>
            <a:off x="8498630" y="2750703"/>
            <a:ext cx="27015" cy="136676"/>
          </a:xfrm>
          <a:prstGeom prst="rect">
            <a:avLst/>
          </a:prstGeom>
          <a:solidFill>
            <a:srgbClr val="C2352F"/>
          </a:solidFill>
          <a:ln/>
        </p:spPr>
      </p:sp>
      <p:sp>
        <p:nvSpPr>
          <p:cNvPr id="146" name="Text 144"/>
          <p:cNvSpPr txBox="1"/>
          <p:nvPr/>
        </p:nvSpPr>
        <p:spPr>
          <a:xfrm>
            <a:off x="872337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47" name="Text 145"/>
          <p:cNvSpPr txBox="1"/>
          <p:nvPr/>
        </p:nvSpPr>
        <p:spPr>
          <a:xfrm>
            <a:off x="9820656" y="2694791"/>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48" name="Text 146"/>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1" name="Shape 149"/>
          <p:cNvSpPr/>
          <p:nvPr/>
        </p:nvSpPr>
        <p:spPr>
          <a:xfrm>
            <a:off x="8489802" y="2999205"/>
            <a:ext cx="35844" cy="136676"/>
          </a:xfrm>
          <a:prstGeom prst="rect">
            <a:avLst/>
          </a:prstGeom>
          <a:solidFill>
            <a:srgbClr val="C2352F"/>
          </a:solidFill>
          <a:ln/>
        </p:spPr>
      </p:sp>
      <p:sp>
        <p:nvSpPr>
          <p:cNvPr id="152" name="Text 150"/>
          <p:cNvSpPr txBox="1"/>
          <p:nvPr/>
        </p:nvSpPr>
        <p:spPr>
          <a:xfrm>
            <a:off x="872337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53" name="Text 151"/>
          <p:cNvSpPr txBox="1"/>
          <p:nvPr/>
        </p:nvSpPr>
        <p:spPr>
          <a:xfrm>
            <a:off x="9820656" y="294329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54" name="Text 152"/>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7" name="Shape 155"/>
          <p:cNvSpPr/>
          <p:nvPr/>
        </p:nvSpPr>
        <p:spPr>
          <a:xfrm>
            <a:off x="8487247" y="3247707"/>
            <a:ext cx="38398" cy="136676"/>
          </a:xfrm>
          <a:prstGeom prst="rect">
            <a:avLst/>
          </a:prstGeom>
          <a:solidFill>
            <a:srgbClr val="C2352F"/>
          </a:solidFill>
          <a:ln/>
        </p:spPr>
      </p:sp>
      <p:sp>
        <p:nvSpPr>
          <p:cNvPr id="158" name="Text 156"/>
          <p:cNvSpPr txBox="1"/>
          <p:nvPr/>
        </p:nvSpPr>
        <p:spPr>
          <a:xfrm>
            <a:off x="872337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59" name="Text 157"/>
          <p:cNvSpPr txBox="1"/>
          <p:nvPr/>
        </p:nvSpPr>
        <p:spPr>
          <a:xfrm>
            <a:off x="9820656" y="319179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0" name="Text 158"/>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3" name="Shape 161"/>
          <p:cNvSpPr/>
          <p:nvPr/>
        </p:nvSpPr>
        <p:spPr>
          <a:xfrm>
            <a:off x="8487198" y="3496208"/>
            <a:ext cx="38447" cy="136676"/>
          </a:xfrm>
          <a:prstGeom prst="rect">
            <a:avLst/>
          </a:prstGeom>
          <a:solidFill>
            <a:srgbClr val="C2352F"/>
          </a:solidFill>
          <a:ln/>
        </p:spPr>
      </p:sp>
      <p:sp>
        <p:nvSpPr>
          <p:cNvPr id="164" name="Text 162"/>
          <p:cNvSpPr txBox="1"/>
          <p:nvPr/>
        </p:nvSpPr>
        <p:spPr>
          <a:xfrm>
            <a:off x="872337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65" name="Text 163"/>
          <p:cNvSpPr txBox="1"/>
          <p:nvPr/>
        </p:nvSpPr>
        <p:spPr>
          <a:xfrm>
            <a:off x="9820656" y="3440296"/>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6" name="Text 164"/>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9" name="Shape 167"/>
          <p:cNvSpPr/>
          <p:nvPr/>
        </p:nvSpPr>
        <p:spPr>
          <a:xfrm>
            <a:off x="8484196" y="3744710"/>
            <a:ext cx="41450" cy="136676"/>
          </a:xfrm>
          <a:prstGeom prst="rect">
            <a:avLst/>
          </a:prstGeom>
          <a:solidFill>
            <a:srgbClr val="C2352F"/>
          </a:solidFill>
          <a:ln/>
        </p:spPr>
      </p:sp>
      <p:sp>
        <p:nvSpPr>
          <p:cNvPr id="170" name="Text 168"/>
          <p:cNvSpPr txBox="1"/>
          <p:nvPr/>
        </p:nvSpPr>
        <p:spPr>
          <a:xfrm>
            <a:off x="872337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71" name="Text 169"/>
          <p:cNvSpPr txBox="1"/>
          <p:nvPr/>
        </p:nvSpPr>
        <p:spPr>
          <a:xfrm>
            <a:off x="9820656" y="368879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2</a:t>
            </a:r>
            <a:endParaRPr lang="en-US" sz="1300" dirty="0"/>
          </a:p>
        </p:txBody>
      </p:sp>
      <p:sp>
        <p:nvSpPr>
          <p:cNvPr id="172" name="Text 170"/>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5" name="Shape 173"/>
          <p:cNvSpPr/>
          <p:nvPr/>
        </p:nvSpPr>
        <p:spPr>
          <a:xfrm>
            <a:off x="8480903" y="3993212"/>
            <a:ext cx="44743" cy="136676"/>
          </a:xfrm>
          <a:prstGeom prst="rect">
            <a:avLst/>
          </a:prstGeom>
          <a:solidFill>
            <a:srgbClr val="C2352F"/>
          </a:solidFill>
          <a:ln/>
        </p:spPr>
      </p:sp>
      <p:sp>
        <p:nvSpPr>
          <p:cNvPr id="176" name="Text 174"/>
          <p:cNvSpPr txBox="1"/>
          <p:nvPr/>
        </p:nvSpPr>
        <p:spPr>
          <a:xfrm>
            <a:off x="872337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77" name="Text 175"/>
          <p:cNvSpPr txBox="1"/>
          <p:nvPr/>
        </p:nvSpPr>
        <p:spPr>
          <a:xfrm>
            <a:off x="9820656" y="393729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78" name="Text 176"/>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1" name="Shape 179"/>
          <p:cNvSpPr/>
          <p:nvPr/>
        </p:nvSpPr>
        <p:spPr>
          <a:xfrm>
            <a:off x="8478593" y="4241713"/>
            <a:ext cx="47053" cy="136676"/>
          </a:xfrm>
          <a:prstGeom prst="rect">
            <a:avLst/>
          </a:prstGeom>
          <a:solidFill>
            <a:srgbClr val="C2352F"/>
          </a:solidFill>
          <a:ln/>
        </p:spPr>
      </p:sp>
      <p:sp>
        <p:nvSpPr>
          <p:cNvPr id="182" name="Text 180"/>
          <p:cNvSpPr txBox="1"/>
          <p:nvPr/>
        </p:nvSpPr>
        <p:spPr>
          <a:xfrm>
            <a:off x="872337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83" name="Text 181"/>
          <p:cNvSpPr txBox="1"/>
          <p:nvPr/>
        </p:nvSpPr>
        <p:spPr>
          <a:xfrm>
            <a:off x="9820656" y="4185800"/>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84" name="Text 18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87" name="Shape 185"/>
          <p:cNvSpPr/>
          <p:nvPr/>
        </p:nvSpPr>
        <p:spPr>
          <a:xfrm>
            <a:off x="8478241" y="4490215"/>
            <a:ext cx="47404" cy="136676"/>
          </a:xfrm>
          <a:prstGeom prst="rect">
            <a:avLst/>
          </a:prstGeom>
          <a:solidFill>
            <a:srgbClr val="C2352F"/>
          </a:solidFill>
          <a:ln/>
        </p:spPr>
      </p:sp>
      <p:sp>
        <p:nvSpPr>
          <p:cNvPr id="188" name="Text 186"/>
          <p:cNvSpPr txBox="1"/>
          <p:nvPr/>
        </p:nvSpPr>
        <p:spPr>
          <a:xfrm>
            <a:off x="872337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89" name="Text 187"/>
          <p:cNvSpPr txBox="1"/>
          <p:nvPr/>
        </p:nvSpPr>
        <p:spPr>
          <a:xfrm>
            <a:off x="9820656" y="4434302"/>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90" name="Text 188"/>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91" name="Text 189"/>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2" name="Text 190"/>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93" name="Shape 191"/>
          <p:cNvSpPr/>
          <p:nvPr/>
        </p:nvSpPr>
        <p:spPr>
          <a:xfrm>
            <a:off x="8467509" y="4738717"/>
            <a:ext cx="58136" cy="136676"/>
          </a:xfrm>
          <a:prstGeom prst="rect">
            <a:avLst/>
          </a:prstGeom>
          <a:solidFill>
            <a:srgbClr val="C2352F"/>
          </a:solidFill>
          <a:ln/>
        </p:spPr>
      </p:sp>
      <p:sp>
        <p:nvSpPr>
          <p:cNvPr id="194" name="Text 192"/>
          <p:cNvSpPr txBox="1"/>
          <p:nvPr/>
        </p:nvSpPr>
        <p:spPr>
          <a:xfrm>
            <a:off x="872337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95" name="Text 193"/>
          <p:cNvSpPr txBox="1"/>
          <p:nvPr/>
        </p:nvSpPr>
        <p:spPr>
          <a:xfrm>
            <a:off x="9820656" y="4682804"/>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96" name="Text 194"/>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97" name="Text 195"/>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8" name="Text 196"/>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9" name="Shape 197"/>
          <p:cNvSpPr/>
          <p:nvPr/>
        </p:nvSpPr>
        <p:spPr>
          <a:xfrm>
            <a:off x="8457267" y="4987218"/>
            <a:ext cx="68379" cy="136676"/>
          </a:xfrm>
          <a:prstGeom prst="rect">
            <a:avLst/>
          </a:prstGeom>
          <a:solidFill>
            <a:srgbClr val="C2352F"/>
          </a:solidFill>
          <a:ln/>
        </p:spPr>
      </p:sp>
      <p:sp>
        <p:nvSpPr>
          <p:cNvPr id="200" name="Text 198"/>
          <p:cNvSpPr txBox="1"/>
          <p:nvPr/>
        </p:nvSpPr>
        <p:spPr>
          <a:xfrm>
            <a:off x="872337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201" name="Text 199"/>
          <p:cNvSpPr txBox="1"/>
          <p:nvPr/>
        </p:nvSpPr>
        <p:spPr>
          <a:xfrm>
            <a:off x="9820656" y="4931305"/>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02" name="Text 200"/>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203" name="Shape 201"/>
          <p:cNvSpPr/>
          <p:nvPr/>
        </p:nvSpPr>
        <p:spPr>
          <a:xfrm>
            <a:off x="11521440" y="4977025"/>
            <a:ext cx="54864" cy="157062"/>
          </a:xfrm>
          <a:prstGeom prst="rect">
            <a:avLst/>
          </a:prstGeom>
          <a:solidFill>
            <a:srgbClr val="C2352F"/>
          </a:solidFill>
          <a:ln/>
        </p:spPr>
      </p:sp>
      <p:sp>
        <p:nvSpPr>
          <p:cNvPr id="204" name="Text 20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5" name="Text 203"/>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6" name="Shape 204"/>
          <p:cNvSpPr/>
          <p:nvPr/>
        </p:nvSpPr>
        <p:spPr>
          <a:xfrm>
            <a:off x="8434344" y="5235720"/>
            <a:ext cx="91302" cy="136676"/>
          </a:xfrm>
          <a:prstGeom prst="rect">
            <a:avLst/>
          </a:prstGeom>
          <a:solidFill>
            <a:srgbClr val="C2352F"/>
          </a:solidFill>
          <a:ln/>
        </p:spPr>
      </p:sp>
      <p:sp>
        <p:nvSpPr>
          <p:cNvPr id="207" name="Text 205"/>
          <p:cNvSpPr txBox="1"/>
          <p:nvPr/>
        </p:nvSpPr>
        <p:spPr>
          <a:xfrm>
            <a:off x="872337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08" name="Text 206"/>
          <p:cNvSpPr txBox="1"/>
          <p:nvPr/>
        </p:nvSpPr>
        <p:spPr>
          <a:xfrm>
            <a:off x="9820656" y="5179807"/>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09" name="Text 207"/>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210" name="Shape 208"/>
          <p:cNvSpPr/>
          <p:nvPr/>
        </p:nvSpPr>
        <p:spPr>
          <a:xfrm>
            <a:off x="11521440" y="5225527"/>
            <a:ext cx="54864" cy="157062"/>
          </a:xfrm>
          <a:prstGeom prst="rect">
            <a:avLst/>
          </a:prstGeom>
          <a:solidFill>
            <a:srgbClr val="C2352F"/>
          </a:solidFill>
          <a:ln/>
        </p:spPr>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104021" cy="136676"/>
          </a:xfrm>
          <a:prstGeom prst="rect">
            <a:avLst/>
          </a:prstGeom>
          <a:solidFill>
            <a:srgbClr val="C2352F"/>
          </a:solidFill>
          <a:ln/>
        </p:spPr>
      </p:sp>
      <p:sp>
        <p:nvSpPr>
          <p:cNvPr id="214" name="Text 212"/>
          <p:cNvSpPr txBox="1"/>
          <p:nvPr/>
        </p:nvSpPr>
        <p:spPr>
          <a:xfrm>
            <a:off x="872337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215" name="Text 213"/>
          <p:cNvSpPr txBox="1"/>
          <p:nvPr/>
        </p:nvSpPr>
        <p:spPr>
          <a:xfrm>
            <a:off x="9820656" y="5428309"/>
            <a:ext cx="77724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6" name="Text 214"/>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615696"/>
          </a:xfrm>
          <a:prstGeom prst="rect">
            <a:avLst/>
          </a:prstGeom>
          <a:solidFill>
            <a:srgbClr val="FBEBEA"/>
          </a:solidFill>
          <a:ln/>
        </p:spPr>
      </p:sp>
      <p:sp>
        <p:nvSpPr>
          <p:cNvPr id="221" name="Text 2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 of 33 stores are ahead of benchmark on net across the four services. 15 stores miss every benchmark that applies to them; 1 store misses none.</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 protected gross generated on our own vehicles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graphicFrame>
        <p:nvGraphicFramePr>
          <p:cNvPr id="18"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graphicFrame>
        <p:nvGraphicFramePr>
          <p:cNvPr id="24"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7" name="Text 22"/>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8" name="Text 23"/>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graphicFrame>
        <p:nvGraphicFramePr>
          <p:cNvPr id="29"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30" name="Text 24"/>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31" name="Text 25"/>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32" name="Shape 26"/>
          <p:cNvSpPr/>
          <p:nvPr/>
        </p:nvSpPr>
        <p:spPr>
          <a:xfrm>
            <a:off x="658368" y="5358384"/>
            <a:ext cx="3489960" cy="886968"/>
          </a:xfrm>
          <a:prstGeom prst="rect">
            <a:avLst/>
          </a:prstGeom>
          <a:solidFill>
            <a:srgbClr val="F7F7F7"/>
          </a:solidFill>
          <a:ln/>
        </p:spPr>
      </p:sp>
      <p:sp>
        <p:nvSpPr>
          <p:cNvPr id="33" name="Shape 27"/>
          <p:cNvSpPr/>
          <p:nvPr/>
        </p:nvSpPr>
        <p:spPr>
          <a:xfrm>
            <a:off x="4084320" y="5394960"/>
            <a:ext cx="64008" cy="813816"/>
          </a:xfrm>
          <a:prstGeom prst="rect">
            <a:avLst/>
          </a:prstGeom>
          <a:solidFill>
            <a:srgbClr val="12A566"/>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graphicFrame>
        <p:nvGraphicFramePr>
          <p:cNvPr id="36"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graphicFrame>
        <p:nvGraphicFramePr>
          <p:cNvPr id="44"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graphicFrame>
        <p:nvGraphicFramePr>
          <p:cNvPr id="49"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Text 44"/>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4" name="Text 45"/>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graphicFrame>
        <p:nvGraphicFramePr>
          <p:cNvPr id="55"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6" name="Text 46"/>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7" name="Text 47"/>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8" name="Shape 48"/>
          <p:cNvSpPr/>
          <p:nvPr/>
        </p:nvSpPr>
        <p:spPr>
          <a:xfrm>
            <a:off x="7775448" y="4507992"/>
            <a:ext cx="64008" cy="813816"/>
          </a:xfrm>
          <a:prstGeom prst="rect">
            <a:avLst/>
          </a:prstGeom>
          <a:solidFill>
            <a:srgbClr val="2587C5"/>
          </a:solidFill>
          <a:ln/>
        </p:spPr>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graphicFrame>
        <p:nvGraphicFramePr>
          <p:cNvPr id="6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graphicFrame>
        <p:nvGraphicFramePr>
          <p:cNvPr id="6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Shape 61"/>
          <p:cNvSpPr/>
          <p:nvPr/>
        </p:nvSpPr>
        <p:spPr>
          <a:xfrm>
            <a:off x="11466576" y="1847088"/>
            <a:ext cx="64008" cy="813816"/>
          </a:xfrm>
          <a:prstGeom prst="rect">
            <a:avLst/>
          </a:prstGeom>
          <a:solidFill>
            <a:srgbClr val="2587C5"/>
          </a:solidFill>
          <a:ln/>
        </p:spPr>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graphicFrame>
        <p:nvGraphicFramePr>
          <p:cNvPr id="7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8"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79"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80" name="Shape 66"/>
          <p:cNvSpPr/>
          <p:nvPr/>
        </p:nvSpPr>
        <p:spPr>
          <a:xfrm>
            <a:off x="11466576" y="2734056"/>
            <a:ext cx="64008" cy="813816"/>
          </a:xfrm>
          <a:prstGeom prst="rect">
            <a:avLst/>
          </a:prstGeom>
          <a:solidFill>
            <a:srgbClr val="12A566"/>
          </a:solidFill>
          <a:ln/>
        </p:spPr>
      </p:sp>
      <p:sp>
        <p:nvSpPr>
          <p:cNvPr id="81" name="Text 67"/>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2" name="Text 68"/>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graphicFrame>
        <p:nvGraphicFramePr>
          <p:cNvPr id="83"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4"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5" name="Text 69"/>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86" name="Text 70"/>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87" name="Shape 71"/>
          <p:cNvSpPr/>
          <p:nvPr/>
        </p:nvSpPr>
        <p:spPr>
          <a:xfrm>
            <a:off x="8040624" y="3584448"/>
            <a:ext cx="3489960" cy="886968"/>
          </a:xfrm>
          <a:prstGeom prst="rect">
            <a:avLst/>
          </a:prstGeom>
          <a:solidFill>
            <a:srgbClr val="F7F7F7"/>
          </a:solidFill>
          <a:ln/>
        </p:spPr>
      </p:sp>
      <p:sp>
        <p:nvSpPr>
          <p:cNvPr id="88" name="Shape 72"/>
          <p:cNvSpPr/>
          <p:nvPr/>
        </p:nvSpPr>
        <p:spPr>
          <a:xfrm>
            <a:off x="11466576" y="3621024"/>
            <a:ext cx="64008" cy="813816"/>
          </a:xfrm>
          <a:prstGeom prst="rect">
            <a:avLst/>
          </a:prstGeom>
          <a:solidFill>
            <a:srgbClr val="12A566"/>
          </a:solidFill>
          <a:ln/>
        </p:spPr>
      </p:sp>
      <p:sp>
        <p:nvSpPr>
          <p:cNvPr id="89" name="Text 73"/>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90" name="Text 74"/>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graphicFrame>
        <p:nvGraphicFramePr>
          <p:cNvPr id="91"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92"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93" name="Text 75"/>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94" name="Text 76"/>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95"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6"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graphicFrame>
        <p:nvGraphicFramePr>
          <p:cNvPr id="97"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8"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9"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100"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101" name="Shape 81"/>
          <p:cNvSpPr/>
          <p:nvPr/>
        </p:nvSpPr>
        <p:spPr>
          <a:xfrm>
            <a:off x="8040624" y="5358384"/>
            <a:ext cx="3489960" cy="886968"/>
          </a:xfrm>
          <a:prstGeom prst="rect">
            <a:avLst/>
          </a:prstGeom>
          <a:solidFill>
            <a:srgbClr val="F7F7F7"/>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graphicFrame>
        <p:nvGraphicFramePr>
          <p:cNvPr id="10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0.2 pts to 78.1%, ahead of 2025 in six of nine months.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a:t>
            </a:r>
            <a:endParaRPr lang="en-US" sz="15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46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679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913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496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197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785616" y="3111337"/>
            <a:ext cx="19431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18547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89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13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48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24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236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715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7065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532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532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4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695" y="2391651"/>
            <a:ext cx="3532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47701" y="2631546"/>
            <a:ext cx="8832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30037" y="2871442"/>
            <a:ext cx="10598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2372" y="3111337"/>
            <a:ext cx="12365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3540" y="3351233"/>
            <a:ext cx="13248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6385" y="3591128"/>
            <a:ext cx="2296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7553" y="3831024"/>
            <a:ext cx="23847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2224" y="4070920"/>
            <a:ext cx="2738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727" y="4310815"/>
            <a:ext cx="3002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47404" y="4550711"/>
            <a:ext cx="38862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−4.4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739" y="4790606"/>
            <a:ext cx="4062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59081" y="5030502"/>
            <a:ext cx="47694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1417" y="5270397"/>
            <a:ext cx="49460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graphicFrame>
        <p:nvGraphicFramePr>
          <p:cNvPr id="21"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23" name="Shape 18"/>
          <p:cNvSpPr/>
          <p:nvPr/>
        </p:nvSpPr>
        <p:spPr>
          <a:xfrm>
            <a:off x="4084320" y="4507992"/>
            <a:ext cx="64008" cy="813816"/>
          </a:xfrm>
          <a:prstGeom prst="rect">
            <a:avLst/>
          </a:prstGeom>
          <a:solidFill>
            <a:srgbClr val="12A566"/>
          </a:solidFill>
          <a:ln/>
        </p:spPr>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graphicFrame>
        <p:nvGraphicFramePr>
          <p:cNvPr id="56"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−4.4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graphicFrame>
        <p:nvGraphicFramePr>
          <p:cNvPr id="63"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4"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graphicFrame>
        <p:nvGraphicFramePr>
          <p:cNvPr id="68"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9"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Shape 56"/>
          <p:cNvSpPr/>
          <p:nvPr/>
        </p:nvSpPr>
        <p:spPr>
          <a:xfrm>
            <a:off x="11466576" y="3621024"/>
            <a:ext cx="64008" cy="813816"/>
          </a:xfrm>
          <a:prstGeom prst="rect">
            <a:avLst/>
          </a:prstGeom>
          <a:solidFill>
            <a:srgbClr val="12A566"/>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graphicFrame>
        <p:nvGraphicFramePr>
          <p:cNvPr id="7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graphicFrame>
        <p:nvGraphicFramePr>
          <p:cNvPr id="80"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1"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graphicFrame>
        <p:nvGraphicFramePr>
          <p:cNvPr id="86"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7"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a:t>
            </a:r>
            <a:endParaRPr lang="en-US" sz="15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5216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5159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354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59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1" name="Shape 39"/>
          <p:cNvSpPr/>
          <p:nvPr/>
        </p:nvSpPr>
        <p:spPr>
          <a:xfrm>
            <a:off x="3785616" y="3591128"/>
            <a:ext cx="31340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5072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5072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3114"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785616" y="4790606"/>
            <a:ext cx="18804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5" name="Shape 63"/>
          <p:cNvSpPr/>
          <p:nvPr/>
        </p:nvSpPr>
        <p:spPr>
          <a:xfrm>
            <a:off x="3785616" y="5030502"/>
            <a:ext cx="18804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880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043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50434"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1" name="Shape 79"/>
          <p:cNvSpPr/>
          <p:nvPr/>
        </p:nvSpPr>
        <p:spPr>
          <a:xfrm>
            <a:off x="9336024" y="1911860"/>
            <a:ext cx="12536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5" name="Shape 83"/>
          <p:cNvSpPr/>
          <p:nvPr/>
        </p:nvSpPr>
        <p:spPr>
          <a:xfrm>
            <a:off x="9336024" y="2151755"/>
            <a:ext cx="11282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01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376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98416" y="2871442"/>
            <a:ext cx="3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8416" y="3111337"/>
            <a:ext cx="3760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0663" y="3351233"/>
            <a:ext cx="1253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47693" y="3591128"/>
            <a:ext cx="28833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0085" y="3831024"/>
            <a:ext cx="325939"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7" name="Shape 115"/>
          <p:cNvSpPr/>
          <p:nvPr/>
        </p:nvSpPr>
        <p:spPr>
          <a:xfrm>
            <a:off x="8972476" y="4070920"/>
            <a:ext cx="36354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972476" y="4310815"/>
            <a:ext cx="36354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9940" y="4550711"/>
            <a:ext cx="37608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872187" y="4790606"/>
            <a:ext cx="463837"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872187" y="5030502"/>
            <a:ext cx="4638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59362" y="5270397"/>
            <a:ext cx="57666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4290" y="5510293"/>
            <a:ext cx="6017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4" name="Shape 19"/>
          <p:cNvSpPr/>
          <p:nvPr/>
        </p:nvSpPr>
        <p:spPr>
          <a:xfrm>
            <a:off x="4084320" y="4507992"/>
            <a:ext cx="64008" cy="813816"/>
          </a:xfrm>
          <a:prstGeom prst="rect">
            <a:avLst/>
          </a:prstGeom>
          <a:solidFill>
            <a:srgbClr val="12A566"/>
          </a:solidFill>
          <a:ln/>
        </p:spPr>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 pts</a:t>
            </a:r>
            <a:endParaRPr lang="en-US" sz="1600" dirty="0"/>
          </a:p>
        </p:txBody>
      </p:sp>
      <p:sp>
        <p:nvSpPr>
          <p:cNvPr id="67" name="Text 5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5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graphicFrame>
        <p:nvGraphicFramePr>
          <p:cNvPr id="69"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0"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1" name="Text 55"/>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72" name="Shape 56"/>
          <p:cNvSpPr/>
          <p:nvPr/>
        </p:nvSpPr>
        <p:spPr>
          <a:xfrm>
            <a:off x="8040624" y="3584448"/>
            <a:ext cx="3489960" cy="886968"/>
          </a:xfrm>
          <a:prstGeom prst="rect">
            <a:avLst/>
          </a:prstGeom>
          <a:solidFill>
            <a:srgbClr val="F7F7F7"/>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graphicFrame>
        <p:nvGraphicFramePr>
          <p:cNvPr id="75"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6"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78" name="Shape 60"/>
          <p:cNvSpPr/>
          <p:nvPr/>
        </p:nvSpPr>
        <p:spPr>
          <a:xfrm>
            <a:off x="11466576" y="4507992"/>
            <a:ext cx="64008" cy="813816"/>
          </a:xfrm>
          <a:prstGeom prst="rect">
            <a:avLst/>
          </a:prstGeom>
          <a:solidFill>
            <a:srgbClr val="12A566"/>
          </a:solidFill>
          <a:ln/>
        </p:spPr>
      </p:sp>
      <p:sp>
        <p:nvSpPr>
          <p:cNvPr id="79" name="Text 6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6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graphicFrame>
        <p:nvGraphicFramePr>
          <p:cNvPr id="8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3" name="Text 63"/>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84" name="Shape 64"/>
          <p:cNvSpPr/>
          <p:nvPr/>
        </p:nvSpPr>
        <p:spPr>
          <a:xfrm>
            <a:off x="8040624" y="5358384"/>
            <a:ext cx="3489960" cy="886968"/>
          </a:xfrm>
          <a:prstGeom prst="rect">
            <a:avLst/>
          </a:prstGeom>
          <a:solidFill>
            <a:srgbClr val="F7F7F7"/>
          </a:solidFill>
          <a:ln/>
        </p:spPr>
      </p:sp>
      <p:sp>
        <p:nvSpPr>
          <p:cNvPr id="85" name="Shape 65"/>
          <p:cNvSpPr/>
          <p:nvPr/>
        </p:nvSpPr>
        <p:spPr>
          <a:xfrm>
            <a:off x="11466576" y="5394960"/>
            <a:ext cx="64008" cy="813816"/>
          </a:xfrm>
          <a:prstGeom prst="rect">
            <a:avLst/>
          </a:prstGeom>
          <a:solidFill>
            <a:srgbClr val="12A566"/>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44.7%</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Our most valuable asset: this is what separates us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Always be teaching, training and educating</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Don't overlook opportunities to teach, train and educate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Clear pay plans, job descriptions and expectations, and hold people accountable to them</a:t>
            </a:r>
            <a:endParaRPr lang="en-US" sz="16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September to September,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 on average.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DF4FA"/>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September to September; the card is the Jan–Sep average month-end. CP &amp; W ROs fell 2.3% year to date.</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graphicFrame>
        <p:nvGraphicFramePr>
          <p:cNvPr id="26"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graphicFrame>
        <p:nvGraphicFramePr>
          <p:cNvPr id="31"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graphicFrame>
        <p:nvGraphicFramePr>
          <p:cNvPr id="38"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graphicFrame>
        <p:nvGraphicFramePr>
          <p:cNvPr id="42"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graphicFrame>
        <p:nvGraphicFramePr>
          <p:cNvPr id="47"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graphicFrame>
        <p:nvGraphicFramePr>
          <p:cNvPr id="51"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Shape 43"/>
          <p:cNvSpPr/>
          <p:nvPr/>
        </p:nvSpPr>
        <p:spPr>
          <a:xfrm>
            <a:off x="7775448" y="5394960"/>
            <a:ext cx="64008" cy="813816"/>
          </a:xfrm>
          <a:prstGeom prst="rect">
            <a:avLst/>
          </a:prstGeom>
          <a:solidFill>
            <a:srgbClr val="2587C5"/>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graphicFrame>
        <p:nvGraphicFramePr>
          <p:cNvPr id="6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67" name="Shape 53"/>
          <p:cNvSpPr/>
          <p:nvPr/>
        </p:nvSpPr>
        <p:spPr>
          <a:xfrm>
            <a:off x="11466576" y="2734056"/>
            <a:ext cx="64008" cy="813816"/>
          </a:xfrm>
          <a:prstGeom prst="rect">
            <a:avLst/>
          </a:prstGeom>
          <a:solidFill>
            <a:srgbClr val="12A566"/>
          </a:solidFill>
          <a:ln/>
        </p:spPr>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graphicFrame>
        <p:nvGraphicFramePr>
          <p:cNvPr id="76"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7"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79" name="Text 6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6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graphicFrame>
        <p:nvGraphicFramePr>
          <p:cNvPr id="81"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2"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3" name="Text 63"/>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84" name="Shape 64"/>
          <p:cNvSpPr/>
          <p:nvPr/>
        </p:nvSpPr>
        <p:spPr>
          <a:xfrm>
            <a:off x="8040624" y="5358384"/>
            <a:ext cx="3489960" cy="886968"/>
          </a:xfrm>
          <a:prstGeom prst="rect">
            <a:avLst/>
          </a:prstGeom>
          <a:solidFill>
            <a:srgbClr val="F7F7F7"/>
          </a:solidFill>
          <a:ln/>
        </p:spPr>
      </p:sp>
      <p:sp>
        <p:nvSpPr>
          <p:cNvPr id="85" name="Shape 65"/>
          <p:cNvSpPr/>
          <p:nvPr/>
        </p:nvSpPr>
        <p:spPr>
          <a:xfrm>
            <a:off x="11466576" y="5394960"/>
            <a:ext cx="64008" cy="813816"/>
          </a:xfrm>
          <a:prstGeom prst="rect">
            <a:avLst/>
          </a:prstGeom>
          <a:solidFill>
            <a:srgbClr val="2587C5"/>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clocked hours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Clocks 40 hours  </a:t>
            </a:r>
            <a:pPr algn="ctr" indent="0" marL="0">
              <a:buNone/>
            </a:pPr>
            <a:r>
              <a:rPr lang="en-US" sz="1400" b="1" dirty="0">
                <a:solidFill>
                  <a:srgbClr val="0B2C4A"/>
                </a:solidFill>
                <a:latin typeface="Inter" pitchFamily="34" charset="0"/>
                <a:ea typeface="Inter" pitchFamily="34" charset="-122"/>
                <a:cs typeface="Inter" pitchFamily="34" charset="-120"/>
              </a:rPr>
              <a:t>flags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Flags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to ROs, not all clocked hours</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clocked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clocked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clocked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clocked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09160"/>
            <a:ext cx="10762488" cy="1261872"/>
          </a:xfrm>
          <a:prstGeom prst="rect">
            <a:avLst/>
          </a:prstGeom>
          <a:solidFill>
            <a:srgbClr val="EDF4FA"/>
          </a:solidFill>
          <a:ln/>
        </p:spPr>
      </p:sp>
      <p:sp>
        <p:nvSpPr>
          <p:cNvPr id="28" name="Text 26"/>
          <p:cNvSpPr txBox="1"/>
          <p:nvPr/>
        </p:nvSpPr>
        <p:spPr>
          <a:xfrm>
            <a:off x="896112" y="485546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16636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clocks in for 8 hours, clocks 6 of them to repair orders and flags 7.5 hours.</a:t>
            </a:r>
            <a:endParaRPr lang="en-US" sz="1800" dirty="0"/>
          </a:p>
        </p:txBody>
      </p:sp>
      <p:sp>
        <p:nvSpPr>
          <p:cNvPr id="30" name="Text 28"/>
          <p:cNvSpPr txBox="1"/>
          <p:nvPr/>
        </p:nvSpPr>
        <p:spPr>
          <a:xfrm>
            <a:off x="896112" y="553212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Hours flagged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clocked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January through September 2026, year to date. Clocked hours exclude vacation, paid time off and holiday pay. Store = total hours flagged ÷ total clocked hours.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flagged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Clocked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clocked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20 stores at or above 85% still leave $818K a month.</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7 stores show 20% or more.</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61538"/>
            <a:ext cx="548640" cy="148509"/>
          </a:xfrm>
          <a:prstGeom prst="rect">
            <a:avLst/>
          </a:prstGeom>
          <a:solidFill>
            <a:srgbClr val="2587C5"/>
          </a:solidFill>
          <a:ln/>
        </p:spPr>
      </p:sp>
      <p:sp>
        <p:nvSpPr>
          <p:cNvPr id="15" name="Text 13"/>
          <p:cNvSpPr txBox="1"/>
          <p:nvPr/>
        </p:nvSpPr>
        <p:spPr>
          <a:xfrm>
            <a:off x="3474720"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31555"/>
            <a:ext cx="428287" cy="148509"/>
          </a:xfrm>
          <a:prstGeom prst="rect">
            <a:avLst/>
          </a:prstGeom>
          <a:solidFill>
            <a:srgbClr val="2587C5"/>
          </a:solidFill>
          <a:ln/>
        </p:spPr>
      </p:sp>
      <p:sp>
        <p:nvSpPr>
          <p:cNvPr id="21" name="Text 19"/>
          <p:cNvSpPr txBox="1"/>
          <p:nvPr/>
        </p:nvSpPr>
        <p:spPr>
          <a:xfrm>
            <a:off x="3474720"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301572"/>
            <a:ext cx="359802" cy="148509"/>
          </a:xfrm>
          <a:prstGeom prst="rect">
            <a:avLst/>
          </a:prstGeom>
          <a:solidFill>
            <a:srgbClr val="2587C5"/>
          </a:solidFill>
          <a:ln/>
        </p:spPr>
      </p:sp>
      <p:sp>
        <p:nvSpPr>
          <p:cNvPr id="27" name="Text 25"/>
          <p:cNvSpPr txBox="1"/>
          <p:nvPr/>
        </p:nvSpPr>
        <p:spPr>
          <a:xfrm>
            <a:off x="3474720"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71589"/>
            <a:ext cx="345673" cy="148509"/>
          </a:xfrm>
          <a:prstGeom prst="rect">
            <a:avLst/>
          </a:prstGeom>
          <a:solidFill>
            <a:srgbClr val="2587C5"/>
          </a:solidFill>
          <a:ln/>
        </p:spPr>
      </p:sp>
      <p:sp>
        <p:nvSpPr>
          <p:cNvPr id="33" name="Text 31"/>
          <p:cNvSpPr txBox="1"/>
          <p:nvPr/>
        </p:nvSpPr>
        <p:spPr>
          <a:xfrm>
            <a:off x="3474720"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841606"/>
            <a:ext cx="316030" cy="148509"/>
          </a:xfrm>
          <a:prstGeom prst="rect">
            <a:avLst/>
          </a:prstGeom>
          <a:solidFill>
            <a:srgbClr val="2587C5"/>
          </a:solidFill>
          <a:ln/>
        </p:spPr>
      </p:sp>
      <p:sp>
        <p:nvSpPr>
          <p:cNvPr id="39" name="Text 37"/>
          <p:cNvSpPr txBox="1"/>
          <p:nvPr/>
        </p:nvSpPr>
        <p:spPr>
          <a:xfrm>
            <a:off x="3474720"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3111623"/>
            <a:ext cx="288890" cy="148509"/>
          </a:xfrm>
          <a:prstGeom prst="rect">
            <a:avLst/>
          </a:prstGeom>
          <a:solidFill>
            <a:srgbClr val="2587C5"/>
          </a:solidFill>
          <a:ln/>
        </p:spPr>
      </p:sp>
      <p:sp>
        <p:nvSpPr>
          <p:cNvPr id="45" name="Text 43"/>
          <p:cNvSpPr txBox="1"/>
          <p:nvPr/>
        </p:nvSpPr>
        <p:spPr>
          <a:xfrm>
            <a:off x="3474720"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381639"/>
            <a:ext cx="206935" cy="148509"/>
          </a:xfrm>
          <a:prstGeom prst="rect">
            <a:avLst/>
          </a:prstGeom>
          <a:solidFill>
            <a:srgbClr val="2587C5"/>
          </a:solidFill>
          <a:ln/>
        </p:spPr>
      </p:sp>
      <p:sp>
        <p:nvSpPr>
          <p:cNvPr id="51" name="Text 49"/>
          <p:cNvSpPr txBox="1"/>
          <p:nvPr/>
        </p:nvSpPr>
        <p:spPr>
          <a:xfrm>
            <a:off x="3474720"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651656"/>
            <a:ext cx="205982" cy="148509"/>
          </a:xfrm>
          <a:prstGeom prst="rect">
            <a:avLst/>
          </a:prstGeom>
          <a:solidFill>
            <a:srgbClr val="2587C5"/>
          </a:solidFill>
          <a:ln/>
        </p:spPr>
      </p:sp>
      <p:sp>
        <p:nvSpPr>
          <p:cNvPr id="57" name="Text 55"/>
          <p:cNvSpPr txBox="1"/>
          <p:nvPr/>
        </p:nvSpPr>
        <p:spPr>
          <a:xfrm>
            <a:off x="3474720"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921673"/>
            <a:ext cx="193357" cy="148509"/>
          </a:xfrm>
          <a:prstGeom prst="rect">
            <a:avLst/>
          </a:prstGeom>
          <a:solidFill>
            <a:srgbClr val="2587C5"/>
          </a:solidFill>
          <a:ln/>
        </p:spPr>
      </p:sp>
      <p:sp>
        <p:nvSpPr>
          <p:cNvPr id="63" name="Text 61"/>
          <p:cNvSpPr txBox="1"/>
          <p:nvPr/>
        </p:nvSpPr>
        <p:spPr>
          <a:xfrm>
            <a:off x="3474720"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4191690"/>
            <a:ext cx="186973" cy="148509"/>
          </a:xfrm>
          <a:prstGeom prst="rect">
            <a:avLst/>
          </a:prstGeom>
          <a:solidFill>
            <a:srgbClr val="2587C5"/>
          </a:solidFill>
          <a:ln/>
        </p:spPr>
      </p:sp>
      <p:sp>
        <p:nvSpPr>
          <p:cNvPr id="69" name="Text 67"/>
          <p:cNvSpPr txBox="1"/>
          <p:nvPr/>
        </p:nvSpPr>
        <p:spPr>
          <a:xfrm>
            <a:off x="3474720"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461707"/>
            <a:ext cx="178245" cy="148509"/>
          </a:xfrm>
          <a:prstGeom prst="rect">
            <a:avLst/>
          </a:prstGeom>
          <a:solidFill>
            <a:srgbClr val="2587C5"/>
          </a:solidFill>
          <a:ln/>
        </p:spPr>
      </p:sp>
      <p:sp>
        <p:nvSpPr>
          <p:cNvPr id="75" name="Text 73"/>
          <p:cNvSpPr txBox="1"/>
          <p:nvPr/>
        </p:nvSpPr>
        <p:spPr>
          <a:xfrm>
            <a:off x="3474720"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731724"/>
            <a:ext cx="160884" cy="148509"/>
          </a:xfrm>
          <a:prstGeom prst="rect">
            <a:avLst/>
          </a:prstGeom>
          <a:solidFill>
            <a:srgbClr val="2587C5"/>
          </a:solidFill>
          <a:ln/>
        </p:spPr>
      </p:sp>
      <p:sp>
        <p:nvSpPr>
          <p:cNvPr id="81" name="Text 79"/>
          <p:cNvSpPr txBox="1"/>
          <p:nvPr/>
        </p:nvSpPr>
        <p:spPr>
          <a:xfrm>
            <a:off x="3474720"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5001741"/>
            <a:ext cx="159478" cy="148509"/>
          </a:xfrm>
          <a:prstGeom prst="rect">
            <a:avLst/>
          </a:prstGeom>
          <a:solidFill>
            <a:srgbClr val="2587C5"/>
          </a:solidFill>
          <a:ln/>
        </p:spPr>
      </p:sp>
      <p:sp>
        <p:nvSpPr>
          <p:cNvPr id="87" name="Text 85"/>
          <p:cNvSpPr txBox="1"/>
          <p:nvPr/>
        </p:nvSpPr>
        <p:spPr>
          <a:xfrm>
            <a:off x="3474720"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5271758"/>
            <a:ext cx="156386" cy="148509"/>
          </a:xfrm>
          <a:prstGeom prst="rect">
            <a:avLst/>
          </a:prstGeom>
          <a:solidFill>
            <a:srgbClr val="2587C5"/>
          </a:solidFill>
          <a:ln/>
        </p:spPr>
      </p:sp>
      <p:sp>
        <p:nvSpPr>
          <p:cNvPr id="93" name="Text 91"/>
          <p:cNvSpPr txBox="1"/>
          <p:nvPr/>
        </p:nvSpPr>
        <p:spPr>
          <a:xfrm>
            <a:off x="3474720"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541775"/>
            <a:ext cx="151472" cy="148509"/>
          </a:xfrm>
          <a:prstGeom prst="rect">
            <a:avLst/>
          </a:prstGeom>
          <a:solidFill>
            <a:srgbClr val="2587C5"/>
          </a:solidFill>
          <a:ln/>
        </p:spPr>
      </p:sp>
      <p:sp>
        <p:nvSpPr>
          <p:cNvPr id="99" name="Text 97"/>
          <p:cNvSpPr txBox="1"/>
          <p:nvPr/>
        </p:nvSpPr>
        <p:spPr>
          <a:xfrm>
            <a:off x="3474720"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811792"/>
            <a:ext cx="144704" cy="148509"/>
          </a:xfrm>
          <a:prstGeom prst="rect">
            <a:avLst/>
          </a:prstGeom>
          <a:solidFill>
            <a:srgbClr val="2587C5"/>
          </a:solidFill>
          <a:ln/>
        </p:spPr>
      </p:sp>
      <p:sp>
        <p:nvSpPr>
          <p:cNvPr id="105" name="Text 103"/>
          <p:cNvSpPr txBox="1"/>
          <p:nvPr/>
        </p:nvSpPr>
        <p:spPr>
          <a:xfrm>
            <a:off x="3474720"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6081809"/>
            <a:ext cx="136953" cy="148509"/>
          </a:xfrm>
          <a:prstGeom prst="rect">
            <a:avLst/>
          </a:prstGeom>
          <a:solidFill>
            <a:srgbClr val="2587C5"/>
          </a:solidFill>
          <a:ln/>
        </p:spPr>
      </p:sp>
      <p:sp>
        <p:nvSpPr>
          <p:cNvPr id="111" name="Text 109"/>
          <p:cNvSpPr txBox="1"/>
          <p:nvPr/>
        </p:nvSpPr>
        <p:spPr>
          <a:xfrm>
            <a:off x="3474720" y="602105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602105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602105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61538"/>
            <a:ext cx="129525" cy="148509"/>
          </a:xfrm>
          <a:prstGeom prst="rect">
            <a:avLst/>
          </a:prstGeom>
          <a:solidFill>
            <a:srgbClr val="2587C5"/>
          </a:solidFill>
          <a:ln/>
        </p:spPr>
      </p:sp>
      <p:sp>
        <p:nvSpPr>
          <p:cNvPr id="117" name="Text 115"/>
          <p:cNvSpPr txBox="1"/>
          <p:nvPr/>
        </p:nvSpPr>
        <p:spPr>
          <a:xfrm>
            <a:off x="9025128"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31555"/>
            <a:ext cx="116104" cy="148509"/>
          </a:xfrm>
          <a:prstGeom prst="rect">
            <a:avLst/>
          </a:prstGeom>
          <a:solidFill>
            <a:srgbClr val="2587C5"/>
          </a:solidFill>
          <a:ln/>
        </p:spPr>
      </p:sp>
      <p:sp>
        <p:nvSpPr>
          <p:cNvPr id="123" name="Text 121"/>
          <p:cNvSpPr txBox="1"/>
          <p:nvPr/>
        </p:nvSpPr>
        <p:spPr>
          <a:xfrm>
            <a:off x="9025128"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301572"/>
            <a:ext cx="111671" cy="148509"/>
          </a:xfrm>
          <a:prstGeom prst="rect">
            <a:avLst/>
          </a:prstGeom>
          <a:solidFill>
            <a:srgbClr val="2587C5"/>
          </a:solidFill>
          <a:ln/>
        </p:spPr>
      </p:sp>
      <p:sp>
        <p:nvSpPr>
          <p:cNvPr id="129" name="Text 127"/>
          <p:cNvSpPr txBox="1"/>
          <p:nvPr/>
        </p:nvSpPr>
        <p:spPr>
          <a:xfrm>
            <a:off x="9025128"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71589"/>
            <a:ext cx="107204" cy="148509"/>
          </a:xfrm>
          <a:prstGeom prst="rect">
            <a:avLst/>
          </a:prstGeom>
          <a:solidFill>
            <a:srgbClr val="2587C5"/>
          </a:solidFill>
          <a:ln/>
        </p:spPr>
      </p:sp>
      <p:sp>
        <p:nvSpPr>
          <p:cNvPr id="135" name="Text 133"/>
          <p:cNvSpPr txBox="1"/>
          <p:nvPr/>
        </p:nvSpPr>
        <p:spPr>
          <a:xfrm>
            <a:off x="9025128"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841606"/>
            <a:ext cx="105090" cy="148509"/>
          </a:xfrm>
          <a:prstGeom prst="rect">
            <a:avLst/>
          </a:prstGeom>
          <a:solidFill>
            <a:srgbClr val="2587C5"/>
          </a:solidFill>
          <a:ln/>
        </p:spPr>
      </p:sp>
      <p:sp>
        <p:nvSpPr>
          <p:cNvPr id="141" name="Text 139"/>
          <p:cNvSpPr txBox="1"/>
          <p:nvPr/>
        </p:nvSpPr>
        <p:spPr>
          <a:xfrm>
            <a:off x="9025128"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3111623"/>
            <a:ext cx="102344" cy="148509"/>
          </a:xfrm>
          <a:prstGeom prst="rect">
            <a:avLst/>
          </a:prstGeom>
          <a:solidFill>
            <a:srgbClr val="2587C5"/>
          </a:solidFill>
          <a:ln/>
        </p:spPr>
      </p:sp>
      <p:sp>
        <p:nvSpPr>
          <p:cNvPr id="147" name="Text 145"/>
          <p:cNvSpPr txBox="1"/>
          <p:nvPr/>
        </p:nvSpPr>
        <p:spPr>
          <a:xfrm>
            <a:off x="9025128"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381639"/>
            <a:ext cx="95727" cy="148509"/>
          </a:xfrm>
          <a:prstGeom prst="rect">
            <a:avLst/>
          </a:prstGeom>
          <a:solidFill>
            <a:srgbClr val="2587C5"/>
          </a:solidFill>
          <a:ln/>
        </p:spPr>
      </p:sp>
      <p:sp>
        <p:nvSpPr>
          <p:cNvPr id="153" name="Text 151"/>
          <p:cNvSpPr txBox="1"/>
          <p:nvPr/>
        </p:nvSpPr>
        <p:spPr>
          <a:xfrm>
            <a:off x="9025128"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651656"/>
            <a:ext cx="93782" cy="148509"/>
          </a:xfrm>
          <a:prstGeom prst="rect">
            <a:avLst/>
          </a:prstGeom>
          <a:solidFill>
            <a:srgbClr val="2587C5"/>
          </a:solidFill>
          <a:ln/>
        </p:spPr>
      </p:sp>
      <p:sp>
        <p:nvSpPr>
          <p:cNvPr id="159" name="Text 157"/>
          <p:cNvSpPr txBox="1"/>
          <p:nvPr/>
        </p:nvSpPr>
        <p:spPr>
          <a:xfrm>
            <a:off x="9025128"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921673"/>
            <a:ext cx="91945" cy="148509"/>
          </a:xfrm>
          <a:prstGeom prst="rect">
            <a:avLst/>
          </a:prstGeom>
          <a:solidFill>
            <a:srgbClr val="2587C5"/>
          </a:solidFill>
          <a:ln/>
        </p:spPr>
      </p:sp>
      <p:sp>
        <p:nvSpPr>
          <p:cNvPr id="165" name="Text 163"/>
          <p:cNvSpPr txBox="1"/>
          <p:nvPr/>
        </p:nvSpPr>
        <p:spPr>
          <a:xfrm>
            <a:off x="9025128"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4191690"/>
            <a:ext cx="91642" cy="148509"/>
          </a:xfrm>
          <a:prstGeom prst="rect">
            <a:avLst/>
          </a:prstGeom>
          <a:solidFill>
            <a:srgbClr val="2587C5"/>
          </a:solidFill>
          <a:ln/>
        </p:spPr>
      </p:sp>
      <p:sp>
        <p:nvSpPr>
          <p:cNvPr id="171" name="Text 169"/>
          <p:cNvSpPr txBox="1"/>
          <p:nvPr/>
        </p:nvSpPr>
        <p:spPr>
          <a:xfrm>
            <a:off x="9025128"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461707"/>
            <a:ext cx="90578" cy="148509"/>
          </a:xfrm>
          <a:prstGeom prst="rect">
            <a:avLst/>
          </a:prstGeom>
          <a:solidFill>
            <a:srgbClr val="2587C5"/>
          </a:solidFill>
          <a:ln/>
        </p:spPr>
      </p:sp>
      <p:sp>
        <p:nvSpPr>
          <p:cNvPr id="177" name="Text 175"/>
          <p:cNvSpPr txBox="1"/>
          <p:nvPr/>
        </p:nvSpPr>
        <p:spPr>
          <a:xfrm>
            <a:off x="9025128"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731724"/>
            <a:ext cx="83490" cy="148509"/>
          </a:xfrm>
          <a:prstGeom prst="rect">
            <a:avLst/>
          </a:prstGeom>
          <a:solidFill>
            <a:srgbClr val="2587C5"/>
          </a:solidFill>
          <a:ln/>
        </p:spPr>
      </p:sp>
      <p:sp>
        <p:nvSpPr>
          <p:cNvPr id="183" name="Text 181"/>
          <p:cNvSpPr txBox="1"/>
          <p:nvPr/>
        </p:nvSpPr>
        <p:spPr>
          <a:xfrm>
            <a:off x="9025128"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5001741"/>
            <a:ext cx="82594" cy="148509"/>
          </a:xfrm>
          <a:prstGeom prst="rect">
            <a:avLst/>
          </a:prstGeom>
          <a:solidFill>
            <a:srgbClr val="2587C5"/>
          </a:solidFill>
          <a:ln/>
        </p:spPr>
      </p:sp>
      <p:sp>
        <p:nvSpPr>
          <p:cNvPr id="189" name="Text 187"/>
          <p:cNvSpPr txBox="1"/>
          <p:nvPr/>
        </p:nvSpPr>
        <p:spPr>
          <a:xfrm>
            <a:off x="9025128"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5271758"/>
            <a:ext cx="67141" cy="148509"/>
          </a:xfrm>
          <a:prstGeom prst="rect">
            <a:avLst/>
          </a:prstGeom>
          <a:solidFill>
            <a:srgbClr val="2587C5"/>
          </a:solidFill>
          <a:ln/>
        </p:spPr>
      </p:sp>
      <p:sp>
        <p:nvSpPr>
          <p:cNvPr id="195" name="Text 193"/>
          <p:cNvSpPr txBox="1"/>
          <p:nvPr/>
        </p:nvSpPr>
        <p:spPr>
          <a:xfrm>
            <a:off x="9025128"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541775"/>
            <a:ext cx="54968" cy="148509"/>
          </a:xfrm>
          <a:prstGeom prst="rect">
            <a:avLst/>
          </a:prstGeom>
          <a:solidFill>
            <a:srgbClr val="2587C5"/>
          </a:solidFill>
          <a:ln/>
        </p:spPr>
      </p:sp>
      <p:sp>
        <p:nvSpPr>
          <p:cNvPr id="201" name="Text 199"/>
          <p:cNvSpPr txBox="1"/>
          <p:nvPr/>
        </p:nvSpPr>
        <p:spPr>
          <a:xfrm>
            <a:off x="9025128"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811792"/>
            <a:ext cx="43862" cy="148509"/>
          </a:xfrm>
          <a:prstGeom prst="rect">
            <a:avLst/>
          </a:prstGeom>
          <a:solidFill>
            <a:srgbClr val="2587C5"/>
          </a:solidFill>
          <a:ln/>
        </p:spPr>
      </p:sp>
      <p:sp>
        <p:nvSpPr>
          <p:cNvPr id="207" name="Text 205"/>
          <p:cNvSpPr txBox="1"/>
          <p:nvPr/>
        </p:nvSpPr>
        <p:spPr>
          <a:xfrm>
            <a:off x="9025128"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590288"/>
          </a:xfrm>
          <a:prstGeom prst="rect">
            <a:avLst/>
          </a:prstGeom>
          <a:solidFill>
            <a:srgbClr val="D9D9D9"/>
          </a:solidFill>
          <a:ln/>
        </p:spPr>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371856"/>
          </a:xfrm>
          <a:prstGeom prst="rect">
            <a:avLst/>
          </a:prstGeom>
          <a:solidFill>
            <a:srgbClr val="EDF4FA"/>
          </a:solidFill>
          <a:ln/>
        </p:spPr>
      </p:sp>
      <p:sp>
        <p:nvSpPr>
          <p:cNvPr id="72"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Protect that money: higher rates draw more audits, so document every claim to hold up.</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largest gain in September, +$877K. This is money the manufacturer owes us: process keeps it.</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+$2.03M</a:t>
            </a:r>
            <a:endParaRPr lang="en-US" sz="13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9" name="Text 15"/>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+$194K</a:t>
            </a:r>
            <a:endParaRPr lang="en-US" sz="13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5" name="Text 20"/>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+$985K</a:t>
            </a:r>
            <a:endParaRPr lang="en-US" sz="1300" dirty="0"/>
          </a:p>
        </p:txBody>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graphicFrame>
        <p:nvGraphicFramePr>
          <p:cNvPr id="28"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9" name="Text 23"/>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30" name="Text 24"/>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1" name="Shape 25"/>
          <p:cNvSpPr/>
          <p:nvPr/>
        </p:nvSpPr>
        <p:spPr>
          <a:xfrm>
            <a:off x="658368" y="5358384"/>
            <a:ext cx="3489960" cy="886968"/>
          </a:xfrm>
          <a:prstGeom prst="rect">
            <a:avLst/>
          </a:prstGeom>
          <a:solidFill>
            <a:srgbClr val="F7F7F7"/>
          </a:solidFill>
          <a:ln/>
        </p:spPr>
      </p:sp>
      <p:sp>
        <p:nvSpPr>
          <p:cNvPr id="32" name="Text 26"/>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3" name="Text 27"/>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graphicFrame>
        <p:nvGraphicFramePr>
          <p:cNvPr id="34"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5" name="Text 28"/>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36" name="Text 29"/>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+$170K</a:t>
            </a:r>
            <a:endParaRPr lang="en-US" sz="1300" dirty="0"/>
          </a:p>
        </p:txBody>
      </p:sp>
      <p:sp>
        <p:nvSpPr>
          <p:cNvPr id="37" name="Shape 30"/>
          <p:cNvSpPr/>
          <p:nvPr/>
        </p:nvSpPr>
        <p:spPr>
          <a:xfrm>
            <a:off x="4349496" y="1371600"/>
            <a:ext cx="3489960" cy="45720"/>
          </a:xfrm>
          <a:prstGeom prst="rect">
            <a:avLst/>
          </a:prstGeom>
          <a:solidFill>
            <a:srgbClr val="C2352F"/>
          </a:solidFill>
          <a:ln/>
        </p:spPr>
      </p:sp>
      <p:sp>
        <p:nvSpPr>
          <p:cNvPr id="38"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9" name="Shape 32"/>
          <p:cNvSpPr/>
          <p:nvPr/>
        </p:nvSpPr>
        <p:spPr>
          <a:xfrm>
            <a:off x="4349496" y="1810512"/>
            <a:ext cx="3489960" cy="886968"/>
          </a:xfrm>
          <a:prstGeom prst="rect">
            <a:avLst/>
          </a:prstGeom>
          <a:solidFill>
            <a:srgbClr val="F7F7F7"/>
          </a:solidFill>
          <a:ln/>
        </p:spPr>
      </p:sp>
      <p:sp>
        <p:nvSpPr>
          <p:cNvPr id="40" name="Text 33"/>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1" name="Text 34"/>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graphicFrame>
        <p:nvGraphicFramePr>
          <p:cNvPr id="42"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3" name="Text 35"/>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44" name="Text 36"/>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−$410K</a:t>
            </a:r>
            <a:endParaRPr lang="en-US" sz="1300" dirty="0"/>
          </a:p>
        </p:txBody>
      </p:sp>
      <p:sp>
        <p:nvSpPr>
          <p:cNvPr id="45" name="Text 37"/>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6" name="Text 38"/>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graphicFrame>
        <p:nvGraphicFramePr>
          <p:cNvPr id="47"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8" name="Text 39"/>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49" name="Text 40"/>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50" name="Shape 41"/>
          <p:cNvSpPr/>
          <p:nvPr/>
        </p:nvSpPr>
        <p:spPr>
          <a:xfrm>
            <a:off x="4349496" y="3584448"/>
            <a:ext cx="3489960" cy="886968"/>
          </a:xfrm>
          <a:prstGeom prst="rect">
            <a:avLst/>
          </a:prstGeom>
          <a:solidFill>
            <a:srgbClr val="F7F7F7"/>
          </a:solidFill>
          <a:ln/>
        </p:spPr>
      </p:sp>
      <p:sp>
        <p:nvSpPr>
          <p:cNvPr id="51" name="Text 42"/>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2" name="Text 43"/>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graphicFrame>
        <p:nvGraphicFramePr>
          <p:cNvPr id="53"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4" name="Text 44"/>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55" name="Text 45"/>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−$822K</a:t>
            </a:r>
            <a:endParaRPr lang="en-US" sz="1300" dirty="0"/>
          </a:p>
        </p:txBody>
      </p:sp>
      <p:sp>
        <p:nvSpPr>
          <p:cNvPr id="56" name="Shape 46"/>
          <p:cNvSpPr/>
          <p:nvPr/>
        </p:nvSpPr>
        <p:spPr>
          <a:xfrm>
            <a:off x="7775448" y="4507992"/>
            <a:ext cx="64008" cy="813816"/>
          </a:xfrm>
          <a:prstGeom prst="rect">
            <a:avLst/>
          </a:prstGeom>
          <a:solidFill>
            <a:srgbClr val="2587C5"/>
          </a:solidFill>
          <a:ln/>
        </p:spPr>
      </p:sp>
      <p:sp>
        <p:nvSpPr>
          <p:cNvPr id="57" name="Text 47"/>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8" name="Text 48"/>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graphicFrame>
        <p:nvGraphicFramePr>
          <p:cNvPr id="59"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60" name="Text 49"/>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61" name="Text 50"/>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−$586K</a:t>
            </a:r>
            <a:endParaRPr lang="en-US" sz="1300" dirty="0"/>
          </a:p>
        </p:txBody>
      </p:sp>
      <p:sp>
        <p:nvSpPr>
          <p:cNvPr id="62" name="Shape 51"/>
          <p:cNvSpPr/>
          <p:nvPr/>
        </p:nvSpPr>
        <p:spPr>
          <a:xfrm>
            <a:off x="4349496" y="5358384"/>
            <a:ext cx="3489960" cy="886968"/>
          </a:xfrm>
          <a:prstGeom prst="rect">
            <a:avLst/>
          </a:prstGeom>
          <a:solidFill>
            <a:srgbClr val="F7F7F7"/>
          </a:solidFill>
          <a:ln/>
        </p:spPr>
      </p:sp>
      <p:sp>
        <p:nvSpPr>
          <p:cNvPr id="63" name="Text 5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4" name="Text 5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graphicFrame>
        <p:nvGraphicFramePr>
          <p:cNvPr id="6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66" name="Text 54"/>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67" name="Text 55"/>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−$164K</a:t>
            </a:r>
            <a:endParaRPr lang="en-US" sz="1300" dirty="0"/>
          </a:p>
        </p:txBody>
      </p:sp>
      <p:sp>
        <p:nvSpPr>
          <p:cNvPr id="68" name="Shape 56"/>
          <p:cNvSpPr/>
          <p:nvPr/>
        </p:nvSpPr>
        <p:spPr>
          <a:xfrm>
            <a:off x="8040624" y="1371600"/>
            <a:ext cx="3489960" cy="45720"/>
          </a:xfrm>
          <a:prstGeom prst="rect">
            <a:avLst/>
          </a:prstGeom>
          <a:solidFill>
            <a:srgbClr val="2587C5"/>
          </a:solidFill>
          <a:ln/>
        </p:spPr>
      </p:sp>
      <p:sp>
        <p:nvSpPr>
          <p:cNvPr id="6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0" name="Shape 58"/>
          <p:cNvSpPr/>
          <p:nvPr/>
        </p:nvSpPr>
        <p:spPr>
          <a:xfrm>
            <a:off x="8040624" y="1810512"/>
            <a:ext cx="3489960" cy="886968"/>
          </a:xfrm>
          <a:prstGeom prst="rect">
            <a:avLst/>
          </a:prstGeom>
          <a:solidFill>
            <a:srgbClr val="F7F7F7"/>
          </a:solidFill>
          <a:ln/>
        </p:spPr>
      </p:sp>
      <p:sp>
        <p:nvSpPr>
          <p:cNvPr id="71" name="Shape 59"/>
          <p:cNvSpPr/>
          <p:nvPr/>
        </p:nvSpPr>
        <p:spPr>
          <a:xfrm>
            <a:off x="11466576" y="1847088"/>
            <a:ext cx="64008" cy="813816"/>
          </a:xfrm>
          <a:prstGeom prst="rect">
            <a:avLst/>
          </a:prstGeom>
          <a:solidFill>
            <a:srgbClr val="2587C5"/>
          </a:solidFill>
          <a:ln/>
        </p:spPr>
      </p:sp>
      <p:sp>
        <p:nvSpPr>
          <p:cNvPr id="72" name="Text 6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3" name="Text 6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graphicFrame>
        <p:nvGraphicFramePr>
          <p:cNvPr id="74"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75"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76" name="Text 62"/>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77" name="Text 63"/>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78" name="Text 6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9" name="Text 6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graphicFrame>
        <p:nvGraphicFramePr>
          <p:cNvPr id="8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8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82" name="Text 66"/>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83" name="Text 67"/>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+$81K</a:t>
            </a:r>
            <a:endParaRPr lang="en-US" sz="1300" dirty="0"/>
          </a:p>
        </p:txBody>
      </p:sp>
      <p:sp>
        <p:nvSpPr>
          <p:cNvPr id="84" name="Shape 68"/>
          <p:cNvSpPr/>
          <p:nvPr/>
        </p:nvSpPr>
        <p:spPr>
          <a:xfrm>
            <a:off x="8040624" y="3584448"/>
            <a:ext cx="3489960" cy="886968"/>
          </a:xfrm>
          <a:prstGeom prst="rect">
            <a:avLst/>
          </a:prstGeom>
          <a:solidFill>
            <a:srgbClr val="F7F7F7"/>
          </a:solidFill>
          <a:ln/>
        </p:spPr>
      </p:sp>
      <p:sp>
        <p:nvSpPr>
          <p:cNvPr id="85" name="Text 6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6" name="Text 7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graphicFrame>
        <p:nvGraphicFramePr>
          <p:cNvPr id="8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8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9" name="Text 71"/>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90" name="Text 72"/>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91" name="Text 7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2" name="Text 7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graphicFrame>
        <p:nvGraphicFramePr>
          <p:cNvPr id="9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9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95" name="Text 75"/>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96" name="Text 76"/>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97" name="Shape 77"/>
          <p:cNvSpPr/>
          <p:nvPr/>
        </p:nvSpPr>
        <p:spPr>
          <a:xfrm>
            <a:off x="8040624" y="5358384"/>
            <a:ext cx="3489960" cy="886968"/>
          </a:xfrm>
          <a:prstGeom prst="rect">
            <a:avLst/>
          </a:prstGeom>
          <a:solidFill>
            <a:srgbClr val="F7F7F7"/>
          </a:solidFill>
          <a:ln/>
        </p:spPr>
      </p:sp>
      <p:sp>
        <p:nvSpPr>
          <p:cNvPr id="98" name="Text 7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99" name="Text 7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graphicFrame>
        <p:nvGraphicFramePr>
          <p:cNvPr id="10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10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102" name="Text 80"/>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103" name="Text 81"/>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vs Last Year: Customer Pay</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+6.5%</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+46.1%</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+45.4%</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+0.2%</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LABOR $ PER RO</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+5.9%</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vs Last Year: Profit and Process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578962" y="1691640"/>
            <a:ext cx="10973" cy="3977640"/>
          </a:xfrm>
          <a:prstGeom prst="rect">
            <a:avLst/>
          </a:prstGeom>
          <a:solidFill>
            <a:srgbClr val="D9D9D9"/>
          </a:solidFill>
          <a:ln/>
        </p:spPr>
      </p:sp>
      <p:sp>
        <p:nvSpPr>
          <p:cNvPr id="20" name="Shape 18"/>
          <p:cNvSpPr/>
          <p:nvPr/>
        </p:nvSpPr>
        <p:spPr>
          <a:xfrm>
            <a:off x="6249010" y="1691640"/>
            <a:ext cx="10973" cy="3977640"/>
          </a:xfrm>
          <a:prstGeom prst="rect">
            <a:avLst/>
          </a:prstGeom>
          <a:solidFill>
            <a:srgbClr val="D9D9D9"/>
          </a:solidFill>
          <a:ln/>
        </p:spPr>
      </p:sp>
      <p:sp>
        <p:nvSpPr>
          <p:cNvPr id="21" name="Shape 19"/>
          <p:cNvSpPr/>
          <p:nvPr/>
        </p:nvSpPr>
        <p:spPr>
          <a:xfrm>
            <a:off x="8919058" y="1691640"/>
            <a:ext cx="10973" cy="3977640"/>
          </a:xfrm>
          <a:prstGeom prst="rect">
            <a:avLst/>
          </a:prstGeom>
          <a:solidFill>
            <a:srgbClr val="D9D9D9"/>
          </a:solidFill>
          <a:ln/>
        </p:spPr>
      </p:sp>
      <p:sp>
        <p:nvSpPr>
          <p:cNvPr id="22" name="Shape 20"/>
          <p:cNvSpPr/>
          <p:nvPr/>
        </p:nvSpPr>
        <p:spPr>
          <a:xfrm>
            <a:off x="969264" y="1691640"/>
            <a:ext cx="2560320" cy="45720"/>
          </a:xfrm>
          <a:prstGeom prst="rect">
            <a:avLst/>
          </a:prstGeom>
          <a:solidFill>
            <a:srgbClr val="12A566"/>
          </a:solidFill>
          <a:ln/>
        </p:spPr>
      </p:sp>
      <p:sp>
        <p:nvSpPr>
          <p:cNvPr id="23" name="Text 21"/>
          <p:cNvSpPr txBox="1"/>
          <p:nvPr/>
        </p:nvSpPr>
        <p:spPr>
          <a:xfrm>
            <a:off x="987552"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OPS NET PROFIT</a:t>
            </a:r>
            <a:endParaRPr lang="en-US" sz="1300" dirty="0"/>
          </a:p>
        </p:txBody>
      </p:sp>
      <p:sp>
        <p:nvSpPr>
          <p:cNvPr id="24" name="Text 22"/>
          <p:cNvSpPr txBox="1"/>
          <p:nvPr/>
        </p:nvSpPr>
        <p:spPr>
          <a:xfrm>
            <a:off x="987552"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+$5.11M</a:t>
            </a:r>
            <a:endParaRPr lang="en-US" sz="1300" dirty="0"/>
          </a:p>
        </p:txBody>
      </p:sp>
      <p:sp>
        <p:nvSpPr>
          <p:cNvPr id="25" name="Text 23"/>
          <p:cNvSpPr txBox="1"/>
          <p:nvPr/>
        </p:nvSpPr>
        <p:spPr>
          <a:xfrm>
            <a:off x="987552"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6" name="Text 24"/>
          <p:cNvSpPr txBox="1"/>
          <p:nvPr/>
        </p:nvSpPr>
        <p:spPr>
          <a:xfrm>
            <a:off x="987552"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27" name="Text 25"/>
          <p:cNvSpPr txBox="1"/>
          <p:nvPr/>
        </p:nvSpPr>
        <p:spPr>
          <a:xfrm>
            <a:off x="987552"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Text 26"/>
          <p:cNvSpPr txBox="1"/>
          <p:nvPr/>
        </p:nvSpPr>
        <p:spPr>
          <a:xfrm>
            <a:off x="987552"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29" name="Text 27"/>
          <p:cNvSpPr txBox="1"/>
          <p:nvPr/>
        </p:nvSpPr>
        <p:spPr>
          <a:xfrm>
            <a:off x="987552"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0" name="Text 28"/>
          <p:cNvSpPr txBox="1"/>
          <p:nvPr/>
        </p:nvSpPr>
        <p:spPr>
          <a:xfrm>
            <a:off x="987552"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31" name="Text 29"/>
          <p:cNvSpPr txBox="1"/>
          <p:nvPr/>
        </p:nvSpPr>
        <p:spPr>
          <a:xfrm>
            <a:off x="987552"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32" name="Text 30"/>
          <p:cNvSpPr txBox="1"/>
          <p:nvPr/>
        </p:nvSpPr>
        <p:spPr>
          <a:xfrm>
            <a:off x="987552"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33" name="Text 31"/>
          <p:cNvSpPr txBox="1"/>
          <p:nvPr/>
        </p:nvSpPr>
        <p:spPr>
          <a:xfrm>
            <a:off x="987552"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34" name="Text 32"/>
          <p:cNvSpPr txBox="1"/>
          <p:nvPr/>
        </p:nvSpPr>
        <p:spPr>
          <a:xfrm>
            <a:off x="987552"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5" name="Text 33"/>
          <p:cNvSpPr txBox="1"/>
          <p:nvPr/>
        </p:nvSpPr>
        <p:spPr>
          <a:xfrm>
            <a:off x="987552"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6" name="Text 34"/>
          <p:cNvSpPr txBox="1"/>
          <p:nvPr/>
        </p:nvSpPr>
        <p:spPr>
          <a:xfrm>
            <a:off x="987552"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7" name="Shape 35"/>
          <p:cNvSpPr/>
          <p:nvPr/>
        </p:nvSpPr>
        <p:spPr>
          <a:xfrm>
            <a:off x="3639312" y="1691640"/>
            <a:ext cx="2560320" cy="45720"/>
          </a:xfrm>
          <a:prstGeom prst="rect">
            <a:avLst/>
          </a:prstGeom>
          <a:solidFill>
            <a:srgbClr val="12A566"/>
          </a:solidFill>
          <a:ln/>
        </p:spPr>
      </p:sp>
      <p:sp>
        <p:nvSpPr>
          <p:cNvPr id="38" name="Text 36"/>
          <p:cNvSpPr txBox="1"/>
          <p:nvPr/>
        </p:nvSpPr>
        <p:spPr>
          <a:xfrm>
            <a:off x="3657600"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ABSORPTION</a:t>
            </a:r>
            <a:endParaRPr lang="en-US" sz="1300" dirty="0"/>
          </a:p>
        </p:txBody>
      </p:sp>
      <p:sp>
        <p:nvSpPr>
          <p:cNvPr id="39" name="Text 37"/>
          <p:cNvSpPr txBox="1"/>
          <p:nvPr/>
        </p:nvSpPr>
        <p:spPr>
          <a:xfrm>
            <a:off x="3657600"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+2.1 pts</a:t>
            </a:r>
            <a:endParaRPr lang="en-US" sz="1300" dirty="0"/>
          </a:p>
        </p:txBody>
      </p:sp>
      <p:sp>
        <p:nvSpPr>
          <p:cNvPr id="40" name="Text 38"/>
          <p:cNvSpPr txBox="1"/>
          <p:nvPr/>
        </p:nvSpPr>
        <p:spPr>
          <a:xfrm>
            <a:off x="3657600"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41" name="Text 39"/>
          <p:cNvSpPr txBox="1"/>
          <p:nvPr/>
        </p:nvSpPr>
        <p:spPr>
          <a:xfrm>
            <a:off x="3657600"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42" name="Text 40"/>
          <p:cNvSpPr txBox="1"/>
          <p:nvPr/>
        </p:nvSpPr>
        <p:spPr>
          <a:xfrm>
            <a:off x="3657600"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3" name="Text 41"/>
          <p:cNvSpPr txBox="1"/>
          <p:nvPr/>
        </p:nvSpPr>
        <p:spPr>
          <a:xfrm>
            <a:off x="3657600"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44" name="Text 42"/>
          <p:cNvSpPr txBox="1"/>
          <p:nvPr/>
        </p:nvSpPr>
        <p:spPr>
          <a:xfrm>
            <a:off x="3657600"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45" name="Text 43"/>
          <p:cNvSpPr txBox="1"/>
          <p:nvPr/>
        </p:nvSpPr>
        <p:spPr>
          <a:xfrm>
            <a:off x="3657600"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46" name="Text 44"/>
          <p:cNvSpPr txBox="1"/>
          <p:nvPr/>
        </p:nvSpPr>
        <p:spPr>
          <a:xfrm>
            <a:off x="3657600"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47" name="Text 45"/>
          <p:cNvSpPr txBox="1"/>
          <p:nvPr/>
        </p:nvSpPr>
        <p:spPr>
          <a:xfrm>
            <a:off x="3657600"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8" name="Text 46"/>
          <p:cNvSpPr txBox="1"/>
          <p:nvPr/>
        </p:nvSpPr>
        <p:spPr>
          <a:xfrm>
            <a:off x="3657600"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49" name="Text 47"/>
          <p:cNvSpPr txBox="1"/>
          <p:nvPr/>
        </p:nvSpPr>
        <p:spPr>
          <a:xfrm>
            <a:off x="3657600"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50" name="Text 48"/>
          <p:cNvSpPr txBox="1"/>
          <p:nvPr/>
        </p:nvSpPr>
        <p:spPr>
          <a:xfrm>
            <a:off x="3657600"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1" name="Text 49"/>
          <p:cNvSpPr txBox="1"/>
          <p:nvPr/>
        </p:nvSpPr>
        <p:spPr>
          <a:xfrm>
            <a:off x="3657600"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52" name="Shape 50"/>
          <p:cNvSpPr/>
          <p:nvPr/>
        </p:nvSpPr>
        <p:spPr>
          <a:xfrm>
            <a:off x="6309360" y="1691640"/>
            <a:ext cx="2560320" cy="45720"/>
          </a:xfrm>
          <a:prstGeom prst="rect">
            <a:avLst/>
          </a:prstGeom>
          <a:solidFill>
            <a:srgbClr val="12A566"/>
          </a:solidFill>
          <a:ln/>
        </p:spPr>
      </p:sp>
      <p:sp>
        <p:nvSpPr>
          <p:cNvPr id="53" name="Text 51"/>
          <p:cNvSpPr txBox="1"/>
          <p:nvPr/>
        </p:nvSpPr>
        <p:spPr>
          <a:xfrm>
            <a:off x="6327648"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54" name="Text 52"/>
          <p:cNvSpPr txBox="1"/>
          <p:nvPr/>
        </p:nvSpPr>
        <p:spPr>
          <a:xfrm>
            <a:off x="6327648"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+1.3 pts</a:t>
            </a:r>
            <a:endParaRPr lang="en-US" sz="1300" dirty="0"/>
          </a:p>
        </p:txBody>
      </p:sp>
      <p:sp>
        <p:nvSpPr>
          <p:cNvPr id="55" name="Text 53"/>
          <p:cNvSpPr txBox="1"/>
          <p:nvPr/>
        </p:nvSpPr>
        <p:spPr>
          <a:xfrm>
            <a:off x="6327648"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56" name="Text 54"/>
          <p:cNvSpPr txBox="1"/>
          <p:nvPr/>
        </p:nvSpPr>
        <p:spPr>
          <a:xfrm>
            <a:off x="6327648"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7" name="Text 55"/>
          <p:cNvSpPr txBox="1"/>
          <p:nvPr/>
        </p:nvSpPr>
        <p:spPr>
          <a:xfrm>
            <a:off x="6327648"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58" name="Text 56"/>
          <p:cNvSpPr txBox="1"/>
          <p:nvPr/>
        </p:nvSpPr>
        <p:spPr>
          <a:xfrm>
            <a:off x="6327648"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59" name="Text 57"/>
          <p:cNvSpPr txBox="1"/>
          <p:nvPr/>
        </p:nvSpPr>
        <p:spPr>
          <a:xfrm>
            <a:off x="6327648"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60" name="Text 58"/>
          <p:cNvSpPr txBox="1"/>
          <p:nvPr/>
        </p:nvSpPr>
        <p:spPr>
          <a:xfrm>
            <a:off x="6327648"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61" name="Text 59"/>
          <p:cNvSpPr txBox="1"/>
          <p:nvPr/>
        </p:nvSpPr>
        <p:spPr>
          <a:xfrm>
            <a:off x="6327648"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2" name="Text 60"/>
          <p:cNvSpPr txBox="1"/>
          <p:nvPr/>
        </p:nvSpPr>
        <p:spPr>
          <a:xfrm>
            <a:off x="6327648"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3" name="Text 61"/>
          <p:cNvSpPr txBox="1"/>
          <p:nvPr/>
        </p:nvSpPr>
        <p:spPr>
          <a:xfrm>
            <a:off x="6327648"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64" name="Text 62"/>
          <p:cNvSpPr txBox="1"/>
          <p:nvPr/>
        </p:nvSpPr>
        <p:spPr>
          <a:xfrm>
            <a:off x="6327648"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65" name="Text 63"/>
          <p:cNvSpPr txBox="1"/>
          <p:nvPr/>
        </p:nvSpPr>
        <p:spPr>
          <a:xfrm>
            <a:off x="6327648"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66" name="Text 64"/>
          <p:cNvSpPr txBox="1"/>
          <p:nvPr/>
        </p:nvSpPr>
        <p:spPr>
          <a:xfrm>
            <a:off x="6327648"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67" name="Shape 65"/>
          <p:cNvSpPr/>
          <p:nvPr/>
        </p:nvSpPr>
        <p:spPr>
          <a:xfrm>
            <a:off x="8979408" y="1691640"/>
            <a:ext cx="2560320" cy="45720"/>
          </a:xfrm>
          <a:prstGeom prst="rect">
            <a:avLst/>
          </a:prstGeom>
          <a:solidFill>
            <a:srgbClr val="12A566"/>
          </a:solidFill>
          <a:ln/>
        </p:spPr>
      </p:sp>
      <p:sp>
        <p:nvSpPr>
          <p:cNvPr id="68" name="Text 66"/>
          <p:cNvSpPr txBox="1"/>
          <p:nvPr/>
        </p:nvSpPr>
        <p:spPr>
          <a:xfrm>
            <a:off x="8997696"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OPCODES, FOUR COMBINED</a:t>
            </a:r>
            <a:endParaRPr lang="en-US" sz="1300" dirty="0"/>
          </a:p>
        </p:txBody>
      </p:sp>
      <p:sp>
        <p:nvSpPr>
          <p:cNvPr id="69" name="Text 67"/>
          <p:cNvSpPr txBox="1"/>
          <p:nvPr/>
        </p:nvSpPr>
        <p:spPr>
          <a:xfrm>
            <a:off x="8997696"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+5.4 pts</a:t>
            </a:r>
            <a:endParaRPr lang="en-US" sz="1300" dirty="0"/>
          </a:p>
        </p:txBody>
      </p:sp>
      <p:sp>
        <p:nvSpPr>
          <p:cNvPr id="70" name="Text 68"/>
          <p:cNvSpPr txBox="1"/>
          <p:nvPr/>
        </p:nvSpPr>
        <p:spPr>
          <a:xfrm>
            <a:off x="8997696"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71" name="Text 69"/>
          <p:cNvSpPr txBox="1"/>
          <p:nvPr/>
        </p:nvSpPr>
        <p:spPr>
          <a:xfrm>
            <a:off x="8997696"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+30.3 pts</a:t>
            </a:r>
            <a:endParaRPr lang="en-US" sz="1600" dirty="0"/>
          </a:p>
        </p:txBody>
      </p:sp>
      <p:sp>
        <p:nvSpPr>
          <p:cNvPr id="72" name="Text 70"/>
          <p:cNvSpPr txBox="1"/>
          <p:nvPr/>
        </p:nvSpPr>
        <p:spPr>
          <a:xfrm>
            <a:off x="8997696"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Text 71"/>
          <p:cNvSpPr txBox="1"/>
          <p:nvPr/>
        </p:nvSpPr>
        <p:spPr>
          <a:xfrm>
            <a:off x="8997696"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+28.4 pts</a:t>
            </a:r>
            <a:endParaRPr lang="en-US" sz="1600" dirty="0"/>
          </a:p>
        </p:txBody>
      </p:sp>
      <p:sp>
        <p:nvSpPr>
          <p:cNvPr id="74" name="Text 72"/>
          <p:cNvSpPr txBox="1"/>
          <p:nvPr/>
        </p:nvSpPr>
        <p:spPr>
          <a:xfrm>
            <a:off x="8997696"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5" name="Text 73"/>
          <p:cNvSpPr txBox="1"/>
          <p:nvPr/>
        </p:nvSpPr>
        <p:spPr>
          <a:xfrm>
            <a:off x="8997696"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 pts</a:t>
            </a:r>
            <a:endParaRPr lang="en-US" sz="1600" dirty="0"/>
          </a:p>
        </p:txBody>
      </p:sp>
      <p:sp>
        <p:nvSpPr>
          <p:cNvPr id="76" name="Text 74"/>
          <p:cNvSpPr txBox="1"/>
          <p:nvPr/>
        </p:nvSpPr>
        <p:spPr>
          <a:xfrm>
            <a:off x="8997696"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7" name="Text 75"/>
          <p:cNvSpPr txBox="1"/>
          <p:nvPr/>
        </p:nvSpPr>
        <p:spPr>
          <a:xfrm>
            <a:off x="8997696"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−0.7 pts</a:t>
            </a:r>
            <a:endParaRPr lang="en-US" sz="1600" dirty="0"/>
          </a:p>
        </p:txBody>
      </p:sp>
      <p:sp>
        <p:nvSpPr>
          <p:cNvPr id="78" name="Text 76"/>
          <p:cNvSpPr txBox="1"/>
          <p:nvPr/>
        </p:nvSpPr>
        <p:spPr>
          <a:xfrm>
            <a:off x="8997696"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LV</a:t>
            </a:r>
            <a:endParaRPr lang="en-US" sz="1300" dirty="0"/>
          </a:p>
        </p:txBody>
      </p:sp>
      <p:sp>
        <p:nvSpPr>
          <p:cNvPr id="79" name="Text 77"/>
          <p:cNvSpPr txBox="1"/>
          <p:nvPr/>
        </p:nvSpPr>
        <p:spPr>
          <a:xfrm>
            <a:off x="8997696"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80" name="Text 78"/>
          <p:cNvSpPr txBox="1"/>
          <p:nvPr/>
        </p:nvSpPr>
        <p:spPr>
          <a:xfrm>
            <a:off x="8997696"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1" name="Text 79"/>
          <p:cNvSpPr txBox="1"/>
          <p:nvPr/>
        </p:nvSpPr>
        <p:spPr>
          <a:xfrm>
            <a:off x="8997696"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This Year: Customer Pay</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−1.9%</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−10.0%</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−4.8%</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LABOR $ PER RO</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−0.8%</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−11.1%</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−12.3%</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This Year: Profit and Process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578962" y="1691640"/>
            <a:ext cx="10973" cy="3977640"/>
          </a:xfrm>
          <a:prstGeom prst="rect">
            <a:avLst/>
          </a:prstGeom>
          <a:solidFill>
            <a:srgbClr val="D9D9D9"/>
          </a:solidFill>
          <a:ln/>
        </p:spPr>
      </p:sp>
      <p:sp>
        <p:nvSpPr>
          <p:cNvPr id="20" name="Shape 18"/>
          <p:cNvSpPr/>
          <p:nvPr/>
        </p:nvSpPr>
        <p:spPr>
          <a:xfrm>
            <a:off x="6249010" y="1691640"/>
            <a:ext cx="10973" cy="3977640"/>
          </a:xfrm>
          <a:prstGeom prst="rect">
            <a:avLst/>
          </a:prstGeom>
          <a:solidFill>
            <a:srgbClr val="D9D9D9"/>
          </a:solidFill>
          <a:ln/>
        </p:spPr>
      </p:sp>
      <p:sp>
        <p:nvSpPr>
          <p:cNvPr id="21" name="Shape 19"/>
          <p:cNvSpPr/>
          <p:nvPr/>
        </p:nvSpPr>
        <p:spPr>
          <a:xfrm>
            <a:off x="8919058" y="1691640"/>
            <a:ext cx="10973" cy="3977640"/>
          </a:xfrm>
          <a:prstGeom prst="rect">
            <a:avLst/>
          </a:prstGeom>
          <a:solidFill>
            <a:srgbClr val="D9D9D9"/>
          </a:solidFill>
          <a:ln/>
        </p:spPr>
      </p:sp>
      <p:sp>
        <p:nvSpPr>
          <p:cNvPr id="22" name="Shape 20"/>
          <p:cNvSpPr/>
          <p:nvPr/>
        </p:nvSpPr>
        <p:spPr>
          <a:xfrm>
            <a:off x="969264" y="1691640"/>
            <a:ext cx="2560320" cy="45720"/>
          </a:xfrm>
          <a:prstGeom prst="rect">
            <a:avLst/>
          </a:prstGeom>
          <a:solidFill>
            <a:srgbClr val="12A566"/>
          </a:solidFill>
          <a:ln/>
        </p:spPr>
      </p:sp>
      <p:sp>
        <p:nvSpPr>
          <p:cNvPr id="23" name="Text 21"/>
          <p:cNvSpPr txBox="1"/>
          <p:nvPr/>
        </p:nvSpPr>
        <p:spPr>
          <a:xfrm>
            <a:off x="987552"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OPS NET PROFIT</a:t>
            </a:r>
            <a:endParaRPr lang="en-US" sz="1300" dirty="0"/>
          </a:p>
        </p:txBody>
      </p:sp>
      <p:sp>
        <p:nvSpPr>
          <p:cNvPr id="24" name="Text 22"/>
          <p:cNvSpPr txBox="1"/>
          <p:nvPr/>
        </p:nvSpPr>
        <p:spPr>
          <a:xfrm>
            <a:off x="987552"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+$1.05M</a:t>
            </a:r>
            <a:endParaRPr lang="en-US" sz="1300" dirty="0"/>
          </a:p>
        </p:txBody>
      </p:sp>
      <p:sp>
        <p:nvSpPr>
          <p:cNvPr id="25" name="Text 23"/>
          <p:cNvSpPr txBox="1"/>
          <p:nvPr/>
        </p:nvSpPr>
        <p:spPr>
          <a:xfrm>
            <a:off x="987552"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26" name="Text 24"/>
          <p:cNvSpPr txBox="1"/>
          <p:nvPr/>
        </p:nvSpPr>
        <p:spPr>
          <a:xfrm>
            <a:off x="987552"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27" name="Text 25"/>
          <p:cNvSpPr txBox="1"/>
          <p:nvPr/>
        </p:nvSpPr>
        <p:spPr>
          <a:xfrm>
            <a:off x="987552"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Text 26"/>
          <p:cNvSpPr txBox="1"/>
          <p:nvPr/>
        </p:nvSpPr>
        <p:spPr>
          <a:xfrm>
            <a:off x="987552"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29" name="Text 27"/>
          <p:cNvSpPr txBox="1"/>
          <p:nvPr/>
        </p:nvSpPr>
        <p:spPr>
          <a:xfrm>
            <a:off x="987552"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0" name="Text 28"/>
          <p:cNvSpPr txBox="1"/>
          <p:nvPr/>
        </p:nvSpPr>
        <p:spPr>
          <a:xfrm>
            <a:off x="987552"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31" name="Text 29"/>
          <p:cNvSpPr txBox="1"/>
          <p:nvPr/>
        </p:nvSpPr>
        <p:spPr>
          <a:xfrm>
            <a:off x="987552"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2" name="Text 30"/>
          <p:cNvSpPr txBox="1"/>
          <p:nvPr/>
        </p:nvSpPr>
        <p:spPr>
          <a:xfrm>
            <a:off x="987552"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−$25K</a:t>
            </a:r>
            <a:endParaRPr lang="en-US" sz="1600" dirty="0"/>
          </a:p>
        </p:txBody>
      </p:sp>
      <p:sp>
        <p:nvSpPr>
          <p:cNvPr id="33" name="Text 31"/>
          <p:cNvSpPr txBox="1"/>
          <p:nvPr/>
        </p:nvSpPr>
        <p:spPr>
          <a:xfrm>
            <a:off x="987552"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34" name="Text 32"/>
          <p:cNvSpPr txBox="1"/>
          <p:nvPr/>
        </p:nvSpPr>
        <p:spPr>
          <a:xfrm>
            <a:off x="987552"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−$30K</a:t>
            </a:r>
            <a:endParaRPr lang="en-US" sz="1600" dirty="0"/>
          </a:p>
        </p:txBody>
      </p:sp>
      <p:sp>
        <p:nvSpPr>
          <p:cNvPr id="35" name="Text 33"/>
          <p:cNvSpPr txBox="1"/>
          <p:nvPr/>
        </p:nvSpPr>
        <p:spPr>
          <a:xfrm>
            <a:off x="987552"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6" name="Text 34"/>
          <p:cNvSpPr txBox="1"/>
          <p:nvPr/>
        </p:nvSpPr>
        <p:spPr>
          <a:xfrm>
            <a:off x="987552"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−$61K</a:t>
            </a:r>
            <a:endParaRPr lang="en-US" sz="1600" dirty="0"/>
          </a:p>
        </p:txBody>
      </p:sp>
      <p:sp>
        <p:nvSpPr>
          <p:cNvPr id="37" name="Shape 35"/>
          <p:cNvSpPr/>
          <p:nvPr/>
        </p:nvSpPr>
        <p:spPr>
          <a:xfrm>
            <a:off x="3639312" y="1691640"/>
            <a:ext cx="2560320" cy="45720"/>
          </a:xfrm>
          <a:prstGeom prst="rect">
            <a:avLst/>
          </a:prstGeom>
          <a:solidFill>
            <a:srgbClr val="12A566"/>
          </a:solidFill>
          <a:ln/>
        </p:spPr>
      </p:sp>
      <p:sp>
        <p:nvSpPr>
          <p:cNvPr id="38" name="Text 36"/>
          <p:cNvSpPr txBox="1"/>
          <p:nvPr/>
        </p:nvSpPr>
        <p:spPr>
          <a:xfrm>
            <a:off x="3657600"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ABSORPTION</a:t>
            </a:r>
            <a:endParaRPr lang="en-US" sz="1300" dirty="0"/>
          </a:p>
        </p:txBody>
      </p:sp>
      <p:sp>
        <p:nvSpPr>
          <p:cNvPr id="39" name="Text 37"/>
          <p:cNvSpPr txBox="1"/>
          <p:nvPr/>
        </p:nvSpPr>
        <p:spPr>
          <a:xfrm>
            <a:off x="3657600"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+4.2 pts</a:t>
            </a:r>
            <a:endParaRPr lang="en-US" sz="1300" dirty="0"/>
          </a:p>
        </p:txBody>
      </p:sp>
      <p:sp>
        <p:nvSpPr>
          <p:cNvPr id="40" name="Text 38"/>
          <p:cNvSpPr txBox="1"/>
          <p:nvPr/>
        </p:nvSpPr>
        <p:spPr>
          <a:xfrm>
            <a:off x="3657600"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Henderson</a:t>
            </a:r>
            <a:endParaRPr lang="en-US" sz="1300" dirty="0"/>
          </a:p>
        </p:txBody>
      </p:sp>
      <p:sp>
        <p:nvSpPr>
          <p:cNvPr id="41" name="Text 39"/>
          <p:cNvSpPr txBox="1"/>
          <p:nvPr/>
        </p:nvSpPr>
        <p:spPr>
          <a:xfrm>
            <a:off x="3657600"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42" name="Text 40"/>
          <p:cNvSpPr txBox="1"/>
          <p:nvPr/>
        </p:nvSpPr>
        <p:spPr>
          <a:xfrm>
            <a:off x="3657600"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43" name="Text 41"/>
          <p:cNvSpPr txBox="1"/>
          <p:nvPr/>
        </p:nvSpPr>
        <p:spPr>
          <a:xfrm>
            <a:off x="3657600"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44" name="Text 42"/>
          <p:cNvSpPr txBox="1"/>
          <p:nvPr/>
        </p:nvSpPr>
        <p:spPr>
          <a:xfrm>
            <a:off x="3657600"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45" name="Text 43"/>
          <p:cNvSpPr txBox="1"/>
          <p:nvPr/>
        </p:nvSpPr>
        <p:spPr>
          <a:xfrm>
            <a:off x="3657600"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46" name="Text 44"/>
          <p:cNvSpPr txBox="1"/>
          <p:nvPr/>
        </p:nvSpPr>
        <p:spPr>
          <a:xfrm>
            <a:off x="3657600"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7" name="Text 45"/>
          <p:cNvSpPr txBox="1"/>
          <p:nvPr/>
        </p:nvSpPr>
        <p:spPr>
          <a:xfrm>
            <a:off x="3657600"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8" name="Text 46"/>
          <p:cNvSpPr txBox="1"/>
          <p:nvPr/>
        </p:nvSpPr>
        <p:spPr>
          <a:xfrm>
            <a:off x="3657600"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49" name="Text 47"/>
          <p:cNvSpPr txBox="1"/>
          <p:nvPr/>
        </p:nvSpPr>
        <p:spPr>
          <a:xfrm>
            <a:off x="3657600"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−6.6 pts</a:t>
            </a:r>
            <a:endParaRPr lang="en-US" sz="1600" dirty="0"/>
          </a:p>
        </p:txBody>
      </p:sp>
      <p:sp>
        <p:nvSpPr>
          <p:cNvPr id="50" name="Text 48"/>
          <p:cNvSpPr txBox="1"/>
          <p:nvPr/>
        </p:nvSpPr>
        <p:spPr>
          <a:xfrm>
            <a:off x="3657600"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51" name="Text 49"/>
          <p:cNvSpPr txBox="1"/>
          <p:nvPr/>
        </p:nvSpPr>
        <p:spPr>
          <a:xfrm>
            <a:off x="3657600"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2" name="Shape 50"/>
          <p:cNvSpPr/>
          <p:nvPr/>
        </p:nvSpPr>
        <p:spPr>
          <a:xfrm>
            <a:off x="6309360" y="1691640"/>
            <a:ext cx="2560320" cy="45720"/>
          </a:xfrm>
          <a:prstGeom prst="rect">
            <a:avLst/>
          </a:prstGeom>
          <a:solidFill>
            <a:srgbClr val="12A566"/>
          </a:solidFill>
          <a:ln/>
        </p:spPr>
      </p:sp>
      <p:sp>
        <p:nvSpPr>
          <p:cNvPr id="53" name="Text 51"/>
          <p:cNvSpPr txBox="1"/>
          <p:nvPr/>
        </p:nvSpPr>
        <p:spPr>
          <a:xfrm>
            <a:off x="6327648"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54" name="Text 52"/>
          <p:cNvSpPr txBox="1"/>
          <p:nvPr/>
        </p:nvSpPr>
        <p:spPr>
          <a:xfrm>
            <a:off x="6327648"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55" name="Text 53"/>
          <p:cNvSpPr txBox="1"/>
          <p:nvPr/>
        </p:nvSpPr>
        <p:spPr>
          <a:xfrm>
            <a:off x="6327648"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56" name="Text 54"/>
          <p:cNvSpPr txBox="1"/>
          <p:nvPr/>
        </p:nvSpPr>
        <p:spPr>
          <a:xfrm>
            <a:off x="6327648"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6327648"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Text 56"/>
          <p:cNvSpPr txBox="1"/>
          <p:nvPr/>
        </p:nvSpPr>
        <p:spPr>
          <a:xfrm>
            <a:off x="6327648"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59" name="Text 57"/>
          <p:cNvSpPr txBox="1"/>
          <p:nvPr/>
        </p:nvSpPr>
        <p:spPr>
          <a:xfrm>
            <a:off x="6327648"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60" name="Text 58"/>
          <p:cNvSpPr txBox="1"/>
          <p:nvPr/>
        </p:nvSpPr>
        <p:spPr>
          <a:xfrm>
            <a:off x="6327648"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1" name="Text 59"/>
          <p:cNvSpPr txBox="1"/>
          <p:nvPr/>
        </p:nvSpPr>
        <p:spPr>
          <a:xfrm>
            <a:off x="6327648"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62" name="Text 60"/>
          <p:cNvSpPr txBox="1"/>
          <p:nvPr/>
        </p:nvSpPr>
        <p:spPr>
          <a:xfrm>
            <a:off x="6327648"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−3.2 pts</a:t>
            </a:r>
            <a:endParaRPr lang="en-US" sz="1600" dirty="0"/>
          </a:p>
        </p:txBody>
      </p:sp>
      <p:sp>
        <p:nvSpPr>
          <p:cNvPr id="63" name="Text 61"/>
          <p:cNvSpPr txBox="1"/>
          <p:nvPr/>
        </p:nvSpPr>
        <p:spPr>
          <a:xfrm>
            <a:off x="6327648"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64" name="Text 62"/>
          <p:cNvSpPr txBox="1"/>
          <p:nvPr/>
        </p:nvSpPr>
        <p:spPr>
          <a:xfrm>
            <a:off x="6327648"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 pts</a:t>
            </a:r>
            <a:endParaRPr lang="en-US" sz="1600" dirty="0"/>
          </a:p>
        </p:txBody>
      </p:sp>
      <p:sp>
        <p:nvSpPr>
          <p:cNvPr id="65" name="Text 63"/>
          <p:cNvSpPr txBox="1"/>
          <p:nvPr/>
        </p:nvSpPr>
        <p:spPr>
          <a:xfrm>
            <a:off x="6327648"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327648"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67" name="Shape 65"/>
          <p:cNvSpPr/>
          <p:nvPr/>
        </p:nvSpPr>
        <p:spPr>
          <a:xfrm>
            <a:off x="8979408" y="1691640"/>
            <a:ext cx="2560320" cy="45720"/>
          </a:xfrm>
          <a:prstGeom prst="rect">
            <a:avLst/>
          </a:prstGeom>
          <a:solidFill>
            <a:srgbClr val="12A566"/>
          </a:solidFill>
          <a:ln/>
        </p:spPr>
      </p:sp>
      <p:sp>
        <p:nvSpPr>
          <p:cNvPr id="68" name="Text 66"/>
          <p:cNvSpPr txBox="1"/>
          <p:nvPr/>
        </p:nvSpPr>
        <p:spPr>
          <a:xfrm>
            <a:off x="8997696"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OPCODES, FOUR COMBINED</a:t>
            </a:r>
            <a:endParaRPr lang="en-US" sz="1300" dirty="0"/>
          </a:p>
        </p:txBody>
      </p:sp>
      <p:sp>
        <p:nvSpPr>
          <p:cNvPr id="69" name="Text 67"/>
          <p:cNvSpPr txBox="1"/>
          <p:nvPr/>
        </p:nvSpPr>
        <p:spPr>
          <a:xfrm>
            <a:off x="8997696"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70" name="Text 68"/>
          <p:cNvSpPr txBox="1"/>
          <p:nvPr/>
        </p:nvSpPr>
        <p:spPr>
          <a:xfrm>
            <a:off x="8997696"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1" name="Text 69"/>
          <p:cNvSpPr txBox="1"/>
          <p:nvPr/>
        </p:nvSpPr>
        <p:spPr>
          <a:xfrm>
            <a:off x="8997696"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+36.4 pts</a:t>
            </a:r>
            <a:endParaRPr lang="en-US" sz="1600" dirty="0"/>
          </a:p>
        </p:txBody>
      </p:sp>
      <p:sp>
        <p:nvSpPr>
          <p:cNvPr id="72" name="Text 70"/>
          <p:cNvSpPr txBox="1"/>
          <p:nvPr/>
        </p:nvSpPr>
        <p:spPr>
          <a:xfrm>
            <a:off x="8997696"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3" name="Text 71"/>
          <p:cNvSpPr txBox="1"/>
          <p:nvPr/>
        </p:nvSpPr>
        <p:spPr>
          <a:xfrm>
            <a:off x="8997696"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 pts</a:t>
            </a:r>
            <a:endParaRPr lang="en-US" sz="1600" dirty="0"/>
          </a:p>
        </p:txBody>
      </p:sp>
      <p:sp>
        <p:nvSpPr>
          <p:cNvPr id="74" name="Text 72"/>
          <p:cNvSpPr txBox="1"/>
          <p:nvPr/>
        </p:nvSpPr>
        <p:spPr>
          <a:xfrm>
            <a:off x="8997696"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75" name="Text 73"/>
          <p:cNvSpPr txBox="1"/>
          <p:nvPr/>
        </p:nvSpPr>
        <p:spPr>
          <a:xfrm>
            <a:off x="8997696"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+15.9 pts</a:t>
            </a:r>
            <a:endParaRPr lang="en-US" sz="1600" dirty="0"/>
          </a:p>
        </p:txBody>
      </p:sp>
      <p:sp>
        <p:nvSpPr>
          <p:cNvPr id="76" name="Text 74"/>
          <p:cNvSpPr txBox="1"/>
          <p:nvPr/>
        </p:nvSpPr>
        <p:spPr>
          <a:xfrm>
            <a:off x="8997696"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77" name="Text 75"/>
          <p:cNvSpPr txBox="1"/>
          <p:nvPr/>
        </p:nvSpPr>
        <p:spPr>
          <a:xfrm>
            <a:off x="8997696"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78" name="Text 76"/>
          <p:cNvSpPr txBox="1"/>
          <p:nvPr/>
        </p:nvSpPr>
        <p:spPr>
          <a:xfrm>
            <a:off x="8997696"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9" name="Text 77"/>
          <p:cNvSpPr txBox="1"/>
          <p:nvPr/>
        </p:nvSpPr>
        <p:spPr>
          <a:xfrm>
            <a:off x="8997696"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80" name="Text 78"/>
          <p:cNvSpPr txBox="1"/>
          <p:nvPr/>
        </p:nvSpPr>
        <p:spPr>
          <a:xfrm>
            <a:off x="8997696"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81" name="Text 79"/>
          <p:cNvSpPr txBox="1"/>
          <p:nvPr/>
        </p:nvSpPr>
        <p:spPr>
          <a:xfrm>
            <a:off x="8997696"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−11.3 pts</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Vs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5788152" y="3968496"/>
            <a:ext cx="64008" cy="512064"/>
          </a:xfrm>
          <a:prstGeom prst="rect">
            <a:avLst/>
          </a:prstGeom>
          <a:solidFill>
            <a:srgbClr val="12A566"/>
          </a:solidFill>
          <a:ln/>
        </p:spPr>
      </p:sp>
      <p:sp>
        <p:nvSpPr>
          <p:cNvPr id="28" name="Shape 26"/>
          <p:cNvSpPr/>
          <p:nvPr/>
        </p:nvSpPr>
        <p:spPr>
          <a:xfrm>
            <a:off x="621792" y="4517136"/>
            <a:ext cx="5230368" cy="585216"/>
          </a:xfrm>
          <a:prstGeom prst="rect">
            <a:avLst/>
          </a:prstGeom>
          <a:solidFill>
            <a:srgbClr val="F7F7F7"/>
          </a:solidFill>
          <a:ln/>
        </p:spPr>
      </p:sp>
      <p:sp>
        <p:nvSpPr>
          <p:cNvPr id="29" name="Text 27"/>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0" name="Text 28"/>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1" name="Shape 29"/>
          <p:cNvSpPr/>
          <p:nvPr/>
        </p:nvSpPr>
        <p:spPr>
          <a:xfrm>
            <a:off x="4343400" y="4692701"/>
            <a:ext cx="480060" cy="234086"/>
          </a:xfrm>
          <a:prstGeom prst="rect">
            <a:avLst/>
          </a:prstGeom>
          <a:solidFill>
            <a:srgbClr val="12A566"/>
          </a:solidFill>
          <a:ln/>
        </p:spPr>
      </p:sp>
      <p:sp>
        <p:nvSpPr>
          <p:cNvPr id="32" name="Text 30"/>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3" name="Text 31"/>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4" name="Text 32"/>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5" name="Shape 33"/>
          <p:cNvSpPr/>
          <p:nvPr/>
        </p:nvSpPr>
        <p:spPr>
          <a:xfrm>
            <a:off x="4343400" y="5277917"/>
            <a:ext cx="480060" cy="234086"/>
          </a:xfrm>
          <a:prstGeom prst="rect">
            <a:avLst/>
          </a:prstGeom>
          <a:solidFill>
            <a:srgbClr val="12A566"/>
          </a:solidFill>
          <a:ln/>
        </p:spPr>
      </p:sp>
      <p:sp>
        <p:nvSpPr>
          <p:cNvPr id="36" name="Text 34"/>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1" name="Shape 39"/>
          <p:cNvSpPr/>
          <p:nvPr/>
        </p:nvSpPr>
        <p:spPr>
          <a:xfrm>
            <a:off x="6336792" y="2176272"/>
            <a:ext cx="5230368" cy="585216"/>
          </a:xfrm>
          <a:prstGeom prst="rect">
            <a:avLst/>
          </a:prstGeom>
          <a:solidFill>
            <a:srgbClr val="F7F7F7"/>
          </a:solidFill>
          <a:ln/>
        </p:spPr>
      </p:sp>
      <p:sp>
        <p:nvSpPr>
          <p:cNvPr id="42" name="Text 40"/>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3" name="Text 41"/>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4" name="Shape 42"/>
          <p:cNvSpPr/>
          <p:nvPr/>
        </p:nvSpPr>
        <p:spPr>
          <a:xfrm>
            <a:off x="10058400" y="2351837"/>
            <a:ext cx="960120" cy="234086"/>
          </a:xfrm>
          <a:prstGeom prst="rect">
            <a:avLst/>
          </a:prstGeom>
          <a:solidFill>
            <a:srgbClr val="12A566"/>
          </a:solidFill>
          <a:ln/>
        </p:spPr>
      </p:sp>
      <p:sp>
        <p:nvSpPr>
          <p:cNvPr id="45" name="Text 43"/>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6" name="Text 44"/>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7" name="Text 45"/>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8" name="Shape 46"/>
          <p:cNvSpPr/>
          <p:nvPr/>
        </p:nvSpPr>
        <p:spPr>
          <a:xfrm>
            <a:off x="10058400" y="2937053"/>
            <a:ext cx="960120" cy="234086"/>
          </a:xfrm>
          <a:prstGeom prst="rect">
            <a:avLst/>
          </a:prstGeom>
          <a:solidFill>
            <a:srgbClr val="12A566"/>
          </a:solidFill>
          <a:ln/>
        </p:spPr>
      </p:sp>
      <p:sp>
        <p:nvSpPr>
          <p:cNvPr id="49" name="Text 47"/>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0" name="Shape 48"/>
          <p:cNvSpPr/>
          <p:nvPr/>
        </p:nvSpPr>
        <p:spPr>
          <a:xfrm>
            <a:off x="11503152" y="2798064"/>
            <a:ext cx="64008" cy="512064"/>
          </a:xfrm>
          <a:prstGeom prst="rect">
            <a:avLst/>
          </a:prstGeom>
          <a:solidFill>
            <a:srgbClr val="12A566"/>
          </a:solidFill>
          <a:ln/>
        </p:spPr>
      </p:sp>
      <p:sp>
        <p:nvSpPr>
          <p:cNvPr id="51" name="Shape 49"/>
          <p:cNvSpPr/>
          <p:nvPr/>
        </p:nvSpPr>
        <p:spPr>
          <a:xfrm>
            <a:off x="6336792" y="3346704"/>
            <a:ext cx="5230368" cy="585216"/>
          </a:xfrm>
          <a:prstGeom prst="rect">
            <a:avLst/>
          </a:prstGeom>
          <a:solidFill>
            <a:srgbClr val="F7F7F7"/>
          </a:solidFill>
          <a:ln/>
        </p:spPr>
      </p:sp>
      <p:sp>
        <p:nvSpPr>
          <p:cNvPr id="52" name="Text 50"/>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3" name="Text 51"/>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4" name="Shape 52"/>
          <p:cNvSpPr/>
          <p:nvPr/>
        </p:nvSpPr>
        <p:spPr>
          <a:xfrm>
            <a:off x="10058400" y="3522269"/>
            <a:ext cx="960120" cy="234086"/>
          </a:xfrm>
          <a:prstGeom prst="rect">
            <a:avLst/>
          </a:prstGeom>
          <a:solidFill>
            <a:srgbClr val="12A566"/>
          </a:solidFill>
          <a:ln/>
        </p:spPr>
      </p:sp>
      <p:sp>
        <p:nvSpPr>
          <p:cNvPr id="55" name="Text 53"/>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6" name="Text 54"/>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7" name="Text 55"/>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8" name="Shape 56"/>
          <p:cNvSpPr/>
          <p:nvPr/>
        </p:nvSpPr>
        <p:spPr>
          <a:xfrm>
            <a:off x="10058400" y="4107485"/>
            <a:ext cx="640080" cy="234086"/>
          </a:xfrm>
          <a:prstGeom prst="rect">
            <a:avLst/>
          </a:prstGeom>
          <a:solidFill>
            <a:srgbClr val="12A566"/>
          </a:solidFill>
          <a:ln/>
        </p:spPr>
      </p:sp>
      <p:sp>
        <p:nvSpPr>
          <p:cNvPr id="59" name="Text 57"/>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0" name="Shape 58"/>
          <p:cNvSpPr/>
          <p:nvPr/>
        </p:nvSpPr>
        <p:spPr>
          <a:xfrm>
            <a:off x="6336792" y="4517136"/>
            <a:ext cx="5230368" cy="585216"/>
          </a:xfrm>
          <a:prstGeom prst="rect">
            <a:avLst/>
          </a:prstGeom>
          <a:solidFill>
            <a:srgbClr val="F7F7F7"/>
          </a:solidFill>
          <a:ln/>
        </p:spPr>
      </p:sp>
      <p:sp>
        <p:nvSpPr>
          <p:cNvPr id="61" name="Text 59"/>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2" name="Text 60"/>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3" name="Shape 61"/>
          <p:cNvSpPr/>
          <p:nvPr/>
        </p:nvSpPr>
        <p:spPr>
          <a:xfrm>
            <a:off x="10058400" y="4692701"/>
            <a:ext cx="640080" cy="234086"/>
          </a:xfrm>
          <a:prstGeom prst="rect">
            <a:avLst/>
          </a:prstGeom>
          <a:solidFill>
            <a:srgbClr val="12A566"/>
          </a:solidFill>
          <a:ln/>
        </p:spPr>
      </p:sp>
      <p:sp>
        <p:nvSpPr>
          <p:cNvPr id="64" name="Text 62"/>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5" name="Text 63"/>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64"/>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7" name="Shape 65"/>
          <p:cNvSpPr/>
          <p:nvPr/>
        </p:nvSpPr>
        <p:spPr>
          <a:xfrm>
            <a:off x="10058400" y="5277917"/>
            <a:ext cx="640080" cy="234086"/>
          </a:xfrm>
          <a:prstGeom prst="rect">
            <a:avLst/>
          </a:prstGeom>
          <a:solidFill>
            <a:srgbClr val="12A566"/>
          </a:solidFill>
          <a:ln/>
        </p:spPr>
      </p:sp>
      <p:sp>
        <p:nvSpPr>
          <p:cNvPr id="68" name="Text 66"/>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Moving now: Three stores tie. One store is on both lists (green bar). Also tied at 2 last year: Nissan.</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55648"/>
            <a:ext cx="10945368" cy="438912"/>
          </a:xfrm>
          <a:prstGeom prst="rect">
            <a:avLst/>
          </a:prstGeom>
          <a:solidFill>
            <a:srgbClr val="F7F7F7"/>
          </a:solidFill>
          <a:ln/>
        </p:spPr>
      </p:sp>
      <p:sp>
        <p:nvSpPr>
          <p:cNvPr id="12" name="Text 10"/>
          <p:cNvSpPr txBox="1"/>
          <p:nvPr/>
        </p:nvSpPr>
        <p:spPr>
          <a:xfrm>
            <a:off x="749808" y="175564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3" name="Text 11"/>
          <p:cNvSpPr txBox="1"/>
          <p:nvPr/>
        </p:nvSpPr>
        <p:spPr>
          <a:xfrm>
            <a:off x="3520440" y="175564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Gross per Month</a:t>
            </a:r>
            <a:endParaRPr lang="en-US" sz="1400" dirty="0"/>
          </a:p>
        </p:txBody>
      </p:sp>
      <p:sp>
        <p:nvSpPr>
          <p:cNvPr id="14" name="Text 12"/>
          <p:cNvSpPr txBox="1"/>
          <p:nvPr/>
        </p:nvSpPr>
        <p:spPr>
          <a:xfrm>
            <a:off x="5669280" y="175564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sp>
        <p:nvSpPr>
          <p:cNvPr id="15" name="Text 13"/>
          <p:cNvSpPr txBox="1"/>
          <p:nvPr/>
        </p:nvSpPr>
        <p:spPr>
          <a:xfrm>
            <a:off x="7726680" y="175564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6" name="Text 14"/>
          <p:cNvSpPr txBox="1"/>
          <p:nvPr/>
        </p:nvSpPr>
        <p:spPr>
          <a:xfrm>
            <a:off x="9326880" y="175564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+34.6%</a:t>
            </a:r>
            <a:endParaRPr lang="en-US" sz="1400" dirty="0"/>
          </a:p>
        </p:txBody>
      </p:sp>
      <p:sp>
        <p:nvSpPr>
          <p:cNvPr id="17" name="Text 15"/>
          <p:cNvSpPr txBox="1"/>
          <p:nvPr/>
        </p:nvSpPr>
        <p:spPr>
          <a:xfrm>
            <a:off x="749808" y="219456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8" name="Text 16"/>
          <p:cNvSpPr txBox="1"/>
          <p:nvPr/>
        </p:nvSpPr>
        <p:spPr>
          <a:xfrm>
            <a:off x="3520440" y="219456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ROs per Month</a:t>
            </a:r>
            <a:endParaRPr lang="en-US" sz="1400" dirty="0"/>
          </a:p>
        </p:txBody>
      </p:sp>
      <p:sp>
        <p:nvSpPr>
          <p:cNvPr id="19" name="Text 17"/>
          <p:cNvSpPr txBox="1"/>
          <p:nvPr/>
        </p:nvSpPr>
        <p:spPr>
          <a:xfrm>
            <a:off x="5669280" y="219456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sp>
        <p:nvSpPr>
          <p:cNvPr id="20" name="Text 18"/>
          <p:cNvSpPr txBox="1"/>
          <p:nvPr/>
        </p:nvSpPr>
        <p:spPr>
          <a:xfrm>
            <a:off x="7726680" y="219456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1" name="Text 19"/>
          <p:cNvSpPr txBox="1"/>
          <p:nvPr/>
        </p:nvSpPr>
        <p:spPr>
          <a:xfrm>
            <a:off x="9326880" y="219456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+34.0%</a:t>
            </a:r>
            <a:endParaRPr lang="en-US" sz="1400" dirty="0"/>
          </a:p>
        </p:txBody>
      </p:sp>
      <p:sp>
        <p:nvSpPr>
          <p:cNvPr id="22" name="Shape 20"/>
          <p:cNvSpPr/>
          <p:nvPr/>
        </p:nvSpPr>
        <p:spPr>
          <a:xfrm>
            <a:off x="621792" y="2633472"/>
            <a:ext cx="10945368" cy="438912"/>
          </a:xfrm>
          <a:prstGeom prst="rect">
            <a:avLst/>
          </a:prstGeom>
          <a:solidFill>
            <a:srgbClr val="F7F7F7"/>
          </a:solidFill>
          <a:ln/>
        </p:spPr>
      </p:sp>
      <p:sp>
        <p:nvSpPr>
          <p:cNvPr id="23" name="Text 21"/>
          <p:cNvSpPr txBox="1"/>
          <p:nvPr/>
        </p:nvSpPr>
        <p:spPr>
          <a:xfrm>
            <a:off x="749808" y="263347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4" name="Text 22"/>
          <p:cNvSpPr txBox="1"/>
          <p:nvPr/>
        </p:nvSpPr>
        <p:spPr>
          <a:xfrm>
            <a:off x="3520440" y="263347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Hours per RO</a:t>
            </a:r>
            <a:endParaRPr lang="en-US" sz="1400" dirty="0"/>
          </a:p>
        </p:txBody>
      </p:sp>
      <p:sp>
        <p:nvSpPr>
          <p:cNvPr id="25" name="Text 23"/>
          <p:cNvSpPr txBox="1"/>
          <p:nvPr/>
        </p:nvSpPr>
        <p:spPr>
          <a:xfrm>
            <a:off x="5669280" y="263347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sp>
        <p:nvSpPr>
          <p:cNvPr id="26" name="Text 24"/>
          <p:cNvSpPr txBox="1"/>
          <p:nvPr/>
        </p:nvSpPr>
        <p:spPr>
          <a:xfrm>
            <a:off x="7726680" y="263347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7" name="Text 25"/>
          <p:cNvSpPr txBox="1"/>
          <p:nvPr/>
        </p:nvSpPr>
        <p:spPr>
          <a:xfrm>
            <a:off x="9326880" y="263347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+22.2%</a:t>
            </a:r>
            <a:endParaRPr lang="en-US" sz="1400" dirty="0"/>
          </a:p>
        </p:txBody>
      </p:sp>
      <p:sp>
        <p:nvSpPr>
          <p:cNvPr id="28" name="Text 26"/>
          <p:cNvSpPr txBox="1"/>
          <p:nvPr/>
        </p:nvSpPr>
        <p:spPr>
          <a:xfrm>
            <a:off x="749808" y="307238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9" name="Text 27"/>
          <p:cNvSpPr txBox="1"/>
          <p:nvPr/>
        </p:nvSpPr>
        <p:spPr>
          <a:xfrm>
            <a:off x="3520440" y="307238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ELR</a:t>
            </a:r>
            <a:endParaRPr lang="en-US" sz="1400" dirty="0"/>
          </a:p>
        </p:txBody>
      </p:sp>
      <p:sp>
        <p:nvSpPr>
          <p:cNvPr id="30" name="Text 28"/>
          <p:cNvSpPr txBox="1"/>
          <p:nvPr/>
        </p:nvSpPr>
        <p:spPr>
          <a:xfrm>
            <a:off x="5669280" y="307238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sp>
        <p:nvSpPr>
          <p:cNvPr id="31" name="Text 29"/>
          <p:cNvSpPr txBox="1"/>
          <p:nvPr/>
        </p:nvSpPr>
        <p:spPr>
          <a:xfrm>
            <a:off x="7726680" y="307238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2" name="Text 30"/>
          <p:cNvSpPr txBox="1"/>
          <p:nvPr/>
        </p:nvSpPr>
        <p:spPr>
          <a:xfrm>
            <a:off x="9326880" y="307238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+10.6%</a:t>
            </a:r>
            <a:endParaRPr lang="en-US" sz="1400" dirty="0"/>
          </a:p>
        </p:txBody>
      </p:sp>
      <p:sp>
        <p:nvSpPr>
          <p:cNvPr id="33" name="Shape 31"/>
          <p:cNvSpPr/>
          <p:nvPr/>
        </p:nvSpPr>
        <p:spPr>
          <a:xfrm>
            <a:off x="621792" y="3511296"/>
            <a:ext cx="10945368" cy="438912"/>
          </a:xfrm>
          <a:prstGeom prst="rect">
            <a:avLst/>
          </a:prstGeom>
          <a:solidFill>
            <a:srgbClr val="F7F7F7"/>
          </a:solidFill>
          <a:ln/>
        </p:spPr>
      </p:sp>
      <p:sp>
        <p:nvSpPr>
          <p:cNvPr id="34" name="Text 32"/>
          <p:cNvSpPr txBox="1"/>
          <p:nvPr/>
        </p:nvSpPr>
        <p:spPr>
          <a:xfrm>
            <a:off x="749808" y="3511296"/>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35" name="Text 33"/>
          <p:cNvSpPr txBox="1"/>
          <p:nvPr/>
        </p:nvSpPr>
        <p:spPr>
          <a:xfrm>
            <a:off x="3520440" y="3511296"/>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Parts GP %</a:t>
            </a:r>
            <a:endParaRPr lang="en-US" sz="1400" dirty="0"/>
          </a:p>
        </p:txBody>
      </p:sp>
      <p:sp>
        <p:nvSpPr>
          <p:cNvPr id="36" name="Text 34"/>
          <p:cNvSpPr txBox="1"/>
          <p:nvPr/>
        </p:nvSpPr>
        <p:spPr>
          <a:xfrm>
            <a:off x="5669280" y="3511296"/>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sp>
        <p:nvSpPr>
          <p:cNvPr id="37" name="Text 35"/>
          <p:cNvSpPr txBox="1"/>
          <p:nvPr/>
        </p:nvSpPr>
        <p:spPr>
          <a:xfrm>
            <a:off x="7726680" y="3511296"/>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8" name="Text 36"/>
          <p:cNvSpPr txBox="1"/>
          <p:nvPr/>
        </p:nvSpPr>
        <p:spPr>
          <a:xfrm>
            <a:off x="9326880" y="3511296"/>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+7.2 pts</a:t>
            </a:r>
            <a:endParaRPr lang="en-US" sz="1400" dirty="0"/>
          </a:p>
        </p:txBody>
      </p:sp>
      <p:sp>
        <p:nvSpPr>
          <p:cNvPr id="39" name="Text 37"/>
          <p:cNvSpPr txBox="1"/>
          <p:nvPr/>
        </p:nvSpPr>
        <p:spPr>
          <a:xfrm>
            <a:off x="749808" y="395020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0" name="Text 38"/>
          <p:cNvSpPr txBox="1"/>
          <p:nvPr/>
        </p:nvSpPr>
        <p:spPr>
          <a:xfrm>
            <a:off x="3520440" y="395020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alignment</a:t>
            </a:r>
            <a:endParaRPr lang="en-US" sz="1400" dirty="0"/>
          </a:p>
        </p:txBody>
      </p:sp>
      <p:sp>
        <p:nvSpPr>
          <p:cNvPr id="41" name="Text 39"/>
          <p:cNvSpPr txBox="1"/>
          <p:nvPr/>
        </p:nvSpPr>
        <p:spPr>
          <a:xfrm>
            <a:off x="5669280" y="395020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21.0% → 31.7%</a:t>
            </a:r>
            <a:endParaRPr lang="en-US" sz="1400" dirty="0"/>
          </a:p>
        </p:txBody>
      </p:sp>
      <p:sp>
        <p:nvSpPr>
          <p:cNvPr id="42" name="Text 40"/>
          <p:cNvSpPr txBox="1"/>
          <p:nvPr/>
        </p:nvSpPr>
        <p:spPr>
          <a:xfrm>
            <a:off x="7726680" y="395020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41"/>
          <p:cNvSpPr txBox="1"/>
          <p:nvPr/>
        </p:nvSpPr>
        <p:spPr>
          <a:xfrm>
            <a:off x="9326880" y="395020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+10.7 pts</a:t>
            </a:r>
            <a:endParaRPr lang="en-US" sz="1400" dirty="0"/>
          </a:p>
        </p:txBody>
      </p:sp>
      <p:sp>
        <p:nvSpPr>
          <p:cNvPr id="44" name="Shape 42"/>
          <p:cNvSpPr/>
          <p:nvPr/>
        </p:nvSpPr>
        <p:spPr>
          <a:xfrm>
            <a:off x="621792" y="4389120"/>
            <a:ext cx="10945368" cy="438912"/>
          </a:xfrm>
          <a:prstGeom prst="rect">
            <a:avLst/>
          </a:prstGeom>
          <a:solidFill>
            <a:srgbClr val="F7F7F7"/>
          </a:solidFill>
          <a:ln/>
        </p:spPr>
      </p:sp>
      <p:sp>
        <p:nvSpPr>
          <p:cNvPr id="45" name="Text 43"/>
          <p:cNvSpPr txBox="1"/>
          <p:nvPr/>
        </p:nvSpPr>
        <p:spPr>
          <a:xfrm>
            <a:off x="749808" y="438912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3520440" y="438912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balance</a:t>
            </a:r>
            <a:endParaRPr lang="en-US" sz="1400" dirty="0"/>
          </a:p>
        </p:txBody>
      </p:sp>
      <p:sp>
        <p:nvSpPr>
          <p:cNvPr id="47" name="Text 45"/>
          <p:cNvSpPr txBox="1"/>
          <p:nvPr/>
        </p:nvSpPr>
        <p:spPr>
          <a:xfrm>
            <a:off x="5669280" y="438912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sp>
        <p:nvSpPr>
          <p:cNvPr id="48" name="Text 46"/>
          <p:cNvSpPr txBox="1"/>
          <p:nvPr/>
        </p:nvSpPr>
        <p:spPr>
          <a:xfrm>
            <a:off x="7726680" y="438912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9" name="Text 47"/>
          <p:cNvSpPr txBox="1"/>
          <p:nvPr/>
        </p:nvSpPr>
        <p:spPr>
          <a:xfrm>
            <a:off x="9326880" y="438912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+9.2 pts</a:t>
            </a:r>
            <a:endParaRPr lang="en-US" sz="1400" dirty="0"/>
          </a:p>
        </p:txBody>
      </p:sp>
      <p:sp>
        <p:nvSpPr>
          <p:cNvPr id="50" name="Text 48"/>
          <p:cNvSpPr txBox="1"/>
          <p:nvPr/>
        </p:nvSpPr>
        <p:spPr>
          <a:xfrm>
            <a:off x="749808" y="482803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1" name="Text 49"/>
          <p:cNvSpPr txBox="1"/>
          <p:nvPr/>
        </p:nvSpPr>
        <p:spPr>
          <a:xfrm>
            <a:off x="3520440" y="482803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brake fluid</a:t>
            </a:r>
            <a:endParaRPr lang="en-US" sz="1400" dirty="0"/>
          </a:p>
        </p:txBody>
      </p:sp>
      <p:sp>
        <p:nvSpPr>
          <p:cNvPr id="52" name="Text 50"/>
          <p:cNvSpPr txBox="1"/>
          <p:nvPr/>
        </p:nvSpPr>
        <p:spPr>
          <a:xfrm>
            <a:off x="5669280" y="482803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5.1% → 14.1%</a:t>
            </a:r>
            <a:endParaRPr lang="en-US" sz="1400" dirty="0"/>
          </a:p>
        </p:txBody>
      </p:sp>
      <p:sp>
        <p:nvSpPr>
          <p:cNvPr id="53" name="Text 51"/>
          <p:cNvSpPr txBox="1"/>
          <p:nvPr/>
        </p:nvSpPr>
        <p:spPr>
          <a:xfrm>
            <a:off x="7726680" y="482803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4" name="Text 52"/>
          <p:cNvSpPr txBox="1"/>
          <p:nvPr/>
        </p:nvSpPr>
        <p:spPr>
          <a:xfrm>
            <a:off x="9326880" y="482803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+9.0 pts</a:t>
            </a:r>
            <a:endParaRPr lang="en-US" sz="1400" dirty="0"/>
          </a:p>
        </p:txBody>
      </p:sp>
      <p:sp>
        <p:nvSpPr>
          <p:cNvPr id="55" name="Shape 53"/>
          <p:cNvSpPr/>
          <p:nvPr/>
        </p:nvSpPr>
        <p:spPr>
          <a:xfrm>
            <a:off x="621792" y="5266944"/>
            <a:ext cx="10945368" cy="438912"/>
          </a:xfrm>
          <a:prstGeom prst="rect">
            <a:avLst/>
          </a:prstGeom>
          <a:solidFill>
            <a:srgbClr val="F7F7F7"/>
          </a:solidFill>
          <a:ln/>
        </p:spPr>
      </p:sp>
      <p:sp>
        <p:nvSpPr>
          <p:cNvPr id="56" name="Text 54"/>
          <p:cNvSpPr txBox="1"/>
          <p:nvPr/>
        </p:nvSpPr>
        <p:spPr>
          <a:xfrm>
            <a:off x="749808" y="526694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7" name="Text 55"/>
          <p:cNvSpPr txBox="1"/>
          <p:nvPr/>
        </p:nvSpPr>
        <p:spPr>
          <a:xfrm>
            <a:off x="3520440" y="526694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fuel service</a:t>
            </a:r>
            <a:endParaRPr lang="en-US" sz="1400" dirty="0"/>
          </a:p>
        </p:txBody>
      </p:sp>
      <p:sp>
        <p:nvSpPr>
          <p:cNvPr id="58" name="Text 56"/>
          <p:cNvSpPr txBox="1"/>
          <p:nvPr/>
        </p:nvSpPr>
        <p:spPr>
          <a:xfrm>
            <a:off x="5669280" y="526694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10.6%</a:t>
            </a:r>
            <a:endParaRPr lang="en-US" sz="1400" dirty="0"/>
          </a:p>
        </p:txBody>
      </p:sp>
      <p:sp>
        <p:nvSpPr>
          <p:cNvPr id="59" name="Text 57"/>
          <p:cNvSpPr txBox="1"/>
          <p:nvPr/>
        </p:nvSpPr>
        <p:spPr>
          <a:xfrm>
            <a:off x="7726680" y="526694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0" name="Text 58"/>
          <p:cNvSpPr txBox="1"/>
          <p:nvPr/>
        </p:nvSpPr>
        <p:spPr>
          <a:xfrm>
            <a:off x="9326880" y="526694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+8.1 pts</a:t>
            </a:r>
            <a:endParaRPr lang="en-US" sz="1400" dirty="0"/>
          </a:p>
        </p:txBody>
      </p:sp>
      <p:sp>
        <p:nvSpPr>
          <p:cNvPr id="61" name="Shape 59"/>
          <p:cNvSpPr/>
          <p:nvPr/>
        </p:nvSpPr>
        <p:spPr>
          <a:xfrm>
            <a:off x="457200" y="6126480"/>
            <a:ext cx="11274552" cy="364236"/>
          </a:xfrm>
          <a:prstGeom prst="rect">
            <a:avLst/>
          </a:prstGeom>
          <a:solidFill>
            <a:srgbClr val="EDF4FA"/>
          </a:solidFill>
          <a:ln/>
        </p:spPr>
      </p:sp>
      <p:sp>
        <p:nvSpPr>
          <p:cNvPr id="62" name="Text 60"/>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Five stores, one question each: what did you start doing that month? One sentence, before you leave.</a:t>
            </a:r>
            <a:endParaRPr lang="en-US" sz="155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438912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Shape 7"/>
          <p:cNvSpPr/>
          <p:nvPr/>
        </p:nvSpPr>
        <p:spPr>
          <a:xfrm>
            <a:off x="548640" y="1755648"/>
            <a:ext cx="11091672" cy="713232"/>
          </a:xfrm>
          <a:prstGeom prst="rect">
            <a:avLst/>
          </a:prstGeom>
          <a:solidFill>
            <a:srgbClr val="F7F7F7"/>
          </a:solidFill>
          <a:ln/>
        </p:spPr>
      </p:sp>
      <p:sp>
        <p:nvSpPr>
          <p:cNvPr id="10" name="Shape 8"/>
          <p:cNvSpPr/>
          <p:nvPr/>
        </p:nvSpPr>
        <p:spPr>
          <a:xfrm>
            <a:off x="548640" y="1755648"/>
            <a:ext cx="64008" cy="713232"/>
          </a:xfrm>
          <a:prstGeom prst="rect">
            <a:avLst/>
          </a:prstGeom>
          <a:solidFill>
            <a:srgbClr val="12A566"/>
          </a:solidFill>
          <a:ln/>
        </p:spPr>
      </p:sp>
      <p:sp>
        <p:nvSpPr>
          <p:cNvPr id="11" name="Text 9"/>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2" name="Text 10"/>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3" name="Text 11"/>
          <p:cNvSpPr txBox="1"/>
          <p:nvPr/>
        </p:nvSpPr>
        <p:spPr>
          <a:xfrm>
            <a:off x="7178040" y="1755648"/>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Manage it daily: dispatch, parts staging, approvals, coaching</a:t>
            </a:r>
            <a:endParaRPr lang="en-US" sz="1500" dirty="0"/>
          </a:p>
        </p:txBody>
      </p:sp>
      <p:sp>
        <p:nvSpPr>
          <p:cNvPr id="14" name="Shape 12"/>
          <p:cNvSpPr/>
          <p:nvPr/>
        </p:nvSpPr>
        <p:spPr>
          <a:xfrm>
            <a:off x="548640" y="2542032"/>
            <a:ext cx="11091672" cy="713232"/>
          </a:xfrm>
          <a:prstGeom prst="rect">
            <a:avLst/>
          </a:prstGeom>
          <a:solidFill>
            <a:srgbClr val="FFFFFF"/>
          </a:solidFill>
          <a:ln/>
        </p:spPr>
      </p:sp>
      <p:sp>
        <p:nvSpPr>
          <p:cNvPr id="15" name="Shape 13"/>
          <p:cNvSpPr/>
          <p:nvPr/>
        </p:nvSpPr>
        <p:spPr>
          <a:xfrm>
            <a:off x="548640" y="2542032"/>
            <a:ext cx="64008" cy="713232"/>
          </a:xfrm>
          <a:prstGeom prst="rect">
            <a:avLst/>
          </a:prstGeom>
          <a:solidFill>
            <a:srgbClr val="12A566"/>
          </a:solidFill>
          <a:ln/>
        </p:spPr>
      </p:sp>
      <p:sp>
        <p:nvSpPr>
          <p:cNvPr id="16" name="Text 14"/>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17" name="Text 15"/>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18" name="Text 16"/>
          <p:cNvSpPr txBox="1"/>
          <p:nvPr/>
        </p:nvSpPr>
        <p:spPr>
          <a:xfrm>
            <a:off x="7178040" y="2542032"/>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consistent: MPI and Road to the Sale on every car</a:t>
            </a:r>
            <a:endParaRPr lang="en-US" sz="1500" dirty="0"/>
          </a:p>
        </p:txBody>
      </p:sp>
      <p:sp>
        <p:nvSpPr>
          <p:cNvPr id="19" name="Shape 17"/>
          <p:cNvSpPr/>
          <p:nvPr/>
        </p:nvSpPr>
        <p:spPr>
          <a:xfrm>
            <a:off x="548640" y="3328416"/>
            <a:ext cx="11091672" cy="713232"/>
          </a:xfrm>
          <a:prstGeom prst="rect">
            <a:avLst/>
          </a:prstGeom>
          <a:solidFill>
            <a:srgbClr val="F7F7F7"/>
          </a:solidFill>
          <a:ln/>
        </p:spPr>
      </p:sp>
      <p:sp>
        <p:nvSpPr>
          <p:cNvPr id="20" name="Shape 18"/>
          <p:cNvSpPr/>
          <p:nvPr/>
        </p:nvSpPr>
        <p:spPr>
          <a:xfrm>
            <a:off x="548640" y="3328416"/>
            <a:ext cx="64008" cy="713232"/>
          </a:xfrm>
          <a:prstGeom prst="rect">
            <a:avLst/>
          </a:prstGeom>
          <a:solidFill>
            <a:srgbClr val="12A566"/>
          </a:solidFill>
          <a:ln/>
        </p:spPr>
      </p:sp>
      <p:sp>
        <p:nvSpPr>
          <p:cNvPr id="21" name="Text 19"/>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2" name="Text 20"/>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23" name="Text 21"/>
          <p:cNvSpPr txBox="1"/>
          <p:nvPr/>
        </p:nvSpPr>
        <p:spPr>
          <a:xfrm>
            <a:off x="7178040" y="3328416"/>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Track where you are, ask for the sale on every car, every time, hold people accountable</a:t>
            </a:r>
            <a:endParaRPr lang="en-US" sz="1500" dirty="0"/>
          </a:p>
        </p:txBody>
      </p:sp>
      <p:sp>
        <p:nvSpPr>
          <p:cNvPr id="24" name="Shape 22"/>
          <p:cNvSpPr/>
          <p:nvPr/>
        </p:nvSpPr>
        <p:spPr>
          <a:xfrm>
            <a:off x="548640" y="4114800"/>
            <a:ext cx="11091672" cy="713232"/>
          </a:xfrm>
          <a:prstGeom prst="rect">
            <a:avLst/>
          </a:prstGeom>
          <a:solidFill>
            <a:srgbClr val="FFFFFF"/>
          </a:solidFill>
          <a:ln/>
        </p:spPr>
      </p:sp>
      <p:sp>
        <p:nvSpPr>
          <p:cNvPr id="25" name="Shape 23"/>
          <p:cNvSpPr/>
          <p:nvPr/>
        </p:nvSpPr>
        <p:spPr>
          <a:xfrm>
            <a:off x="548640" y="4114800"/>
            <a:ext cx="64008" cy="713232"/>
          </a:xfrm>
          <a:prstGeom prst="rect">
            <a:avLst/>
          </a:prstGeom>
          <a:solidFill>
            <a:srgbClr val="12A566"/>
          </a:solidFill>
          <a:ln/>
        </p:spPr>
      </p:sp>
      <p:sp>
        <p:nvSpPr>
          <p:cNvPr id="26" name="Text 24"/>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27" name="Text 25"/>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28" name="Text 26"/>
          <p:cNvSpPr txBox="1"/>
          <p:nvPr/>
        </p:nvSpPr>
        <p:spPr>
          <a:xfrm>
            <a:off x="7178040" y="4114800"/>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available when they call; proactive outreach to lapsed and inactive customers</a:t>
            </a:r>
            <a:endParaRPr lang="en-US" sz="1500" dirty="0"/>
          </a:p>
        </p:txBody>
      </p:sp>
      <p:sp>
        <p:nvSpPr>
          <p:cNvPr id="29" name="Shape 27"/>
          <p:cNvSpPr/>
          <p:nvPr/>
        </p:nvSpPr>
        <p:spPr>
          <a:xfrm>
            <a:off x="548640" y="4901184"/>
            <a:ext cx="11091672" cy="713232"/>
          </a:xfrm>
          <a:prstGeom prst="rect">
            <a:avLst/>
          </a:prstGeom>
          <a:solidFill>
            <a:srgbClr val="F7F7F7"/>
          </a:solidFill>
          <a:ln/>
        </p:spPr>
      </p:sp>
      <p:sp>
        <p:nvSpPr>
          <p:cNvPr id="30" name="Shape 28"/>
          <p:cNvSpPr/>
          <p:nvPr/>
        </p:nvSpPr>
        <p:spPr>
          <a:xfrm>
            <a:off x="548640" y="4901184"/>
            <a:ext cx="64008" cy="713232"/>
          </a:xfrm>
          <a:prstGeom prst="rect">
            <a:avLst/>
          </a:prstGeom>
          <a:solidFill>
            <a:srgbClr val="12A566"/>
          </a:solidFill>
          <a:ln/>
        </p:spPr>
      </p:sp>
      <p:sp>
        <p:nvSpPr>
          <p:cNvPr id="31" name="Text 29"/>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Ten minutes a day saved for every tech</a:t>
            </a:r>
            <a:endParaRPr lang="en-US" sz="1700" dirty="0"/>
          </a:p>
        </p:txBody>
      </p:sp>
      <p:sp>
        <p:nvSpPr>
          <p:cNvPr id="32" name="Text 30"/>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$4,443,804</a:t>
            </a:r>
            <a:endParaRPr lang="en-US" sz="2400" dirty="0"/>
          </a:p>
        </p:txBody>
      </p:sp>
      <p:sp>
        <p:nvSpPr>
          <p:cNvPr id="33" name="Text 31"/>
          <p:cNvSpPr txBox="1"/>
          <p:nvPr/>
        </p:nvSpPr>
        <p:spPr>
          <a:xfrm>
            <a:off x="7178040" y="4901184"/>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Streamline the process, remove inefficiencies: parts to the bay, tools and keys in place</a:t>
            </a:r>
            <a:endParaRPr lang="en-US" sz="1500" dirty="0"/>
          </a:p>
        </p:txBody>
      </p:sp>
      <p:sp>
        <p:nvSpPr>
          <p:cNvPr id="34" name="Shape 32"/>
          <p:cNvSpPr/>
          <p:nvPr/>
        </p:nvSpPr>
        <p:spPr>
          <a:xfrm>
            <a:off x="457200" y="6126480"/>
            <a:ext cx="11274552" cy="371856"/>
          </a:xfrm>
          <a:prstGeom prst="rect">
            <a:avLst/>
          </a:prstGeom>
          <a:solidFill>
            <a:srgbClr val="E6F6EE"/>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Other than one more RO a day, every number here comes from customers already coming in for service.</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to Read Your Prescription</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536192"/>
            <a:ext cx="50292" cy="590702"/>
          </a:xfrm>
          <a:prstGeom prst="rect">
            <a:avLst/>
          </a:prstGeom>
          <a:solidFill>
            <a:srgbClr val="2587C5"/>
          </a:solidFill>
          <a:ln/>
        </p:spPr>
      </p:sp>
      <p:sp>
        <p:nvSpPr>
          <p:cNvPr id="7" name="Text 5"/>
          <p:cNvSpPr txBox="1"/>
          <p:nvPr/>
        </p:nvSpPr>
        <p:spPr>
          <a:xfrm>
            <a:off x="914400" y="148132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Your vitals</a:t>
            </a:r>
            <a:endParaRPr lang="en-US" sz="1800" dirty="0"/>
          </a:p>
        </p:txBody>
      </p:sp>
      <p:sp>
        <p:nvSpPr>
          <p:cNvPr id="8" name="Text 6"/>
          <p:cNvSpPr txBox="1"/>
          <p:nvPr/>
        </p:nvSpPr>
        <p:spPr>
          <a:xfrm>
            <a:off x="3200400" y="148132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2026 year to date, with the change on 2025. Absorption reads against the group.</a:t>
            </a:r>
            <a:endParaRPr lang="en-US" sz="1700" dirty="0"/>
          </a:p>
        </p:txBody>
      </p:sp>
      <p:sp>
        <p:nvSpPr>
          <p:cNvPr id="9" name="Shape 7"/>
          <p:cNvSpPr/>
          <p:nvPr/>
        </p:nvSpPr>
        <p:spPr>
          <a:xfrm>
            <a:off x="713232" y="2401214"/>
            <a:ext cx="50292" cy="590702"/>
          </a:xfrm>
          <a:prstGeom prst="rect">
            <a:avLst/>
          </a:prstGeom>
          <a:solidFill>
            <a:srgbClr val="2587C5"/>
          </a:solidFill>
          <a:ln/>
        </p:spPr>
      </p:sp>
      <p:sp>
        <p:nvSpPr>
          <p:cNvPr id="10" name="Text 8"/>
          <p:cNvSpPr txBox="1"/>
          <p:nvPr/>
        </p:nvSpPr>
        <p:spPr>
          <a:xfrm>
            <a:off x="914400" y="2346350"/>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The bar</a:t>
            </a:r>
            <a:endParaRPr lang="en-US" sz="1800" dirty="0"/>
          </a:p>
        </p:txBody>
      </p:sp>
      <p:sp>
        <p:nvSpPr>
          <p:cNvPr id="11" name="Text 9"/>
          <p:cNvSpPr txBox="1"/>
          <p:nvPr/>
        </p:nvSpPr>
        <p:spPr>
          <a:xfrm>
            <a:off x="3200400" y="2346350"/>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Our benchmarks; else your peers' average (luxury or non-luxury), the group, or your 2025.</a:t>
            </a:r>
            <a:endParaRPr lang="en-US" sz="1700" dirty="0"/>
          </a:p>
        </p:txBody>
      </p:sp>
      <p:sp>
        <p:nvSpPr>
          <p:cNvPr id="12" name="Shape 10"/>
          <p:cNvSpPr/>
          <p:nvPr/>
        </p:nvSpPr>
        <p:spPr>
          <a:xfrm>
            <a:off x="713232" y="3266237"/>
            <a:ext cx="50292" cy="590702"/>
          </a:xfrm>
          <a:prstGeom prst="rect">
            <a:avLst/>
          </a:prstGeom>
          <a:solidFill>
            <a:srgbClr val="2587C5"/>
          </a:solidFill>
          <a:ln/>
        </p:spPr>
      </p:sp>
      <p:sp>
        <p:nvSpPr>
          <p:cNvPr id="13" name="Text 11"/>
          <p:cNvSpPr txBox="1"/>
          <p:nvPr/>
        </p:nvSpPr>
        <p:spPr>
          <a:xfrm>
            <a:off x="914400" y="3211373"/>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A year</a:t>
            </a:r>
            <a:endParaRPr lang="en-US" sz="1800" dirty="0"/>
          </a:p>
        </p:txBody>
      </p:sp>
      <p:sp>
        <p:nvSpPr>
          <p:cNvPr id="14" name="Text 12"/>
          <p:cNvSpPr txBox="1"/>
          <p:nvPr/>
        </p:nvSpPr>
        <p:spPr>
          <a:xfrm>
            <a:off x="3200400" y="3211373"/>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Jan–Sep gaps x 12/9; ELR, MPI and video Jul–Sep x 4. A CP RO is worth $342, an hour $183.</a:t>
            </a:r>
            <a:endParaRPr lang="en-US" sz="1700" dirty="0"/>
          </a:p>
        </p:txBody>
      </p:sp>
      <p:sp>
        <p:nvSpPr>
          <p:cNvPr id="15" name="Shape 13"/>
          <p:cNvSpPr/>
          <p:nvPr/>
        </p:nvSpPr>
        <p:spPr>
          <a:xfrm>
            <a:off x="713232" y="4131259"/>
            <a:ext cx="50292" cy="590702"/>
          </a:xfrm>
          <a:prstGeom prst="rect">
            <a:avLst/>
          </a:prstGeom>
          <a:solidFill>
            <a:srgbClr val="2587C5"/>
          </a:solidFill>
          <a:ln/>
        </p:spPr>
      </p:sp>
      <p:sp>
        <p:nvSpPr>
          <p:cNvPr id="16" name="Text 14"/>
          <p:cNvSpPr txBox="1"/>
          <p:nvPr/>
        </p:nvSpPr>
        <p:spPr>
          <a:xfrm>
            <a:off x="914400" y="4076395"/>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Opcodes</a:t>
            </a:r>
            <a:endParaRPr lang="en-US" sz="1800" dirty="0"/>
          </a:p>
        </p:txBody>
      </p:sp>
      <p:sp>
        <p:nvSpPr>
          <p:cNvPr id="17" name="Text 15"/>
          <p:cNvSpPr txBox="1"/>
          <p:nvPr/>
        </p:nvSpPr>
        <p:spPr>
          <a:xfrm>
            <a:off x="3200400" y="4076395"/>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Valued at your own gross per service, as the benchmark slides show them.</a:t>
            </a:r>
            <a:endParaRPr lang="en-US" sz="1700" dirty="0"/>
          </a:p>
        </p:txBody>
      </p:sp>
      <p:sp>
        <p:nvSpPr>
          <p:cNvPr id="18" name="Shape 16"/>
          <p:cNvSpPr/>
          <p:nvPr/>
        </p:nvSpPr>
        <p:spPr>
          <a:xfrm>
            <a:off x="713232" y="4996282"/>
            <a:ext cx="50292" cy="590702"/>
          </a:xfrm>
          <a:prstGeom prst="rect">
            <a:avLst/>
          </a:prstGeom>
          <a:solidFill>
            <a:srgbClr val="2587C5"/>
          </a:solidFill>
          <a:ln/>
        </p:spPr>
      </p:sp>
      <p:sp>
        <p:nvSpPr>
          <p:cNvPr id="19" name="Text 17"/>
          <p:cNvSpPr txBox="1"/>
          <p:nvPr/>
        </p:nvSpPr>
        <p:spPr>
          <a:xfrm>
            <a:off x="914400" y="494141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Ranked</a:t>
            </a:r>
            <a:endParaRPr lang="en-US" sz="1800" dirty="0"/>
          </a:p>
        </p:txBody>
      </p:sp>
      <p:sp>
        <p:nvSpPr>
          <p:cNvPr id="20" name="Text 18"/>
          <p:cNvSpPr txBox="1"/>
          <p:nvPr/>
        </p:nvSpPr>
        <p:spPr>
          <a:xfrm>
            <a:off x="3200400" y="494141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Biggest first, down to $10K a year. Lines overlap: rank them, don't add them. A dash means counted, not priced.</a:t>
            </a:r>
            <a:endParaRPr lang="en-US" sz="17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Pick the two lines you will own by the next meeting.</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Acura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$2.89M</a:t>
            </a:r>
            <a:pPr indent="0" marL="0">
              <a:buNone/>
            </a:pPr>
            <a:r>
              <a:rPr lang="en-US" sz="1400" b="1" dirty="0">
                <a:solidFill>
                  <a:srgbClr val="A82B26"/>
                </a:solidFill>
                <a:latin typeface="Inter" pitchFamily="34" charset="0"/>
                <a:ea typeface="Inter" pitchFamily="34" charset="-122"/>
                <a:cs typeface="Inter" pitchFamily="34" charset="-120"/>
              </a:rPr>
              <a:t>  −$517K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$476,154</a:t>
            </a:r>
            <a:pPr indent="0" marL="0">
              <a:buNone/>
            </a:pPr>
            <a:r>
              <a:rPr lang="en-US" sz="1400" b="1" dirty="0">
                <a:solidFill>
                  <a:srgbClr val="0B7A4A"/>
                </a:solidFill>
                <a:latin typeface="Inter" pitchFamily="34" charset="0"/>
                <a:ea typeface="Inter" pitchFamily="34" charset="-122"/>
                <a:cs typeface="Inter" pitchFamily="34" charset="-120"/>
              </a:rPr>
              <a:t>  +$217K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3,671</a:t>
            </a:r>
            <a:pPr indent="0" marL="0">
              <a:buNone/>
            </a:pPr>
            <a:r>
              <a:rPr lang="en-US" sz="1400" b="1" dirty="0">
                <a:solidFill>
                  <a:srgbClr val="A82B26"/>
                </a:solidFill>
                <a:latin typeface="Inter" pitchFamily="34" charset="0"/>
                <a:ea typeface="Inter" pitchFamily="34" charset="-122"/>
                <a:cs typeface="Inter" pitchFamily="34" charset="-120"/>
              </a:rPr>
              <a:t>  −239</a:t>
            </a:r>
            <a:endParaRPr lang="en-US" sz="2200" dirty="0"/>
          </a:p>
        </p:txBody>
      </p:sp>
      <p:sp>
        <p:nvSpPr>
          <p:cNvPr id="19" name="Shape 17"/>
          <p:cNvSpPr/>
          <p:nvPr/>
        </p:nvSpPr>
        <p:spPr>
          <a:xfrm>
            <a:off x="3845560" y="658368"/>
            <a:ext cx="7886192" cy="475488"/>
          </a:xfrm>
          <a:prstGeom prst="rect">
            <a:avLst/>
          </a:prstGeom>
          <a:solidFill>
            <a:srgbClr val="EDF4FA"/>
          </a:solidFill>
          <a:ln/>
        </p:spPr>
      </p:sp>
      <p:sp>
        <p:nvSpPr>
          <p:cNvPr id="20" name="Text 18"/>
          <p:cNvSpPr txBox="1"/>
          <p:nvPr/>
        </p:nvSpPr>
        <p:spPr>
          <a:xfrm>
            <a:off x="3973576" y="658368"/>
            <a:ext cx="763016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Parts GP 44.9%   ·   4th · Brake fluid 12.7%   ·   4th · Fuel service 9.3%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11 of 11</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$911K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Service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$1.89M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$2.33M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$584K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Sell the MPI; price menus to market.</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hours per RO</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1.42</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1.75</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$292K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Present every MPI finding: +0.33 hr per RO.</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RO count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3,671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3,910</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$109K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Win back lapsed customers: 319 more ROs.</a:t>
            </a:r>
            <a:endParaRPr lang="en-US" sz="15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$1.01M</a:t>
            </a:r>
            <a:endParaRPr lang="en-US" sz="15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$1.08M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$105K</a:t>
            </a:r>
            <a:endParaRPr lang="en-US" sz="15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6</a:t>
            </a:r>
            <a:endParaRPr lang="en-US" sz="15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83.4%</a:t>
            </a:r>
            <a:endParaRPr lang="en-US" sz="15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425 more a year.</a:t>
            </a:r>
            <a:endParaRPr lang="en-US" sz="15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$12.34M</a:t>
            </a:r>
            <a:pPr indent="0" marL="0">
              <a:buNone/>
            </a:pPr>
            <a:r>
              <a:rPr lang="en-US" sz="1400" b="1" dirty="0">
                <a:solidFill>
                  <a:srgbClr val="0B7A4A"/>
                </a:solidFill>
                <a:latin typeface="Inter" pitchFamily="34" charset="0"/>
                <a:ea typeface="Inter" pitchFamily="34" charset="-122"/>
                <a:cs typeface="Inter" pitchFamily="34" charset="-120"/>
              </a:rPr>
              <a:t>  +$1.70M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$4.94M</a:t>
            </a:r>
            <a:pPr indent="0" marL="0">
              <a:buNone/>
            </a:pPr>
            <a:r>
              <a:rPr lang="en-US" sz="1400" b="1" dirty="0">
                <a:solidFill>
                  <a:srgbClr val="0B7A4A"/>
                </a:solidFill>
                <a:latin typeface="Inter" pitchFamily="34" charset="0"/>
                <a:ea typeface="Inter" pitchFamily="34" charset="-122"/>
                <a:cs typeface="Inter" pitchFamily="34" charset="-120"/>
              </a:rPr>
              <a:t>  +$838K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106.6%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3,779</a:t>
            </a:r>
            <a:pPr indent="0" marL="0">
              <a:buNone/>
            </a:pPr>
            <a:r>
              <a:rPr lang="en-US" sz="1400" b="1" dirty="0">
                <a:solidFill>
                  <a:srgbClr val="0B7A4A"/>
                </a:solidFill>
                <a:latin typeface="Inter" pitchFamily="34" charset="0"/>
                <a:ea typeface="Inter" pitchFamily="34" charset="-122"/>
                <a:cs typeface="Inter" pitchFamily="34" charset="-120"/>
              </a:rPr>
              <a:t>  +126</a:t>
            </a:r>
            <a:endParaRPr lang="en-US" sz="2200" dirty="0"/>
          </a:p>
        </p:txBody>
      </p:sp>
      <p:sp>
        <p:nvSpPr>
          <p:cNvPr id="19" name="Shape 17"/>
          <p:cNvSpPr/>
          <p:nvPr/>
        </p:nvSpPr>
        <p:spPr>
          <a:xfrm>
            <a:off x="4034028" y="658368"/>
            <a:ext cx="7697724" cy="475488"/>
          </a:xfrm>
          <a:prstGeom prst="rect">
            <a:avLst/>
          </a:prstGeom>
          <a:solidFill>
            <a:srgbClr val="EDF4FA"/>
          </a:solidFill>
          <a:ln/>
        </p:spPr>
      </p:sp>
      <p:sp>
        <p:nvSpPr>
          <p:cNvPr id="20" name="Text 18"/>
          <p:cNvSpPr txBox="1"/>
          <p:nvPr/>
        </p:nvSpPr>
        <p:spPr>
          <a:xfrm>
            <a:off x="4162044" y="658368"/>
            <a:ext cx="744169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Absorption 106.6%   ·   1st · CP ELR $266   ·   1st · Gross/head $23,461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 of 23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$1.22M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79.0%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1,272 more a year.</a:t>
            </a:r>
            <a:endParaRPr lang="en-US" sz="14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$4.46M</a:t>
            </a:r>
            <a:pPr indent="0" marL="0">
              <a:buNone/>
            </a:pPr>
            <a:r>
              <a:rPr lang="en-US" sz="1400" b="1" dirty="0">
                <a:solidFill>
                  <a:srgbClr val="A82B26"/>
                </a:solidFill>
                <a:latin typeface="Inter" pitchFamily="34" charset="0"/>
                <a:ea typeface="Inter" pitchFamily="34" charset="-122"/>
                <a:cs typeface="Inter" pitchFamily="34" charset="-120"/>
              </a:rPr>
              <a:t>  −$520K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$1.82M</a:t>
            </a:r>
            <a:pPr indent="0" marL="0">
              <a:buNone/>
            </a:pPr>
            <a:r>
              <a:rPr lang="en-US" sz="1400" b="1" dirty="0">
                <a:solidFill>
                  <a:srgbClr val="A82B26"/>
                </a:solidFill>
                <a:latin typeface="Inter" pitchFamily="34" charset="0"/>
                <a:ea typeface="Inter" pitchFamily="34" charset="-122"/>
                <a:cs typeface="Inter" pitchFamily="34" charset="-120"/>
              </a:rPr>
              <a:t>  −$178K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103.6%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3,917</a:t>
            </a:r>
            <a:pPr indent="0" marL="0">
              <a:buNone/>
            </a:pPr>
            <a:r>
              <a:rPr lang="en-US" sz="1400" b="1" dirty="0">
                <a:solidFill>
                  <a:srgbClr val="A82B26"/>
                </a:solidFill>
                <a:latin typeface="Inter" pitchFamily="34" charset="0"/>
                <a:ea typeface="Inter" pitchFamily="34" charset="-122"/>
                <a:cs typeface="Inter" pitchFamily="34" charset="-120"/>
              </a:rPr>
              <a:t>  −462</a:t>
            </a:r>
            <a:endParaRPr lang="en-US" sz="2200" dirty="0"/>
          </a:p>
        </p:txBody>
      </p:sp>
      <p:sp>
        <p:nvSpPr>
          <p:cNvPr id="19" name="Shape 17"/>
          <p:cNvSpPr/>
          <p:nvPr/>
        </p:nvSpPr>
        <p:spPr>
          <a:xfrm>
            <a:off x="4222496" y="658368"/>
            <a:ext cx="7509256" cy="475488"/>
          </a:xfrm>
          <a:prstGeom prst="rect">
            <a:avLst/>
          </a:prstGeom>
          <a:solidFill>
            <a:srgbClr val="EDF4FA"/>
          </a:solidFill>
          <a:ln/>
        </p:spPr>
      </p:sp>
      <p:sp>
        <p:nvSpPr>
          <p:cNvPr id="20" name="Text 18"/>
          <p:cNvSpPr txBox="1"/>
          <p:nvPr/>
        </p:nvSpPr>
        <p:spPr>
          <a:xfrm>
            <a:off x="4350512" y="658368"/>
            <a:ext cx="72532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Absorption 103.6%   ·   2nd · CP ELR $235   ·   2nd · Proficiency 117%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$437K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$3.04M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$3.23M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3,917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4,379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616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378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11.8%</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149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$14,916</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4.1 heads over peer avg.</a:t>
            </a:r>
            <a:endParaRPr lang="en-US" sz="14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Cadillac</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$9.60M</a:t>
            </a:r>
            <a:pPr indent="0" marL="0">
              <a:buNone/>
            </a:pPr>
            <a:r>
              <a:rPr lang="en-US" sz="1400" b="1" dirty="0">
                <a:solidFill>
                  <a:srgbClr val="0B7A4A"/>
                </a:solidFill>
                <a:latin typeface="Inter" pitchFamily="34" charset="0"/>
                <a:ea typeface="Inter" pitchFamily="34" charset="-122"/>
                <a:cs typeface="Inter" pitchFamily="34" charset="-120"/>
              </a:rPr>
              <a:t>  +$664K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$2.60M</a:t>
            </a:r>
            <a:pPr indent="0" marL="0">
              <a:buNone/>
            </a:pPr>
            <a:r>
              <a:rPr lang="en-US" sz="1400" b="1" dirty="0">
                <a:solidFill>
                  <a:srgbClr val="0B7A4A"/>
                </a:solidFill>
                <a:latin typeface="Inter" pitchFamily="34" charset="0"/>
                <a:ea typeface="Inter" pitchFamily="34" charset="-122"/>
                <a:cs typeface="Inter" pitchFamily="34" charset="-120"/>
              </a:rPr>
              <a:t>  +$766K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86.1%</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5,344</a:t>
            </a:r>
            <a:pPr indent="0" marL="0">
              <a:buNone/>
            </a:pPr>
            <a:r>
              <a:rPr lang="en-US" sz="1400" b="1" dirty="0">
                <a:solidFill>
                  <a:srgbClr val="0B7A4A"/>
                </a:solidFill>
                <a:latin typeface="Inter" pitchFamily="34" charset="0"/>
                <a:ea typeface="Inter" pitchFamily="34" charset="-122"/>
                <a:cs typeface="Inter" pitchFamily="34" charset="-120"/>
              </a:rPr>
              <a:t>  +137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Net profit +$766K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$464</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$939K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$175</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$6.49M</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$6.51M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643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40.5%</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6,556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2,005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$14,260</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12.0 heads over peer avg.</a:t>
            </a:r>
            <a:endParaRPr lang="en-US" sz="14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CDJR Post Falls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$3.55M</a:t>
            </a:r>
            <a:pPr indent="0" marL="0">
              <a:buNone/>
            </a:pPr>
            <a:r>
              <a:rPr lang="en-US" sz="1400" b="1" dirty="0">
                <a:solidFill>
                  <a:srgbClr val="A82B26"/>
                </a:solidFill>
                <a:latin typeface="Inter" pitchFamily="34" charset="0"/>
                <a:ea typeface="Inter" pitchFamily="34" charset="-122"/>
                <a:cs typeface="Inter" pitchFamily="34" charset="-120"/>
              </a:rPr>
              <a:t>  −$204K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$800,469</a:t>
            </a:r>
            <a:pPr indent="0" marL="0">
              <a:buNone/>
            </a:pPr>
            <a:r>
              <a:rPr lang="en-US" sz="1400" b="1" dirty="0">
                <a:solidFill>
                  <a:srgbClr val="0B7A4A"/>
                </a:solidFill>
                <a:latin typeface="Inter" pitchFamily="34" charset="0"/>
                <a:ea typeface="Inter" pitchFamily="34" charset="-122"/>
                <a:cs typeface="Inter" pitchFamily="34" charset="-120"/>
              </a:rPr>
              <a:t>  +$54K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5,358</a:t>
            </a:r>
            <a:pPr indent="0" marL="0">
              <a:buNone/>
            </a:pPr>
            <a:r>
              <a:rPr lang="en-US" sz="1400" b="1" dirty="0">
                <a:solidFill>
                  <a:srgbClr val="A82B26"/>
                </a:solidFill>
                <a:latin typeface="Inter" pitchFamily="34" charset="0"/>
                <a:ea typeface="Inter" pitchFamily="34" charset="-122"/>
                <a:cs typeface="Inter" pitchFamily="34" charset="-120"/>
              </a:rPr>
              <a:t>  −277</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14</a:t>
            </a:r>
            <a:endParaRPr lang="en-US" sz="1400" dirty="0"/>
          </a:p>
        </p:txBody>
      </p:sp>
      <p:sp>
        <p:nvSpPr>
          <p:cNvPr id="30" name="Text 28"/>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$1.20M</a:t>
            </a:r>
            <a:endParaRPr lang="en-US" sz="1400" dirty="0"/>
          </a:p>
        </p:txBody>
      </p:sp>
      <p:sp>
        <p:nvSpPr>
          <p:cNvPr id="32" name="Text 30"/>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37866"/>
            <a:ext cx="10872216" cy="323850"/>
          </a:xfrm>
          <a:prstGeom prst="rect">
            <a:avLst/>
          </a:prstGeom>
          <a:solidFill>
            <a:srgbClr val="F7F7F7"/>
          </a:solidFill>
          <a:ln/>
        </p:spPr>
      </p:sp>
      <p:sp>
        <p:nvSpPr>
          <p:cNvPr id="34" name="Text 32"/>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$1.26M</a:t>
            </a:r>
            <a:endParaRPr lang="en-US" sz="1400" dirty="0"/>
          </a:p>
        </p:txBody>
      </p:sp>
      <p:sp>
        <p:nvSpPr>
          <p:cNvPr id="37" name="Text 35"/>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$195K</a:t>
            </a:r>
            <a:endParaRPr lang="en-US" sz="1400" dirty="0"/>
          </a:p>
        </p:txBody>
      </p:sp>
      <p:sp>
        <p:nvSpPr>
          <p:cNvPr id="39" name="Text 37"/>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5,358</a:t>
            </a:r>
            <a:endParaRPr lang="en-US" sz="1400" dirty="0"/>
          </a:p>
        </p:txBody>
      </p:sp>
      <p:sp>
        <p:nvSpPr>
          <p:cNvPr id="43" name="Text 41"/>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5,635</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5" name="Text 43"/>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369 more ROs.</a:t>
            </a:r>
            <a:endParaRPr lang="en-US" sz="1400" dirty="0"/>
          </a:p>
        </p:txBody>
      </p:sp>
      <p:sp>
        <p:nvSpPr>
          <p:cNvPr id="46" name="Shape 44"/>
          <p:cNvSpPr/>
          <p:nvPr/>
        </p:nvSpPr>
        <p:spPr>
          <a:xfrm>
            <a:off x="658368" y="3385566"/>
            <a:ext cx="10872216" cy="323850"/>
          </a:xfrm>
          <a:prstGeom prst="rect">
            <a:avLst/>
          </a:prstGeom>
          <a:solidFill>
            <a:srgbClr val="F7F7F7"/>
          </a:solidFill>
          <a:ln/>
        </p:spPr>
      </p:sp>
      <p:sp>
        <p:nvSpPr>
          <p:cNvPr id="47" name="Text 45"/>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35.6%</a:t>
            </a:r>
            <a:endParaRPr lang="en-US" sz="1400" dirty="0"/>
          </a:p>
        </p:txBody>
      </p:sp>
      <p:sp>
        <p:nvSpPr>
          <p:cNvPr id="50" name="Text 48"/>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$114K</a:t>
            </a:r>
            <a:endParaRPr lang="en-US" sz="1400" dirty="0"/>
          </a:p>
        </p:txBody>
      </p:sp>
      <p:sp>
        <p:nvSpPr>
          <p:cNvPr id="52" name="Text 50"/>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55" name="Text 53"/>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$2.30M</a:t>
            </a:r>
            <a:endParaRPr lang="en-US" sz="1400" dirty="0"/>
          </a:p>
        </p:txBody>
      </p:sp>
      <p:sp>
        <p:nvSpPr>
          <p:cNvPr id="56" name="Text 54"/>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8" name="Text 56"/>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59" name="Shape 57"/>
          <p:cNvSpPr/>
          <p:nvPr/>
        </p:nvSpPr>
        <p:spPr>
          <a:xfrm>
            <a:off x="658368" y="4033266"/>
            <a:ext cx="10872216" cy="323850"/>
          </a:xfrm>
          <a:prstGeom prst="rect">
            <a:avLst/>
          </a:prstGeom>
          <a:solidFill>
            <a:srgbClr val="F7F7F7"/>
          </a:solidFill>
          <a:ln/>
        </p:spPr>
      </p:sp>
      <p:sp>
        <p:nvSpPr>
          <p:cNvPr id="60" name="Text 58"/>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3" name="Text 61"/>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$73K</a:t>
            </a:r>
            <a:endParaRPr lang="en-US" sz="1400" dirty="0"/>
          </a:p>
        </p:txBody>
      </p:sp>
      <p:sp>
        <p:nvSpPr>
          <p:cNvPr id="65" name="Text 63"/>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981 more a year.</a:t>
            </a:r>
            <a:endParaRPr lang="en-US" sz="1400" dirty="0"/>
          </a:p>
        </p:txBody>
      </p:sp>
      <p:sp>
        <p:nvSpPr>
          <p:cNvPr id="66" name="Text 64"/>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8" name="Text 66"/>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a:t>
            </a:r>
            <a:endParaRPr lang="en-US" sz="1400" dirty="0"/>
          </a:p>
        </p:txBody>
      </p:sp>
      <p:sp>
        <p:nvSpPr>
          <p:cNvPr id="69" name="Text 67"/>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$62K</a:t>
            </a:r>
            <a:endParaRPr lang="en-US" sz="1400" dirty="0"/>
          </a:p>
        </p:txBody>
      </p:sp>
      <p:sp>
        <p:nvSpPr>
          <p:cNvPr id="71" name="Text 69"/>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321 more a year.</a:t>
            </a:r>
            <a:endParaRPr lang="en-US" sz="1400" dirty="0"/>
          </a:p>
        </p:txBody>
      </p:sp>
      <p:sp>
        <p:nvSpPr>
          <p:cNvPr id="72" name="Shape 70"/>
          <p:cNvSpPr/>
          <p:nvPr/>
        </p:nvSpPr>
        <p:spPr>
          <a:xfrm>
            <a:off x="658368" y="4680966"/>
            <a:ext cx="10872216" cy="323850"/>
          </a:xfrm>
          <a:prstGeom prst="rect">
            <a:avLst/>
          </a:prstGeom>
          <a:solidFill>
            <a:srgbClr val="F7F7F7"/>
          </a:solidFill>
          <a:ln/>
        </p:spPr>
      </p:sp>
      <p:sp>
        <p:nvSpPr>
          <p:cNvPr id="73" name="Text 71"/>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5" name="Text 73"/>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76" name="Text 74"/>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78" name="Text 76"/>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770 more a year.</a:t>
            </a:r>
            <a:endParaRPr lang="en-US" sz="1400" dirty="0"/>
          </a:p>
        </p:txBody>
      </p:sp>
      <p:sp>
        <p:nvSpPr>
          <p:cNvPr id="79" name="Text 77"/>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1" name="Text 79"/>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82" name="Text 80"/>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$53K</a:t>
            </a:r>
            <a:endParaRPr lang="en-US" sz="1400" dirty="0"/>
          </a:p>
        </p:txBody>
      </p:sp>
      <p:sp>
        <p:nvSpPr>
          <p:cNvPr id="84" name="Text 82"/>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412 more a year.</a:t>
            </a:r>
            <a:endParaRPr lang="en-US" sz="1400" dirty="0"/>
          </a:p>
        </p:txBody>
      </p:sp>
      <p:sp>
        <p:nvSpPr>
          <p:cNvPr id="85" name="Shape 83"/>
          <p:cNvSpPr/>
          <p:nvPr/>
        </p:nvSpPr>
        <p:spPr>
          <a:xfrm>
            <a:off x="658368" y="5323180"/>
            <a:ext cx="10872216" cy="10973"/>
          </a:xfrm>
          <a:prstGeom prst="rect">
            <a:avLst/>
          </a:prstGeom>
          <a:solidFill>
            <a:srgbClr val="9AA3AD"/>
          </a:solidFill>
          <a:ln/>
        </p:spPr>
      </p:sp>
      <p:sp>
        <p:nvSpPr>
          <p:cNvPr id="86" name="Text 84"/>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8" name="Text 86"/>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89" name="Text 87"/>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0" name="Text 88"/>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5,302 more a year.</a:t>
            </a:r>
            <a:endParaRPr lang="en-US" sz="1400" dirty="0"/>
          </a:p>
        </p:txBody>
      </p:sp>
      <p:sp>
        <p:nvSpPr>
          <p:cNvPr id="92" name="Text 90"/>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4" name="Text 92"/>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$9,953</a:t>
            </a:r>
            <a:endParaRPr lang="en-US" sz="1400" dirty="0"/>
          </a:p>
        </p:txBody>
      </p:sp>
      <p:sp>
        <p:nvSpPr>
          <p:cNvPr id="95" name="Text 93"/>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6" name="Text 94"/>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8.6 heads over peer avg.</a:t>
            </a:r>
            <a:endParaRPr lang="en-US" sz="1400" dirty="0"/>
          </a:p>
        </p:txBody>
      </p:sp>
      <p:sp>
        <p:nvSpPr>
          <p:cNvPr id="98" name="Shape 96"/>
          <p:cNvSpPr/>
          <p:nvPr/>
        </p:nvSpPr>
        <p:spPr>
          <a:xfrm>
            <a:off x="658368" y="5976366"/>
            <a:ext cx="10872216" cy="323850"/>
          </a:xfrm>
          <a:prstGeom prst="rect">
            <a:avLst/>
          </a:prstGeom>
          <a:solidFill>
            <a:srgbClr val="F7F7F7"/>
          </a:solidFill>
          <a:ln/>
        </p:spPr>
      </p:sp>
      <p:sp>
        <p:nvSpPr>
          <p:cNvPr id="99" name="Text 97"/>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0" name="Text 98"/>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1" name="Text 99"/>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81.7%</a:t>
            </a:r>
            <a:endParaRPr lang="en-US" sz="1400" dirty="0"/>
          </a:p>
        </p:txBody>
      </p:sp>
      <p:sp>
        <p:nvSpPr>
          <p:cNvPr id="102" name="Text 100"/>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3" name="Text 101"/>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1,052 more a year.</a:t>
            </a:r>
            <a:endParaRPr lang="en-US" sz="14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GMC Bullhead</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$4.53M</a:t>
            </a:r>
            <a:pPr indent="0" marL="0">
              <a:buNone/>
            </a:pPr>
            <a:r>
              <a:rPr lang="en-US" sz="1400" b="1" dirty="0">
                <a:solidFill>
                  <a:srgbClr val="0B7A4A"/>
                </a:solidFill>
                <a:latin typeface="Inter" pitchFamily="34" charset="0"/>
                <a:ea typeface="Inter" pitchFamily="34" charset="-122"/>
                <a:cs typeface="Inter" pitchFamily="34" charset="-120"/>
              </a:rPr>
              <a:t>  +$39K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$1.12M</a:t>
            </a:r>
            <a:pPr indent="0" marL="0">
              <a:buNone/>
            </a:pPr>
            <a:r>
              <a:rPr lang="en-US" sz="1400" b="1" dirty="0">
                <a:solidFill>
                  <a:srgbClr val="0B7A4A"/>
                </a:solidFill>
                <a:latin typeface="Inter" pitchFamily="34" charset="0"/>
                <a:ea typeface="Inter" pitchFamily="34" charset="-122"/>
                <a:cs typeface="Inter" pitchFamily="34" charset="-120"/>
              </a:rPr>
              <a:t>  +$337K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6,309</a:t>
            </a:r>
            <a:pPr indent="0" marL="0">
              <a:buNone/>
            </a:pPr>
            <a:r>
              <a:rPr lang="en-US" sz="1400" b="1" dirty="0">
                <a:solidFill>
                  <a:srgbClr val="0B7A4A"/>
                </a:solidFill>
                <a:latin typeface="Inter" pitchFamily="34" charset="0"/>
                <a:ea typeface="Inter" pitchFamily="34" charset="-122"/>
                <a:cs typeface="Inter" pitchFamily="34" charset="-120"/>
              </a:rPr>
              <a:t>  +212</a:t>
            </a:r>
            <a:endParaRPr lang="en-US" sz="2200" dirty="0"/>
          </a:p>
        </p:txBody>
      </p:sp>
      <p:sp>
        <p:nvSpPr>
          <p:cNvPr id="19" name="Shape 17"/>
          <p:cNvSpPr/>
          <p:nvPr/>
        </p:nvSpPr>
        <p:spPr>
          <a:xfrm>
            <a:off x="6955282" y="658368"/>
            <a:ext cx="4776470" cy="475488"/>
          </a:xfrm>
          <a:prstGeom prst="rect">
            <a:avLst/>
          </a:prstGeom>
          <a:solidFill>
            <a:srgbClr val="EDF4FA"/>
          </a:solidFill>
          <a:ln/>
        </p:spPr>
      </p:sp>
      <p:sp>
        <p:nvSpPr>
          <p:cNvPr id="20" name="Text 18"/>
          <p:cNvSpPr txBox="1"/>
          <p:nvPr/>
        </p:nvSpPr>
        <p:spPr>
          <a:xfrm>
            <a:off x="7083298" y="658368"/>
            <a:ext cx="4520438"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Net profit +$337K   ·   8th · CP ROs +212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9.0%</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496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21.8%</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4,006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$10,391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8.9 heads over peer avg.</a:t>
            </a:r>
            <a:endParaRPr lang="en-US" sz="1400" dirty="0"/>
          </a:p>
        </p:txBody>
      </p:sp>
      <p:sp>
        <p:nvSpPr>
          <p:cNvPr id="87" name="Shape 85"/>
          <p:cNvSpPr/>
          <p:nvPr/>
        </p:nvSpPr>
        <p:spPr>
          <a:xfrm>
            <a:off x="658368" y="5376672"/>
            <a:ext cx="10872216" cy="329184"/>
          </a:xfrm>
          <a:prstGeom prst="rect">
            <a:avLst/>
          </a:prstGeom>
          <a:solidFill>
            <a:srgbClr val="F7F7F7"/>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87.6%</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267 more a year.</a:t>
            </a:r>
            <a:endParaRPr lang="en-US" sz="14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$16.55M</a:t>
            </a:r>
            <a:pPr indent="0" marL="0">
              <a:buNone/>
            </a:pPr>
            <a:r>
              <a:rPr lang="en-US" sz="1400" b="1" dirty="0">
                <a:solidFill>
                  <a:srgbClr val="A82B26"/>
                </a:solidFill>
                <a:latin typeface="Inter" pitchFamily="34" charset="0"/>
                <a:ea typeface="Inter" pitchFamily="34" charset="-122"/>
                <a:cs typeface="Inter" pitchFamily="34" charset="-120"/>
              </a:rPr>
              <a:t>  −$437K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A82B26"/>
                </a:solidFill>
                <a:latin typeface="Inter" pitchFamily="34" charset="0"/>
                <a:ea typeface="Inter" pitchFamily="34" charset="-122"/>
                <a:cs typeface="Inter" pitchFamily="34" charset="-120"/>
              </a:rPr>
              <a:t>  −$643K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68.9%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19,520</a:t>
            </a:r>
            <a:pPr indent="0" marL="0">
              <a:buNone/>
            </a:pPr>
            <a:r>
              <a:rPr lang="en-US" sz="1400" b="1" dirty="0">
                <a:solidFill>
                  <a:srgbClr val="A82B26"/>
                </a:solidFill>
                <a:latin typeface="Inter" pitchFamily="34" charset="0"/>
                <a:ea typeface="Inter" pitchFamily="34" charset="-122"/>
                <a:cs typeface="Inter" pitchFamily="34" charset="-120"/>
              </a:rPr>
              <a:t>  −952</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9th · Hours per RO 2.30   ·   10th · Proficiency 103%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51</a:t>
            </a:r>
            <a:endParaRPr lang="en-US" sz="1400" dirty="0"/>
          </a:p>
        </p:txBody>
      </p:sp>
      <p:sp>
        <p:nvSpPr>
          <p:cNvPr id="32" name="Text 30"/>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$1.05M</a:t>
            </a:r>
            <a:endParaRPr lang="en-US" sz="1400" dirty="0"/>
          </a:p>
        </p:txBody>
      </p:sp>
      <p:sp>
        <p:nvSpPr>
          <p:cNvPr id="34" name="Text 32"/>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12954"/>
            <a:ext cx="10872216" cy="298938"/>
          </a:xfrm>
          <a:prstGeom prst="rect">
            <a:avLst/>
          </a:prstGeom>
          <a:solidFill>
            <a:srgbClr val="F7F7F7"/>
          </a:solidFill>
          <a:ln/>
        </p:spPr>
      </p:sp>
      <p:sp>
        <p:nvSpPr>
          <p:cNvPr id="36" name="Text 34"/>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38" name="Text 36"/>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9" name="Text 37"/>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0" name="Text 38"/>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$671K</a:t>
            </a:r>
            <a:endParaRPr lang="en-US" sz="1400" dirty="0"/>
          </a:p>
        </p:txBody>
      </p:sp>
      <p:sp>
        <p:nvSpPr>
          <p:cNvPr id="41" name="Text 39"/>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2" name="Text 40"/>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$10.50M</a:t>
            </a:r>
            <a:endParaRPr lang="en-US" sz="1400" dirty="0"/>
          </a:p>
        </p:txBody>
      </p:sp>
      <p:sp>
        <p:nvSpPr>
          <p:cNvPr id="45" name="Text 43"/>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$10.89M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$526K</a:t>
            </a:r>
            <a:endParaRPr lang="en-US" sz="1400" dirty="0"/>
          </a:p>
        </p:txBody>
      </p:sp>
      <p:sp>
        <p:nvSpPr>
          <p:cNvPr id="47" name="Text 45"/>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310831"/>
            <a:ext cx="10872216" cy="298938"/>
          </a:xfrm>
          <a:prstGeom prst="rect">
            <a:avLst/>
          </a:prstGeom>
          <a:solidFill>
            <a:srgbClr val="F7F7F7"/>
          </a:solidFill>
          <a:ln/>
        </p:spPr>
      </p:sp>
      <p:sp>
        <p:nvSpPr>
          <p:cNvPr id="49" name="Text 47"/>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19,520</a:t>
            </a:r>
            <a:endParaRPr lang="en-US" sz="1400" dirty="0"/>
          </a:p>
        </p:txBody>
      </p:sp>
      <p:sp>
        <p:nvSpPr>
          <p:cNvPr id="52" name="Text 50"/>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20,472</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$434K</a:t>
            </a:r>
            <a:endParaRPr lang="en-US" sz="1400" dirty="0"/>
          </a:p>
        </p:txBody>
      </p:sp>
      <p:sp>
        <p:nvSpPr>
          <p:cNvPr id="54" name="Text 52"/>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1,269 more ROs.</a:t>
            </a:r>
            <a:endParaRPr lang="en-US" sz="1400" dirty="0"/>
          </a:p>
        </p:txBody>
      </p:sp>
      <p:sp>
        <p:nvSpPr>
          <p:cNvPr id="55" name="Text 53"/>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7" name="Text 55"/>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36.2%</a:t>
            </a:r>
            <a:endParaRPr lang="en-US" sz="1400" dirty="0"/>
          </a:p>
        </p:txBody>
      </p:sp>
      <p:sp>
        <p:nvSpPr>
          <p:cNvPr id="58" name="Text 56"/>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$314K</a:t>
            </a:r>
            <a:endParaRPr lang="en-US" sz="1400" dirty="0"/>
          </a:p>
        </p:txBody>
      </p:sp>
      <p:sp>
        <p:nvSpPr>
          <p:cNvPr id="60" name="Text 58"/>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1" name="Shape 59"/>
          <p:cNvSpPr/>
          <p:nvPr/>
        </p:nvSpPr>
        <p:spPr>
          <a:xfrm>
            <a:off x="658368" y="3908708"/>
            <a:ext cx="10872216" cy="298938"/>
          </a:xfrm>
          <a:prstGeom prst="rect">
            <a:avLst/>
          </a:prstGeom>
          <a:solidFill>
            <a:srgbClr val="F7F7F7"/>
          </a:solidFill>
          <a:ln/>
        </p:spPr>
      </p:sp>
      <p:sp>
        <p:nvSpPr>
          <p:cNvPr id="62" name="Text 60"/>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5.7%</a:t>
            </a:r>
            <a:endParaRPr lang="en-US" sz="1400" dirty="0"/>
          </a:p>
        </p:txBody>
      </p:sp>
      <p:sp>
        <p:nvSpPr>
          <p:cNvPr id="65" name="Text 63"/>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67" name="Text 65"/>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1,093 more a year.</a:t>
            </a:r>
            <a:endParaRPr lang="en-US" sz="1400" dirty="0"/>
          </a:p>
        </p:txBody>
      </p:sp>
      <p:sp>
        <p:nvSpPr>
          <p:cNvPr id="68" name="Text 66"/>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$142K</a:t>
            </a:r>
            <a:endParaRPr lang="en-US" sz="1400" dirty="0"/>
          </a:p>
        </p:txBody>
      </p:sp>
      <p:sp>
        <p:nvSpPr>
          <p:cNvPr id="73" name="Text 71"/>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585 more a year.</a:t>
            </a:r>
            <a:endParaRPr lang="en-US" sz="1400" dirty="0"/>
          </a:p>
        </p:txBody>
      </p:sp>
      <p:sp>
        <p:nvSpPr>
          <p:cNvPr id="74" name="Shape 72"/>
          <p:cNvSpPr/>
          <p:nvPr/>
        </p:nvSpPr>
        <p:spPr>
          <a:xfrm>
            <a:off x="658368" y="4506585"/>
            <a:ext cx="10872216" cy="298938"/>
          </a:xfrm>
          <a:prstGeom prst="rect">
            <a:avLst/>
          </a:prstGeom>
          <a:solidFill>
            <a:srgbClr val="F7F7F7"/>
          </a:solidFill>
          <a:ln/>
        </p:spPr>
      </p:sp>
      <p:sp>
        <p:nvSpPr>
          <p:cNvPr id="75" name="Text 73"/>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a:t>
            </a:r>
            <a:endParaRPr lang="en-US" sz="1400" dirty="0"/>
          </a:p>
        </p:txBody>
      </p:sp>
      <p:sp>
        <p:nvSpPr>
          <p:cNvPr id="78" name="Text 76"/>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$106K</a:t>
            </a:r>
            <a:endParaRPr lang="en-US" sz="1400" dirty="0"/>
          </a:p>
        </p:txBody>
      </p:sp>
      <p:sp>
        <p:nvSpPr>
          <p:cNvPr id="80" name="Text 78"/>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2,001 more a year.</a:t>
            </a:r>
            <a:endParaRPr lang="en-US" sz="1400" dirty="0"/>
          </a:p>
        </p:txBody>
      </p:sp>
      <p:sp>
        <p:nvSpPr>
          <p:cNvPr id="81" name="Text 79"/>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3" name="Text 81"/>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12.8%</a:t>
            </a:r>
            <a:endParaRPr lang="en-US" sz="1400" dirty="0"/>
          </a:p>
        </p:txBody>
      </p:sp>
      <p:sp>
        <p:nvSpPr>
          <p:cNvPr id="84" name="Text 82"/>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86" name="Text 84"/>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556 more a year.</a:t>
            </a:r>
            <a:endParaRPr lang="en-US" sz="1400" dirty="0"/>
          </a:p>
        </p:txBody>
      </p:sp>
      <p:sp>
        <p:nvSpPr>
          <p:cNvPr id="87" name="Shape 85"/>
          <p:cNvSpPr/>
          <p:nvPr/>
        </p:nvSpPr>
        <p:spPr>
          <a:xfrm>
            <a:off x="658368" y="5104462"/>
            <a:ext cx="10872216" cy="298938"/>
          </a:xfrm>
          <a:prstGeom prst="rect">
            <a:avLst/>
          </a:prstGeom>
          <a:solidFill>
            <a:srgbClr val="F7F7F7"/>
          </a:solidFill>
          <a:ln/>
        </p:spPr>
      </p:sp>
      <p:sp>
        <p:nvSpPr>
          <p:cNvPr id="88" name="Text 86"/>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90" name="Text 88"/>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$6.05M</a:t>
            </a:r>
            <a:endParaRPr lang="en-US" sz="1400" dirty="0"/>
          </a:p>
        </p:txBody>
      </p:sp>
      <p:sp>
        <p:nvSpPr>
          <p:cNvPr id="91" name="Text 89"/>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$6.09M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92" name="Text 90"/>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94" name="Shape 92"/>
          <p:cNvSpPr/>
          <p:nvPr/>
        </p:nvSpPr>
        <p:spPr>
          <a:xfrm>
            <a:off x="658368" y="5397914"/>
            <a:ext cx="10872216" cy="10973"/>
          </a:xfrm>
          <a:prstGeom prst="rect">
            <a:avLst/>
          </a:prstGeom>
          <a:solidFill>
            <a:srgbClr val="9AA3AD"/>
          </a:solidFill>
          <a:ln/>
        </p:spPr>
      </p:sp>
      <p:sp>
        <p:nvSpPr>
          <p:cNvPr id="95" name="Text 93"/>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7" name="Text 95"/>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98" name="Text 96"/>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9" name="Text 97"/>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6,624 more a year.</a:t>
            </a:r>
            <a:endParaRPr lang="en-US" sz="1400" dirty="0"/>
          </a:p>
        </p:txBody>
      </p:sp>
      <p:sp>
        <p:nvSpPr>
          <p:cNvPr id="101" name="Shape 99"/>
          <p:cNvSpPr/>
          <p:nvPr/>
        </p:nvSpPr>
        <p:spPr>
          <a:xfrm>
            <a:off x="658368" y="5702339"/>
            <a:ext cx="10872216" cy="298938"/>
          </a:xfrm>
          <a:prstGeom prst="rect">
            <a:avLst/>
          </a:prstGeom>
          <a:solidFill>
            <a:srgbClr val="F7F7F7"/>
          </a:solidFill>
          <a:ln/>
        </p:spPr>
      </p:sp>
      <p:sp>
        <p:nvSpPr>
          <p:cNvPr id="102" name="Text 100"/>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84.5%</a:t>
            </a:r>
            <a:endParaRPr lang="en-US" sz="1400" dirty="0"/>
          </a:p>
        </p:txBody>
      </p:sp>
      <p:sp>
        <p:nvSpPr>
          <p:cNvPr id="105" name="Text 103"/>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2,065 more a year.</a:t>
            </a:r>
            <a:endParaRPr lang="en-US" sz="1400" dirty="0"/>
          </a:p>
        </p:txBody>
      </p:sp>
      <p:sp>
        <p:nvSpPr>
          <p:cNvPr id="108" name="Text 106"/>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9" name="Text 107"/>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10" name="Text 108"/>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$12,042</a:t>
            </a:r>
            <a:endParaRPr lang="en-US" sz="1400" dirty="0"/>
          </a:p>
        </p:txBody>
      </p:sp>
      <p:sp>
        <p:nvSpPr>
          <p:cNvPr id="111" name="Text 109"/>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12" name="Text 110"/>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3" name="Text 111"/>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8.1 heads over peer avg.</a:t>
            </a:r>
            <a:endParaRPr lang="en-US" sz="14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GMC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0B7A4A"/>
                </a:solidFill>
                <a:latin typeface="Inter" pitchFamily="34" charset="0"/>
                <a:ea typeface="Inter" pitchFamily="34" charset="-122"/>
                <a:cs typeface="Inter" pitchFamily="34" charset="-120"/>
              </a:rPr>
              <a:t>  +$178K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$19,561</a:t>
            </a:r>
            <a:pPr indent="0" marL="0">
              <a:buNone/>
            </a:pPr>
            <a:r>
              <a:rPr lang="en-US" sz="1400" b="1" dirty="0">
                <a:solidFill>
                  <a:srgbClr val="0B7A4A"/>
                </a:solidFill>
                <a:latin typeface="Inter" pitchFamily="34" charset="0"/>
                <a:ea typeface="Inter" pitchFamily="34" charset="-122"/>
                <a:cs typeface="Inter" pitchFamily="34" charset="-120"/>
              </a:rPr>
              <a:t>  +$144K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3,107</a:t>
            </a:r>
            <a:pPr indent="0" marL="0">
              <a:buNone/>
            </a:pPr>
            <a:r>
              <a:rPr lang="en-US" sz="1400" b="1" dirty="0">
                <a:solidFill>
                  <a:srgbClr val="0B7A4A"/>
                </a:solidFill>
                <a:latin typeface="Inter" pitchFamily="34" charset="0"/>
                <a:ea typeface="Inter" pitchFamily="34" charset="-122"/>
                <a:cs typeface="Inter" pitchFamily="34" charset="-120"/>
              </a:rPr>
              <a:t>  +297</a:t>
            </a:r>
            <a:endParaRPr lang="en-US" sz="2200" dirty="0"/>
          </a:p>
        </p:txBody>
      </p:sp>
      <p:sp>
        <p:nvSpPr>
          <p:cNvPr id="19" name="Shape 17"/>
          <p:cNvSpPr/>
          <p:nvPr/>
        </p:nvSpPr>
        <p:spPr>
          <a:xfrm>
            <a:off x="4693666" y="658368"/>
            <a:ext cx="7038086" cy="475488"/>
          </a:xfrm>
          <a:prstGeom prst="rect">
            <a:avLst/>
          </a:prstGeom>
          <a:solidFill>
            <a:srgbClr val="EDF4FA"/>
          </a:solidFill>
          <a:ln/>
        </p:spPr>
      </p:sp>
      <p:sp>
        <p:nvSpPr>
          <p:cNvPr id="20" name="Text 18"/>
          <p:cNvSpPr txBox="1"/>
          <p:nvPr/>
        </p:nvSpPr>
        <p:spPr>
          <a:xfrm>
            <a:off x="4821682" y="658368"/>
            <a:ext cx="678205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6th · CP ROs +297   ·   8th · Hours per RO +0.26   ·   10th · MPI 93.2%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162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135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35.1%</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1,506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$9,498</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$1.59M</a:t>
            </a:r>
            <a:pPr indent="0" marL="0">
              <a:buNone/>
            </a:pPr>
            <a:r>
              <a:rPr lang="en-US" sz="1400" b="1" dirty="0">
                <a:solidFill>
                  <a:srgbClr val="0B7A4A"/>
                </a:solidFill>
                <a:latin typeface="Inter" pitchFamily="34" charset="0"/>
                <a:ea typeface="Inter" pitchFamily="34" charset="-122"/>
                <a:cs typeface="Inter" pitchFamily="34" charset="-120"/>
              </a:rPr>
              <a:t>  +$23K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$79,496</a:t>
            </a:r>
            <a:pPr indent="0" marL="0">
              <a:buNone/>
            </a:pPr>
            <a:r>
              <a:rPr lang="en-US" sz="1400" b="1" dirty="0">
                <a:solidFill>
                  <a:srgbClr val="0B7A4A"/>
                </a:solidFill>
                <a:latin typeface="Inter" pitchFamily="34" charset="0"/>
                <a:ea typeface="Inter" pitchFamily="34" charset="-122"/>
                <a:cs typeface="Inter" pitchFamily="34" charset="-120"/>
              </a:rPr>
              <a:t>  +$53K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63.7%</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4,030</a:t>
            </a:r>
            <a:pPr indent="0" marL="0">
              <a:buNone/>
            </a:pPr>
            <a:r>
              <a:rPr lang="en-US" sz="1400" b="1" dirty="0">
                <a:solidFill>
                  <a:srgbClr val="A82B26"/>
                </a:solidFill>
                <a:latin typeface="Inter" pitchFamily="34" charset="0"/>
                <a:ea typeface="Inter" pitchFamily="34" charset="-122"/>
                <a:cs typeface="Inter" pitchFamily="34" charset="-120"/>
              </a:rPr>
              <a:t>  −30</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Parts GP 45.1%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$473K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367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$60K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735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$1.04M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4,060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40 more ROs.</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$9,149</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5.4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86.3%</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245 more a year.</a:t>
            </a:r>
            <a:endParaRPr lang="en-US" sz="14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$14.42M</a:t>
            </a:r>
            <a:pPr indent="0" marL="0">
              <a:buNone/>
            </a:pPr>
            <a:r>
              <a:rPr lang="en-US" sz="1400" b="1" dirty="0">
                <a:solidFill>
                  <a:srgbClr val="0B7A4A"/>
                </a:solidFill>
                <a:latin typeface="Inter" pitchFamily="34" charset="0"/>
                <a:ea typeface="Inter" pitchFamily="34" charset="-122"/>
                <a:cs typeface="Inter" pitchFamily="34" charset="-120"/>
              </a:rPr>
              <a:t>  +$932K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$6.08M</a:t>
            </a:r>
            <a:pPr indent="0" marL="0">
              <a:buNone/>
            </a:pPr>
            <a:r>
              <a:rPr lang="en-US" sz="1400" b="1" dirty="0">
                <a:solidFill>
                  <a:srgbClr val="0B7A4A"/>
                </a:solidFill>
                <a:latin typeface="Inter" pitchFamily="34" charset="0"/>
                <a:ea typeface="Inter" pitchFamily="34" charset="-122"/>
                <a:cs typeface="Inter" pitchFamily="34" charset="-120"/>
              </a:rPr>
              <a:t>  +$692K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86.3%</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22,527</a:t>
            </a:r>
            <a:pPr indent="0" marL="0">
              <a:buNone/>
            </a:pPr>
            <a:r>
              <a:rPr lang="en-US" sz="1400" b="1" dirty="0">
                <a:solidFill>
                  <a:srgbClr val="A82B26"/>
                </a:solidFill>
                <a:latin typeface="Inter" pitchFamily="34" charset="0"/>
                <a:ea typeface="Inter" pitchFamily="34" charset="-122"/>
                <a:cs typeface="Inter" pitchFamily="34" charset="-120"/>
              </a:rPr>
              <a:t>  −190</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Proficiency 118%   ·   2nd · Tire balance 18.4%</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1</a:t>
            </a:r>
            <a:endParaRPr lang="en-US" sz="16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Techs under 85%</a:t>
            </a:r>
            <a:endParaRPr lang="en-US" sz="16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5 of 28</a:t>
            </a:r>
            <a:endParaRPr lang="en-US" sz="16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85%</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$155K</a:t>
            </a:r>
            <a:endParaRPr lang="en-US" sz="16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Lift the 5 under 85%: dispatch, parts.</a:t>
            </a:r>
            <a:endParaRPr lang="en-US" sz="16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2</a:t>
            </a:r>
            <a:endParaRPr lang="en-US" sz="16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CP RO count</a:t>
            </a:r>
            <a:endParaRPr lang="en-US" sz="16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22,527</a:t>
            </a:r>
            <a:endParaRPr lang="en-US" sz="16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22,717</a:t>
            </a:r>
            <a:pPr indent="0" marL="0">
              <a:buNone/>
            </a:pPr>
            <a:r>
              <a:rPr lang="en-US" sz="1600" dirty="0">
                <a:solidFill>
                  <a:srgbClr val="595959"/>
                </a:solidFill>
                <a:latin typeface="Inter" pitchFamily="34" charset="0"/>
                <a:ea typeface="Inter" pitchFamily="34" charset="-122"/>
                <a:cs typeface="Inter" pitchFamily="34" charset="-120"/>
              </a:rPr>
              <a:t> in 2025</a:t>
            </a:r>
            <a:endParaRPr lang="en-US" sz="16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$87K</a:t>
            </a:r>
            <a:endParaRPr lang="en-US" sz="16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Win back lapsed customers: 253 more ROs.</a:t>
            </a:r>
            <a:endParaRPr lang="en-US" sz="16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3</a:t>
            </a:r>
            <a:endParaRPr lang="en-US" sz="16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MPI completion</a:t>
            </a:r>
            <a:endParaRPr lang="en-US" sz="16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82.5%</a:t>
            </a:r>
            <a:endParaRPr lang="en-US" sz="16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90%</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600" dirty="0">
                <a:solidFill>
                  <a:srgbClr val="9AA3AD"/>
                </a:solidFill>
                <a:latin typeface="Inter" pitchFamily="34" charset="0"/>
                <a:ea typeface="Inter" pitchFamily="34" charset="-122"/>
                <a:cs typeface="Inter" pitchFamily="34" charset="-120"/>
              </a:rPr>
              <a:t>—</a:t>
            </a:r>
            <a:endParaRPr lang="en-US" sz="16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MPI every car: 2,945 more a year.</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North</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$8.62M</a:t>
            </a:r>
            <a:pPr indent="0" marL="0">
              <a:buNone/>
            </a:pPr>
            <a:r>
              <a:rPr lang="en-US" sz="1400" b="1" dirty="0">
                <a:solidFill>
                  <a:srgbClr val="A82B26"/>
                </a:solidFill>
                <a:latin typeface="Inter" pitchFamily="34" charset="0"/>
                <a:ea typeface="Inter" pitchFamily="34" charset="-122"/>
                <a:cs typeface="Inter" pitchFamily="34" charset="-120"/>
              </a:rPr>
              <a:t>  −$840K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$3.32M</a:t>
            </a:r>
            <a:pPr indent="0" marL="0">
              <a:buNone/>
            </a:pPr>
            <a:r>
              <a:rPr lang="en-US" sz="1400" b="1" dirty="0">
                <a:solidFill>
                  <a:srgbClr val="A82B26"/>
                </a:solidFill>
                <a:latin typeface="Inter" pitchFamily="34" charset="0"/>
                <a:ea typeface="Inter" pitchFamily="34" charset="-122"/>
                <a:cs typeface="Inter" pitchFamily="34" charset="-120"/>
              </a:rPr>
              <a:t>  −$76K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89.9%</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15,048</a:t>
            </a:r>
            <a:pPr indent="0" marL="0">
              <a:buNone/>
            </a:pPr>
            <a:r>
              <a:rPr lang="en-US" sz="1400" b="1" dirty="0">
                <a:solidFill>
                  <a:srgbClr val="0B7A4A"/>
                </a:solidFill>
                <a:latin typeface="Inter" pitchFamily="34" charset="0"/>
                <a:ea typeface="Inter" pitchFamily="34" charset="-122"/>
                <a:cs typeface="Inter" pitchFamily="34" charset="-120"/>
              </a:rPr>
              <a:t>  +28</a:t>
            </a:r>
            <a:endParaRPr lang="en-US" sz="2200" dirty="0"/>
          </a:p>
        </p:txBody>
      </p:sp>
      <p:sp>
        <p:nvSpPr>
          <p:cNvPr id="19" name="Shape 17"/>
          <p:cNvSpPr/>
          <p:nvPr/>
        </p:nvSpPr>
        <p:spPr>
          <a:xfrm>
            <a:off x="3751326" y="658368"/>
            <a:ext cx="7980426" cy="475488"/>
          </a:xfrm>
          <a:prstGeom prst="rect">
            <a:avLst/>
          </a:prstGeom>
          <a:solidFill>
            <a:srgbClr val="EDF4FA"/>
          </a:solidFill>
          <a:ln/>
        </p:spPr>
      </p:sp>
      <p:sp>
        <p:nvSpPr>
          <p:cNvPr id="20" name="Text 18"/>
          <p:cNvSpPr txBox="1"/>
          <p:nvPr/>
        </p:nvSpPr>
        <p:spPr>
          <a:xfrm>
            <a:off x="3879342" y="658368"/>
            <a:ext cx="772439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Absorption 89.9%   ·   4th · Proficiency 109%   ·   5th · Brake fluid 12.1%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$6.61M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$2.70M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$2.84M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600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81.4%</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2,520 more a year.</a:t>
            </a:r>
            <a:endParaRPr lang="en-US" sz="14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$4.18M</a:t>
            </a:r>
            <a:pPr indent="0" marL="0">
              <a:buNone/>
            </a:pPr>
            <a:r>
              <a:rPr lang="en-US" sz="1400" b="1" dirty="0">
                <a:solidFill>
                  <a:srgbClr val="0B7A4A"/>
                </a:solidFill>
                <a:latin typeface="Inter" pitchFamily="34" charset="0"/>
                <a:ea typeface="Inter" pitchFamily="34" charset="-122"/>
                <a:cs typeface="Inter" pitchFamily="34" charset="-120"/>
              </a:rPr>
              <a:t>  +$373K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$1.32M</a:t>
            </a:r>
            <a:pPr indent="0" marL="0">
              <a:buNone/>
            </a:pPr>
            <a:r>
              <a:rPr lang="en-US" sz="1400" b="1" dirty="0">
                <a:solidFill>
                  <a:srgbClr val="0B7A4A"/>
                </a:solidFill>
                <a:latin typeface="Inter" pitchFamily="34" charset="0"/>
                <a:ea typeface="Inter" pitchFamily="34" charset="-122"/>
                <a:cs typeface="Inter" pitchFamily="34" charset="-120"/>
              </a:rPr>
              <a:t>  +$3K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87.6%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8,930</a:t>
            </a:r>
            <a:pPr indent="0" marL="0">
              <a:buNone/>
            </a:pPr>
            <a:r>
              <a:rPr lang="en-US" sz="1400" b="1" dirty="0">
                <a:solidFill>
                  <a:srgbClr val="A82B26"/>
                </a:solidFill>
                <a:latin typeface="Inter" pitchFamily="34" charset="0"/>
                <a:ea typeface="Inter" pitchFamily="34" charset="-122"/>
                <a:cs typeface="Inter" pitchFamily="34" charset="-120"/>
              </a:rPr>
              <a:t>  −999</a:t>
            </a:r>
            <a:endParaRPr lang="en-US" sz="2200" dirty="0"/>
          </a:p>
        </p:txBody>
      </p:sp>
      <p:sp>
        <p:nvSpPr>
          <p:cNvPr id="19" name="Shape 17"/>
          <p:cNvSpPr/>
          <p:nvPr/>
        </p:nvSpPr>
        <p:spPr>
          <a:xfrm>
            <a:off x="7237984" y="658368"/>
            <a:ext cx="4493768" cy="475488"/>
          </a:xfrm>
          <a:prstGeom prst="rect">
            <a:avLst/>
          </a:prstGeom>
          <a:solidFill>
            <a:srgbClr val="EDF4FA"/>
          </a:solidFill>
          <a:ln/>
        </p:spPr>
      </p:sp>
      <p:sp>
        <p:nvSpPr>
          <p:cNvPr id="20" name="Text 18"/>
          <p:cNvSpPr txBox="1"/>
          <p:nvPr/>
        </p:nvSpPr>
        <p:spPr>
          <a:xfrm>
            <a:off x="7366000" y="658368"/>
            <a:ext cx="423773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Parts GP 47.0%   ·   3rd · CP ELR +$27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8,930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9,929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$456K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1,332 more ROs.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1,526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509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$1.39M</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 of 15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 under 85%: dispatch, parts.</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5,742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1,171 more a year.</a:t>
            </a:r>
            <a:endParaRPr lang="en-US" sz="14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$1.54M</a:t>
            </a:r>
            <a:pPr indent="0" marL="0">
              <a:buNone/>
            </a:pPr>
            <a:r>
              <a:rPr lang="en-US" sz="1400" b="1" dirty="0">
                <a:solidFill>
                  <a:srgbClr val="0B7A4A"/>
                </a:solidFill>
                <a:latin typeface="Inter" pitchFamily="34" charset="0"/>
                <a:ea typeface="Inter" pitchFamily="34" charset="-122"/>
                <a:cs typeface="Inter" pitchFamily="34" charset="-120"/>
              </a:rPr>
              <a:t>  +$404K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−$136,511</a:t>
            </a:r>
            <a:pPr indent="0" marL="0">
              <a:buNone/>
            </a:pPr>
            <a:r>
              <a:rPr lang="en-US" sz="1400" b="1" dirty="0">
                <a:solidFill>
                  <a:srgbClr val="0B7A4A"/>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46.2%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2,010</a:t>
            </a:r>
            <a:pPr indent="0" marL="0">
              <a:buNone/>
            </a:pPr>
            <a:r>
              <a:rPr lang="en-US" sz="1400" b="1" dirty="0">
                <a:solidFill>
                  <a:srgbClr val="0B7A4A"/>
                </a:solidFill>
                <a:latin typeface="Inter" pitchFamily="34" charset="0"/>
                <a:ea typeface="Inter" pitchFamily="34" charset="-122"/>
                <a:cs typeface="Inter" pitchFamily="34" charset="-120"/>
              </a:rPr>
              <a:t>  +226</a:t>
            </a:r>
            <a:endParaRPr lang="en-US" sz="2200" dirty="0"/>
          </a:p>
        </p:txBody>
      </p:sp>
      <p:sp>
        <p:nvSpPr>
          <p:cNvPr id="19" name="Shape 17"/>
          <p:cNvSpPr/>
          <p:nvPr/>
        </p:nvSpPr>
        <p:spPr>
          <a:xfrm>
            <a:off x="7143750" y="658368"/>
            <a:ext cx="4588002" cy="475488"/>
          </a:xfrm>
          <a:prstGeom prst="rect">
            <a:avLst/>
          </a:prstGeom>
          <a:solidFill>
            <a:srgbClr val="EDF4FA"/>
          </a:solidFill>
          <a:ln/>
        </p:spPr>
      </p:sp>
      <p:sp>
        <p:nvSpPr>
          <p:cNvPr id="20" name="Text 18"/>
          <p:cNvSpPr txBox="1"/>
          <p:nvPr/>
        </p:nvSpPr>
        <p:spPr>
          <a:xfrm>
            <a:off x="7271766" y="658368"/>
            <a:ext cx="433197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Video 91.2%   ·   3rd · Alignment 21.7%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$412K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67.7%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1.64</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$54K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+0.11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$11,631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 heads over peer avg.</a:t>
            </a:r>
            <a:endParaRPr lang="en-US" sz="14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$2.29M</a:t>
            </a:r>
            <a:pPr indent="0" marL="0">
              <a:buNone/>
            </a:pPr>
            <a:r>
              <a:rPr lang="en-US" sz="1400" b="1" dirty="0">
                <a:solidFill>
                  <a:srgbClr val="0B7A4A"/>
                </a:solidFill>
                <a:latin typeface="Inter" pitchFamily="34" charset="0"/>
                <a:ea typeface="Inter" pitchFamily="34" charset="-122"/>
                <a:cs typeface="Inter" pitchFamily="34" charset="-120"/>
              </a:rPr>
              <a:t>  +$88K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$107,886</a:t>
            </a:r>
            <a:pPr indent="0" marL="0">
              <a:buNone/>
            </a:pPr>
            <a:r>
              <a:rPr lang="en-US" sz="1400" b="1" dirty="0">
                <a:solidFill>
                  <a:srgbClr val="A82B26"/>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3,349</a:t>
            </a:r>
            <a:pPr indent="0" marL="0">
              <a:buNone/>
            </a:pPr>
            <a:r>
              <a:rPr lang="en-US" sz="1400" b="1" dirty="0">
                <a:solidFill>
                  <a:srgbClr val="A82B26"/>
                </a:solidFill>
                <a:latin typeface="Inter" pitchFamily="34" charset="0"/>
                <a:ea typeface="Inter" pitchFamily="34" charset="-122"/>
                <a:cs typeface="Inter" pitchFamily="34" charset="-120"/>
              </a:rPr>
              <a:t>  −435</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Hours per RO +0.40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11</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$827K</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$302K</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1.43</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+0.32 hr per RO.</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3,349</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3,784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$198K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580 more ROs.</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615 more a year.</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235 more a year.</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72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39.4%</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87" name="Shape 85"/>
          <p:cNvSpPr/>
          <p:nvPr/>
        </p:nvSpPr>
        <p:spPr>
          <a:xfrm>
            <a:off x="658368" y="5323180"/>
            <a:ext cx="10872216" cy="10973"/>
          </a:xfrm>
          <a:prstGeom prst="rect">
            <a:avLst/>
          </a:prstGeom>
          <a:solidFill>
            <a:srgbClr val="9AA3AD"/>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62.7%</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2,247 more a year.</a:t>
            </a:r>
            <a:endParaRPr lang="en-US" sz="1400" dirty="0"/>
          </a:p>
        </p:txBody>
      </p:sp>
      <p:sp>
        <p:nvSpPr>
          <p:cNvPr id="94" name="Text 92"/>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6" name="Text 94"/>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$11,541</a:t>
            </a:r>
            <a:endParaRPr lang="en-US" sz="1400" dirty="0"/>
          </a:p>
        </p:txBody>
      </p:sp>
      <p:sp>
        <p:nvSpPr>
          <p:cNvPr id="97" name="Text 95"/>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8" name="Text 96"/>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2.0 heads over peer avg.</a:t>
            </a:r>
            <a:endParaRPr lang="en-US" sz="1400" dirty="0"/>
          </a:p>
        </p:txBody>
      </p:sp>
      <p:sp>
        <p:nvSpPr>
          <p:cNvPr id="100" name="Shape 98"/>
          <p:cNvSpPr/>
          <p:nvPr/>
        </p:nvSpPr>
        <p:spPr>
          <a:xfrm>
            <a:off x="658368" y="5976366"/>
            <a:ext cx="10872216" cy="323850"/>
          </a:xfrm>
          <a:prstGeom prst="rect">
            <a:avLst/>
          </a:prstGeom>
          <a:solidFill>
            <a:srgbClr val="F7F7F7"/>
          </a:solidFill>
          <a:ln/>
        </p:spPr>
      </p:sp>
      <p:sp>
        <p:nvSpPr>
          <p:cNvPr id="101" name="Text 99"/>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2" name="Text 100"/>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3" name="Text 101"/>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53.1%</a:t>
            </a:r>
            <a:endParaRPr lang="en-US" sz="1400" dirty="0"/>
          </a:p>
        </p:txBody>
      </p:sp>
      <p:sp>
        <p:nvSpPr>
          <p:cNvPr id="104" name="Text 102"/>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05" name="Text 103"/>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6" name="Text 104"/>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390 more a year.</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$6.15M</a:t>
            </a:r>
            <a:pPr indent="0" marL="0">
              <a:buNone/>
            </a:pPr>
            <a:r>
              <a:rPr lang="en-US" sz="1400" b="1" dirty="0">
                <a:solidFill>
                  <a:srgbClr val="0B7A4A"/>
                </a:solidFill>
                <a:latin typeface="Inter" pitchFamily="34" charset="0"/>
                <a:ea typeface="Inter" pitchFamily="34" charset="-122"/>
                <a:cs typeface="Inter" pitchFamily="34" charset="-120"/>
              </a:rPr>
              <a:t>  +$125K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$1.80M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8,133</a:t>
            </a:r>
            <a:pPr indent="0" marL="0">
              <a:buNone/>
            </a:pPr>
            <a:r>
              <a:rPr lang="en-US" sz="1400" b="1" dirty="0">
                <a:solidFill>
                  <a:srgbClr val="0B7A4A"/>
                </a:solidFill>
                <a:latin typeface="Inter" pitchFamily="34" charset="0"/>
                <a:ea typeface="Inter" pitchFamily="34" charset="-122"/>
                <a:cs typeface="Inter" pitchFamily="34" charset="-120"/>
              </a:rPr>
              <a:t>  +977</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ROs +977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$2.10M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568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464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1,059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$151</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187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31.5%</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4,714 more a year.</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71.2%</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3,364 more a year.</a:t>
            </a:r>
            <a:endParaRPr lang="en-US" sz="14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$2.34M</a:t>
            </a:r>
            <a:pPr indent="0" marL="0">
              <a:buNone/>
            </a:pPr>
            <a:r>
              <a:rPr lang="en-US" sz="1400" b="1" dirty="0">
                <a:solidFill>
                  <a:srgbClr val="0B7A4A"/>
                </a:solidFill>
                <a:latin typeface="Inter" pitchFamily="34" charset="0"/>
                <a:ea typeface="Inter" pitchFamily="34" charset="-122"/>
                <a:cs typeface="Inter" pitchFamily="34" charset="-120"/>
              </a:rPr>
              <a:t>  +$216K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$502,109</a:t>
            </a:r>
            <a:pPr indent="0" marL="0">
              <a:buNone/>
            </a:pPr>
            <a:r>
              <a:rPr lang="en-US" sz="1400" b="1" dirty="0">
                <a:solidFill>
                  <a:srgbClr val="A82B26"/>
                </a:solidFill>
                <a:latin typeface="Inter" pitchFamily="34" charset="0"/>
                <a:ea typeface="Inter" pitchFamily="34" charset="-122"/>
                <a:cs typeface="Inter" pitchFamily="34" charset="-120"/>
              </a:rPr>
              <a:t>  −$147K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65.8%</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3,912</a:t>
            </a:r>
            <a:pPr indent="0" marL="0">
              <a:buNone/>
            </a:pPr>
            <a:r>
              <a:rPr lang="en-US" sz="1400" b="1" dirty="0">
                <a:solidFill>
                  <a:srgbClr val="0B7A4A"/>
                </a:solidFill>
                <a:latin typeface="Inter" pitchFamily="34" charset="0"/>
                <a:ea typeface="Inter" pitchFamily="34" charset="-122"/>
                <a:cs typeface="Inter" pitchFamily="34" charset="-120"/>
              </a:rPr>
              <a:t>  +91</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Hours per RO +0.30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+0.46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$340K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365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5,626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60.9%</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3,110 more a year.</a:t>
            </a:r>
            <a:endParaRPr lang="en-US" sz="1400" dirty="0"/>
          </a:p>
        </p:txBody>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$12,103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 heads over peer avg.</a:t>
            </a:r>
            <a:endParaRPr lang="en-US" sz="14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Lexus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$4.15M</a:t>
            </a:r>
            <a:pPr indent="0" marL="0">
              <a:buNone/>
            </a:pPr>
            <a:r>
              <a:rPr lang="en-US" sz="1400" b="1" dirty="0">
                <a:solidFill>
                  <a:srgbClr val="0B7A4A"/>
                </a:solidFill>
                <a:latin typeface="Inter" pitchFamily="34" charset="0"/>
                <a:ea typeface="Inter" pitchFamily="34" charset="-122"/>
                <a:cs typeface="Inter" pitchFamily="34" charset="-120"/>
              </a:rPr>
              <a:t>  +$764K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$1.20M</a:t>
            </a:r>
            <a:pPr indent="0" marL="0">
              <a:buNone/>
            </a:pPr>
            <a:r>
              <a:rPr lang="en-US" sz="1400" b="1" dirty="0">
                <a:solidFill>
                  <a:srgbClr val="0B7A4A"/>
                </a:solidFill>
                <a:latin typeface="Inter" pitchFamily="34" charset="0"/>
                <a:ea typeface="Inter" pitchFamily="34" charset="-122"/>
                <a:cs typeface="Inter" pitchFamily="34" charset="-120"/>
              </a:rPr>
              <a:t>  +$206K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4,567</a:t>
            </a:r>
            <a:pPr indent="0" marL="0">
              <a:buNone/>
            </a:pPr>
            <a:r>
              <a:rPr lang="en-US" sz="1400" b="1" dirty="0">
                <a:solidFill>
                  <a:srgbClr val="0B7A4A"/>
                </a:solidFill>
                <a:latin typeface="Inter" pitchFamily="34" charset="0"/>
                <a:ea typeface="Inter" pitchFamily="34" charset="-122"/>
                <a:cs typeface="Inter" pitchFamily="34" charset="-120"/>
              </a:rPr>
              <a:t>  +66</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Parts GP 49.0%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$1.18M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+0.82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221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 more a year.</a:t>
            </a:r>
            <a:endParaRPr lang="en-US" sz="14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Lincoln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$2.98M</a:t>
            </a:r>
            <a:pPr indent="0" marL="0">
              <a:buNone/>
            </a:pPr>
            <a:r>
              <a:rPr lang="en-US" sz="1400" b="1" dirty="0">
                <a:solidFill>
                  <a:srgbClr val="0B7A4A"/>
                </a:solidFill>
                <a:latin typeface="Inter" pitchFamily="34" charset="0"/>
                <a:ea typeface="Inter" pitchFamily="34" charset="-122"/>
                <a:cs typeface="Inter" pitchFamily="34" charset="-120"/>
              </a:rPr>
              <a:t>  +$717K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$94,430</a:t>
            </a:r>
            <a:pPr indent="0" marL="0">
              <a:buNone/>
            </a:pPr>
            <a:r>
              <a:rPr lang="en-US" sz="1400" b="1" dirty="0">
                <a:solidFill>
                  <a:srgbClr val="0B7A4A"/>
                </a:solidFill>
                <a:latin typeface="Inter" pitchFamily="34" charset="0"/>
                <a:ea typeface="Inter" pitchFamily="34" charset="-122"/>
                <a:cs typeface="Inter" pitchFamily="34" charset="-120"/>
              </a:rPr>
              <a:t>  +$484K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2,630</a:t>
            </a:r>
            <a:pPr indent="0" marL="0">
              <a:buNone/>
            </a:pPr>
            <a:r>
              <a:rPr lang="en-US" sz="1400" b="1" dirty="0">
                <a:solidFill>
                  <a:srgbClr val="0B7A4A"/>
                </a:solidFill>
                <a:latin typeface="Inter" pitchFamily="34" charset="0"/>
                <a:ea typeface="Inter" pitchFamily="34" charset="-122"/>
                <a:cs typeface="Inter" pitchFamily="34" charset="-120"/>
              </a:rPr>
              <a:t>  +93</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ELR +$28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$628K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11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5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+0.42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$171</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467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87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$10,963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10.7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1,108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68.5%</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1,573 more a year.</a:t>
            </a:r>
            <a:endParaRPr lang="en-US" sz="14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$3.42M</a:t>
            </a:r>
            <a:pPr indent="0" marL="0">
              <a:buNone/>
            </a:pPr>
            <a:r>
              <a:rPr lang="en-US" sz="1400" b="1" dirty="0">
                <a:solidFill>
                  <a:srgbClr val="0B7A4A"/>
                </a:solidFill>
                <a:latin typeface="Inter" pitchFamily="34" charset="0"/>
                <a:ea typeface="Inter" pitchFamily="34" charset="-122"/>
                <a:cs typeface="Inter" pitchFamily="34" charset="-120"/>
              </a:rPr>
              <a:t>  +$95K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$705,121</a:t>
            </a:r>
            <a:pPr indent="0" marL="0">
              <a:buNone/>
            </a:pPr>
            <a:r>
              <a:rPr lang="en-US" sz="1400" b="1" dirty="0">
                <a:solidFill>
                  <a:srgbClr val="0B7A4A"/>
                </a:solidFill>
                <a:latin typeface="Inter" pitchFamily="34" charset="0"/>
                <a:ea typeface="Inter" pitchFamily="34" charset="-122"/>
                <a:cs typeface="Inter" pitchFamily="34" charset="-120"/>
              </a:rPr>
              <a:t>  +$98K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74.4%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1,559</a:t>
            </a:r>
            <a:pPr indent="0" marL="0">
              <a:buNone/>
            </a:pPr>
            <a:r>
              <a:rPr lang="en-US" sz="1400" b="1" dirty="0">
                <a:solidFill>
                  <a:srgbClr val="0B7A4A"/>
                </a:solidFill>
                <a:latin typeface="Inter" pitchFamily="34" charset="0"/>
                <a:ea typeface="Inter" pitchFamily="34" charset="-122"/>
                <a:cs typeface="Inter" pitchFamily="34" charset="-120"/>
              </a:rPr>
              <a:t>  +26</a:t>
            </a:r>
            <a:endParaRPr lang="en-US" sz="2200" dirty="0"/>
          </a:p>
        </p:txBody>
      </p:sp>
      <p:sp>
        <p:nvSpPr>
          <p:cNvPr id="19" name="Shape 17"/>
          <p:cNvSpPr/>
          <p:nvPr/>
        </p:nvSpPr>
        <p:spPr>
          <a:xfrm>
            <a:off x="3374390" y="658368"/>
            <a:ext cx="8357362" cy="475488"/>
          </a:xfrm>
          <a:prstGeom prst="rect">
            <a:avLst/>
          </a:prstGeom>
          <a:solidFill>
            <a:srgbClr val="EDF4FA"/>
          </a:solidFill>
          <a:ln/>
        </p:spPr>
      </p:sp>
      <p:sp>
        <p:nvSpPr>
          <p:cNvPr id="20" name="Text 18"/>
          <p:cNvSpPr txBox="1"/>
          <p:nvPr/>
        </p:nvSpPr>
        <p:spPr>
          <a:xfrm>
            <a:off x="3502406" y="658368"/>
            <a:ext cx="810133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Hours per RO 3.99   ·   1st · CP labor $/RO $933   ·   1st · Tire balance 27.0%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2.5%</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103 more a year.</a:t>
            </a:r>
            <a:endParaRPr lang="en-US" sz="14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73.0%</a:t>
            </a:r>
            <a:endParaRPr lang="en-US" sz="14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648 more a year.</a:t>
            </a:r>
            <a:endParaRPr lang="en-US" sz="1400" dirty="0"/>
          </a:p>
        </p:txBody>
      </p:sp>
      <p:sp>
        <p:nvSpPr>
          <p:cNvPr id="49" name="Shape 47"/>
          <p:cNvSpPr/>
          <p:nvPr/>
        </p:nvSpPr>
        <p:spPr>
          <a:xfrm>
            <a:off x="658368" y="3401568"/>
            <a:ext cx="10872216" cy="329184"/>
          </a:xfrm>
          <a:prstGeom prst="rect">
            <a:avLst/>
          </a:prstGeom>
          <a:solidFill>
            <a:srgbClr val="F7F7F7"/>
          </a:solidFill>
          <a:ln/>
        </p:spPr>
      </p:sp>
      <p:sp>
        <p:nvSpPr>
          <p:cNvPr id="50" name="Text 48"/>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1" name="Text 49"/>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2" name="Text 50"/>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50.0%</a:t>
            </a:r>
            <a:endParaRPr lang="en-US" sz="1400" dirty="0"/>
          </a:p>
        </p:txBody>
      </p:sp>
      <p:sp>
        <p:nvSpPr>
          <p:cNvPr id="53" name="Text 51"/>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54" name="Text 52"/>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5" name="Text 53"/>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299 more a year.</a:t>
            </a:r>
            <a:endParaRPr lang="en-US" sz="14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$6.61M</a:t>
            </a:r>
            <a:pPr indent="0" marL="0">
              <a:buNone/>
            </a:pPr>
            <a:r>
              <a:rPr lang="en-US" sz="1400" b="1" dirty="0">
                <a:solidFill>
                  <a:srgbClr val="0B7A4A"/>
                </a:solidFill>
                <a:latin typeface="Inter" pitchFamily="34" charset="0"/>
                <a:ea typeface="Inter" pitchFamily="34" charset="-122"/>
                <a:cs typeface="Inter" pitchFamily="34" charset="-120"/>
              </a:rPr>
              <a:t>  +$135K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$2.04M</a:t>
            </a:r>
            <a:pPr indent="0" marL="0">
              <a:buNone/>
            </a:pPr>
            <a:r>
              <a:rPr lang="en-US" sz="1400" b="1" dirty="0">
                <a:solidFill>
                  <a:srgbClr val="0B7A4A"/>
                </a:solidFill>
                <a:latin typeface="Inter" pitchFamily="34" charset="0"/>
                <a:ea typeface="Inter" pitchFamily="34" charset="-122"/>
                <a:cs typeface="Inter" pitchFamily="34" charset="-120"/>
              </a:rPr>
              <a:t>  +$152K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93.7%</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3,496</a:t>
            </a:r>
            <a:pPr indent="0" marL="0">
              <a:buNone/>
            </a:pPr>
            <a:r>
              <a:rPr lang="en-US" sz="1400" b="1" dirty="0">
                <a:solidFill>
                  <a:srgbClr val="0B7A4A"/>
                </a:solidFill>
                <a:latin typeface="Inter" pitchFamily="34" charset="0"/>
                <a:ea typeface="Inter" pitchFamily="34" charset="-122"/>
                <a:cs typeface="Inter" pitchFamily="34" charset="-120"/>
              </a:rPr>
              <a:t>  +88</a:t>
            </a:r>
            <a:endParaRPr lang="en-US" sz="2200" dirty="0"/>
          </a:p>
        </p:txBody>
      </p:sp>
      <p:sp>
        <p:nvSpPr>
          <p:cNvPr id="19" name="Shape 17"/>
          <p:cNvSpPr/>
          <p:nvPr/>
        </p:nvSpPr>
        <p:spPr>
          <a:xfrm>
            <a:off x="3468624" y="658368"/>
            <a:ext cx="8263128" cy="475488"/>
          </a:xfrm>
          <a:prstGeom prst="rect">
            <a:avLst/>
          </a:prstGeom>
          <a:solidFill>
            <a:srgbClr val="EDF4FA"/>
          </a:solidFill>
          <a:ln/>
        </p:spPr>
      </p:sp>
      <p:sp>
        <p:nvSpPr>
          <p:cNvPr id="20" name="Text 18"/>
          <p:cNvSpPr txBox="1"/>
          <p:nvPr/>
        </p:nvSpPr>
        <p:spPr>
          <a:xfrm>
            <a:off x="3596640" y="658368"/>
            <a:ext cx="800709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Brake fluid 20.6%   ·   2nd · Hours per RO 3.99   ·   2nd · CP labor $/RO $931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 of 16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$758K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Lift the 8 under 85%: dispatch, parts.</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$2.52M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$2.59M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$81K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5.5%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92 more a year.</a:t>
            </a:r>
            <a:endParaRPr lang="en-US" sz="15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71.1%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1,567 more a year.</a:t>
            </a:r>
            <a:endParaRPr lang="en-US" sz="15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$2.21M</a:t>
            </a:r>
            <a:pPr indent="0" marL="0">
              <a:buNone/>
            </a:pPr>
            <a:r>
              <a:rPr lang="en-US" sz="1400" b="1" dirty="0">
                <a:solidFill>
                  <a:srgbClr val="0B7A4A"/>
                </a:solidFill>
                <a:latin typeface="Inter" pitchFamily="34" charset="0"/>
                <a:ea typeface="Inter" pitchFamily="34" charset="-122"/>
                <a:cs typeface="Inter" pitchFamily="34" charset="-120"/>
              </a:rPr>
              <a:t>  +$157K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$427,953</a:t>
            </a:r>
            <a:pPr indent="0" marL="0">
              <a:buNone/>
            </a:pPr>
            <a:r>
              <a:rPr lang="en-US" sz="1400" b="1" dirty="0">
                <a:solidFill>
                  <a:srgbClr val="0B7A4A"/>
                </a:solidFill>
                <a:latin typeface="Inter" pitchFamily="34" charset="0"/>
                <a:ea typeface="Inter" pitchFamily="34" charset="-122"/>
                <a:cs typeface="Inter" pitchFamily="34" charset="-120"/>
              </a:rPr>
              <a:t>  +$292K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77.3%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1,421</a:t>
            </a:r>
            <a:pPr indent="0" marL="0">
              <a:buNone/>
            </a:pPr>
            <a:r>
              <a:rPr lang="en-US" sz="1400" b="1" dirty="0">
                <a:solidFill>
                  <a:srgbClr val="0B7A4A"/>
                </a:solidFill>
                <a:latin typeface="Inter" pitchFamily="34" charset="0"/>
                <a:ea typeface="Inter" pitchFamily="34" charset="-122"/>
                <a:cs typeface="Inter" pitchFamily="34" charset="-120"/>
              </a:rPr>
              <a:t>  +118</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3rd · CP ELR $235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 of 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$247K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Brake fluid</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7.2%</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$20K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52 more a year.</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4.5%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$18K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55 more a year.</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Alignment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12.8%</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40 more a year.</a:t>
            </a:r>
            <a:endParaRPr lang="en-US" sz="15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Fixed gross/head</a:t>
            </a:r>
            <a:endParaRPr lang="en-US" sz="15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$15,226</a:t>
            </a:r>
            <a:endParaRPr lang="en-US" sz="15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$16,998</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Staff to gross: 1.7 heads over peer avg.</a:t>
            </a:r>
            <a:endParaRPr lang="en-US" sz="15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Mazda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$3.31M</a:t>
            </a:r>
            <a:pPr indent="0" marL="0">
              <a:buNone/>
            </a:pPr>
            <a:r>
              <a:rPr lang="en-US" sz="1400" b="1" dirty="0">
                <a:solidFill>
                  <a:srgbClr val="0B7A4A"/>
                </a:solidFill>
                <a:latin typeface="Inter" pitchFamily="34" charset="0"/>
                <a:ea typeface="Inter" pitchFamily="34" charset="-122"/>
                <a:cs typeface="Inter" pitchFamily="34" charset="-120"/>
              </a:rPr>
              <a:t>  +$120K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$985,141</a:t>
            </a:r>
            <a:pPr indent="0" marL="0">
              <a:buNone/>
            </a:pPr>
            <a:r>
              <a:rPr lang="en-US" sz="1400" b="1" dirty="0">
                <a:solidFill>
                  <a:srgbClr val="A82B26"/>
                </a:solidFill>
                <a:latin typeface="Inter" pitchFamily="34" charset="0"/>
                <a:ea typeface="Inter" pitchFamily="34" charset="-122"/>
                <a:cs typeface="Inter" pitchFamily="34" charset="-120"/>
              </a:rPr>
              <a:t>  −$87K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78.4%</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5,701</a:t>
            </a:r>
            <a:pPr indent="0" marL="0">
              <a:buNone/>
            </a:pPr>
            <a:r>
              <a:rPr lang="en-US" sz="1400" b="1" dirty="0">
                <a:solidFill>
                  <a:srgbClr val="0B7A4A"/>
                </a:solidFill>
                <a:latin typeface="Inter" pitchFamily="34" charset="0"/>
                <a:ea typeface="Inter" pitchFamily="34" charset="-122"/>
                <a:cs typeface="Inter" pitchFamily="34" charset="-120"/>
              </a:rPr>
              <a:t>  +180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Video 89.0%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$403K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+0.29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138 more a year.</a:t>
            </a:r>
            <a:endParaRPr lang="en-US" sz="14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Nissan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$4.78M</a:t>
            </a:r>
            <a:pPr indent="0" marL="0">
              <a:buNone/>
            </a:pPr>
            <a:r>
              <a:rPr lang="en-US" sz="1400" b="1" dirty="0">
                <a:solidFill>
                  <a:srgbClr val="0B7A4A"/>
                </a:solidFill>
                <a:latin typeface="Inter" pitchFamily="34" charset="0"/>
                <a:ea typeface="Inter" pitchFamily="34" charset="-122"/>
                <a:cs typeface="Inter" pitchFamily="34" charset="-120"/>
              </a:rPr>
              <a:t>  +$445K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$677,269</a:t>
            </a:r>
            <a:pPr indent="0" marL="0">
              <a:buNone/>
            </a:pPr>
            <a:r>
              <a:rPr lang="en-US" sz="1400" b="1" dirty="0">
                <a:solidFill>
                  <a:srgbClr val="0B7A4A"/>
                </a:solidFill>
                <a:latin typeface="Inter" pitchFamily="34" charset="0"/>
                <a:ea typeface="Inter" pitchFamily="34" charset="-122"/>
                <a:cs typeface="Inter" pitchFamily="34" charset="-120"/>
              </a:rPr>
              <a:t>  +$134K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6,973</a:t>
            </a:r>
            <a:pPr indent="0" marL="0">
              <a:buNone/>
            </a:pPr>
            <a:r>
              <a:rPr lang="en-US" sz="1400" b="1" dirty="0">
                <a:solidFill>
                  <a:srgbClr val="A82B26"/>
                </a:solidFill>
                <a:latin typeface="Inter" pitchFamily="34" charset="0"/>
                <a:ea typeface="Inter" pitchFamily="34" charset="-122"/>
                <a:cs typeface="Inter" pitchFamily="34" charset="-120"/>
              </a:rPr>
              <a:t>  −430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CP ELR +$22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8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6,973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7,403</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573 more ROs.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1,296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$64K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308 more a year.</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1,995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$11,957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2.6 heads over peer avg.</a:t>
            </a:r>
            <a:endParaRPr lang="en-US" sz="14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$10.08M</a:t>
            </a:r>
            <a:pPr indent="0" marL="0">
              <a:buNone/>
            </a:pPr>
            <a:r>
              <a:rPr lang="en-US" sz="1400" b="1" dirty="0">
                <a:solidFill>
                  <a:srgbClr val="A82B26"/>
                </a:solidFill>
                <a:latin typeface="Inter" pitchFamily="34" charset="0"/>
                <a:ea typeface="Inter" pitchFamily="34" charset="-122"/>
                <a:cs typeface="Inter" pitchFamily="34" charset="-120"/>
              </a:rPr>
              <a:t>  −$499K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$2.94M</a:t>
            </a:r>
            <a:pPr indent="0" marL="0">
              <a:buNone/>
            </a:pPr>
            <a:r>
              <a:rPr lang="en-US" sz="1400" b="1" dirty="0">
                <a:solidFill>
                  <a:srgbClr val="0B7A4A"/>
                </a:solidFill>
                <a:latin typeface="Inter" pitchFamily="34" charset="0"/>
                <a:ea typeface="Inter" pitchFamily="34" charset="-122"/>
                <a:cs typeface="Inter" pitchFamily="34" charset="-120"/>
              </a:rPr>
              <a:t>  +$6K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86.0%</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14,250</a:t>
            </a:r>
            <a:pPr indent="0" marL="0">
              <a:buNone/>
            </a:pPr>
            <a:r>
              <a:rPr lang="en-US" sz="1400" b="1" dirty="0">
                <a:solidFill>
                  <a:srgbClr val="A82B26"/>
                </a:solidFill>
                <a:latin typeface="Inter" pitchFamily="34" charset="0"/>
                <a:ea typeface="Inter" pitchFamily="34" charset="-122"/>
                <a:cs typeface="Inter" pitchFamily="34" charset="-120"/>
              </a:rPr>
              <a:t>  −574</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Video 92.0%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11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$3.83M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$383K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$6.26M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$6.47M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14,250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14,824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765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78 more a year.</a:t>
            </a:r>
            <a:endParaRPr lang="en-US" sz="14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$2.70M</a:t>
            </a:r>
            <a:pPr indent="0" marL="0">
              <a:buNone/>
            </a:pPr>
            <a:r>
              <a:rPr lang="en-US" sz="1400" b="1" dirty="0">
                <a:solidFill>
                  <a:srgbClr val="0B7A4A"/>
                </a:solidFill>
                <a:latin typeface="Inter" pitchFamily="34" charset="0"/>
                <a:ea typeface="Inter" pitchFamily="34" charset="-122"/>
                <a:cs typeface="Inter" pitchFamily="34" charset="-120"/>
              </a:rPr>
              <a:t>  +$368K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$128,541</a:t>
            </a:r>
            <a:pPr indent="0" marL="0">
              <a:buNone/>
            </a:pPr>
            <a:r>
              <a:rPr lang="en-US" sz="1400" b="1" dirty="0">
                <a:solidFill>
                  <a:srgbClr val="0B7A4A"/>
                </a:solidFill>
                <a:latin typeface="Inter" pitchFamily="34" charset="0"/>
                <a:ea typeface="Inter" pitchFamily="34" charset="-122"/>
                <a:cs typeface="Inter" pitchFamily="34" charset="-120"/>
              </a:rPr>
              <a:t>  +$183K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5,105</a:t>
            </a:r>
            <a:pPr indent="0" marL="0">
              <a:buNone/>
            </a:pPr>
            <a:r>
              <a:rPr lang="en-US" sz="1400" b="1" dirty="0">
                <a:solidFill>
                  <a:srgbClr val="0B7A4A"/>
                </a:solidFill>
                <a:latin typeface="Inter" pitchFamily="34" charset="0"/>
                <a:ea typeface="Inter" pitchFamily="34" charset="-122"/>
                <a:cs typeface="Inter" pitchFamily="34" charset="-120"/>
              </a:rPr>
              <a:t>  +367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Fuel service 9.7%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+0.15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34.8%</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165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54.2%</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395 more a year.</a:t>
            </a:r>
            <a:endParaRPr lang="en-US" sz="14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$3.52M</a:t>
            </a:r>
            <a:pPr indent="0" marL="0">
              <a:buNone/>
            </a:pPr>
            <a:r>
              <a:rPr lang="en-US" sz="1400" b="1" dirty="0">
                <a:solidFill>
                  <a:srgbClr val="0B7A4A"/>
                </a:solidFill>
                <a:latin typeface="Inter" pitchFamily="34" charset="0"/>
                <a:ea typeface="Inter" pitchFamily="34" charset="-122"/>
                <a:cs typeface="Inter" pitchFamily="34" charset="-120"/>
              </a:rPr>
              <a:t>  +$472K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+$113K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84.5%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5,553</a:t>
            </a:r>
            <a:pPr indent="0" marL="0">
              <a:buNone/>
            </a:pPr>
            <a:r>
              <a:rPr lang="en-US" sz="1400" b="1" dirty="0">
                <a:solidFill>
                  <a:srgbClr val="0B7A4A"/>
                </a:solidFill>
                <a:latin typeface="Inter" pitchFamily="34" charset="0"/>
                <a:ea typeface="Inter" pitchFamily="34" charset="-122"/>
                <a:cs typeface="Inter" pitchFamily="34" charset="-120"/>
              </a:rPr>
              <a:t>  +511</a:t>
            </a:r>
            <a:endParaRPr lang="en-US" sz="2200" dirty="0"/>
          </a:p>
        </p:txBody>
      </p:sp>
      <p:sp>
        <p:nvSpPr>
          <p:cNvPr id="19" name="Shape 17"/>
          <p:cNvSpPr/>
          <p:nvPr/>
        </p:nvSpPr>
        <p:spPr>
          <a:xfrm>
            <a:off x="6201410" y="658368"/>
            <a:ext cx="5530342" cy="475488"/>
          </a:xfrm>
          <a:prstGeom prst="rect">
            <a:avLst/>
          </a:prstGeom>
          <a:solidFill>
            <a:srgbClr val="EDF4FA"/>
          </a:solidFill>
          <a:ln/>
        </p:spPr>
      </p:sp>
      <p:sp>
        <p:nvSpPr>
          <p:cNvPr id="20" name="Text 18"/>
          <p:cNvSpPr txBox="1"/>
          <p:nvPr/>
        </p:nvSpPr>
        <p:spPr>
          <a:xfrm>
            <a:off x="6329426" y="658368"/>
            <a:ext cx="527431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Fuel service 13.8%   ·   1st · Hours per RO +0.55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$265K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837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291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89.0%</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106 more a year.</a:t>
            </a:r>
            <a:endParaRPr lang="en-US" sz="14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$4.47M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$901,549</a:t>
            </a:r>
            <a:pPr indent="0" marL="0">
              <a:buNone/>
            </a:pPr>
            <a:r>
              <a:rPr lang="en-US" sz="1400" b="1" dirty="0">
                <a:solidFill>
                  <a:srgbClr val="0B7A4A"/>
                </a:solidFill>
                <a:latin typeface="Inter" pitchFamily="34" charset="0"/>
                <a:ea typeface="Inter" pitchFamily="34" charset="-122"/>
                <a:cs typeface="Inter" pitchFamily="34" charset="-120"/>
              </a:rPr>
              <a:t>  +$131K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70.0%</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15,141</a:t>
            </a:r>
            <a:pPr indent="0" marL="0">
              <a:buNone/>
            </a:pPr>
            <a:r>
              <a:rPr lang="en-US" sz="1400" b="1" dirty="0">
                <a:solidFill>
                  <a:srgbClr val="0B7A4A"/>
                </a:solidFill>
                <a:latin typeface="Inter" pitchFamily="34" charset="0"/>
                <a:ea typeface="Inter" pitchFamily="34" charset="-122"/>
                <a:cs typeface="Inter" pitchFamily="34" charset="-120"/>
              </a:rPr>
              <a:t>  +798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CP ROs +798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1.41</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+0.34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$1.01M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2,031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1,173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1,066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$48K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389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$10,794</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6.9 heads over peer avg.</a:t>
            </a:r>
            <a:endParaRPr lang="en-US" sz="14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$22.59M</a:t>
            </a:r>
            <a:pPr indent="0" marL="0">
              <a:buNone/>
            </a:pPr>
            <a:r>
              <a:rPr lang="en-US" sz="1400" b="1" dirty="0">
                <a:solidFill>
                  <a:srgbClr val="0B7A4A"/>
                </a:solidFill>
                <a:latin typeface="Inter" pitchFamily="34" charset="0"/>
                <a:ea typeface="Inter" pitchFamily="34" charset="-122"/>
                <a:cs typeface="Inter" pitchFamily="34" charset="-120"/>
              </a:rPr>
              <a:t>  +$1.77M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$7.83M</a:t>
            </a:r>
            <a:pPr indent="0" marL="0">
              <a:buNone/>
            </a:pPr>
            <a:r>
              <a:rPr lang="en-US" sz="1400" b="1" dirty="0">
                <a:solidFill>
                  <a:srgbClr val="0B7A4A"/>
                </a:solidFill>
                <a:latin typeface="Inter" pitchFamily="34" charset="0"/>
                <a:ea typeface="Inter" pitchFamily="34" charset="-122"/>
                <a:cs typeface="Inter" pitchFamily="34" charset="-120"/>
              </a:rPr>
              <a:t>  +$1.42M</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53,084</a:t>
            </a:r>
            <a:pPr indent="0" marL="0">
              <a:buNone/>
            </a:pPr>
            <a:r>
              <a:rPr lang="en-US" sz="1400" b="1" dirty="0">
                <a:solidFill>
                  <a:srgbClr val="0B7A4A"/>
                </a:solidFill>
                <a:latin typeface="Inter" pitchFamily="34" charset="0"/>
                <a:ea typeface="Inter" pitchFamily="34" charset="-122"/>
                <a:cs typeface="Inter" pitchFamily="34" charset="-120"/>
              </a:rPr>
              <a:t>  +65</a:t>
            </a:r>
            <a:endParaRPr lang="en-US" sz="2200" dirty="0"/>
          </a:p>
        </p:txBody>
      </p:sp>
      <p:sp>
        <p:nvSpPr>
          <p:cNvPr id="19" name="Shape 17"/>
          <p:cNvSpPr/>
          <p:nvPr/>
        </p:nvSpPr>
        <p:spPr>
          <a:xfrm>
            <a:off x="6107176" y="658368"/>
            <a:ext cx="5624576" cy="475488"/>
          </a:xfrm>
          <a:prstGeom prst="rect">
            <a:avLst/>
          </a:prstGeom>
          <a:solidFill>
            <a:srgbClr val="EDF4FA"/>
          </a:solidFill>
          <a:ln/>
        </p:spPr>
      </p:sp>
      <p:sp>
        <p:nvSpPr>
          <p:cNvPr id="20" name="Text 18"/>
          <p:cNvSpPr txBox="1"/>
          <p:nvPr/>
        </p:nvSpPr>
        <p:spPr>
          <a:xfrm>
            <a:off x="6235192" y="658368"/>
            <a:ext cx="536854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Fixed gross +$1.77M   ·   1st · Net profit +$1.42M</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+0.27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$2.07M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 of 59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$842K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20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2,671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1,056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21,344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76.1%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11,350 more a year.</a:t>
            </a:r>
            <a:endParaRPr lang="en-US" sz="14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$5.08M</a:t>
            </a:r>
            <a:pPr indent="0" marL="0">
              <a:buNone/>
            </a:pPr>
            <a:r>
              <a:rPr lang="en-US" sz="1400" b="1" dirty="0">
                <a:solidFill>
                  <a:srgbClr val="0B7A4A"/>
                </a:solidFill>
                <a:latin typeface="Inter" pitchFamily="34" charset="0"/>
                <a:ea typeface="Inter" pitchFamily="34" charset="-122"/>
                <a:cs typeface="Inter" pitchFamily="34" charset="-120"/>
              </a:rPr>
              <a:t>  +$586K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+$285K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13,490</a:t>
            </a:r>
            <a:pPr indent="0" marL="0">
              <a:buNone/>
            </a:pPr>
            <a:r>
              <a:rPr lang="en-US" sz="1400" b="1" dirty="0">
                <a:solidFill>
                  <a:srgbClr val="A82B26"/>
                </a:solidFill>
                <a:latin typeface="Inter" pitchFamily="34" charset="0"/>
                <a:ea typeface="Inter" pitchFamily="34" charset="-122"/>
                <a:cs typeface="Inter" pitchFamily="34" charset="-120"/>
              </a:rPr>
              <a:t>  −80</a:t>
            </a:r>
            <a:endParaRPr lang="en-US" sz="2200" dirty="0"/>
          </a:p>
        </p:txBody>
      </p:sp>
      <p:sp>
        <p:nvSpPr>
          <p:cNvPr id="19" name="Shape 17"/>
          <p:cNvSpPr/>
          <p:nvPr/>
        </p:nvSpPr>
        <p:spPr>
          <a:xfrm>
            <a:off x="6295644" y="658368"/>
            <a:ext cx="5436108" cy="475488"/>
          </a:xfrm>
          <a:prstGeom prst="rect">
            <a:avLst/>
          </a:prstGeom>
          <a:solidFill>
            <a:srgbClr val="EDF4FA"/>
          </a:solidFill>
          <a:ln/>
        </p:spPr>
      </p:sp>
      <p:sp>
        <p:nvSpPr>
          <p:cNvPr id="20" name="Text 18"/>
          <p:cNvSpPr txBox="1"/>
          <p:nvPr/>
        </p:nvSpPr>
        <p:spPr>
          <a:xfrm>
            <a:off x="6423660" y="658368"/>
            <a:ext cx="518007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Fixed gross +$586K   ·   9th · Net profit +$285K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1.38</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+0.36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$617K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1,590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478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$44K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13,490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13,570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107 more ROs.</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287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186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$11,044</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81.5%</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1,744 more a year.</a:t>
            </a:r>
            <a:endParaRPr lang="en-US" sz="14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$5.93M</a:t>
            </a:r>
            <a:pPr indent="0" marL="0">
              <a:buNone/>
            </a:pPr>
            <a:r>
              <a:rPr lang="en-US" sz="1400" b="1" dirty="0">
                <a:solidFill>
                  <a:srgbClr val="0B7A4A"/>
                </a:solidFill>
                <a:latin typeface="Inter" pitchFamily="34" charset="0"/>
                <a:ea typeface="Inter" pitchFamily="34" charset="-122"/>
                <a:cs typeface="Inter" pitchFamily="34" charset="-120"/>
              </a:rPr>
              <a:t>  +$545K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$699,325</a:t>
            </a:r>
            <a:pPr indent="0" marL="0">
              <a:buNone/>
            </a:pPr>
            <a:r>
              <a:rPr lang="en-US" sz="1400" b="1" dirty="0">
                <a:solidFill>
                  <a:srgbClr val="A82B26"/>
                </a:solidFill>
                <a:latin typeface="Inter" pitchFamily="34" charset="0"/>
                <a:ea typeface="Inter" pitchFamily="34" charset="-122"/>
                <a:cs typeface="Inter" pitchFamily="34" charset="-120"/>
              </a:rPr>
              <a:t>  −$268K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73.3%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17,376</a:t>
            </a:r>
            <a:pPr indent="0" marL="0">
              <a:buNone/>
            </a:pPr>
            <a:r>
              <a:rPr lang="en-US" sz="1400" b="1" dirty="0">
                <a:solidFill>
                  <a:srgbClr val="0B7A4A"/>
                </a:solidFill>
                <a:latin typeface="Inter" pitchFamily="34" charset="0"/>
                <a:ea typeface="Inter" pitchFamily="34" charset="-122"/>
                <a:cs typeface="Inter" pitchFamily="34" charset="-120"/>
              </a:rPr>
              <a:t>  +1,008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ROs +1,008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$187</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1.48</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$1.12M</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+0.26 hr per RO.</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$225K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2,490 more a year.</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3,361 more a year.</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$157K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28</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683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$2.25M</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87" name="Shape 85"/>
          <p:cNvSpPr/>
          <p:nvPr/>
        </p:nvSpPr>
        <p:spPr>
          <a:xfrm>
            <a:off x="658368" y="5328666"/>
            <a:ext cx="10872216" cy="323850"/>
          </a:xfrm>
          <a:prstGeom prst="rect">
            <a:avLst/>
          </a:prstGeom>
          <a:solidFill>
            <a:srgbClr val="F7F7F7"/>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387 more a year.</a:t>
            </a:r>
            <a:endParaRPr lang="en-US" sz="1400" dirty="0"/>
          </a:p>
        </p:txBody>
      </p:sp>
      <p:sp>
        <p:nvSpPr>
          <p:cNvPr id="94" name="Shape 92"/>
          <p:cNvSpPr/>
          <p:nvPr/>
        </p:nvSpPr>
        <p:spPr>
          <a:xfrm>
            <a:off x="658368" y="5647030"/>
            <a:ext cx="10872216" cy="10973"/>
          </a:xfrm>
          <a:prstGeom prst="rect">
            <a:avLst/>
          </a:prstGeom>
          <a:solidFill>
            <a:srgbClr val="9AA3AD"/>
          </a:solidFill>
          <a:ln/>
        </p:spPr>
      </p:sp>
      <p:sp>
        <p:nvSpPr>
          <p:cNvPr id="95" name="Text 93"/>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$11,128</a:t>
            </a:r>
            <a:endParaRPr lang="en-US" sz="1400" dirty="0"/>
          </a:p>
        </p:txBody>
      </p:sp>
      <p:sp>
        <p:nvSpPr>
          <p:cNvPr id="98" name="Text 96"/>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7.4 heads over peer avg.</a:t>
            </a:r>
            <a:endParaRPr lang="en-US" sz="1400" dirty="0"/>
          </a:p>
        </p:txBody>
      </p:sp>
      <p:sp>
        <p:nvSpPr>
          <p:cNvPr id="101" name="Shape 99"/>
          <p:cNvSpPr/>
          <p:nvPr/>
        </p:nvSpPr>
        <p:spPr>
          <a:xfrm>
            <a:off x="658368" y="5976366"/>
            <a:ext cx="10872216" cy="323850"/>
          </a:xfrm>
          <a:prstGeom prst="rect">
            <a:avLst/>
          </a:prstGeom>
          <a:solidFill>
            <a:srgbClr val="F7F7F7"/>
          </a:solidFill>
          <a:ln/>
        </p:spPr>
      </p:sp>
      <p:sp>
        <p:nvSpPr>
          <p:cNvPr id="102" name="Text 100"/>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81.3%</a:t>
            </a:r>
            <a:endParaRPr lang="en-US" sz="1400" dirty="0"/>
          </a:p>
        </p:txBody>
      </p:sp>
      <p:sp>
        <p:nvSpPr>
          <p:cNvPr id="105" name="Text 103"/>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2,232 more a year.</a:t>
            </a:r>
            <a:endParaRPr lang="en-US" sz="14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Volvo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$3.91M</a:t>
            </a:r>
            <a:pPr indent="0" marL="0">
              <a:buNone/>
            </a:pPr>
            <a:r>
              <a:rPr lang="en-US" sz="1400" b="1" dirty="0">
                <a:solidFill>
                  <a:srgbClr val="0B7A4A"/>
                </a:solidFill>
                <a:latin typeface="Inter" pitchFamily="34" charset="0"/>
                <a:ea typeface="Inter" pitchFamily="34" charset="-122"/>
                <a:cs typeface="Inter" pitchFamily="34" charset="-120"/>
              </a:rPr>
              <a:t>  +$63K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$1.33M</a:t>
            </a:r>
            <a:pPr indent="0" marL="0">
              <a:buNone/>
            </a:pPr>
            <a:r>
              <a:rPr lang="en-US" sz="1400" b="1" dirty="0">
                <a:solidFill>
                  <a:srgbClr val="0B7A4A"/>
                </a:solidFill>
                <a:latin typeface="Inter" pitchFamily="34" charset="0"/>
                <a:ea typeface="Inter" pitchFamily="34" charset="-122"/>
                <a:cs typeface="Inter" pitchFamily="34" charset="-120"/>
              </a:rPr>
              <a:t>  +$155K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3,402</a:t>
            </a:r>
            <a:pPr indent="0" marL="0">
              <a:buNone/>
            </a:pPr>
            <a:r>
              <a:rPr lang="en-US" sz="1400" b="1" dirty="0">
                <a:solidFill>
                  <a:srgbClr val="0B7A4A"/>
                </a:solidFill>
                <a:latin typeface="Inter" pitchFamily="34" charset="0"/>
                <a:ea typeface="Inter" pitchFamily="34" charset="-122"/>
                <a:cs typeface="Inter" pitchFamily="34" charset="-120"/>
              </a:rPr>
              <a:t>  +46</a:t>
            </a:r>
            <a:endParaRPr lang="en-US" sz="2200" dirty="0"/>
          </a:p>
        </p:txBody>
      </p:sp>
      <p:sp>
        <p:nvSpPr>
          <p:cNvPr id="19" name="Shape 17"/>
          <p:cNvSpPr/>
          <p:nvPr/>
        </p:nvSpPr>
        <p:spPr>
          <a:xfrm>
            <a:off x="4787900" y="658368"/>
            <a:ext cx="6943852" cy="475488"/>
          </a:xfrm>
          <a:prstGeom prst="rect">
            <a:avLst/>
          </a:prstGeom>
          <a:solidFill>
            <a:srgbClr val="EDF4FA"/>
          </a:solidFill>
          <a:ln/>
        </p:spPr>
      </p:sp>
      <p:sp>
        <p:nvSpPr>
          <p:cNvPr id="20" name="Text 18"/>
          <p:cNvSpPr txBox="1"/>
          <p:nvPr/>
        </p:nvSpPr>
        <p:spPr>
          <a:xfrm>
            <a:off x="4915916" y="658368"/>
            <a:ext cx="668782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ELR +$41   ·   2nd · Gross/head $18,549   ·   3rd · MPI 98.2%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+0.62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$506</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52.5%</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366 more a year.</a:t>
            </a:r>
            <a:endParaRPr lang="en-US" sz="14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$4.79M</a:t>
            </a:r>
            <a:pPr indent="0" marL="0">
              <a:buNone/>
            </a:pPr>
            <a:r>
              <a:rPr lang="en-US" sz="1400" b="1" dirty="0">
                <a:solidFill>
                  <a:srgbClr val="A82B26"/>
                </a:solidFill>
                <a:latin typeface="Inter" pitchFamily="34" charset="0"/>
                <a:ea typeface="Inter" pitchFamily="34" charset="-122"/>
                <a:cs typeface="Inter" pitchFamily="34" charset="-120"/>
              </a:rPr>
              <a:t>  −$761K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$1.09M</a:t>
            </a:r>
            <a:pPr indent="0" marL="0">
              <a:buNone/>
            </a:pPr>
            <a:r>
              <a:rPr lang="en-US" sz="1400" b="1" dirty="0">
                <a:solidFill>
                  <a:srgbClr val="A82B26"/>
                </a:solidFill>
                <a:latin typeface="Inter" pitchFamily="34" charset="0"/>
                <a:ea typeface="Inter" pitchFamily="34" charset="-122"/>
                <a:cs typeface="Inter" pitchFamily="34" charset="-120"/>
              </a:rPr>
              <a:t>  −$457K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83.8%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5,145</a:t>
            </a:r>
            <a:pPr indent="0" marL="0">
              <a:buNone/>
            </a:pPr>
            <a:r>
              <a:rPr lang="en-US" sz="1400" b="1" dirty="0">
                <a:solidFill>
                  <a:srgbClr val="A82B26"/>
                </a:solidFill>
                <a:latin typeface="Inter" pitchFamily="34" charset="0"/>
                <a:ea typeface="Inter" pitchFamily="34" charset="-122"/>
                <a:cs typeface="Inter" pitchFamily="34" charset="-120"/>
              </a:rPr>
              <a:t>  −4</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1st · Video 96.0%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$3.50M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$730K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96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$12,006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2.5 heads over peer avg.</a:t>
            </a:r>
            <a:endParaRPr lang="en-US" sz="14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$968,018</a:t>
            </a:r>
            <a:pPr indent="0" marL="0">
              <a:buNone/>
            </a:pPr>
            <a:r>
              <a:rPr lang="en-US" sz="1400" b="1" dirty="0">
                <a:solidFill>
                  <a:srgbClr val="A82B26"/>
                </a:solidFill>
                <a:latin typeface="Inter" pitchFamily="34" charset="0"/>
                <a:ea typeface="Inter" pitchFamily="34" charset="-122"/>
                <a:cs typeface="Inter" pitchFamily="34" charset="-120"/>
              </a:rPr>
              <a:t>  −$163K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−$58,644</a:t>
            </a:r>
            <a:pPr indent="0" marL="0">
              <a:buNone/>
            </a:pPr>
            <a:r>
              <a:rPr lang="en-US" sz="1400" b="1" dirty="0">
                <a:solidFill>
                  <a:srgbClr val="A82B26"/>
                </a:solidFill>
                <a:latin typeface="Inter" pitchFamily="34" charset="0"/>
                <a:ea typeface="Inter" pitchFamily="34" charset="-122"/>
                <a:cs typeface="Inter" pitchFamily="34" charset="-120"/>
              </a:rPr>
              <a:t>  −$212K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54.1%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1,919</a:t>
            </a:r>
            <a:pPr indent="0" marL="0">
              <a:buNone/>
            </a:pPr>
            <a:r>
              <a:rPr lang="en-US" sz="1400" b="1" dirty="0">
                <a:solidFill>
                  <a:srgbClr val="A82B26"/>
                </a:solidFill>
                <a:latin typeface="Inter" pitchFamily="34" charset="0"/>
                <a:ea typeface="Inter" pitchFamily="34" charset="-122"/>
                <a:cs typeface="Inter" pitchFamily="34" charset="-120"/>
              </a:rPr>
              <a:t>  −332</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5</a:t>
            </a:r>
            <a:endParaRPr lang="en-US" sz="1400" dirty="0"/>
          </a:p>
        </p:txBody>
      </p:sp>
      <p:sp>
        <p:nvSpPr>
          <p:cNvPr id="30" name="Text 28"/>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$248K</a:t>
            </a:r>
            <a:endParaRPr lang="en-US" sz="1400" dirty="0"/>
          </a:p>
        </p:txBody>
      </p:sp>
      <p:sp>
        <p:nvSpPr>
          <p:cNvPr id="32" name="Text 30"/>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12954"/>
            <a:ext cx="10872216" cy="298938"/>
          </a:xfrm>
          <a:prstGeom prst="rect">
            <a:avLst/>
          </a:prstGeom>
          <a:solidFill>
            <a:srgbClr val="F7F7F7"/>
          </a:solidFill>
          <a:ln/>
        </p:spPr>
      </p:sp>
      <p:sp>
        <p:nvSpPr>
          <p:cNvPr id="34" name="Text 32"/>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6" name="Text 34"/>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$724K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39" name="Text 37"/>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0" name="Text 38"/>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1,919</a:t>
            </a:r>
            <a:endParaRPr lang="en-US" sz="1400" dirty="0"/>
          </a:p>
        </p:txBody>
      </p:sp>
      <p:sp>
        <p:nvSpPr>
          <p:cNvPr id="43" name="Text 41"/>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2,251</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45" name="Text 43"/>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443 more ROs.</a:t>
            </a:r>
            <a:endParaRPr lang="en-US" sz="1400" dirty="0"/>
          </a:p>
        </p:txBody>
      </p:sp>
      <p:sp>
        <p:nvSpPr>
          <p:cNvPr id="46" name="Shape 44"/>
          <p:cNvSpPr/>
          <p:nvPr/>
        </p:nvSpPr>
        <p:spPr>
          <a:xfrm>
            <a:off x="658368" y="3310831"/>
            <a:ext cx="10872216" cy="298938"/>
          </a:xfrm>
          <a:prstGeom prst="rect">
            <a:avLst/>
          </a:prstGeom>
          <a:solidFill>
            <a:srgbClr val="F7F7F7"/>
          </a:solidFill>
          <a:ln/>
        </p:spPr>
      </p:sp>
      <p:sp>
        <p:nvSpPr>
          <p:cNvPr id="47" name="Text 45"/>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9" name="Text 47"/>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$231</a:t>
            </a:r>
            <a:endParaRPr lang="en-US" sz="1400" dirty="0"/>
          </a:p>
        </p:txBody>
      </p:sp>
      <p:sp>
        <p:nvSpPr>
          <p:cNvPr id="50" name="Text 48"/>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2" name="Text 50"/>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53" name="Text 51"/>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5" name="Text 53"/>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$380K</a:t>
            </a:r>
            <a:endParaRPr lang="en-US" sz="1400" dirty="0"/>
          </a:p>
        </p:txBody>
      </p:sp>
      <p:sp>
        <p:nvSpPr>
          <p:cNvPr id="56" name="Text 54"/>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$407K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58" name="Text 56"/>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9" name="Shape 57"/>
          <p:cNvSpPr/>
          <p:nvPr/>
        </p:nvSpPr>
        <p:spPr>
          <a:xfrm>
            <a:off x="658368" y="3908708"/>
            <a:ext cx="10872216" cy="298938"/>
          </a:xfrm>
          <a:prstGeom prst="rect">
            <a:avLst/>
          </a:prstGeom>
          <a:solidFill>
            <a:srgbClr val="F7F7F7"/>
          </a:solidFill>
          <a:ln/>
        </p:spPr>
      </p:sp>
      <p:sp>
        <p:nvSpPr>
          <p:cNvPr id="60" name="Text 58"/>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63" name="Text 61"/>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$29K</a:t>
            </a:r>
            <a:endParaRPr lang="en-US" sz="1400" dirty="0"/>
          </a:p>
        </p:txBody>
      </p:sp>
      <p:sp>
        <p:nvSpPr>
          <p:cNvPr id="65" name="Text 63"/>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123 more a year.</a:t>
            </a:r>
            <a:endParaRPr lang="en-US" sz="1400" dirty="0"/>
          </a:p>
        </p:txBody>
      </p:sp>
      <p:sp>
        <p:nvSpPr>
          <p:cNvPr id="66" name="Text 64"/>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8" name="Text 66"/>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69" name="Text 67"/>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$28K</a:t>
            </a:r>
            <a:endParaRPr lang="en-US" sz="1400" dirty="0"/>
          </a:p>
        </p:txBody>
      </p:sp>
      <p:sp>
        <p:nvSpPr>
          <p:cNvPr id="71" name="Text 69"/>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373 more a year.</a:t>
            </a:r>
            <a:endParaRPr lang="en-US" sz="1400" dirty="0"/>
          </a:p>
        </p:txBody>
      </p:sp>
      <p:sp>
        <p:nvSpPr>
          <p:cNvPr id="72" name="Shape 70"/>
          <p:cNvSpPr/>
          <p:nvPr/>
        </p:nvSpPr>
        <p:spPr>
          <a:xfrm>
            <a:off x="658368" y="4506585"/>
            <a:ext cx="10872216" cy="298938"/>
          </a:xfrm>
          <a:prstGeom prst="rect">
            <a:avLst/>
          </a:prstGeom>
          <a:solidFill>
            <a:srgbClr val="F7F7F7"/>
          </a:solidFill>
          <a:ln/>
        </p:spPr>
      </p:sp>
      <p:sp>
        <p:nvSpPr>
          <p:cNvPr id="73" name="Text 71"/>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75" name="Text 73"/>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1.71</a:t>
            </a:r>
            <a:endParaRPr lang="en-US" sz="1400" dirty="0"/>
          </a:p>
        </p:txBody>
      </p:sp>
      <p:sp>
        <p:nvSpPr>
          <p:cNvPr id="76" name="Text 74"/>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7" name="Text 75"/>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78" name="Text 76"/>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+0.04 hr per RO.</a:t>
            </a:r>
            <a:endParaRPr lang="en-US" sz="1400" dirty="0"/>
          </a:p>
        </p:txBody>
      </p:sp>
      <p:sp>
        <p:nvSpPr>
          <p:cNvPr id="79" name="Text 77"/>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1" name="Text 79"/>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5.6%</a:t>
            </a:r>
            <a:endParaRPr lang="en-US" sz="1400" dirty="0"/>
          </a:p>
        </p:txBody>
      </p:sp>
      <p:sp>
        <p:nvSpPr>
          <p:cNvPr id="82" name="Text 80"/>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84" name="Text 82"/>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240 more a year.</a:t>
            </a:r>
            <a:endParaRPr lang="en-US" sz="1400" dirty="0"/>
          </a:p>
        </p:txBody>
      </p:sp>
      <p:sp>
        <p:nvSpPr>
          <p:cNvPr id="85" name="Shape 83"/>
          <p:cNvSpPr/>
          <p:nvPr/>
        </p:nvSpPr>
        <p:spPr>
          <a:xfrm>
            <a:off x="658368" y="5104462"/>
            <a:ext cx="10872216" cy="298938"/>
          </a:xfrm>
          <a:prstGeom prst="rect">
            <a:avLst/>
          </a:prstGeom>
          <a:solidFill>
            <a:srgbClr val="F7F7F7"/>
          </a:solidFill>
          <a:ln/>
        </p:spPr>
      </p:sp>
      <p:sp>
        <p:nvSpPr>
          <p:cNvPr id="86" name="Text 84"/>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8" name="Text 86"/>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a:t>
            </a:r>
            <a:endParaRPr lang="en-US" sz="1400" dirty="0"/>
          </a:p>
        </p:txBody>
      </p:sp>
      <p:sp>
        <p:nvSpPr>
          <p:cNvPr id="89" name="Text 87"/>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91" name="Text 89"/>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 more a year.</a:t>
            </a:r>
            <a:endParaRPr lang="en-US" sz="1400" dirty="0"/>
          </a:p>
        </p:txBody>
      </p:sp>
      <p:sp>
        <p:nvSpPr>
          <p:cNvPr id="92" name="Shape 90"/>
          <p:cNvSpPr/>
          <p:nvPr/>
        </p:nvSpPr>
        <p:spPr>
          <a:xfrm>
            <a:off x="658368" y="5397914"/>
            <a:ext cx="10872216" cy="10973"/>
          </a:xfrm>
          <a:prstGeom prst="rect">
            <a:avLst/>
          </a:prstGeom>
          <a:solidFill>
            <a:srgbClr val="9AA3AD"/>
          </a:solidFill>
          <a:ln/>
        </p:spPr>
      </p:sp>
      <p:sp>
        <p:nvSpPr>
          <p:cNvPr id="93" name="Text 91"/>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5" name="Text 93"/>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45.7%</a:t>
            </a:r>
            <a:endParaRPr lang="en-US" sz="1400" dirty="0"/>
          </a:p>
        </p:txBody>
      </p:sp>
      <p:sp>
        <p:nvSpPr>
          <p:cNvPr id="96" name="Text 94"/>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7" name="Text 95"/>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1,733 more a year.</a:t>
            </a:r>
            <a:endParaRPr lang="en-US" sz="1400" dirty="0"/>
          </a:p>
        </p:txBody>
      </p:sp>
      <p:sp>
        <p:nvSpPr>
          <p:cNvPr id="99" name="Shape 97"/>
          <p:cNvSpPr/>
          <p:nvPr/>
        </p:nvSpPr>
        <p:spPr>
          <a:xfrm>
            <a:off x="658368" y="5702339"/>
            <a:ext cx="10872216" cy="298938"/>
          </a:xfrm>
          <a:prstGeom prst="rect">
            <a:avLst/>
          </a:prstGeom>
          <a:solidFill>
            <a:srgbClr val="F7F7F7"/>
          </a:solidFill>
          <a:ln/>
        </p:spPr>
      </p:sp>
      <p:sp>
        <p:nvSpPr>
          <p:cNvPr id="100" name="Text 98"/>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1" name="Text 99"/>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02" name="Text 100"/>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$9,878</a:t>
            </a:r>
            <a:endParaRPr lang="en-US" sz="1400" dirty="0"/>
          </a:p>
        </p:txBody>
      </p:sp>
      <p:sp>
        <p:nvSpPr>
          <p:cNvPr id="103" name="Text 101"/>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04" name="Text 102"/>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5" name="Text 103"/>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2.4 heads over peer avg.</a:t>
            </a:r>
            <a:endParaRPr lang="en-US" sz="1400" dirty="0"/>
          </a:p>
        </p:txBody>
      </p:sp>
      <p:sp>
        <p:nvSpPr>
          <p:cNvPr id="106" name="Text 104"/>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7" name="Text 105"/>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8" name="Text 106"/>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48.5%</a:t>
            </a:r>
            <a:endParaRPr lang="en-US" sz="1400" dirty="0"/>
          </a:p>
        </p:txBody>
      </p:sp>
      <p:sp>
        <p:nvSpPr>
          <p:cNvPr id="109" name="Text 107"/>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10" name="Text 108"/>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1" name="Text 109"/>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365 more a year.</a:t>
            </a:r>
            <a:endParaRPr lang="en-US" sz="1400" dirty="0"/>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16 declined.</a:t>
            </a:r>
            <a:endParaRPr lang="en-US" sz="1600" dirty="0"/>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graphicFrame>
        <p:nvGraphicFramePr>
          <p:cNvPr id="12"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16"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graphicFrame>
        <p:nvGraphicFramePr>
          <p:cNvPr id="21"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3" name="Text 18"/>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19"/>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25"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6" name="Text 20"/>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7" name="Shape 21"/>
          <p:cNvSpPr/>
          <p:nvPr/>
        </p:nvSpPr>
        <p:spPr>
          <a:xfrm>
            <a:off x="658368" y="5358384"/>
            <a:ext cx="3489960" cy="886968"/>
          </a:xfrm>
          <a:prstGeom prst="rect">
            <a:avLst/>
          </a:prstGeom>
          <a:solidFill>
            <a:srgbClr val="F7F7F7"/>
          </a:solidFill>
          <a:ln/>
        </p:spPr>
      </p:sp>
      <p:sp>
        <p:nvSpPr>
          <p:cNvPr id="28" name="Text 22"/>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3"/>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graphicFrame>
        <p:nvGraphicFramePr>
          <p:cNvPr id="30"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1" name="Text 24"/>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32" name="Shape 25"/>
          <p:cNvSpPr/>
          <p:nvPr/>
        </p:nvSpPr>
        <p:spPr>
          <a:xfrm>
            <a:off x="4349496" y="1371600"/>
            <a:ext cx="3489960" cy="45720"/>
          </a:xfrm>
          <a:prstGeom prst="rect">
            <a:avLst/>
          </a:prstGeom>
          <a:solidFill>
            <a:srgbClr val="C2352F"/>
          </a:solidFill>
          <a:ln/>
        </p:spPr>
      </p:sp>
      <p:sp>
        <p:nvSpPr>
          <p:cNvPr id="33"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Shape 27"/>
          <p:cNvSpPr/>
          <p:nvPr/>
        </p:nvSpPr>
        <p:spPr>
          <a:xfrm>
            <a:off x="4349496" y="1810512"/>
            <a:ext cx="3489960" cy="886968"/>
          </a:xfrm>
          <a:prstGeom prst="rect">
            <a:avLst/>
          </a:prstGeom>
          <a:solidFill>
            <a:srgbClr val="F7F7F7"/>
          </a:solidFill>
          <a:ln/>
        </p:spPr>
      </p:sp>
      <p:sp>
        <p:nvSpPr>
          <p:cNvPr id="35" name="Text 28"/>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6" name="Text 29"/>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graphicFrame>
        <p:nvGraphicFramePr>
          <p:cNvPr id="37"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38" name="Text 30"/>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9" name="Text 31"/>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0" name="Text 32"/>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graphicFrame>
        <p:nvGraphicFramePr>
          <p:cNvPr id="41"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2" name="Text 33"/>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3" name="Shape 34"/>
          <p:cNvSpPr/>
          <p:nvPr/>
        </p:nvSpPr>
        <p:spPr>
          <a:xfrm>
            <a:off x="4349496" y="3584448"/>
            <a:ext cx="3489960" cy="886968"/>
          </a:xfrm>
          <a:prstGeom prst="rect">
            <a:avLst/>
          </a:prstGeom>
          <a:solidFill>
            <a:srgbClr val="F7F7F7"/>
          </a:solidFill>
          <a:ln/>
        </p:spPr>
      </p:sp>
      <p:sp>
        <p:nvSpPr>
          <p:cNvPr id="44" name="Text 3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5" name="Text 3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graphicFrame>
        <p:nvGraphicFramePr>
          <p:cNvPr id="46"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7" name="Text 37"/>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8" name="Text 3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9" name="Text 3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graphicFrame>
        <p:nvGraphicFramePr>
          <p:cNvPr id="50"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1" name="Text 40"/>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52" name="Shape 41"/>
          <p:cNvSpPr/>
          <p:nvPr/>
        </p:nvSpPr>
        <p:spPr>
          <a:xfrm>
            <a:off x="4349496" y="5358384"/>
            <a:ext cx="3489960" cy="886968"/>
          </a:xfrm>
          <a:prstGeom prst="rect">
            <a:avLst/>
          </a:prstGeom>
          <a:solidFill>
            <a:srgbClr val="F7F7F7"/>
          </a:solidFill>
          <a:ln/>
        </p:spPr>
      </p:sp>
      <p:sp>
        <p:nvSpPr>
          <p:cNvPr id="53" name="Text 4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4" name="Text 4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graphicFrame>
        <p:nvGraphicFramePr>
          <p:cNvPr id="55"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6" name="Text 44"/>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57" name="Shape 45"/>
          <p:cNvSpPr/>
          <p:nvPr/>
        </p:nvSpPr>
        <p:spPr>
          <a:xfrm>
            <a:off x="8040624" y="1371600"/>
            <a:ext cx="3489960" cy="45720"/>
          </a:xfrm>
          <a:prstGeom prst="rect">
            <a:avLst/>
          </a:prstGeom>
          <a:solidFill>
            <a:srgbClr val="2587C5"/>
          </a:solidFill>
          <a:ln/>
        </p:spPr>
      </p:sp>
      <p:sp>
        <p:nvSpPr>
          <p:cNvPr id="58" name="Text 4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9" name="Shape 47"/>
          <p:cNvSpPr/>
          <p:nvPr/>
        </p:nvSpPr>
        <p:spPr>
          <a:xfrm>
            <a:off x="8040624" y="1810512"/>
            <a:ext cx="3489960" cy="886968"/>
          </a:xfrm>
          <a:prstGeom prst="rect">
            <a:avLst/>
          </a:prstGeom>
          <a:solidFill>
            <a:srgbClr val="F7F7F7"/>
          </a:solidFill>
          <a:ln/>
        </p:spPr>
      </p:sp>
      <p:sp>
        <p:nvSpPr>
          <p:cNvPr id="60" name="Text 4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1" name="Text 4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graphicFrame>
        <p:nvGraphicFramePr>
          <p:cNvPr id="62"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3"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4" name="Text 50"/>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65" name="Text 51"/>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6" name="Text 52"/>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graphicFrame>
        <p:nvGraphicFramePr>
          <p:cNvPr id="67"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68"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69" name="Text 53"/>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70" name="Shape 54"/>
          <p:cNvSpPr/>
          <p:nvPr/>
        </p:nvSpPr>
        <p:spPr>
          <a:xfrm>
            <a:off x="8040624" y="3584448"/>
            <a:ext cx="3489960" cy="886968"/>
          </a:xfrm>
          <a:prstGeom prst="rect">
            <a:avLst/>
          </a:prstGeom>
          <a:solidFill>
            <a:srgbClr val="F7F7F7"/>
          </a:solidFill>
          <a:ln/>
        </p:spPr>
      </p:sp>
      <p:sp>
        <p:nvSpPr>
          <p:cNvPr id="71" name="Text 55"/>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56"/>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graphicFrame>
        <p:nvGraphicFramePr>
          <p:cNvPr id="73"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4"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5" name="Text 57"/>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76" name="Text 58"/>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7" name="Text 59"/>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graphicFrame>
        <p:nvGraphicFramePr>
          <p:cNvPr id="78"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79"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0" name="Text 60"/>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81" name="Shape 61"/>
          <p:cNvSpPr/>
          <p:nvPr/>
        </p:nvSpPr>
        <p:spPr>
          <a:xfrm>
            <a:off x="8040624" y="5358384"/>
            <a:ext cx="3489960" cy="886968"/>
          </a:xfrm>
          <a:prstGeom prst="rect">
            <a:avLst/>
          </a:prstGeom>
          <a:solidFill>
            <a:srgbClr val="F7F7F7"/>
          </a:solidFill>
          <a:ln/>
        </p:spPr>
      </p:sp>
      <p:sp>
        <p:nvSpPr>
          <p:cNvPr id="82" name="Text 6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6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graphicFrame>
        <p:nvGraphicFramePr>
          <p:cNvPr id="84"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5"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86" name="Text 64"/>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11 declined.</a:t>
            </a:r>
            <a:endParaRPr lang="en-US" sz="1600" dirty="0"/>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Shape 16"/>
          <p:cNvSpPr/>
          <p:nvPr/>
        </p:nvSpPr>
        <p:spPr>
          <a:xfrm>
            <a:off x="4084320" y="3621024"/>
            <a:ext cx="64008" cy="813816"/>
          </a:xfrm>
          <a:prstGeom prst="rect">
            <a:avLst/>
          </a:prstGeom>
          <a:solidFill>
            <a:srgbClr val="12A566"/>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graphicFrame>
        <p:nvGraphicFramePr>
          <p:cNvPr id="23"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4" name="Text 19"/>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Shape 24"/>
          <p:cNvSpPr/>
          <p:nvPr/>
        </p:nvSpPr>
        <p:spPr>
          <a:xfrm>
            <a:off x="4084320" y="5394960"/>
            <a:ext cx="64008" cy="813816"/>
          </a:xfrm>
          <a:prstGeom prst="rect">
            <a:avLst/>
          </a:prstGeom>
          <a:solidFill>
            <a:srgbClr val="12A566"/>
          </a:solidFill>
          <a:ln/>
        </p:spPr>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graphicFrame>
        <p:nvGraphicFramePr>
          <p:cNvPr id="33"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5" name="Shape 28"/>
          <p:cNvSpPr/>
          <p:nvPr/>
        </p:nvSpPr>
        <p:spPr>
          <a:xfrm>
            <a:off x="4349496" y="1371600"/>
            <a:ext cx="3489960" cy="45720"/>
          </a:xfrm>
          <a:prstGeom prst="rect">
            <a:avLst/>
          </a:prstGeom>
          <a:solidFill>
            <a:srgbClr val="C2352F"/>
          </a:solidFill>
          <a:ln/>
        </p:spPr>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graphicFrame>
        <p:nvGraphicFramePr>
          <p:cNvPr id="40"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graphicFrame>
        <p:nvGraphicFramePr>
          <p:cNvPr id="44"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6" name="Shape 37"/>
          <p:cNvSpPr/>
          <p:nvPr/>
        </p:nvSpPr>
        <p:spPr>
          <a:xfrm>
            <a:off x="4349496" y="3584448"/>
            <a:ext cx="3489960" cy="886968"/>
          </a:xfrm>
          <a:prstGeom prst="rect">
            <a:avLst/>
          </a:prstGeom>
          <a:solidFill>
            <a:srgbClr val="F7F7F7"/>
          </a:solidFill>
          <a:ln/>
        </p:spPr>
      </p:sp>
      <p:sp>
        <p:nvSpPr>
          <p:cNvPr id="47" name="Text 38"/>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39"/>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graphicFrame>
        <p:nvGraphicFramePr>
          <p:cNvPr id="49"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50" name="Text 40"/>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51" name="Text 41"/>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42"/>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graphicFrame>
        <p:nvGraphicFramePr>
          <p:cNvPr id="53"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4" name="Text 43"/>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55" name="Shape 44"/>
          <p:cNvSpPr/>
          <p:nvPr/>
        </p:nvSpPr>
        <p:spPr>
          <a:xfrm>
            <a:off x="4349496" y="5358384"/>
            <a:ext cx="3489960" cy="886968"/>
          </a:xfrm>
          <a:prstGeom prst="rect">
            <a:avLst/>
          </a:prstGeom>
          <a:solidFill>
            <a:srgbClr val="F7F7F7"/>
          </a:solidFill>
          <a:ln/>
        </p:spPr>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graphicFrame>
        <p:nvGraphicFramePr>
          <p:cNvPr id="58"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60" name="Shape 48"/>
          <p:cNvSpPr/>
          <p:nvPr/>
        </p:nvSpPr>
        <p:spPr>
          <a:xfrm>
            <a:off x="8040624" y="1371600"/>
            <a:ext cx="3489960" cy="45720"/>
          </a:xfrm>
          <a:prstGeom prst="rect">
            <a:avLst/>
          </a:prstGeom>
          <a:solidFill>
            <a:srgbClr val="2587C5"/>
          </a:solidFill>
          <a:ln/>
        </p:spPr>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sp>
      <p:sp>
        <p:nvSpPr>
          <p:cNvPr id="63" name="Shape 51"/>
          <p:cNvSpPr/>
          <p:nvPr/>
        </p:nvSpPr>
        <p:spPr>
          <a:xfrm>
            <a:off x="11466576" y="1847088"/>
            <a:ext cx="64008" cy="813816"/>
          </a:xfrm>
          <a:prstGeom prst="rect">
            <a:avLst/>
          </a:prstGeom>
          <a:solidFill>
            <a:srgbClr val="12A566"/>
          </a:solidFill>
          <a:ln/>
        </p:spPr>
      </p:sp>
      <p:sp>
        <p:nvSpPr>
          <p:cNvPr id="64" name="Text 5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5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graphicFrame>
        <p:nvGraphicFramePr>
          <p:cNvPr id="66"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7"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8" name="Text 54"/>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69" name="Shape 55"/>
          <p:cNvSpPr/>
          <p:nvPr/>
        </p:nvSpPr>
        <p:spPr>
          <a:xfrm>
            <a:off x="11466576" y="2734056"/>
            <a:ext cx="64008" cy="813816"/>
          </a:xfrm>
          <a:prstGeom prst="rect">
            <a:avLst/>
          </a:prstGeom>
          <a:solidFill>
            <a:srgbClr val="12A566"/>
          </a:solidFill>
          <a:ln/>
        </p:spPr>
      </p:sp>
      <p:sp>
        <p:nvSpPr>
          <p:cNvPr id="70" name="Text 5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1" name="Text 5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graphicFrame>
        <p:nvGraphicFramePr>
          <p:cNvPr id="72"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3"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4" name="Text 58"/>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75" name="Shape 59"/>
          <p:cNvSpPr/>
          <p:nvPr/>
        </p:nvSpPr>
        <p:spPr>
          <a:xfrm>
            <a:off x="8040624" y="3584448"/>
            <a:ext cx="3489960" cy="886968"/>
          </a:xfrm>
          <a:prstGeom prst="rect">
            <a:avLst/>
          </a:prstGeom>
          <a:solidFill>
            <a:srgbClr val="F7F7F7"/>
          </a:solidFill>
          <a:ln/>
        </p:spPr>
      </p:sp>
      <p:sp>
        <p:nvSpPr>
          <p:cNvPr id="76" name="Text 60"/>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7" name="Text 61"/>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graphicFrame>
        <p:nvGraphicFramePr>
          <p:cNvPr id="78"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9"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80" name="Text 62"/>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81"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graphicFrame>
        <p:nvGraphicFramePr>
          <p:cNvPr id="83"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4"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5"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86" name="Shape 66"/>
          <p:cNvSpPr/>
          <p:nvPr/>
        </p:nvSpPr>
        <p:spPr>
          <a:xfrm>
            <a:off x="8040624" y="5358384"/>
            <a:ext cx="3489960" cy="886968"/>
          </a:xfrm>
          <a:prstGeom prst="rect">
            <a:avLst/>
          </a:prstGeom>
          <a:solidFill>
            <a:srgbClr val="F7F7F7"/>
          </a:solidFill>
          <a:ln/>
        </p:spPr>
      </p:sp>
      <p:sp>
        <p:nvSpPr>
          <p:cNvPr id="87" name="Shape 67"/>
          <p:cNvSpPr/>
          <p:nvPr/>
        </p:nvSpPr>
        <p:spPr>
          <a:xfrm>
            <a:off x="11466576" y="5394960"/>
            <a:ext cx="64008" cy="813816"/>
          </a:xfrm>
          <a:prstGeom prst="rect">
            <a:avLst/>
          </a:prstGeom>
          <a:solidFill>
            <a:srgbClr val="12A566"/>
          </a:solidFill>
          <a:ln/>
        </p:spPr>
      </p:sp>
      <p:sp>
        <p:nvSpPr>
          <p:cNvPr id="88"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9"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graphicFrame>
        <p:nvGraphicFramePr>
          <p:cNvPr id="90"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91"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11 declined.</a:t>
            </a:r>
            <a:endParaRPr lang="en-US" sz="1600" dirty="0"/>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graphicFrame>
        <p:nvGraphicFramePr>
          <p:cNvPr id="13" name="Chart 0" descr=""/>
          <p:cNvGraphicFramePr/>
          <p:nvPr/>
        </p:nvGraphicFramePr>
        <p:xfrm>
          <a:off x="1097280" y="2342693"/>
          <a:ext cx="1972056" cy="301569"/>
        </p:xfrm>
        <a:graphic>
          <a:graphicData uri="http://schemas.openxmlformats.org/drawingml/2006/chart">
            <c:chart xmlns:c="http://schemas.openxmlformats.org/drawingml/2006/chart" r:id="rId2"/>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graphicFrame>
        <p:nvGraphicFramePr>
          <p:cNvPr id="17" name="Chart 1" descr=""/>
          <p:cNvGraphicFramePr/>
          <p:nvPr/>
        </p:nvGraphicFramePr>
        <p:xfrm>
          <a:off x="1097280" y="3229661"/>
          <a:ext cx="1972056" cy="301569"/>
        </p:xfrm>
        <a:graphic>
          <a:graphicData uri="http://schemas.openxmlformats.org/drawingml/2006/chart">
            <c:chart xmlns:c="http://schemas.openxmlformats.org/drawingml/2006/chart" r:id="rId3"/>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graphicFrame>
        <p:nvGraphicFramePr>
          <p:cNvPr id="22" name="Chart 2" descr=""/>
          <p:cNvGraphicFramePr/>
          <p:nvPr/>
        </p:nvGraphicFramePr>
        <p:xfrm>
          <a:off x="1097280" y="4116629"/>
          <a:ext cx="1972056" cy="301569"/>
        </p:xfrm>
        <a:graphic>
          <a:graphicData uri="http://schemas.openxmlformats.org/drawingml/2006/chart">
            <c:chart xmlns:c="http://schemas.openxmlformats.org/drawingml/2006/chart" r:id="rId4"/>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4" name="Shape 19"/>
          <p:cNvSpPr/>
          <p:nvPr/>
        </p:nvSpPr>
        <p:spPr>
          <a:xfrm>
            <a:off x="4084320" y="4507992"/>
            <a:ext cx="64008" cy="813816"/>
          </a:xfrm>
          <a:prstGeom prst="rect">
            <a:avLst/>
          </a:prstGeom>
          <a:solidFill>
            <a:srgbClr val="12A566"/>
          </a:solidFill>
          <a:ln/>
        </p:spPr>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graphicFrame>
        <p:nvGraphicFramePr>
          <p:cNvPr id="27" name="Chart 3" descr=""/>
          <p:cNvGraphicFramePr/>
          <p:nvPr/>
        </p:nvGraphicFramePr>
        <p:xfrm>
          <a:off x="1097280" y="5003597"/>
          <a:ext cx="1972056" cy="301569"/>
        </p:xfrm>
        <a:graphic>
          <a:graphicData uri="http://schemas.openxmlformats.org/drawingml/2006/chart">
            <c:chart xmlns:c="http://schemas.openxmlformats.org/drawingml/2006/chart" r:id="rId5"/>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graphicFrame>
        <p:nvGraphicFramePr>
          <p:cNvPr id="32" name="Chart 4" descr=""/>
          <p:cNvGraphicFramePr/>
          <p:nvPr/>
        </p:nvGraphicFramePr>
        <p:xfrm>
          <a:off x="1097280" y="5890565"/>
          <a:ext cx="1972056" cy="301569"/>
        </p:xfrm>
        <a:graphic>
          <a:graphicData uri="http://schemas.openxmlformats.org/drawingml/2006/chart">
            <c:chart xmlns:c="http://schemas.openxmlformats.org/drawingml/2006/chart" r:id="rId6"/>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graphicFrame>
        <p:nvGraphicFramePr>
          <p:cNvPr id="39" name="Chart 5" descr=""/>
          <p:cNvGraphicFramePr/>
          <p:nvPr/>
        </p:nvGraphicFramePr>
        <p:xfrm>
          <a:off x="4788408" y="2342693"/>
          <a:ext cx="1972056" cy="301569"/>
        </p:xfrm>
        <a:graphic>
          <a:graphicData uri="http://schemas.openxmlformats.org/drawingml/2006/chart">
            <c:chart xmlns:c="http://schemas.openxmlformats.org/drawingml/2006/chart" r:id="rId7"/>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graphicFrame>
        <p:nvGraphicFramePr>
          <p:cNvPr id="43" name="Chart 6" descr=""/>
          <p:cNvGraphicFramePr/>
          <p:nvPr/>
        </p:nvGraphicFramePr>
        <p:xfrm>
          <a:off x="4788408" y="3229661"/>
          <a:ext cx="1972056" cy="301569"/>
        </p:xfrm>
        <a:graphic>
          <a:graphicData uri="http://schemas.openxmlformats.org/drawingml/2006/chart">
            <c:chart xmlns:c="http://schemas.openxmlformats.org/drawingml/2006/chart" r:id="rId8"/>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graphicFrame>
        <p:nvGraphicFramePr>
          <p:cNvPr id="48" name="Chart 7" descr=""/>
          <p:cNvGraphicFramePr/>
          <p:nvPr/>
        </p:nvGraphicFramePr>
        <p:xfrm>
          <a:off x="4788408" y="4116629"/>
          <a:ext cx="1972056" cy="301569"/>
        </p:xfrm>
        <a:graphic>
          <a:graphicData uri="http://schemas.openxmlformats.org/drawingml/2006/chart">
            <c:chart xmlns:c="http://schemas.openxmlformats.org/drawingml/2006/chart" r:id="rId9"/>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graphicFrame>
        <p:nvGraphicFramePr>
          <p:cNvPr id="52" name="Chart 8" descr=""/>
          <p:cNvGraphicFramePr/>
          <p:nvPr/>
        </p:nvGraphicFramePr>
        <p:xfrm>
          <a:off x="4788408" y="5003597"/>
          <a:ext cx="1972056" cy="301569"/>
        </p:xfrm>
        <a:graphic>
          <a:graphicData uri="http://schemas.openxmlformats.org/drawingml/2006/chart">
            <c:chart xmlns:c="http://schemas.openxmlformats.org/drawingml/2006/chart" r:id="rId10"/>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graphicFrame>
        <p:nvGraphicFramePr>
          <p:cNvPr id="57" name="Chart 9" descr=""/>
          <p:cNvGraphicFramePr/>
          <p:nvPr/>
        </p:nvGraphicFramePr>
        <p:xfrm>
          <a:off x="4788408" y="5890565"/>
          <a:ext cx="1972056" cy="301569"/>
        </p:xfrm>
        <a:graphic>
          <a:graphicData uri="http://schemas.openxmlformats.org/drawingml/2006/chart">
            <c:chart xmlns:c="http://schemas.openxmlformats.org/drawingml/2006/chart" r:id="rId11"/>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Shape 50"/>
          <p:cNvSpPr/>
          <p:nvPr/>
        </p:nvSpPr>
        <p:spPr>
          <a:xfrm>
            <a:off x="11466576" y="1847088"/>
            <a:ext cx="64008" cy="813816"/>
          </a:xfrm>
          <a:prstGeom prst="rect">
            <a:avLst/>
          </a:prstGeom>
          <a:solidFill>
            <a:srgbClr val="12A566"/>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graphicFrame>
        <p:nvGraphicFramePr>
          <p:cNvPr id="65" name="Chart 10" descr=""/>
          <p:cNvGraphicFramePr/>
          <p:nvPr/>
        </p:nvGraphicFramePr>
        <p:xfrm>
          <a:off x="8479536" y="2342693"/>
          <a:ext cx="1972056" cy="301569"/>
        </p:xfrm>
        <a:graphic>
          <a:graphicData uri="http://schemas.openxmlformats.org/drawingml/2006/chart">
            <c:chart xmlns:c="http://schemas.openxmlformats.org/drawingml/2006/chart" r:id="rId12"/>
          </a:graphicData>
        </a:graphic>
      </p:graphicFrame>
      <p:graphicFrame>
        <p:nvGraphicFramePr>
          <p:cNvPr id="66" name="Chart 11" descr=""/>
          <p:cNvGraphicFramePr/>
          <p:nvPr/>
        </p:nvGraphicFramePr>
        <p:xfrm>
          <a:off x="8479536" y="2342693"/>
          <a:ext cx="1972056" cy="301569"/>
        </p:xfrm>
        <a:graphic>
          <a:graphicData uri="http://schemas.openxmlformats.org/drawingml/2006/chart">
            <c:chart xmlns:c="http://schemas.openxmlformats.org/drawingml/2006/chart" r:id="rId13"/>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graphicFrame>
        <p:nvGraphicFramePr>
          <p:cNvPr id="70" name="Chart 12" descr=""/>
          <p:cNvGraphicFramePr/>
          <p:nvPr/>
        </p:nvGraphicFramePr>
        <p:xfrm>
          <a:off x="8479536" y="3229661"/>
          <a:ext cx="1972056" cy="301569"/>
        </p:xfrm>
        <a:graphic>
          <a:graphicData uri="http://schemas.openxmlformats.org/drawingml/2006/chart">
            <c:chart xmlns:c="http://schemas.openxmlformats.org/drawingml/2006/chart" r:id="rId14"/>
          </a:graphicData>
        </a:graphic>
      </p:graphicFrame>
      <p:graphicFrame>
        <p:nvGraphicFramePr>
          <p:cNvPr id="71" name="Chart 13" descr=""/>
          <p:cNvGraphicFramePr/>
          <p:nvPr/>
        </p:nvGraphicFramePr>
        <p:xfrm>
          <a:off x="8479536" y="3229661"/>
          <a:ext cx="1972056" cy="301569"/>
        </p:xfrm>
        <a:graphic>
          <a:graphicData uri="http://schemas.openxmlformats.org/drawingml/2006/chart">
            <c:chart xmlns:c="http://schemas.openxmlformats.org/drawingml/2006/chart" r:id="rId15"/>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Shape 58"/>
          <p:cNvSpPr/>
          <p:nvPr/>
        </p:nvSpPr>
        <p:spPr>
          <a:xfrm>
            <a:off x="11466576" y="3621024"/>
            <a:ext cx="64008" cy="813816"/>
          </a:xfrm>
          <a:prstGeom prst="rect">
            <a:avLst/>
          </a:prstGeom>
          <a:solidFill>
            <a:srgbClr val="12A566"/>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graphicFrame>
        <p:nvGraphicFramePr>
          <p:cNvPr id="77" name="Chart 14" descr=""/>
          <p:cNvGraphicFramePr/>
          <p:nvPr/>
        </p:nvGraphicFramePr>
        <p:xfrm>
          <a:off x="8479536" y="4116629"/>
          <a:ext cx="1972056" cy="301569"/>
        </p:xfrm>
        <a:graphic>
          <a:graphicData uri="http://schemas.openxmlformats.org/drawingml/2006/chart">
            <c:chart xmlns:c="http://schemas.openxmlformats.org/drawingml/2006/chart" r:id="rId16"/>
          </a:graphicData>
        </a:graphic>
      </p:graphicFrame>
      <p:graphicFrame>
        <p:nvGraphicFramePr>
          <p:cNvPr id="78" name="Chart 15" descr=""/>
          <p:cNvGraphicFramePr/>
          <p:nvPr/>
        </p:nvGraphicFramePr>
        <p:xfrm>
          <a:off x="8479536" y="4116629"/>
          <a:ext cx="1972056" cy="301569"/>
        </p:xfrm>
        <a:graphic>
          <a:graphicData uri="http://schemas.openxmlformats.org/drawingml/2006/chart">
            <c:chart xmlns:c="http://schemas.openxmlformats.org/drawingml/2006/chart" r:id="rId17"/>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graphicFrame>
        <p:nvGraphicFramePr>
          <p:cNvPr id="82" name="Chart 16" descr=""/>
          <p:cNvGraphicFramePr/>
          <p:nvPr/>
        </p:nvGraphicFramePr>
        <p:xfrm>
          <a:off x="8479536" y="5003597"/>
          <a:ext cx="1972056" cy="301569"/>
        </p:xfrm>
        <a:graphic>
          <a:graphicData uri="http://schemas.openxmlformats.org/drawingml/2006/chart">
            <c:chart xmlns:c="http://schemas.openxmlformats.org/drawingml/2006/chart" r:id="rId18"/>
          </a:graphicData>
        </a:graphic>
      </p:graphicFrame>
      <p:graphicFrame>
        <p:nvGraphicFramePr>
          <p:cNvPr id="83" name="Chart 17" descr=""/>
          <p:cNvGraphicFramePr/>
          <p:nvPr/>
        </p:nvGraphicFramePr>
        <p:xfrm>
          <a:off x="8479536" y="5003597"/>
          <a:ext cx="1972056" cy="301569"/>
        </p:xfrm>
        <a:graphic>
          <a:graphicData uri="http://schemas.openxmlformats.org/drawingml/2006/chart">
            <c:chart xmlns:c="http://schemas.openxmlformats.org/drawingml/2006/chart" r:id="rId19"/>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graphicFrame>
        <p:nvGraphicFramePr>
          <p:cNvPr id="88" name="Chart 18" descr=""/>
          <p:cNvGraphicFramePr/>
          <p:nvPr/>
        </p:nvGraphicFramePr>
        <p:xfrm>
          <a:off x="8479536" y="5890565"/>
          <a:ext cx="1972056" cy="301569"/>
        </p:xfrm>
        <a:graphic>
          <a:graphicData uri="http://schemas.openxmlformats.org/drawingml/2006/chart">
            <c:chart xmlns:c="http://schemas.openxmlformats.org/drawingml/2006/chart" r:id="rId20"/>
          </a:graphicData>
        </a:graphic>
      </p:graphicFrame>
      <p:graphicFrame>
        <p:nvGraphicFramePr>
          <p:cNvPr id="89" name="Chart 19" descr=""/>
          <p:cNvGraphicFramePr/>
          <p:nvPr/>
        </p:nvGraphicFramePr>
        <p:xfrm>
          <a:off x="8479536" y="5890565"/>
          <a:ext cx="1972056" cy="301569"/>
        </p:xfrm>
        <a:graphic>
          <a:graphicData uri="http://schemas.openxmlformats.org/drawingml/2006/chart">
            <c:chart xmlns:c="http://schemas.openxmlformats.org/drawingml/2006/chart" r:id="rId21"/>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−1.9%: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+5.2%: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+26.7%</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4" name="Shape 101"/>
          <p:cNvSpPr/>
          <p:nvPr/>
        </p:nvSpPr>
        <p:spPr>
          <a:xfrm>
            <a:off x="457200" y="6126480"/>
            <a:ext cx="11274552" cy="371856"/>
          </a:xfrm>
          <a:prstGeom prst="rect">
            <a:avLst/>
          </a:prstGeom>
          <a:solidFill>
            <a:srgbClr val="E6F6EE"/>
          </a:solidFill>
          <a:ln/>
        </p:spPr>
      </p:sp>
      <p:sp>
        <p:nvSpPr>
          <p:cNvPr id="105"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make two.</a:t>
            </a:r>
            <a:endParaRPr lang="en-US" sz="1600" dirty="0"/>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4" name="Shape 51"/>
          <p:cNvSpPr/>
          <p:nvPr/>
        </p:nvSpPr>
        <p:spPr>
          <a:xfrm>
            <a:off x="457200" y="6126480"/>
            <a:ext cx="11274552" cy="371856"/>
          </a:xfrm>
          <a:prstGeom prst="rect">
            <a:avLst/>
          </a:prstGeom>
          <a:solidFill>
            <a:srgbClr val="E6F6EE"/>
          </a:solidFill>
          <a:ln/>
        </p:spPr>
      </p:sp>
      <p:sp>
        <p:nvSpPr>
          <p:cNvPr id="55"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 stores make a top-3 list in both periods.</a:t>
            </a:r>
            <a:endParaRPr lang="en-US" sz="1600" dirty="0"/>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are top five in both.</a:t>
            </a:r>
            <a:endParaRPr lang="en-US" sz="1600" dirty="0"/>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CLOSE · BEFORE YOU LEAVE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$6,602,564 a year in labor and parts gross.</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2026-10-29T04:52:04Z</dcterms:created>
  <dcterms:modified xsi:type="dcterms:W3CDTF">2026-10-29T04:52:04Z</dcterms:modified>
</cp:coreProperties>
</file>