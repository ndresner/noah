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84.xml" ContentType="application/vnd.openxmlformats-officedocument.drawingml.chart+xml"/>
  <Override PartName="/ppt/charts/chart785.xml" ContentType="application/vnd.openxmlformats-officedocument.drawingml.chart+xml"/>
  <Override PartName="/ppt/charts/chart786.xml" ContentType="application/vnd.openxmlformats-officedocument.drawingml.chart+xml"/>
  <Override PartName="/ppt/charts/chart787.xml" ContentType="application/vnd.openxmlformats-officedocument.drawingml.chart+xml"/>
  <Override PartName="/ppt/charts/chart788.xml" ContentType="application/vnd.openxmlformats-officedocument.drawingml.chart+xml"/>
  <Override PartName="/ppt/charts/chart789.xml" ContentType="application/vnd.openxmlformats-officedocument.drawingml.chart+xml"/>
  <Override PartName="/ppt/charts/chart79.xml" ContentType="application/vnd.openxmlformats-officedocument.drawingml.chart+xml"/>
  <Override PartName="/ppt/charts/chart790.xml" ContentType="application/vnd.openxmlformats-officedocument.drawingml.chart+xml"/>
  <Override PartName="/ppt/charts/chart791.xml" ContentType="application/vnd.openxmlformats-officedocument.drawingml.chart+xml"/>
  <Override PartName="/ppt/charts/chart792.xml" ContentType="application/vnd.openxmlformats-officedocument.drawingml.chart+xml"/>
  <Override PartName="/ppt/charts/chart793.xml" ContentType="application/vnd.openxmlformats-officedocument.drawingml.chart+xml"/>
  <Override PartName="/ppt/charts/chart794.xml" ContentType="application/vnd.openxmlformats-officedocument.drawingml.chart+xml"/>
  <Override PartName="/ppt/charts/chart795.xml" ContentType="application/vnd.openxmlformats-officedocument.drawingml.chart+xml"/>
  <Override PartName="/ppt/charts/chart796.xml" ContentType="application/vnd.openxmlformats-officedocument.drawingml.chart+xml"/>
  <Override PartName="/ppt/charts/chart797.xml" ContentType="application/vnd.openxmlformats-officedocument.drawingml.chart+xml"/>
  <Override PartName="/ppt/charts/chart798.xml" ContentType="application/vnd.openxmlformats-officedocument.drawingml.chart+xml"/>
  <Override PartName="/ppt/charts/chart79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00.xml" ContentType="application/vnd.openxmlformats-officedocument.drawingml.chart+xml"/>
  <Override PartName="/ppt/charts/chart801.xml" ContentType="application/vnd.openxmlformats-officedocument.drawingml.chart+xml"/>
  <Override PartName="/ppt/charts/chart802.xml" ContentType="application/vnd.openxmlformats-officedocument.drawingml.chart+xml"/>
  <Override PartName="/ppt/charts/chart803.xml" ContentType="application/vnd.openxmlformats-officedocument.drawingml.chart+xml"/>
  <Override PartName="/ppt/charts/chart804.xml" ContentType="application/vnd.openxmlformats-officedocument.drawingml.chart+xml"/>
  <Override PartName="/ppt/charts/chart805.xml" ContentType="application/vnd.openxmlformats-officedocument.drawingml.chart+xml"/>
  <Override PartName="/ppt/charts/chart806.xml" ContentType="application/vnd.openxmlformats-officedocument.drawingml.chart+xml"/>
  <Override PartName="/ppt/charts/chart807.xml" ContentType="application/vnd.openxmlformats-officedocument.drawingml.chart+xml"/>
  <Override PartName="/ppt/charts/chart808.xml" ContentType="application/vnd.openxmlformats-officedocument.drawingml.chart+xml"/>
  <Override PartName="/ppt/charts/chart809.xml" ContentType="application/vnd.openxmlformats-officedocument.drawingml.chart+xml"/>
  <Override PartName="/ppt/charts/chart81.xml" ContentType="application/vnd.openxmlformats-officedocument.drawingml.chart+xml"/>
  <Override PartName="/ppt/charts/chart810.xml" ContentType="application/vnd.openxmlformats-officedocument.drawingml.chart+xml"/>
  <Override PartName="/ppt/charts/chart811.xml" ContentType="application/vnd.openxmlformats-officedocument.drawingml.chart+xml"/>
  <Override PartName="/ppt/charts/chart812.xml" ContentType="application/vnd.openxmlformats-officedocument.drawingml.chart+xml"/>
  <Override PartName="/ppt/charts/chart813.xml" ContentType="application/vnd.openxmlformats-officedocument.drawingml.chart+xml"/>
  <Override PartName="/ppt/charts/chart814.xml" ContentType="application/vnd.openxmlformats-officedocument.drawingml.chart+xml"/>
  <Override PartName="/ppt/charts/chart815.xml" ContentType="application/vnd.openxmlformats-officedocument.drawingml.chart+xml"/>
  <Override PartName="/ppt/charts/chart816.xml" ContentType="application/vnd.openxmlformats-officedocument.drawingml.chart+xml"/>
  <Override PartName="/ppt/charts/chart817.xml" ContentType="application/vnd.openxmlformats-officedocument.drawingml.chart+xml"/>
  <Override PartName="/ppt/charts/chart818.xml" ContentType="application/vnd.openxmlformats-officedocument.drawingml.chart+xml"/>
  <Override PartName="/ppt/charts/chart819.xml" ContentType="application/vnd.openxmlformats-officedocument.drawingml.chart+xml"/>
  <Override PartName="/ppt/charts/chart82.xml" ContentType="application/vnd.openxmlformats-officedocument.drawingml.chart+xml"/>
  <Override PartName="/ppt/charts/chart820.xml" ContentType="application/vnd.openxmlformats-officedocument.drawingml.chart+xml"/>
  <Override PartName="/ppt/charts/chart821.xml" ContentType="application/vnd.openxmlformats-officedocument.drawingml.chart+xml"/>
  <Override PartName="/ppt/charts/chart822.xml" ContentType="application/vnd.openxmlformats-officedocument.drawingml.chart+xml"/>
  <Override PartName="/ppt/charts/chart823.xml" ContentType="application/vnd.openxmlformats-officedocument.drawingml.chart+xml"/>
  <Override PartName="/ppt/charts/chart824.xml" ContentType="application/vnd.openxmlformats-officedocument.drawingml.chart+xml"/>
  <Override PartName="/ppt/charts/chart825.xml" ContentType="application/vnd.openxmlformats-officedocument.drawingml.chart+xml"/>
  <Override PartName="/ppt/charts/chart826.xml" ContentType="application/vnd.openxmlformats-officedocument.drawingml.chart+xml"/>
  <Override PartName="/ppt/charts/chart827.xml" ContentType="application/vnd.openxmlformats-officedocument.drawingml.chart+xml"/>
  <Override PartName="/ppt/charts/chart828.xml" ContentType="application/vnd.openxmlformats-officedocument.drawingml.chart+xml"/>
  <Override PartName="/ppt/charts/chart829.xml" ContentType="application/vnd.openxmlformats-officedocument.drawingml.chart+xml"/>
  <Override PartName="/ppt/charts/chart83.xml" ContentType="application/vnd.openxmlformats-officedocument.drawingml.chart+xml"/>
  <Override PartName="/ppt/charts/chart830.xml" ContentType="application/vnd.openxmlformats-officedocument.drawingml.chart+xml"/>
  <Override PartName="/ppt/charts/chart831.xml" ContentType="application/vnd.openxmlformats-officedocument.drawingml.chart+xml"/>
  <Override PartName="/ppt/charts/chart832.xml" ContentType="application/vnd.openxmlformats-officedocument.drawingml.chart+xml"/>
  <Override PartName="/ppt/charts/chart833.xml" ContentType="application/vnd.openxmlformats-officedocument.drawingml.chart+xml"/>
  <Override PartName="/ppt/charts/chart834.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58" r:id="rId4"/>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59" r:id="rId5"/>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260" r:id="rId6"/>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261" r:id="rId7"/>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2" r:id="rId8"/>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263" r:id="rId9"/>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264" r:id="rId10"/>
    <p:sldId id="412" r:id="rId163"/>
    <p:sldId id="413" r:id="rId164"/>
    <p:sldId id="414" r:id="rId165"/>
    <p:sldId id="415" r:id="rId166"/>
    <p:sldId id="416" r:id="rId167"/>
    <p:sldId id="417" r:id="rId168"/>
    <p:sldId id="418" r:id="rId169"/>
    <p:sldId id="419" r:id="rId170"/>
    <p:sldId id="265" r:id="rId11"/>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266" r:id="rId12"/>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_rels/chart784.xml.rels><?xml version='1.0' encoding='UTF-8' standalone='yes'?>
<Relationships xmlns="http://schemas.openxmlformats.org/package/2006/relationships"><Relationship Id="rId1" Type="http://schemas.openxmlformats.org/officeDocument/2006/relationships/package" Target="../embeddings/Microsoft_Excel_Worksheet784.xlsx"/></Relationships>
</file>

<file path=ppt/charts/_rels/chart785.xml.rels><?xml version='1.0' encoding='UTF-8' standalone='yes'?>
<Relationships xmlns="http://schemas.openxmlformats.org/package/2006/relationships"><Relationship Id="rId1" Type="http://schemas.openxmlformats.org/officeDocument/2006/relationships/package" Target="../embeddings/Microsoft_Excel_Worksheet785.xlsx"/></Relationships>
</file>

<file path=ppt/charts/_rels/chart786.xml.rels><?xml version='1.0' encoding='UTF-8' standalone='yes'?>
<Relationships xmlns="http://schemas.openxmlformats.org/package/2006/relationships"><Relationship Id="rId1" Type="http://schemas.openxmlformats.org/officeDocument/2006/relationships/package" Target="../embeddings/Microsoft_Excel_Worksheet786.xlsx"/></Relationships>
</file>

<file path=ppt/charts/_rels/chart787.xml.rels><?xml version='1.0' encoding='UTF-8' standalone='yes'?>
<Relationships xmlns="http://schemas.openxmlformats.org/package/2006/relationships"><Relationship Id="rId1" Type="http://schemas.openxmlformats.org/officeDocument/2006/relationships/package" Target="../embeddings/Microsoft_Excel_Worksheet787.xlsx"/></Relationships>
</file>

<file path=ppt/charts/_rels/chart788.xml.rels><?xml version='1.0' encoding='UTF-8' standalone='yes'?>
<Relationships xmlns="http://schemas.openxmlformats.org/package/2006/relationships"><Relationship Id="rId1" Type="http://schemas.openxmlformats.org/officeDocument/2006/relationships/package" Target="../embeddings/Microsoft_Excel_Worksheet788.xlsx"/></Relationships>
</file>

<file path=ppt/charts/_rels/chart789.xml.rels><?xml version='1.0' encoding='UTF-8' standalone='yes'?>
<Relationships xmlns="http://schemas.openxmlformats.org/package/2006/relationships"><Relationship Id="rId1" Type="http://schemas.openxmlformats.org/officeDocument/2006/relationships/package" Target="../embeddings/Microsoft_Excel_Worksheet789.xlsx"/></Relationships>
</file>

<file path=ppt/charts/_rels/chart790.xml.rels><?xml version='1.0' encoding='UTF-8' standalone='yes'?>
<Relationships xmlns="http://schemas.openxmlformats.org/package/2006/relationships"><Relationship Id="rId1" Type="http://schemas.openxmlformats.org/officeDocument/2006/relationships/package" Target="../embeddings/Microsoft_Excel_Worksheet790.xlsx"/></Relationships>
</file>

<file path=ppt/charts/_rels/chart791.xml.rels><?xml version='1.0' encoding='UTF-8' standalone='yes'?>
<Relationships xmlns="http://schemas.openxmlformats.org/package/2006/relationships"><Relationship Id="rId1" Type="http://schemas.openxmlformats.org/officeDocument/2006/relationships/package" Target="../embeddings/Microsoft_Excel_Worksheet791.xlsx"/></Relationships>
</file>

<file path=ppt/charts/_rels/chart792.xml.rels><?xml version='1.0' encoding='UTF-8' standalone='yes'?>
<Relationships xmlns="http://schemas.openxmlformats.org/package/2006/relationships"><Relationship Id="rId1" Type="http://schemas.openxmlformats.org/officeDocument/2006/relationships/package" Target="../embeddings/Microsoft_Excel_Worksheet792.xlsx"/></Relationships>
</file>

<file path=ppt/charts/_rels/chart793.xml.rels><?xml version='1.0' encoding='UTF-8' standalone='yes'?>
<Relationships xmlns="http://schemas.openxmlformats.org/package/2006/relationships"><Relationship Id="rId1" Type="http://schemas.openxmlformats.org/officeDocument/2006/relationships/package" Target="../embeddings/Microsoft_Excel_Worksheet793.xlsx"/></Relationships>
</file>

<file path=ppt/charts/_rels/chart794.xml.rels><?xml version='1.0' encoding='UTF-8' standalone='yes'?>
<Relationships xmlns="http://schemas.openxmlformats.org/package/2006/relationships"><Relationship Id="rId1" Type="http://schemas.openxmlformats.org/officeDocument/2006/relationships/package" Target="../embeddings/Microsoft_Excel_Worksheet794.xlsx"/></Relationships>
</file>

<file path=ppt/charts/_rels/chart795.xml.rels><?xml version='1.0' encoding='UTF-8' standalone='yes'?>
<Relationships xmlns="http://schemas.openxmlformats.org/package/2006/relationships"><Relationship Id="rId1" Type="http://schemas.openxmlformats.org/officeDocument/2006/relationships/package" Target="../embeddings/Microsoft_Excel_Worksheet795.xlsx"/></Relationships>
</file>

<file path=ppt/charts/_rels/chart796.xml.rels><?xml version='1.0' encoding='UTF-8' standalone='yes'?>
<Relationships xmlns="http://schemas.openxmlformats.org/package/2006/relationships"><Relationship Id="rId1" Type="http://schemas.openxmlformats.org/officeDocument/2006/relationships/package" Target="../embeddings/Microsoft_Excel_Worksheet796.xlsx"/></Relationships>
</file>

<file path=ppt/charts/_rels/chart797.xml.rels><?xml version='1.0' encoding='UTF-8' standalone='yes'?>
<Relationships xmlns="http://schemas.openxmlformats.org/package/2006/relationships"><Relationship Id="rId1" Type="http://schemas.openxmlformats.org/officeDocument/2006/relationships/package" Target="../embeddings/Microsoft_Excel_Worksheet797.xlsx"/></Relationships>
</file>

<file path=ppt/charts/_rels/chart798.xml.rels><?xml version='1.0' encoding='UTF-8' standalone='yes'?>
<Relationships xmlns="http://schemas.openxmlformats.org/package/2006/relationships"><Relationship Id="rId1" Type="http://schemas.openxmlformats.org/officeDocument/2006/relationships/package" Target="../embeddings/Microsoft_Excel_Worksheet798.xlsx"/></Relationships>
</file>

<file path=ppt/charts/_rels/chart799.xml.rels><?xml version='1.0' encoding='UTF-8' standalone='yes'?>
<Relationships xmlns="http://schemas.openxmlformats.org/package/2006/relationships"><Relationship Id="rId1" Type="http://schemas.openxmlformats.org/officeDocument/2006/relationships/package" Target="../embeddings/Microsoft_Excel_Worksheet799.xlsx"/></Relationships>
</file>

<file path=ppt/charts/_rels/chart800.xml.rels><?xml version='1.0' encoding='UTF-8' standalone='yes'?>
<Relationships xmlns="http://schemas.openxmlformats.org/package/2006/relationships"><Relationship Id="rId1" Type="http://schemas.openxmlformats.org/officeDocument/2006/relationships/package" Target="../embeddings/Microsoft_Excel_Worksheet800.xlsx"/></Relationships>
</file>

<file path=ppt/charts/_rels/chart801.xml.rels><?xml version='1.0' encoding='UTF-8' standalone='yes'?>
<Relationships xmlns="http://schemas.openxmlformats.org/package/2006/relationships"><Relationship Id="rId1" Type="http://schemas.openxmlformats.org/officeDocument/2006/relationships/package" Target="../embeddings/Microsoft_Excel_Worksheet801.xlsx"/></Relationships>
</file>

<file path=ppt/charts/_rels/chart802.xml.rels><?xml version='1.0' encoding='UTF-8' standalone='yes'?>
<Relationships xmlns="http://schemas.openxmlformats.org/package/2006/relationships"><Relationship Id="rId1" Type="http://schemas.openxmlformats.org/officeDocument/2006/relationships/package" Target="../embeddings/Microsoft_Excel_Worksheet802.xlsx"/></Relationships>
</file>

<file path=ppt/charts/_rels/chart803.xml.rels><?xml version='1.0' encoding='UTF-8' standalone='yes'?>
<Relationships xmlns="http://schemas.openxmlformats.org/package/2006/relationships"><Relationship Id="rId1" Type="http://schemas.openxmlformats.org/officeDocument/2006/relationships/package" Target="../embeddings/Microsoft_Excel_Worksheet803.xlsx"/></Relationships>
</file>

<file path=ppt/charts/_rels/chart804.xml.rels><?xml version='1.0' encoding='UTF-8' standalone='yes'?>
<Relationships xmlns="http://schemas.openxmlformats.org/package/2006/relationships"><Relationship Id="rId1" Type="http://schemas.openxmlformats.org/officeDocument/2006/relationships/package" Target="../embeddings/Microsoft_Excel_Worksheet804.xlsx"/></Relationships>
</file>

<file path=ppt/charts/_rels/chart805.xml.rels><?xml version='1.0' encoding='UTF-8' standalone='yes'?>
<Relationships xmlns="http://schemas.openxmlformats.org/package/2006/relationships"><Relationship Id="rId1" Type="http://schemas.openxmlformats.org/officeDocument/2006/relationships/package" Target="../embeddings/Microsoft_Excel_Worksheet805.xlsx"/></Relationships>
</file>

<file path=ppt/charts/_rels/chart806.xml.rels><?xml version='1.0' encoding='UTF-8' standalone='yes'?>
<Relationships xmlns="http://schemas.openxmlformats.org/package/2006/relationships"><Relationship Id="rId1" Type="http://schemas.openxmlformats.org/officeDocument/2006/relationships/package" Target="../embeddings/Microsoft_Excel_Worksheet806.xlsx"/></Relationships>
</file>

<file path=ppt/charts/_rels/chart807.xml.rels><?xml version='1.0' encoding='UTF-8' standalone='yes'?>
<Relationships xmlns="http://schemas.openxmlformats.org/package/2006/relationships"><Relationship Id="rId1" Type="http://schemas.openxmlformats.org/officeDocument/2006/relationships/package" Target="../embeddings/Microsoft_Excel_Worksheet807.xlsx"/></Relationships>
</file>

<file path=ppt/charts/_rels/chart808.xml.rels><?xml version='1.0' encoding='UTF-8' standalone='yes'?>
<Relationships xmlns="http://schemas.openxmlformats.org/package/2006/relationships"><Relationship Id="rId1" Type="http://schemas.openxmlformats.org/officeDocument/2006/relationships/package" Target="../embeddings/Microsoft_Excel_Worksheet808.xlsx"/></Relationships>
</file>

<file path=ppt/charts/_rels/chart809.xml.rels><?xml version='1.0' encoding='UTF-8' standalone='yes'?>
<Relationships xmlns="http://schemas.openxmlformats.org/package/2006/relationships"><Relationship Id="rId1" Type="http://schemas.openxmlformats.org/officeDocument/2006/relationships/package" Target="../embeddings/Microsoft_Excel_Worksheet809.xlsx"/></Relationships>
</file>

<file path=ppt/charts/_rels/chart810.xml.rels><?xml version='1.0' encoding='UTF-8' standalone='yes'?>
<Relationships xmlns="http://schemas.openxmlformats.org/package/2006/relationships"><Relationship Id="rId1" Type="http://schemas.openxmlformats.org/officeDocument/2006/relationships/package" Target="../embeddings/Microsoft_Excel_Worksheet810.xlsx"/></Relationships>
</file>

<file path=ppt/charts/_rels/chart811.xml.rels><?xml version='1.0' encoding='UTF-8' standalone='yes'?>
<Relationships xmlns="http://schemas.openxmlformats.org/package/2006/relationships"><Relationship Id="rId1" Type="http://schemas.openxmlformats.org/officeDocument/2006/relationships/package" Target="../embeddings/Microsoft_Excel_Worksheet811.xlsx"/></Relationships>
</file>

<file path=ppt/charts/_rels/chart812.xml.rels><?xml version='1.0' encoding='UTF-8' standalone='yes'?>
<Relationships xmlns="http://schemas.openxmlformats.org/package/2006/relationships"><Relationship Id="rId1" Type="http://schemas.openxmlformats.org/officeDocument/2006/relationships/package" Target="../embeddings/Microsoft_Excel_Worksheet812.xlsx"/></Relationships>
</file>

<file path=ppt/charts/_rels/chart813.xml.rels><?xml version='1.0' encoding='UTF-8' standalone='yes'?>
<Relationships xmlns="http://schemas.openxmlformats.org/package/2006/relationships"><Relationship Id="rId1" Type="http://schemas.openxmlformats.org/officeDocument/2006/relationships/package" Target="../embeddings/Microsoft_Excel_Worksheet813.xlsx"/></Relationships>
</file>

<file path=ppt/charts/_rels/chart814.xml.rels><?xml version='1.0' encoding='UTF-8' standalone='yes'?>
<Relationships xmlns="http://schemas.openxmlformats.org/package/2006/relationships"><Relationship Id="rId1" Type="http://schemas.openxmlformats.org/officeDocument/2006/relationships/package" Target="../embeddings/Microsoft_Excel_Worksheet814.xlsx"/></Relationships>
</file>

<file path=ppt/charts/_rels/chart815.xml.rels><?xml version='1.0' encoding='UTF-8' standalone='yes'?>
<Relationships xmlns="http://schemas.openxmlformats.org/package/2006/relationships"><Relationship Id="rId1" Type="http://schemas.openxmlformats.org/officeDocument/2006/relationships/package" Target="../embeddings/Microsoft_Excel_Worksheet815.xlsx"/></Relationships>
</file>

<file path=ppt/charts/_rels/chart816.xml.rels><?xml version='1.0' encoding='UTF-8' standalone='yes'?>
<Relationships xmlns="http://schemas.openxmlformats.org/package/2006/relationships"><Relationship Id="rId1" Type="http://schemas.openxmlformats.org/officeDocument/2006/relationships/package" Target="../embeddings/Microsoft_Excel_Worksheet816.xlsx"/></Relationships>
</file>

<file path=ppt/charts/_rels/chart817.xml.rels><?xml version='1.0' encoding='UTF-8' standalone='yes'?>
<Relationships xmlns="http://schemas.openxmlformats.org/package/2006/relationships"><Relationship Id="rId1" Type="http://schemas.openxmlformats.org/officeDocument/2006/relationships/package" Target="../embeddings/Microsoft_Excel_Worksheet817.xlsx"/></Relationships>
</file>

<file path=ppt/charts/_rels/chart818.xml.rels><?xml version='1.0' encoding='UTF-8' standalone='yes'?>
<Relationships xmlns="http://schemas.openxmlformats.org/package/2006/relationships"><Relationship Id="rId1" Type="http://schemas.openxmlformats.org/officeDocument/2006/relationships/package" Target="../embeddings/Microsoft_Excel_Worksheet818.xlsx"/></Relationships>
</file>

<file path=ppt/charts/_rels/chart819.xml.rels><?xml version='1.0' encoding='UTF-8' standalone='yes'?>
<Relationships xmlns="http://schemas.openxmlformats.org/package/2006/relationships"><Relationship Id="rId1" Type="http://schemas.openxmlformats.org/officeDocument/2006/relationships/package" Target="../embeddings/Microsoft_Excel_Worksheet819.xlsx"/></Relationships>
</file>

<file path=ppt/charts/_rels/chart820.xml.rels><?xml version='1.0' encoding='UTF-8' standalone='yes'?>
<Relationships xmlns="http://schemas.openxmlformats.org/package/2006/relationships"><Relationship Id="rId1" Type="http://schemas.openxmlformats.org/officeDocument/2006/relationships/package" Target="../embeddings/Microsoft_Excel_Worksheet820.xlsx"/></Relationships>
</file>

<file path=ppt/charts/_rels/chart821.xml.rels><?xml version='1.0' encoding='UTF-8' standalone='yes'?>
<Relationships xmlns="http://schemas.openxmlformats.org/package/2006/relationships"><Relationship Id="rId1" Type="http://schemas.openxmlformats.org/officeDocument/2006/relationships/package" Target="../embeddings/Microsoft_Excel_Worksheet821.xlsx"/></Relationships>
</file>

<file path=ppt/charts/_rels/chart822.xml.rels><?xml version='1.0' encoding='UTF-8' standalone='yes'?>
<Relationships xmlns="http://schemas.openxmlformats.org/package/2006/relationships"><Relationship Id="rId1" Type="http://schemas.openxmlformats.org/officeDocument/2006/relationships/package" Target="../embeddings/Microsoft_Excel_Worksheet822.xlsx"/></Relationships>
</file>

<file path=ppt/charts/_rels/chart823.xml.rels><?xml version='1.0' encoding='UTF-8' standalone='yes'?>
<Relationships xmlns="http://schemas.openxmlformats.org/package/2006/relationships"><Relationship Id="rId1" Type="http://schemas.openxmlformats.org/officeDocument/2006/relationships/package" Target="../embeddings/Microsoft_Excel_Worksheet823.xlsx"/></Relationships>
</file>

<file path=ppt/charts/_rels/chart824.xml.rels><?xml version='1.0' encoding='UTF-8' standalone='yes'?>
<Relationships xmlns="http://schemas.openxmlformats.org/package/2006/relationships"><Relationship Id="rId1" Type="http://schemas.openxmlformats.org/officeDocument/2006/relationships/package" Target="../embeddings/Microsoft_Excel_Worksheet824.xlsx"/></Relationships>
</file>

<file path=ppt/charts/_rels/chart825.xml.rels><?xml version='1.0' encoding='UTF-8' standalone='yes'?>
<Relationships xmlns="http://schemas.openxmlformats.org/package/2006/relationships"><Relationship Id="rId1" Type="http://schemas.openxmlformats.org/officeDocument/2006/relationships/package" Target="../embeddings/Microsoft_Excel_Worksheet825.xlsx"/></Relationships>
</file>

<file path=ppt/charts/_rels/chart826.xml.rels><?xml version='1.0' encoding='UTF-8' standalone='yes'?>
<Relationships xmlns="http://schemas.openxmlformats.org/package/2006/relationships"><Relationship Id="rId1" Type="http://schemas.openxmlformats.org/officeDocument/2006/relationships/package" Target="../embeddings/Microsoft_Excel_Worksheet826.xlsx"/></Relationships>
</file>

<file path=ppt/charts/_rels/chart827.xml.rels><?xml version='1.0' encoding='UTF-8' standalone='yes'?>
<Relationships xmlns="http://schemas.openxmlformats.org/package/2006/relationships"><Relationship Id="rId1" Type="http://schemas.openxmlformats.org/officeDocument/2006/relationships/package" Target="../embeddings/Microsoft_Excel_Worksheet827.xlsx"/></Relationships>
</file>

<file path=ppt/charts/_rels/chart828.xml.rels><?xml version='1.0' encoding='UTF-8' standalone='yes'?>
<Relationships xmlns="http://schemas.openxmlformats.org/package/2006/relationships"><Relationship Id="rId1" Type="http://schemas.openxmlformats.org/officeDocument/2006/relationships/package" Target="../embeddings/Microsoft_Excel_Worksheet828.xlsx"/></Relationships>
</file>

<file path=ppt/charts/_rels/chart829.xml.rels><?xml version='1.0' encoding='UTF-8' standalone='yes'?>
<Relationships xmlns="http://schemas.openxmlformats.org/package/2006/relationships"><Relationship Id="rId1" Type="http://schemas.openxmlformats.org/officeDocument/2006/relationships/package" Target="../embeddings/Microsoft_Excel_Worksheet829.xlsx"/></Relationships>
</file>

<file path=ppt/charts/_rels/chart830.xml.rels><?xml version='1.0' encoding='UTF-8' standalone='yes'?>
<Relationships xmlns="http://schemas.openxmlformats.org/package/2006/relationships"><Relationship Id="rId1" Type="http://schemas.openxmlformats.org/officeDocument/2006/relationships/package" Target="../embeddings/Microsoft_Excel_Worksheet830.xlsx"/></Relationships>
</file>

<file path=ppt/charts/_rels/chart831.xml.rels><?xml version='1.0' encoding='UTF-8' standalone='yes'?>
<Relationships xmlns="http://schemas.openxmlformats.org/package/2006/relationships"><Relationship Id="rId1" Type="http://schemas.openxmlformats.org/officeDocument/2006/relationships/package" Target="../embeddings/Microsoft_Excel_Worksheet831.xlsx"/></Relationships>
</file>

<file path=ppt/charts/_rels/chart832.xml.rels><?xml version='1.0' encoding='UTF-8' standalone='yes'?>
<Relationships xmlns="http://schemas.openxmlformats.org/package/2006/relationships"><Relationship Id="rId1" Type="http://schemas.openxmlformats.org/officeDocument/2006/relationships/package" Target="../embeddings/Microsoft_Excel_Worksheet832.xlsx"/></Relationships>
</file>

<file path=ppt/charts/_rels/chart833.xml.rels><?xml version='1.0' encoding='UTF-8' standalone='yes'?>
<Relationships xmlns="http://schemas.openxmlformats.org/package/2006/relationships"><Relationship Id="rId1" Type="http://schemas.openxmlformats.org/officeDocument/2006/relationships/package" Target="../embeddings/Microsoft_Excel_Worksheet833.xlsx"/></Relationships>
</file>

<file path=ppt/charts/_rels/chart834.xml.rels><?xml version='1.0' encoding='UTF-8' standalone='yes'?>
<Relationships xmlns="http://schemas.openxmlformats.org/package/2006/relationships"><Relationship Id="rId1" Type="http://schemas.openxmlformats.org/officeDocument/2006/relationships/package" Target="../embeddings/Microsoft_Excel_Worksheet8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2.xml"/><Relationship Id="rId3" Type="http://schemas.openxmlformats.org/officeDocument/2006/relationships/chart" Target="../charts/chart653.xml"/><Relationship Id="rId4" Type="http://schemas.openxmlformats.org/officeDocument/2006/relationships/chart" Target="../charts/chart654.xml"/><Relationship Id="rId5" Type="http://schemas.openxmlformats.org/officeDocument/2006/relationships/chart" Target="../charts/chart655.xml"/><Relationship Id="rId6" Type="http://schemas.openxmlformats.org/officeDocument/2006/relationships/chart" Target="../charts/chart656.xml"/><Relationship Id="rId7" Type="http://schemas.openxmlformats.org/officeDocument/2006/relationships/chart" Target="../charts/chart657.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8.xml"/><Relationship Id="rId3" Type="http://schemas.openxmlformats.org/officeDocument/2006/relationships/chart" Target="../charts/chart659.xml"/><Relationship Id="rId4" Type="http://schemas.openxmlformats.org/officeDocument/2006/relationships/chart" Target="../charts/chart660.xml"/><Relationship Id="rId5" Type="http://schemas.openxmlformats.org/officeDocument/2006/relationships/chart" Target="../charts/chart661.xml"/><Relationship Id="rId6" Type="http://schemas.openxmlformats.org/officeDocument/2006/relationships/chart" Target="../charts/chart662.xml"/><Relationship Id="rId7" Type="http://schemas.openxmlformats.org/officeDocument/2006/relationships/chart" Target="../charts/chart663.xml"/><Relationship Id="rId8" Type="http://schemas.openxmlformats.org/officeDocument/2006/relationships/chart" Target="../charts/chart664.xml"/><Relationship Id="rId9" Type="http://schemas.openxmlformats.org/officeDocument/2006/relationships/chart" Target="../charts/chart665.xml"/><Relationship Id="rId10" Type="http://schemas.openxmlformats.org/officeDocument/2006/relationships/chart" Target="../charts/chart666.xml"/><Relationship Id="rId11" Type="http://schemas.openxmlformats.org/officeDocument/2006/relationships/chart" Target="../charts/chart667.xml"/><Relationship Id="rId12" Type="http://schemas.openxmlformats.org/officeDocument/2006/relationships/chart" Target="../charts/chart668.xml"/><Relationship Id="rId13" Type="http://schemas.openxmlformats.org/officeDocument/2006/relationships/chart" Target="../charts/chart669.xml"/><Relationship Id="rId14" Type="http://schemas.openxmlformats.org/officeDocument/2006/relationships/chart" Target="../charts/chart670.xml"/><Relationship Id="rId15" Type="http://schemas.openxmlformats.org/officeDocument/2006/relationships/chart" Target="../charts/chart671.xml"/><Relationship Id="rId16" Type="http://schemas.openxmlformats.org/officeDocument/2006/relationships/chart" Target="../charts/chart672.xml"/><Relationship Id="rId17" Type="http://schemas.openxmlformats.org/officeDocument/2006/relationships/chart" Target="../charts/chart673.xml"/><Relationship Id="rId18" Type="http://schemas.openxmlformats.org/officeDocument/2006/relationships/chart" Target="../charts/chart674.xml"/><Relationship Id="rId19" Type="http://schemas.openxmlformats.org/officeDocument/2006/relationships/chart" Target="../charts/chart675.xml"/><Relationship Id="rId20" Type="http://schemas.openxmlformats.org/officeDocument/2006/relationships/chart" Target="../charts/chart676.xml"/><Relationship Id="rId21" Type="http://schemas.openxmlformats.org/officeDocument/2006/relationships/chart" Target="../charts/chart677.xml"/><Relationship Id="rId2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8.xml"/><Relationship Id="rId3" Type="http://schemas.openxmlformats.org/officeDocument/2006/relationships/chart" Target="../charts/chart679.xml"/><Relationship Id="rId4" Type="http://schemas.openxmlformats.org/officeDocument/2006/relationships/chart" Target="../charts/chart680.xml"/><Relationship Id="rId5" Type="http://schemas.openxmlformats.org/officeDocument/2006/relationships/chart" Target="../charts/chart681.xml"/><Relationship Id="rId6" Type="http://schemas.openxmlformats.org/officeDocument/2006/relationships/chart" Target="../charts/chart682.xml"/><Relationship Id="rId7" Type="http://schemas.openxmlformats.org/officeDocument/2006/relationships/chart" Target="../charts/chart683.xml"/><Relationship Id="rId8"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4.xml"/><Relationship Id="rId3" Type="http://schemas.openxmlformats.org/officeDocument/2006/relationships/chart" Target="../charts/chart685.xml"/><Relationship Id="rId4" Type="http://schemas.openxmlformats.org/officeDocument/2006/relationships/chart" Target="../charts/chart686.xml"/><Relationship Id="rId5" Type="http://schemas.openxmlformats.org/officeDocument/2006/relationships/chart" Target="../charts/chart687.xml"/><Relationship Id="rId6" Type="http://schemas.openxmlformats.org/officeDocument/2006/relationships/chart" Target="../charts/chart688.xml"/><Relationship Id="rId7" Type="http://schemas.openxmlformats.org/officeDocument/2006/relationships/chart" Target="../charts/chart689.xml"/><Relationship Id="rId8" Type="http://schemas.openxmlformats.org/officeDocument/2006/relationships/chart" Target="../charts/chart690.xml"/><Relationship Id="rId9" Type="http://schemas.openxmlformats.org/officeDocument/2006/relationships/chart" Target="../charts/chart691.xml"/><Relationship Id="rId10" Type="http://schemas.openxmlformats.org/officeDocument/2006/relationships/chart" Target="../charts/chart692.xml"/><Relationship Id="rId11" Type="http://schemas.openxmlformats.org/officeDocument/2006/relationships/chart" Target="../charts/chart693.xml"/><Relationship Id="rId12" Type="http://schemas.openxmlformats.org/officeDocument/2006/relationships/chart" Target="../charts/chart694.xml"/><Relationship Id="rId13" Type="http://schemas.openxmlformats.org/officeDocument/2006/relationships/chart" Target="../charts/chart695.xml"/><Relationship Id="rId14" Type="http://schemas.openxmlformats.org/officeDocument/2006/relationships/chart" Target="../charts/chart696.xml"/><Relationship Id="rId15" Type="http://schemas.openxmlformats.org/officeDocument/2006/relationships/chart" Target="../charts/chart697.xml"/><Relationship Id="rId16" Type="http://schemas.openxmlformats.org/officeDocument/2006/relationships/chart" Target="../charts/chart698.xml"/><Relationship Id="rId17" Type="http://schemas.openxmlformats.org/officeDocument/2006/relationships/chart" Target="../charts/chart699.xml"/><Relationship Id="rId18" Type="http://schemas.openxmlformats.org/officeDocument/2006/relationships/chart" Target="../charts/chart700.xml"/><Relationship Id="rId19" Type="http://schemas.openxmlformats.org/officeDocument/2006/relationships/chart" Target="../charts/chart701.xml"/><Relationship Id="rId20" Type="http://schemas.openxmlformats.org/officeDocument/2006/relationships/chart" Target="../charts/chart702.xml"/><Relationship Id="rId21" Type="http://schemas.openxmlformats.org/officeDocument/2006/relationships/chart" Target="../charts/chart703.xml"/><Relationship Id="rId2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4.xml"/><Relationship Id="rId3" Type="http://schemas.openxmlformats.org/officeDocument/2006/relationships/chart" Target="../charts/chart705.xml"/><Relationship Id="rId4" Type="http://schemas.openxmlformats.org/officeDocument/2006/relationships/chart" Target="../charts/chart706.xml"/><Relationship Id="rId5" Type="http://schemas.openxmlformats.org/officeDocument/2006/relationships/chart" Target="../charts/chart707.xml"/><Relationship Id="rId6" Type="http://schemas.openxmlformats.org/officeDocument/2006/relationships/chart" Target="../charts/chart708.xml"/><Relationship Id="rId7" Type="http://schemas.openxmlformats.org/officeDocument/2006/relationships/chart" Target="../charts/chart709.xml"/><Relationship Id="rId8"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0.xml"/><Relationship Id="rId3" Type="http://schemas.openxmlformats.org/officeDocument/2006/relationships/chart" Target="../charts/chart711.xml"/><Relationship Id="rId4" Type="http://schemas.openxmlformats.org/officeDocument/2006/relationships/chart" Target="../charts/chart712.xml"/><Relationship Id="rId5" Type="http://schemas.openxmlformats.org/officeDocument/2006/relationships/chart" Target="../charts/chart713.xml"/><Relationship Id="rId6" Type="http://schemas.openxmlformats.org/officeDocument/2006/relationships/chart" Target="../charts/chart714.xml"/><Relationship Id="rId7" Type="http://schemas.openxmlformats.org/officeDocument/2006/relationships/chart" Target="../charts/chart715.xml"/><Relationship Id="rId8" Type="http://schemas.openxmlformats.org/officeDocument/2006/relationships/chart" Target="../charts/chart716.xml"/><Relationship Id="rId9" Type="http://schemas.openxmlformats.org/officeDocument/2006/relationships/chart" Target="../charts/chart717.xml"/><Relationship Id="rId10" Type="http://schemas.openxmlformats.org/officeDocument/2006/relationships/chart" Target="../charts/chart718.xml"/><Relationship Id="rId11" Type="http://schemas.openxmlformats.org/officeDocument/2006/relationships/chart" Target="../charts/chart719.xml"/><Relationship Id="rId12" Type="http://schemas.openxmlformats.org/officeDocument/2006/relationships/chart" Target="../charts/chart720.xml"/><Relationship Id="rId13" Type="http://schemas.openxmlformats.org/officeDocument/2006/relationships/chart" Target="../charts/chart721.xml"/><Relationship Id="rId14" Type="http://schemas.openxmlformats.org/officeDocument/2006/relationships/chart" Target="../charts/chart722.xml"/><Relationship Id="rId15" Type="http://schemas.openxmlformats.org/officeDocument/2006/relationships/chart" Target="../charts/chart723.xml"/><Relationship Id="rId16" Type="http://schemas.openxmlformats.org/officeDocument/2006/relationships/chart" Target="../charts/chart724.xml"/><Relationship Id="rId17" Type="http://schemas.openxmlformats.org/officeDocument/2006/relationships/chart" Target="../charts/chart725.xml"/><Relationship Id="rId18" Type="http://schemas.openxmlformats.org/officeDocument/2006/relationships/chart" Target="../charts/chart726.xml"/><Relationship Id="rId19" Type="http://schemas.openxmlformats.org/officeDocument/2006/relationships/chart" Target="../charts/chart727.xml"/><Relationship Id="rId20" Type="http://schemas.openxmlformats.org/officeDocument/2006/relationships/chart" Target="../charts/chart728.xml"/><Relationship Id="rId21" Type="http://schemas.openxmlformats.org/officeDocument/2006/relationships/chart" Target="../charts/chart729.xml"/><Relationship Id="rId2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0.xml"/><Relationship Id="rId3" Type="http://schemas.openxmlformats.org/officeDocument/2006/relationships/chart" Target="../charts/chart731.xml"/><Relationship Id="rId4" Type="http://schemas.openxmlformats.org/officeDocument/2006/relationships/chart" Target="../charts/chart732.xml"/><Relationship Id="rId5" Type="http://schemas.openxmlformats.org/officeDocument/2006/relationships/chart" Target="../charts/chart733.xml"/><Relationship Id="rId6" Type="http://schemas.openxmlformats.org/officeDocument/2006/relationships/chart" Target="../charts/chart734.xml"/><Relationship Id="rId7" Type="http://schemas.openxmlformats.org/officeDocument/2006/relationships/chart" Target="../charts/chart735.xml"/><Relationship Id="rId8" Type="http://schemas.openxmlformats.org/officeDocument/2006/relationships/chart" Target="../charts/chart736.xml"/><Relationship Id="rId9" Type="http://schemas.openxmlformats.org/officeDocument/2006/relationships/chart" Target="../charts/chart737.xml"/><Relationship Id="rId10" Type="http://schemas.openxmlformats.org/officeDocument/2006/relationships/chart" Target="../charts/chart738.xml"/><Relationship Id="rId11" Type="http://schemas.openxmlformats.org/officeDocument/2006/relationships/chart" Target="../charts/chart739.xml"/><Relationship Id="rId1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0.xml"/><Relationship Id="rId3" Type="http://schemas.openxmlformats.org/officeDocument/2006/relationships/chart" Target="../charts/chart741.xml"/><Relationship Id="rId4" Type="http://schemas.openxmlformats.org/officeDocument/2006/relationships/chart" Target="../charts/chart742.xml"/><Relationship Id="rId5" Type="http://schemas.openxmlformats.org/officeDocument/2006/relationships/chart" Target="../charts/chart743.xml"/><Relationship Id="rId6" Type="http://schemas.openxmlformats.org/officeDocument/2006/relationships/chart" Target="../charts/chart744.xml"/><Relationship Id="rId7" Type="http://schemas.openxmlformats.org/officeDocument/2006/relationships/chart" Target="../charts/chart745.xml"/><Relationship Id="rId8" Type="http://schemas.openxmlformats.org/officeDocument/2006/relationships/chart" Target="../charts/chart746.xml"/><Relationship Id="rId9" Type="http://schemas.openxmlformats.org/officeDocument/2006/relationships/chart" Target="../charts/chart747.xml"/><Relationship Id="rId10" Type="http://schemas.openxmlformats.org/officeDocument/2006/relationships/chart" Target="../charts/chart748.xml"/><Relationship Id="rId11" Type="http://schemas.openxmlformats.org/officeDocument/2006/relationships/chart" Target="../charts/chart749.xml"/><Relationship Id="rId1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0.xml"/><Relationship Id="rId3" Type="http://schemas.openxmlformats.org/officeDocument/2006/relationships/chart" Target="../charts/chart751.xml"/><Relationship Id="rId4" Type="http://schemas.openxmlformats.org/officeDocument/2006/relationships/chart" Target="../charts/chart752.xml"/><Relationship Id="rId5" Type="http://schemas.openxmlformats.org/officeDocument/2006/relationships/chart" Target="../charts/chart753.xml"/><Relationship Id="rId6" Type="http://schemas.openxmlformats.org/officeDocument/2006/relationships/chart" Target="../charts/chart754.xml"/><Relationship Id="rId7" Type="http://schemas.openxmlformats.org/officeDocument/2006/relationships/chart" Target="../charts/chart755.xml"/><Relationship Id="rId8" Type="http://schemas.openxmlformats.org/officeDocument/2006/relationships/chart" Target="../charts/chart756.xml"/><Relationship Id="rId9" Type="http://schemas.openxmlformats.org/officeDocument/2006/relationships/chart" Target="../charts/chart757.xml"/><Relationship Id="rId10" Type="http://schemas.openxmlformats.org/officeDocument/2006/relationships/chart" Target="../charts/chart758.xml"/><Relationship Id="rId11" Type="http://schemas.openxmlformats.org/officeDocument/2006/relationships/chart" Target="../charts/chart759.xml"/><Relationship Id="rId1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0.xml"/><Relationship Id="rId3" Type="http://schemas.openxmlformats.org/officeDocument/2006/relationships/chart" Target="../charts/chart761.xml"/><Relationship Id="rId4" Type="http://schemas.openxmlformats.org/officeDocument/2006/relationships/chart" Target="../charts/chart762.xml"/><Relationship Id="rId5" Type="http://schemas.openxmlformats.org/officeDocument/2006/relationships/chart" Target="../charts/chart763.xml"/><Relationship Id="rId6" Type="http://schemas.openxmlformats.org/officeDocument/2006/relationships/chart" Target="../charts/chart764.xml"/><Relationship Id="rId7" Type="http://schemas.openxmlformats.org/officeDocument/2006/relationships/chart" Target="../charts/chart765.xml"/><Relationship Id="rId8" Type="http://schemas.openxmlformats.org/officeDocument/2006/relationships/chart" Target="../charts/chart766.xml"/><Relationship Id="rId9" Type="http://schemas.openxmlformats.org/officeDocument/2006/relationships/chart" Target="../charts/chart767.xml"/><Relationship Id="rId10" Type="http://schemas.openxmlformats.org/officeDocument/2006/relationships/chart" Target="../charts/chart768.xml"/><Relationship Id="rId11" Type="http://schemas.openxmlformats.org/officeDocument/2006/relationships/chart" Target="../charts/chart769.xml"/><Relationship Id="rId1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0.xml"/><Relationship Id="rId3" Type="http://schemas.openxmlformats.org/officeDocument/2006/relationships/chart" Target="../charts/chart771.xml"/><Relationship Id="rId4" Type="http://schemas.openxmlformats.org/officeDocument/2006/relationships/chart" Target="../charts/chart772.xml"/><Relationship Id="rId5" Type="http://schemas.openxmlformats.org/officeDocument/2006/relationships/chart" Target="../charts/chart773.xml"/><Relationship Id="rId6" Type="http://schemas.openxmlformats.org/officeDocument/2006/relationships/chart" Target="../charts/chart774.xml"/><Relationship Id="rId7" Type="http://schemas.openxmlformats.org/officeDocument/2006/relationships/chart" Target="../charts/chart775.xml"/><Relationship Id="rId8" Type="http://schemas.openxmlformats.org/officeDocument/2006/relationships/chart" Target="../charts/chart776.xml"/><Relationship Id="rId9" Type="http://schemas.openxmlformats.org/officeDocument/2006/relationships/chart" Target="../charts/chart777.xml"/><Relationship Id="rId10" Type="http://schemas.openxmlformats.org/officeDocument/2006/relationships/chart" Target="../charts/chart778.xml"/><Relationship Id="rId11" Type="http://schemas.openxmlformats.org/officeDocument/2006/relationships/chart" Target="../charts/chart779.xml"/><Relationship Id="rId1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0.xml"/><Relationship Id="rId3" Type="http://schemas.openxmlformats.org/officeDocument/2006/relationships/chart" Target="../charts/chart781.xml"/><Relationship Id="rId4" Type="http://schemas.openxmlformats.org/officeDocument/2006/relationships/chart" Target="../charts/chart782.xml"/><Relationship Id="rId5" Type="http://schemas.openxmlformats.org/officeDocument/2006/relationships/chart" Target="../charts/chart783.xml"/><Relationship Id="rId6" Type="http://schemas.openxmlformats.org/officeDocument/2006/relationships/chart" Target="../charts/chart784.xml"/><Relationship Id="rId7" Type="http://schemas.openxmlformats.org/officeDocument/2006/relationships/chart" Target="../charts/chart785.xml"/><Relationship Id="rId8" Type="http://schemas.openxmlformats.org/officeDocument/2006/relationships/chart" Target="../charts/chart786.xml"/><Relationship Id="rId9" Type="http://schemas.openxmlformats.org/officeDocument/2006/relationships/chart" Target="../charts/chart787.xml"/><Relationship Id="rId10" Type="http://schemas.openxmlformats.org/officeDocument/2006/relationships/chart" Target="../charts/chart788.xml"/><Relationship Id="rId11" Type="http://schemas.openxmlformats.org/officeDocument/2006/relationships/chart" Target="../charts/chart789.xml"/><Relationship Id="rId1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0.xml"/><Relationship Id="rId3" Type="http://schemas.openxmlformats.org/officeDocument/2006/relationships/chart" Target="../charts/chart791.xml"/><Relationship Id="rId4" Type="http://schemas.openxmlformats.org/officeDocument/2006/relationships/chart" Target="../charts/chart792.xml"/><Relationship Id="rId5" Type="http://schemas.openxmlformats.org/officeDocument/2006/relationships/chart" Target="../charts/chart793.xml"/><Relationship Id="rId6" Type="http://schemas.openxmlformats.org/officeDocument/2006/relationships/chart" Target="../charts/chart794.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5.xml"/><Relationship Id="rId3" Type="http://schemas.openxmlformats.org/officeDocument/2006/relationships/chart" Target="../charts/chart796.xml"/><Relationship Id="rId4" Type="http://schemas.openxmlformats.org/officeDocument/2006/relationships/chart" Target="../charts/chart797.xml"/><Relationship Id="rId5" Type="http://schemas.openxmlformats.org/officeDocument/2006/relationships/chart" Target="../charts/chart798.xml"/><Relationship Id="rId6" Type="http://schemas.openxmlformats.org/officeDocument/2006/relationships/chart" Target="../charts/chart799.xml"/><Relationship Id="rId7"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0.xml"/><Relationship Id="rId3" Type="http://schemas.openxmlformats.org/officeDocument/2006/relationships/chart" Target="../charts/chart801.xml"/><Relationship Id="rId4" Type="http://schemas.openxmlformats.org/officeDocument/2006/relationships/chart" Target="../charts/chart802.xml"/><Relationship Id="rId5" Type="http://schemas.openxmlformats.org/officeDocument/2006/relationships/chart" Target="../charts/chart803.xml"/><Relationship Id="rId6" Type="http://schemas.openxmlformats.org/officeDocument/2006/relationships/chart" Target="../charts/chart804.xml"/><Relationship Id="rId7"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5.xml"/><Relationship Id="rId3" Type="http://schemas.openxmlformats.org/officeDocument/2006/relationships/chart" Target="../charts/chart806.xml"/><Relationship Id="rId4" Type="http://schemas.openxmlformats.org/officeDocument/2006/relationships/chart" Target="../charts/chart807.xml"/><Relationship Id="rId5" Type="http://schemas.openxmlformats.org/officeDocument/2006/relationships/chart" Target="../charts/chart808.xml"/><Relationship Id="rId6" Type="http://schemas.openxmlformats.org/officeDocument/2006/relationships/chart" Target="../charts/chart809.xml"/><Relationship Id="rId7"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0.xml"/><Relationship Id="rId3" Type="http://schemas.openxmlformats.org/officeDocument/2006/relationships/chart" Target="../charts/chart811.xml"/><Relationship Id="rId4" Type="http://schemas.openxmlformats.org/officeDocument/2006/relationships/chart" Target="../charts/chart812.xml"/><Relationship Id="rId5" Type="http://schemas.openxmlformats.org/officeDocument/2006/relationships/chart" Target="../charts/chart813.xml"/><Relationship Id="rId6" Type="http://schemas.openxmlformats.org/officeDocument/2006/relationships/chart" Target="../charts/chart814.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5.xml"/><Relationship Id="rId3" Type="http://schemas.openxmlformats.org/officeDocument/2006/relationships/chart" Target="../charts/chart816.xml"/><Relationship Id="rId4" Type="http://schemas.openxmlformats.org/officeDocument/2006/relationships/chart" Target="../charts/chart817.xml"/><Relationship Id="rId5" Type="http://schemas.openxmlformats.org/officeDocument/2006/relationships/chart" Target="../charts/chart818.xml"/><Relationship Id="rId6" Type="http://schemas.openxmlformats.org/officeDocument/2006/relationships/chart" Target="../charts/chart819.xml"/><Relationship Id="rId7"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0.xml"/><Relationship Id="rId3" Type="http://schemas.openxmlformats.org/officeDocument/2006/relationships/chart" Target="../charts/chart821.xml"/><Relationship Id="rId4" Type="http://schemas.openxmlformats.org/officeDocument/2006/relationships/chart" Target="../charts/chart822.xml"/><Relationship Id="rId5" Type="http://schemas.openxmlformats.org/officeDocument/2006/relationships/chart" Target="../charts/chart823.xml"/><Relationship Id="rId6" Type="http://schemas.openxmlformats.org/officeDocument/2006/relationships/chart" Target="../charts/chart824.xml"/><Relationship Id="rId7"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5.xml"/><Relationship Id="rId3" Type="http://schemas.openxmlformats.org/officeDocument/2006/relationships/chart" Target="../charts/chart826.xml"/><Relationship Id="rId4" Type="http://schemas.openxmlformats.org/officeDocument/2006/relationships/chart" Target="../charts/chart827.xml"/><Relationship Id="rId5" Type="http://schemas.openxmlformats.org/officeDocument/2006/relationships/chart" Target="../charts/chart828.xml"/><Relationship Id="rId6" Type="http://schemas.openxmlformats.org/officeDocument/2006/relationships/chart" Target="../charts/chart829.xml"/><Relationship Id="rId7"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0.xml"/><Relationship Id="rId3" Type="http://schemas.openxmlformats.org/officeDocument/2006/relationships/chart" Target="../charts/chart831.xml"/><Relationship Id="rId4" Type="http://schemas.openxmlformats.org/officeDocument/2006/relationships/chart" Target="../charts/chart832.xml"/><Relationship Id="rId5" Type="http://schemas.openxmlformats.org/officeDocument/2006/relationships/chart" Target="../charts/chart833.xml"/><Relationship Id="rId6" Type="http://schemas.openxmlformats.org/officeDocument/2006/relationships/chart" Target="../charts/chart834.xml"/><Relationship Id="rId7"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+$191K (+0.8%) year to date; 6 of nine months ahead of 2025, largest gain in September, +$506K.</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2026-10-29T04:52:04Z</dcterms:created>
  <dcterms:modified xsi:type="dcterms:W3CDTF">2026-10-29T04:52:04Z</dcterms:modified>
</cp:coreProperties>
</file>