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266" r:id="rId1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7" name="Shape 15"/>
          <p:cNvSpPr/>
          <p:nvPr/>
        </p:nvSpPr>
        <p:spPr>
          <a:xfrm>
            <a:off x="3845560" y="658368"/>
            <a:ext cx="7886192" cy="475488"/>
          </a:xfrm>
          <a:prstGeom prst="rect">
            <a:avLst/>
          </a:prstGeom>
          <a:solidFill>
            <a:srgbClr val="EDF4FA"/>
          </a:solidFill>
          <a:ln/>
        </p:spPr>
      </p:sp>
      <p:sp>
        <p:nvSpPr>
          <p:cNvPr id="18" name="Text 16"/>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7" name="Shape 15"/>
          <p:cNvSpPr/>
          <p:nvPr/>
        </p:nvSpPr>
        <p:spPr>
          <a:xfrm>
            <a:off x="4034028" y="658368"/>
            <a:ext cx="7697724" cy="475488"/>
          </a:xfrm>
          <a:prstGeom prst="rect">
            <a:avLst/>
          </a:prstGeom>
          <a:solidFill>
            <a:srgbClr val="EDF4FA"/>
          </a:solidFill>
          <a:ln/>
        </p:spPr>
      </p:sp>
      <p:sp>
        <p:nvSpPr>
          <p:cNvPr id="18" name="Text 16"/>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7" name="Shape 15"/>
          <p:cNvSpPr/>
          <p:nvPr/>
        </p:nvSpPr>
        <p:spPr>
          <a:xfrm>
            <a:off x="4222496" y="658368"/>
            <a:ext cx="7509256" cy="475488"/>
          </a:xfrm>
          <a:prstGeom prst="rect">
            <a:avLst/>
          </a:prstGeom>
          <a:solidFill>
            <a:srgbClr val="EDF4FA"/>
          </a:solidFill>
          <a:ln/>
        </p:spPr>
      </p:sp>
      <p:sp>
        <p:nvSpPr>
          <p:cNvPr id="18" name="Text 16"/>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28" name="Text 26"/>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0" name="Text 28"/>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37866"/>
            <a:ext cx="10872216" cy="323850"/>
          </a:xfrm>
          <a:prstGeom prst="rect">
            <a:avLst/>
          </a:prstGeom>
          <a:solidFill>
            <a:srgbClr val="F7F7F7"/>
          </a:solidFill>
          <a:ln/>
        </p:spPr>
      </p:sp>
      <p:sp>
        <p:nvSpPr>
          <p:cNvPr id="32" name="Text 30"/>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4" name="Text 32"/>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5" name="Text 33"/>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7" name="Text 35"/>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8" name="Text 36"/>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1" name="Text 39"/>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3" name="Text 41"/>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4" name="Shape 42"/>
          <p:cNvSpPr/>
          <p:nvPr/>
        </p:nvSpPr>
        <p:spPr>
          <a:xfrm>
            <a:off x="658368" y="3385566"/>
            <a:ext cx="10872216" cy="323850"/>
          </a:xfrm>
          <a:prstGeom prst="rect">
            <a:avLst/>
          </a:prstGeom>
          <a:solidFill>
            <a:srgbClr val="F7F7F7"/>
          </a:solidFill>
          <a:ln/>
        </p:spPr>
      </p:sp>
      <p:sp>
        <p:nvSpPr>
          <p:cNvPr id="45" name="Text 43"/>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7" name="Text 45"/>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48" name="Text 46"/>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0" name="Text 48"/>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1" name="Text 49"/>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3" name="Text 51"/>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4" name="Text 52"/>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6" name="Text 54"/>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7" name="Shape 55"/>
          <p:cNvSpPr/>
          <p:nvPr/>
        </p:nvSpPr>
        <p:spPr>
          <a:xfrm>
            <a:off x="658368" y="4033266"/>
            <a:ext cx="10872216" cy="323850"/>
          </a:xfrm>
          <a:prstGeom prst="rect">
            <a:avLst/>
          </a:prstGeom>
          <a:solidFill>
            <a:srgbClr val="F7F7F7"/>
          </a:solidFill>
          <a:ln/>
        </p:spPr>
      </p:sp>
      <p:sp>
        <p:nvSpPr>
          <p:cNvPr id="58" name="Text 56"/>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0" name="Text 58"/>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1" name="Text 59"/>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3" name="Text 61"/>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4" name="Text 62"/>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6" name="Text 64"/>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7" name="Text 65"/>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69" name="Text 67"/>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0" name="Shape 68"/>
          <p:cNvSpPr/>
          <p:nvPr/>
        </p:nvSpPr>
        <p:spPr>
          <a:xfrm>
            <a:off x="658368" y="4680966"/>
            <a:ext cx="10872216" cy="323850"/>
          </a:xfrm>
          <a:prstGeom prst="rect">
            <a:avLst/>
          </a:prstGeom>
          <a:solidFill>
            <a:srgbClr val="F7F7F7"/>
          </a:solidFill>
          <a:ln/>
        </p:spPr>
      </p:sp>
      <p:sp>
        <p:nvSpPr>
          <p:cNvPr id="71" name="Text 69"/>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3" name="Text 71"/>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4" name="Text 72"/>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5" name="Text 73"/>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6" name="Text 74"/>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7" name="Text 75"/>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9" name="Text 77"/>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0" name="Text 78"/>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2" name="Text 80"/>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3" name="Shape 81"/>
          <p:cNvSpPr/>
          <p:nvPr/>
        </p:nvSpPr>
        <p:spPr>
          <a:xfrm>
            <a:off x="658368" y="5323180"/>
            <a:ext cx="10872216" cy="10973"/>
          </a:xfrm>
          <a:prstGeom prst="rect">
            <a:avLst/>
          </a:prstGeom>
          <a:solidFill>
            <a:srgbClr val="9AA3AD"/>
          </a:solidFill>
          <a:ln/>
        </p:spPr>
      </p:sp>
      <p:sp>
        <p:nvSpPr>
          <p:cNvPr id="84" name="Text 82"/>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6" name="Text 84"/>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7" name="Text 85"/>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8" name="Text 86"/>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9" name="Text 87"/>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0" name="Text 88"/>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1" name="Text 89"/>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2" name="Text 90"/>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3" name="Text 91"/>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4" name="Text 92"/>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5" name="Text 93"/>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6" name="Shape 94"/>
          <p:cNvSpPr/>
          <p:nvPr/>
        </p:nvSpPr>
        <p:spPr>
          <a:xfrm>
            <a:off x="658368" y="5976366"/>
            <a:ext cx="10872216" cy="323850"/>
          </a:xfrm>
          <a:prstGeom prst="rect">
            <a:avLst/>
          </a:prstGeom>
          <a:solidFill>
            <a:srgbClr val="F7F7F7"/>
          </a:solidFill>
          <a:ln/>
        </p:spPr>
      </p:sp>
      <p:sp>
        <p:nvSpPr>
          <p:cNvPr id="97" name="Text 95"/>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8" name="Text 96"/>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9" name="Text 97"/>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0" name="Text 98"/>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1" name="Text 99"/>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2" name="Text 100"/>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7" name="Shape 15"/>
          <p:cNvSpPr/>
          <p:nvPr/>
        </p:nvSpPr>
        <p:spPr>
          <a:xfrm>
            <a:off x="6955282" y="658368"/>
            <a:ext cx="4776470" cy="475488"/>
          </a:xfrm>
          <a:prstGeom prst="rect">
            <a:avLst/>
          </a:prstGeom>
          <a:solidFill>
            <a:srgbClr val="EDF4FA"/>
          </a:solidFill>
          <a:ln/>
        </p:spPr>
      </p:sp>
      <p:sp>
        <p:nvSpPr>
          <p:cNvPr id="18" name="Text 16"/>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5" name="Shape 83"/>
          <p:cNvSpPr/>
          <p:nvPr/>
        </p:nvSpPr>
        <p:spPr>
          <a:xfrm>
            <a:off x="658368" y="5376672"/>
            <a:ext cx="10872216" cy="329184"/>
          </a:xfrm>
          <a:prstGeom prst="rect">
            <a:avLst/>
          </a:prstGeom>
          <a:solidFill>
            <a:srgbClr val="F7F7F7"/>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7" name="Shape 15"/>
          <p:cNvSpPr/>
          <p:nvPr/>
        </p:nvSpPr>
        <p:spPr>
          <a:xfrm>
            <a:off x="4693666" y="658368"/>
            <a:ext cx="7038086" cy="475488"/>
          </a:xfrm>
          <a:prstGeom prst="rect">
            <a:avLst/>
          </a:prstGeom>
          <a:solidFill>
            <a:srgbClr val="EDF4FA"/>
          </a:solidFill>
          <a:ln/>
        </p:spPr>
      </p:sp>
      <p:sp>
        <p:nvSpPr>
          <p:cNvPr id="18" name="Text 16"/>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7" name="Shape 15"/>
          <p:cNvSpPr/>
          <p:nvPr/>
        </p:nvSpPr>
        <p:spPr>
          <a:xfrm>
            <a:off x="3751326" y="658368"/>
            <a:ext cx="7980426" cy="475488"/>
          </a:xfrm>
          <a:prstGeom prst="rect">
            <a:avLst/>
          </a:prstGeom>
          <a:solidFill>
            <a:srgbClr val="EDF4FA"/>
          </a:solidFill>
          <a:ln/>
        </p:spPr>
      </p:sp>
      <p:sp>
        <p:nvSpPr>
          <p:cNvPr id="18" name="Text 16"/>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7" name="Shape 15"/>
          <p:cNvSpPr/>
          <p:nvPr/>
        </p:nvSpPr>
        <p:spPr>
          <a:xfrm>
            <a:off x="7237984" y="658368"/>
            <a:ext cx="4493768" cy="475488"/>
          </a:xfrm>
          <a:prstGeom prst="rect">
            <a:avLst/>
          </a:prstGeom>
          <a:solidFill>
            <a:srgbClr val="EDF4FA"/>
          </a:solidFill>
          <a:ln/>
        </p:spPr>
      </p:sp>
      <p:sp>
        <p:nvSpPr>
          <p:cNvPr id="18" name="Text 16"/>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7" name="Shape 15"/>
          <p:cNvSpPr/>
          <p:nvPr/>
        </p:nvSpPr>
        <p:spPr>
          <a:xfrm>
            <a:off x="7143750" y="658368"/>
            <a:ext cx="4588002" cy="475488"/>
          </a:xfrm>
          <a:prstGeom prst="rect">
            <a:avLst/>
          </a:prstGeom>
          <a:solidFill>
            <a:srgbClr val="EDF4FA"/>
          </a:solidFill>
          <a:ln/>
        </p:spPr>
      </p:sp>
      <p:sp>
        <p:nvSpPr>
          <p:cNvPr id="18" name="Text 16"/>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7" name="Shape 15"/>
          <p:cNvSpPr/>
          <p:nvPr/>
        </p:nvSpPr>
        <p:spPr>
          <a:xfrm>
            <a:off x="3374390" y="658368"/>
            <a:ext cx="8357362" cy="475488"/>
          </a:xfrm>
          <a:prstGeom prst="rect">
            <a:avLst/>
          </a:prstGeom>
          <a:solidFill>
            <a:srgbClr val="EDF4FA"/>
          </a:solidFill>
          <a:ln/>
        </p:spPr>
      </p:sp>
      <p:sp>
        <p:nvSpPr>
          <p:cNvPr id="18" name="Text 16"/>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7" name="Shape 45"/>
          <p:cNvSpPr/>
          <p:nvPr/>
        </p:nvSpPr>
        <p:spPr>
          <a:xfrm>
            <a:off x="658368" y="3401568"/>
            <a:ext cx="10872216" cy="329184"/>
          </a:xfrm>
          <a:prstGeom prst="rect">
            <a:avLst/>
          </a:prstGeom>
          <a:solidFill>
            <a:srgbClr val="F7F7F7"/>
          </a:solidFill>
          <a:ln/>
        </p:spPr>
      </p:sp>
      <p:sp>
        <p:nvSpPr>
          <p:cNvPr id="48" name="Text 46"/>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9" name="Text 47"/>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0" name="Text 48"/>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1" name="Text 49"/>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2" name="Text 50"/>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3" name="Text 51"/>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7" name="Shape 15"/>
          <p:cNvSpPr/>
          <p:nvPr/>
        </p:nvSpPr>
        <p:spPr>
          <a:xfrm>
            <a:off x="3468624" y="658368"/>
            <a:ext cx="8263128" cy="475488"/>
          </a:xfrm>
          <a:prstGeom prst="rect">
            <a:avLst/>
          </a:prstGeom>
          <a:solidFill>
            <a:srgbClr val="EDF4FA"/>
          </a:solidFill>
          <a:ln/>
        </p:spPr>
      </p:sp>
      <p:sp>
        <p:nvSpPr>
          <p:cNvPr id="18" name="Text 16"/>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7" name="Shape 15"/>
          <p:cNvSpPr/>
          <p:nvPr/>
        </p:nvSpPr>
        <p:spPr>
          <a:xfrm>
            <a:off x="6201410" y="658368"/>
            <a:ext cx="5530342" cy="475488"/>
          </a:xfrm>
          <a:prstGeom prst="rect">
            <a:avLst/>
          </a:prstGeom>
          <a:solidFill>
            <a:srgbClr val="EDF4FA"/>
          </a:solidFill>
          <a:ln/>
        </p:spPr>
      </p:sp>
      <p:sp>
        <p:nvSpPr>
          <p:cNvPr id="18" name="Text 16"/>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7" name="Shape 15"/>
          <p:cNvSpPr/>
          <p:nvPr/>
        </p:nvSpPr>
        <p:spPr>
          <a:xfrm>
            <a:off x="6107176" y="658368"/>
            <a:ext cx="5624576" cy="475488"/>
          </a:xfrm>
          <a:prstGeom prst="rect">
            <a:avLst/>
          </a:prstGeom>
          <a:solidFill>
            <a:srgbClr val="EDF4FA"/>
          </a:solidFill>
          <a:ln/>
        </p:spPr>
      </p:sp>
      <p:sp>
        <p:nvSpPr>
          <p:cNvPr id="18" name="Text 16"/>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7" name="Shape 15"/>
          <p:cNvSpPr/>
          <p:nvPr/>
        </p:nvSpPr>
        <p:spPr>
          <a:xfrm>
            <a:off x="6295644" y="658368"/>
            <a:ext cx="5436108" cy="475488"/>
          </a:xfrm>
          <a:prstGeom prst="rect">
            <a:avLst/>
          </a:prstGeom>
          <a:solidFill>
            <a:srgbClr val="EDF4FA"/>
          </a:solidFill>
          <a:ln/>
        </p:spPr>
      </p:sp>
      <p:sp>
        <p:nvSpPr>
          <p:cNvPr id="18" name="Text 16"/>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5" name="Shape 83"/>
          <p:cNvSpPr/>
          <p:nvPr/>
        </p:nvSpPr>
        <p:spPr>
          <a:xfrm>
            <a:off x="658368" y="5328666"/>
            <a:ext cx="10872216" cy="323850"/>
          </a:xfrm>
          <a:prstGeom prst="rect">
            <a:avLst/>
          </a:prstGeom>
          <a:solidFill>
            <a:srgbClr val="F7F7F7"/>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2" name="Shape 90"/>
          <p:cNvSpPr/>
          <p:nvPr/>
        </p:nvSpPr>
        <p:spPr>
          <a:xfrm>
            <a:off x="658368" y="5647030"/>
            <a:ext cx="10872216" cy="10973"/>
          </a:xfrm>
          <a:prstGeom prst="rect">
            <a:avLst/>
          </a:prstGeom>
          <a:solidFill>
            <a:srgbClr val="9AA3AD"/>
          </a:solidFill>
          <a:ln/>
        </p:spPr>
      </p:sp>
      <p:sp>
        <p:nvSpPr>
          <p:cNvPr id="93" name="Text 91"/>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6" name="Text 94"/>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99" name="Shape 97"/>
          <p:cNvSpPr/>
          <p:nvPr/>
        </p:nvSpPr>
        <p:spPr>
          <a:xfrm>
            <a:off x="658368" y="5976366"/>
            <a:ext cx="10872216" cy="323850"/>
          </a:xfrm>
          <a:prstGeom prst="rect">
            <a:avLst/>
          </a:prstGeom>
          <a:solidFill>
            <a:srgbClr val="F7F7F7"/>
          </a:solidFill>
          <a:ln/>
        </p:spPr>
      </p:sp>
      <p:sp>
        <p:nvSpPr>
          <p:cNvPr id="100" name="Text 98"/>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3" name="Text 101"/>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7" name="Shape 15"/>
          <p:cNvSpPr/>
          <p:nvPr/>
        </p:nvSpPr>
        <p:spPr>
          <a:xfrm>
            <a:off x="4787900" y="658368"/>
            <a:ext cx="6943852" cy="475488"/>
          </a:xfrm>
          <a:prstGeom prst="rect">
            <a:avLst/>
          </a:prstGeom>
          <a:solidFill>
            <a:srgbClr val="EDF4FA"/>
          </a:solidFill>
          <a:ln/>
        </p:spPr>
      </p:sp>
      <p:sp>
        <p:nvSpPr>
          <p:cNvPr id="18" name="Text 16"/>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28" name="Text 26"/>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0" name="Text 28"/>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12954"/>
            <a:ext cx="10872216" cy="298938"/>
          </a:xfrm>
          <a:prstGeom prst="rect">
            <a:avLst/>
          </a:prstGeom>
          <a:solidFill>
            <a:srgbClr val="F7F7F7"/>
          </a:solidFill>
          <a:ln/>
        </p:spPr>
      </p:sp>
      <p:sp>
        <p:nvSpPr>
          <p:cNvPr id="32" name="Text 30"/>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4" name="Text 32"/>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5" name="Text 33"/>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7" name="Text 35"/>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8" name="Text 36"/>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1" name="Text 39"/>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3" name="Text 41"/>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4" name="Shape 42"/>
          <p:cNvSpPr/>
          <p:nvPr/>
        </p:nvSpPr>
        <p:spPr>
          <a:xfrm>
            <a:off x="658368" y="3310831"/>
            <a:ext cx="10872216" cy="298938"/>
          </a:xfrm>
          <a:prstGeom prst="rect">
            <a:avLst/>
          </a:prstGeom>
          <a:solidFill>
            <a:srgbClr val="F7F7F7"/>
          </a:solidFill>
          <a:ln/>
        </p:spPr>
      </p:sp>
      <p:sp>
        <p:nvSpPr>
          <p:cNvPr id="45" name="Text 43"/>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7" name="Text 45"/>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48" name="Text 46"/>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0" name="Text 48"/>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1" name="Text 49"/>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3" name="Text 51"/>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4" name="Text 52"/>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6" name="Text 54"/>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7" name="Shape 55"/>
          <p:cNvSpPr/>
          <p:nvPr/>
        </p:nvSpPr>
        <p:spPr>
          <a:xfrm>
            <a:off x="658368" y="3908708"/>
            <a:ext cx="10872216" cy="298938"/>
          </a:xfrm>
          <a:prstGeom prst="rect">
            <a:avLst/>
          </a:prstGeom>
          <a:solidFill>
            <a:srgbClr val="F7F7F7"/>
          </a:solidFill>
          <a:ln/>
        </p:spPr>
      </p:sp>
      <p:sp>
        <p:nvSpPr>
          <p:cNvPr id="58" name="Text 56"/>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0" name="Text 58"/>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1" name="Text 59"/>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3" name="Text 61"/>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4" name="Text 62"/>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6" name="Text 64"/>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7" name="Text 65"/>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69" name="Text 67"/>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0" name="Shape 68"/>
          <p:cNvSpPr/>
          <p:nvPr/>
        </p:nvSpPr>
        <p:spPr>
          <a:xfrm>
            <a:off x="658368" y="4506585"/>
            <a:ext cx="10872216" cy="298938"/>
          </a:xfrm>
          <a:prstGeom prst="rect">
            <a:avLst/>
          </a:prstGeom>
          <a:solidFill>
            <a:srgbClr val="F7F7F7"/>
          </a:solidFill>
          <a:ln/>
        </p:spPr>
      </p:sp>
      <p:sp>
        <p:nvSpPr>
          <p:cNvPr id="71" name="Text 69"/>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3" name="Text 71"/>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4" name="Text 72"/>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5" name="Text 73"/>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6" name="Text 74"/>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7" name="Text 75"/>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9" name="Text 77"/>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0" name="Text 78"/>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2" name="Text 80"/>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3" name="Shape 81"/>
          <p:cNvSpPr/>
          <p:nvPr/>
        </p:nvSpPr>
        <p:spPr>
          <a:xfrm>
            <a:off x="658368" y="5104462"/>
            <a:ext cx="10872216" cy="298938"/>
          </a:xfrm>
          <a:prstGeom prst="rect">
            <a:avLst/>
          </a:prstGeom>
          <a:solidFill>
            <a:srgbClr val="F7F7F7"/>
          </a:solidFill>
          <a:ln/>
        </p:spPr>
      </p:sp>
      <p:sp>
        <p:nvSpPr>
          <p:cNvPr id="84" name="Text 82"/>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6" name="Text 84"/>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7" name="Text 85"/>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8" name="Text 86"/>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9" name="Text 87"/>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0" name="Shape 88"/>
          <p:cNvSpPr/>
          <p:nvPr/>
        </p:nvSpPr>
        <p:spPr>
          <a:xfrm>
            <a:off x="658368" y="5397914"/>
            <a:ext cx="10872216" cy="10973"/>
          </a:xfrm>
          <a:prstGeom prst="rect">
            <a:avLst/>
          </a:prstGeom>
          <a:solidFill>
            <a:srgbClr val="9AA3AD"/>
          </a:solidFill>
          <a:ln/>
        </p:spPr>
      </p:sp>
      <p:sp>
        <p:nvSpPr>
          <p:cNvPr id="91" name="Text 89"/>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2" name="Text 90"/>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3" name="Text 91"/>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4" name="Text 92"/>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5" name="Text 93"/>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6" name="Text 94"/>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7" name="Shape 95"/>
          <p:cNvSpPr/>
          <p:nvPr/>
        </p:nvSpPr>
        <p:spPr>
          <a:xfrm>
            <a:off x="658368" y="5702339"/>
            <a:ext cx="10872216" cy="298938"/>
          </a:xfrm>
          <a:prstGeom prst="rect">
            <a:avLst/>
          </a:prstGeom>
          <a:solidFill>
            <a:srgbClr val="F7F7F7"/>
          </a:solidFill>
          <a:ln/>
        </p:spPr>
      </p:sp>
      <p:sp>
        <p:nvSpPr>
          <p:cNvPr id="98" name="Text 96"/>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9" name="Text 97"/>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0" name="Text 98"/>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1" name="Text 99"/>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2" name="Text 100"/>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3" name="Text 101"/>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4" name="Text 102"/>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5" name="Text 103"/>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6" name="Text 104"/>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7" name="Text 105"/>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8" name="Text 106"/>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9" name="Text 107"/>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2026-10-27T21:57:51Z</dcterms:created>
  <dcterms:modified xsi:type="dcterms:W3CDTF">2026-10-27T21:57:51Z</dcterms:modified>
</cp:coreProperties>
</file>