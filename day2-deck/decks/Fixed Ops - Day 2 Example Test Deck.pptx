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which stand in for available hours.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available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available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available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available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available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54880"/>
            <a:ext cx="10762488" cy="1261872"/>
          </a:xfrm>
          <a:prstGeom prst="rect">
            <a:avLst/>
          </a:prstGeom>
          <a:solidFill>
            <a:srgbClr val="EDF4FA"/>
          </a:solidFill>
          <a:ln/>
        </p:spPr>
      </p:sp>
      <p:sp>
        <p:nvSpPr>
          <p:cNvPr id="28" name="Text 26"/>
          <p:cNvSpPr txBox="1"/>
          <p:nvPr/>
        </p:nvSpPr>
        <p:spPr>
          <a:xfrm>
            <a:off x="896112" y="490118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21208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has 8 available hours, clocks 6 hours to repair orders and flags 7.5 hours.</a:t>
            </a:r>
            <a:endParaRPr lang="en-US" sz="1800" dirty="0"/>
          </a:p>
        </p:txBody>
      </p:sp>
      <p:sp>
        <p:nvSpPr>
          <p:cNvPr id="30" name="Text 28"/>
          <p:cNvSpPr txBox="1"/>
          <p:nvPr/>
        </p:nvSpPr>
        <p:spPr>
          <a:xfrm>
            <a:off x="896112" y="557784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2026-10-27T18:05:25Z</dcterms:created>
  <dcterms:modified xsi:type="dcterms:W3CDTF">2026-10-27T18:05:25Z</dcterms:modified>
</cp:coreProperties>
</file>