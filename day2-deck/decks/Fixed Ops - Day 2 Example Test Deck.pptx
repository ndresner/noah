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64236"/>
          </a:xfrm>
          <a:prstGeom prst="rect">
            <a:avLst/>
          </a:prstGeom>
          <a:solidFill>
            <a:srgbClr val="FBEBEA"/>
          </a:solidFill>
          <a:ln/>
        </p:spPr>
      </p:sp>
      <p:sp>
        <p:nvSpPr>
          <p:cNvPr id="186" name="Text 18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7 of 33 stores are ahead of benchmark on net across the four services. 15 stores are under all four.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