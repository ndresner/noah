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261" r:id="rId7"/>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262" r:id="rId8"/>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264" r:id="rId10"/>
    <p:sldId id="392" r:id="rId143"/>
    <p:sldId id="393" r:id="rId144"/>
    <p:sldId id="394" r:id="rId145"/>
    <p:sldId id="395" r:id="rId146"/>
    <p:sldId id="396" r:id="rId147"/>
    <p:sldId id="397" r:id="rId148"/>
    <p:sldId id="398" r:id="rId149"/>
    <p:sldId id="399" r:id="rId150"/>
    <p:sldId id="400" r:id="rId151"/>
    <p:sldId id="265" r:id="rId11"/>
    <p:sldId id="401" r:id="rId152"/>
    <p:sldId id="402" r:id="rId153"/>
    <p:sldId id="403" r:id="rId154"/>
    <p:sldId id="404" r:id="rId155"/>
    <p:sldId id="405" r:id="rId156"/>
    <p:sldId id="406" r:id="rId157"/>
    <p:sldId id="266" r:id="rId12"/>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chart" Target="../charts/chart16.xml"/><Relationship Id="rId7" Type="http://schemas.openxmlformats.org/officeDocument/2006/relationships/chart" Target="../charts/chart17.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 Id="rId3" Type="http://schemas.openxmlformats.org/officeDocument/2006/relationships/chart" Target="../charts/chart30.xml"/><Relationship Id="rId4" Type="http://schemas.openxmlformats.org/officeDocument/2006/relationships/chart" Target="../charts/chart31.xml"/><Relationship Id="rId5" Type="http://schemas.openxmlformats.org/officeDocument/2006/relationships/chart" Target="../charts/chart32.xml"/><Relationship Id="rId6" Type="http://schemas.openxmlformats.org/officeDocument/2006/relationships/chart" Target="../charts/chart33.xml"/><Relationship Id="rId7" Type="http://schemas.openxmlformats.org/officeDocument/2006/relationships/chart" Target="../charts/chart3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xml"/><Relationship Id="rId3" Type="http://schemas.openxmlformats.org/officeDocument/2006/relationships/chart" Target="../charts/chart63.xml"/><Relationship Id="rId4" Type="http://schemas.openxmlformats.org/officeDocument/2006/relationships/chart" Target="../charts/chart64.xml"/><Relationship Id="rId5" Type="http://schemas.openxmlformats.org/officeDocument/2006/relationships/chart" Target="../charts/chart65.xml"/><Relationship Id="rId6" Type="http://schemas.openxmlformats.org/officeDocument/2006/relationships/chart" Target="../charts/chart66.xml"/><Relationship Id="rId7" Type="http://schemas.openxmlformats.org/officeDocument/2006/relationships/chart" Target="../charts/chart67.xml"/><Relationship Id="rId8" Type="http://schemas.openxmlformats.org/officeDocument/2006/relationships/chart" Target="../charts/chart68.xml"/><Relationship Id="rId9" Type="http://schemas.openxmlformats.org/officeDocument/2006/relationships/chart" Target="../charts/chart69.xml"/><Relationship Id="rId10"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xml"/><Relationship Id="rId3" Type="http://schemas.openxmlformats.org/officeDocument/2006/relationships/chart" Target="../charts/chart71.xml"/><Relationship Id="rId4" Type="http://schemas.openxmlformats.org/officeDocument/2006/relationships/chart" Target="../charts/chart72.xml"/><Relationship Id="rId5" Type="http://schemas.openxmlformats.org/officeDocument/2006/relationships/chart" Target="../charts/chart73.xml"/><Relationship Id="rId6" Type="http://schemas.openxmlformats.org/officeDocument/2006/relationships/chart" Target="../charts/chart74.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chart" Target="../charts/chart79.xml"/><Relationship Id="rId7" Type="http://schemas.openxmlformats.org/officeDocument/2006/relationships/chart" Target="../charts/chart80.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2.xml"/><Relationship Id="rId3" Type="http://schemas.openxmlformats.org/officeDocument/2006/relationships/chart" Target="../charts/chart123.xml"/><Relationship Id="rId4" Type="http://schemas.openxmlformats.org/officeDocument/2006/relationships/chart" Target="../charts/chart124.xml"/><Relationship Id="rId5" Type="http://schemas.openxmlformats.org/officeDocument/2006/relationships/chart" Target="../charts/chart125.xml"/><Relationship Id="rId6" Type="http://schemas.openxmlformats.org/officeDocument/2006/relationships/chart" Target="../charts/chart126.xml"/><Relationship Id="rId7"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chart" Target="../charts/chart159.xml"/><Relationship Id="rId9" Type="http://schemas.openxmlformats.org/officeDocument/2006/relationships/chart" Target="../charts/chart160.xml"/><Relationship Id="rId10" Type="http://schemas.openxmlformats.org/officeDocument/2006/relationships/chart" Target="../charts/chart161.xml"/><Relationship Id="rId11" Type="http://schemas.openxmlformats.org/officeDocument/2006/relationships/chart" Target="../charts/chart162.xml"/><Relationship Id="rId1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chart" Target="../charts/chart169.xml"/><Relationship Id="rId9" Type="http://schemas.openxmlformats.org/officeDocument/2006/relationships/chart" Target="../charts/chart170.xml"/><Relationship Id="rId10" Type="http://schemas.openxmlformats.org/officeDocument/2006/relationships/chart" Target="../charts/chart171.xml"/><Relationship Id="rId11" Type="http://schemas.openxmlformats.org/officeDocument/2006/relationships/chart" Target="../charts/chart172.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chart" Target="../charts/chart187.xml"/><Relationship Id="rId7" Type="http://schemas.openxmlformats.org/officeDocument/2006/relationships/chart" Target="../charts/chart188.xml"/><Relationship Id="rId8" Type="http://schemas.openxmlformats.org/officeDocument/2006/relationships/chart" Target="../charts/chart189.xml"/><Relationship Id="rId9" Type="http://schemas.openxmlformats.org/officeDocument/2006/relationships/chart" Target="../charts/chart190.xml"/><Relationship Id="rId10" Type="http://schemas.openxmlformats.org/officeDocument/2006/relationships/chart" Target="../charts/chart191.xml"/><Relationship Id="rId11" Type="http://schemas.openxmlformats.org/officeDocument/2006/relationships/chart" Target="../charts/chart192.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8.xml"/><Relationship Id="rId3" Type="http://schemas.openxmlformats.org/officeDocument/2006/relationships/chart" Target="../charts/chart229.xml"/><Relationship Id="rId4" Type="http://schemas.openxmlformats.org/officeDocument/2006/relationships/chart" Target="../charts/chart230.xml"/><Relationship Id="rId5" Type="http://schemas.openxmlformats.org/officeDocument/2006/relationships/chart" Target="../charts/chart231.xml"/><Relationship Id="rId6" Type="http://schemas.openxmlformats.org/officeDocument/2006/relationships/chart" Target="../charts/chart232.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8.xml"/><Relationship Id="rId3" Type="http://schemas.openxmlformats.org/officeDocument/2006/relationships/chart" Target="../charts/chart249.xml"/><Relationship Id="rId4" Type="http://schemas.openxmlformats.org/officeDocument/2006/relationships/chart" Target="../charts/chart250.xml"/><Relationship Id="rId5" Type="http://schemas.openxmlformats.org/officeDocument/2006/relationships/chart" Target="../charts/chart251.xml"/><Relationship Id="rId6" Type="http://schemas.openxmlformats.org/officeDocument/2006/relationships/chart" Target="../charts/chart252.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020056" y="2872561"/>
            <a:ext cx="182880" cy="64008"/>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020056" y="3096320"/>
            <a:ext cx="182880" cy="64008"/>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020056" y="4662633"/>
            <a:ext cx="182880" cy="64008"/>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0570464" y="3991356"/>
            <a:ext cx="182880" cy="64008"/>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0570464" y="4886392"/>
            <a:ext cx="182880" cy="64008"/>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0570464" y="5333910"/>
            <a:ext cx="182880" cy="64008"/>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020056" y="2648802"/>
            <a:ext cx="182880" cy="64008"/>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020056" y="3543838"/>
            <a:ext cx="182880" cy="64008"/>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020056" y="4215115"/>
            <a:ext cx="182880" cy="64008"/>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0570464" y="4215115"/>
            <a:ext cx="182880" cy="64008"/>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0570464" y="5110151"/>
            <a:ext cx="182880" cy="64008"/>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0570464" y="5333910"/>
            <a:ext cx="182880" cy="64008"/>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020056" y="2201284"/>
            <a:ext cx="182880" cy="64008"/>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020056" y="3096320"/>
            <a:ext cx="182880" cy="64008"/>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020056" y="3320079"/>
            <a:ext cx="182880" cy="64008"/>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0570464" y="4886392"/>
            <a:ext cx="182880" cy="64008"/>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0570464" y="5110151"/>
            <a:ext cx="182880" cy="64008"/>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0570464" y="5557669"/>
            <a:ext cx="182880" cy="64008"/>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2026-10-24T20:52:26Z</dcterms:created>
  <dcterms:modified xsi:type="dcterms:W3CDTF">2026-10-24T20:52:26Z</dcterms:modified>
</cp:coreProperties>
</file>