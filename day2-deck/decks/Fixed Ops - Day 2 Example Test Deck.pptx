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262" r:id="rId8"/>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 A parts table and option B+Q4, Store Records (five designs), Door Rate option A, CP vs Internal GP % option A, Photo completion % (optional measure),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chart" Target="../charts/chart203.xml"/><Relationship Id="rId4" Type="http://schemas.openxmlformats.org/officeDocument/2006/relationships/chart" Target="../charts/chart204.xml"/><Relationship Id="rId5" Type="http://schemas.openxmlformats.org/officeDocument/2006/relationships/chart" Target="../charts/chart205.xml"/><Relationship Id="rId6" Type="http://schemas.openxmlformats.org/officeDocument/2006/relationships/chart" Target="../charts/chart206.xml"/><Relationship Id="rId7" Type="http://schemas.openxmlformats.org/officeDocument/2006/relationships/chart" Target="../charts/chart207.xml"/><Relationship Id="rId8" Type="http://schemas.openxmlformats.org/officeDocument/2006/relationships/chart" Target="../charts/chart208.xml"/><Relationship Id="rId9" Type="http://schemas.openxmlformats.org/officeDocument/2006/relationships/chart" Target="../charts/chart209.xml"/><Relationship Id="rId10" Type="http://schemas.openxmlformats.org/officeDocument/2006/relationships/chart" Target="../charts/chart210.xml"/><Relationship Id="rId11" Type="http://schemas.openxmlformats.org/officeDocument/2006/relationships/chart" Target="../charts/chart211.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chart" Target="../charts/chart227.xml"/><Relationship Id="rId8" Type="http://schemas.openxmlformats.org/officeDocument/2006/relationships/chart" Target="../charts/chart228.xml"/><Relationship Id="rId9" Type="http://schemas.openxmlformats.org/officeDocument/2006/relationships/chart" Target="../charts/chart229.xml"/><Relationship Id="rId10" Type="http://schemas.openxmlformats.org/officeDocument/2006/relationships/chart" Target="../charts/chart230.xml"/><Relationship Id="rId11" Type="http://schemas.openxmlformats.org/officeDocument/2006/relationships/chart" Target="../charts/chart231.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chart" Target="../charts/chart238.xml"/><Relationship Id="rId9" Type="http://schemas.openxmlformats.org/officeDocument/2006/relationships/chart" Target="../charts/chart239.xml"/><Relationship Id="rId10" Type="http://schemas.openxmlformats.org/officeDocument/2006/relationships/chart" Target="../charts/chart240.xml"/><Relationship Id="rId11" Type="http://schemas.openxmlformats.org/officeDocument/2006/relationships/chart" Target="../charts/chart241.xml"/><Relationship Id="rId1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chart" Target="../charts/chart247.xml"/><Relationship Id="rId8" Type="http://schemas.openxmlformats.org/officeDocument/2006/relationships/chart" Target="../charts/chart248.xml"/><Relationship Id="rId9" Type="http://schemas.openxmlformats.org/officeDocument/2006/relationships/chart" Target="../charts/chart249.xml"/><Relationship Id="rId10" Type="http://schemas.openxmlformats.org/officeDocument/2006/relationships/chart" Target="../charts/chart250.xml"/><Relationship Id="rId11" Type="http://schemas.openxmlformats.org/officeDocument/2006/relationships/chart" Target="../charts/chart251.xml"/><Relationship Id="rId1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2.xml"/><Relationship Id="rId3" Type="http://schemas.openxmlformats.org/officeDocument/2006/relationships/chart" Target="../charts/chart253.xml"/><Relationship Id="rId4" Type="http://schemas.openxmlformats.org/officeDocument/2006/relationships/chart" Target="../charts/chart254.xml"/><Relationship Id="rId5" Type="http://schemas.openxmlformats.org/officeDocument/2006/relationships/chart" Target="../charts/chart255.xml"/><Relationship Id="rId6" Type="http://schemas.openxmlformats.org/officeDocument/2006/relationships/chart" Target="../charts/chart256.xml"/><Relationship Id="rId7" Type="http://schemas.openxmlformats.org/officeDocument/2006/relationships/chart" Target="../charts/chart257.xml"/><Relationship Id="rId8" Type="http://schemas.openxmlformats.org/officeDocument/2006/relationships/chart" Target="../charts/chart258.xml"/><Relationship Id="rId9" Type="http://schemas.openxmlformats.org/officeDocument/2006/relationships/chart" Target="../charts/chart259.xml"/><Relationship Id="rId10" Type="http://schemas.openxmlformats.org/officeDocument/2006/relationships/chart" Target="../charts/chart260.xml"/><Relationship Id="rId11" Type="http://schemas.openxmlformats.org/officeDocument/2006/relationships/chart" Target="../charts/chart261.xml"/><Relationship Id="rId1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$120.57M → $126.87M (+5.2%).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$993K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$724K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$6.61M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$5.92M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$3.04M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$60.76M → $61.93M (+1.9%).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$896K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$2.42M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$3.11M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$932K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$827K</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$1.42M</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504,019 → 523,142 (+3.8%).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12,757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5,045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8,154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3,287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4,394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3,276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12,611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10,684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7,749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17,926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48,486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44,883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52.8% → 52.5%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47.2%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48.7%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61.5%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57.3%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$126.09 → $129.84 (+$3.75).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$158.44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$205.15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$167.46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$207.05</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$138.70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$165.81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$134.46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$114.97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$166.97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$182.66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$141.76</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$119.81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$87.21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$172.28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$157.10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$139.36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77.9% → 78.1%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79.7%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1" name="Shape 59"/>
          <p:cNvSpPr/>
          <p:nvPr/>
        </p:nvSpPr>
        <p:spPr>
          <a:xfrm>
            <a:off x="457200" y="6126480"/>
            <a:ext cx="11274552" cy="371856"/>
          </a:xfrm>
          <a:prstGeom prst="rect">
            <a:avLst/>
          </a:prstGeom>
          <a:solidFill>
            <a:srgbClr val="EDF4FA"/>
          </a:solidFill>
          <a:ln/>
        </p:spPr>
      </p:sp>
      <p:sp>
        <p:nvSpPr>
          <p:cNvPr id="62" name="Text 6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36.0% → 36.5% (+0.5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33.4%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Share of each store's customer-pay labor whose op code description doesn't say what was sold. Vague descriptions hide what the shop sells.</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11.9% → 13.2%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9.7%</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6.9% → 8.3%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11.2%</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341376"/>
          </a:xfrm>
          <a:prstGeom prst="rect">
            <a:avLst/>
          </a:prstGeom>
          <a:solidFill>
            <a:srgbClr val="EDF4FA"/>
          </a:solidFill>
          <a:ln/>
        </p:spPr>
      </p:sp>
      <p:sp>
        <p:nvSpPr>
          <p:cNvPr id="62" name="Text 6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a:t>
            </a:r>
            <a:endParaRPr lang="en-US" sz="14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7.9% → 9.2%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4.5% → 5.8% (+1.2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0.0%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$180.25 → $197.17 (+$16.93).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$274.91</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$269.02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$308.88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$236.81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$263.19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$171.25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$142.73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$212.46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$212.39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$121.50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$154.85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$155.88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135,764 → 126,891 (−6.5%).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1,895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2,263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11,211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2,545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1,365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13,040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1,997</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2026-10-22T22:21:26Z</dcterms:created>
  <dcterms:modified xsi:type="dcterms:W3CDTF">2026-10-22T22:21:26Z</dcterms:modified>
</cp:coreProperties>
</file>