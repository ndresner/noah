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Unknown hours</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Buying every maintenance service we offer might come to $2,500. The work the inspection finds is worth far more, and we lose all of it when we turn a car away or can't book the time the customer wants.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every technician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produce sold hours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