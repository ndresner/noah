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4" name="Shape 182"/>
          <p:cNvSpPr/>
          <p:nvPr/>
        </p:nvSpPr>
        <p:spPr>
          <a:xfrm>
            <a:off x="457200" y="6126480"/>
            <a:ext cx="11274552" cy="615696"/>
          </a:xfrm>
          <a:prstGeom prst="rect">
            <a:avLst/>
          </a:prstGeom>
          <a:solidFill>
            <a:srgbClr val="FBEBEA"/>
          </a:solidFill>
          <a:ln/>
        </p:spPr>
      </p:sp>
      <p:sp>
        <p:nvSpPr>
          <p:cNvPr id="185" name="Text 1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