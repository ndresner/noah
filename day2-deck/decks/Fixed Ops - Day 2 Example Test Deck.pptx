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261" r:id="rId7"/>
    <p:sldId id="336" r:id="rId87"/>
    <p:sldId id="337" r:id="rId88"/>
    <p:sldId id="338" r:id="rId89"/>
    <p:sldId id="339" r:id="rId90"/>
    <p:sldId id="340" r:id="rId91"/>
    <p:sldId id="341" r:id="rId92"/>
    <p:sldId id="342" r:id="rId93"/>
    <p:sldId id="262" r:id="rId8"/>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263" r:id="rId9"/>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264" r:id="rId10"/>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265" r:id="rId11"/>
    <p:sldId id="405" r:id="rId156"/>
    <p:sldId id="406" r:id="rId157"/>
    <p:sldId id="407" r:id="rId158"/>
    <p:sldId id="408" r:id="rId159"/>
    <p:sldId id="409" r:id="rId160"/>
    <p:sldId id="410" r:id="rId161"/>
    <p:sldId id="266" r:id="rId12"/>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78.5</c:v>
                </c:pt>
                <c:pt idx="3">
                  <c:v>79.6</c:v>
                </c:pt>
                <c:pt idx="4">
                  <c:v>75.4</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78.5</c:v>
                </c:pt>
                <c:pt idx="3">
                  <c:v>79.6</c:v>
                </c:pt>
                <c:pt idx="4">
                  <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
                </c:pt>
                <c:pt idx="3">
                  <c:v/>
                </c:pt>
                <c:pt idx="4">
                  <c:v>75.4</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
                </c:pt>
                <c:pt idx="3">
                  <c:v/>
                </c:pt>
                <c:pt idx="4">
                  <c:v>76.9</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74.1</c:v>
                </c:pt>
                <c:pt idx="3">
                  <c:v>76.3</c:v>
                </c:pt>
                <c:pt idx="4">
                  <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74.1</c:v>
                </c:pt>
                <c:pt idx="3">
                  <c:v>76.3</c:v>
                </c:pt>
                <c:pt idx="4">
                  <c:v>76.9</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36.3</c:v>
                </c:pt>
                <c:pt idx="3">
                  <c:v>38</c:v>
                </c:pt>
                <c:pt idx="4">
                  <c:v>33.6</c:v>
                </c:pt>
                <c:pt idx="5">
                  <c:v>37.7</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36.3</c:v>
                </c:pt>
                <c:pt idx="3">
                  <c:v>38</c:v>
                </c:pt>
                <c:pt idx="4">
                  <c:v/>
                </c:pt>
                <c:pt idx="5">
                  <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
                </c:pt>
                <c:pt idx="3">
                  <c:v/>
                </c:pt>
                <c:pt idx="4">
                  <c:v>33.6</c:v>
                </c:pt>
                <c:pt idx="5">
                  <c:v>37.7</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
                </c:pt>
                <c:pt idx="3">
                  <c:v/>
                </c:pt>
                <c:pt idx="4">
                  <c:v>36.7</c:v>
                </c:pt>
                <c:pt idx="5">
                  <c:v>38.1</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35</c:v>
                </c:pt>
                <c:pt idx="3">
                  <c:v>37.7</c:v>
                </c:pt>
                <c:pt idx="4">
                  <c:v/>
                </c:pt>
                <c:pt idx="5">
                  <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35</c:v>
                </c:pt>
                <c:pt idx="3">
                  <c:v>37.7</c:v>
                </c:pt>
                <c:pt idx="4">
                  <c:v>36.7</c:v>
                </c:pt>
                <c:pt idx="5">
                  <c:v>38.1</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30678</c:v>
                </c:pt>
                <c:pt idx="1">
                  <c:v>27329</c:v>
                </c:pt>
                <c:pt idx="2">
                  <c:v>31531</c:v>
                </c:pt>
                <c:pt idx="3">
                  <c:v>30786</c:v>
                </c:pt>
                <c:pt idx="4">
                  <c:v>30636</c:v>
                </c:pt>
                <c:pt idx="5">
                  <c:v>32541</c:v>
                </c:pt>
                <c:pt idx="6">
                  <c:v>33097</c:v>
                </c:pt>
                <c:pt idx="7">
                  <c:v>32319</c:v>
                </c:pt>
                <c:pt idx="8">
                  <c:v>30839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31531</c:v>
                </c:pt>
                <c:pt idx="3">
                  <c:v/>
                </c:pt>
                <c:pt idx="4">
                  <c:v/>
                </c:pt>
                <c:pt idx="5">
                  <c:v>32541</c:v>
                </c:pt>
                <c:pt idx="6">
                  <c:v>33097</c:v>
                </c:pt>
                <c:pt idx="7">
                  <c:v>32319</c:v>
                </c:pt>
                <c:pt idx="8">
                  <c:v>30839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30678</c:v>
                </c:pt>
                <c:pt idx="1">
                  <c:v>27329</c:v>
                </c:pt>
                <c:pt idx="2">
                  <c:v/>
                </c:pt>
                <c:pt idx="3">
                  <c:v>30786</c:v>
                </c:pt>
                <c:pt idx="4">
                  <c:v>30636</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
                </c:pt>
                <c:pt idx="3">
                  <c:v>31754</c:v>
                </c:pt>
                <c:pt idx="4">
                  <c:v>31740</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31247</c:v>
                </c:pt>
                <c:pt idx="3">
                  <c:v/>
                </c:pt>
                <c:pt idx="4">
                  <c:v/>
                </c:pt>
                <c:pt idx="5">
                  <c:v>31179</c:v>
                </c:pt>
                <c:pt idx="6">
                  <c:v>32360</c:v>
                </c:pt>
                <c:pt idx="7">
                  <c:v>31996</c:v>
                </c:pt>
                <c:pt idx="8">
                  <c:v>29989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31247</c:v>
                </c:pt>
                <c:pt idx="3">
                  <c:v>31754</c:v>
                </c:pt>
                <c:pt idx="4">
                  <c:v>31740</c:v>
                </c:pt>
                <c:pt idx="5">
                  <c:v>31179</c:v>
                </c:pt>
                <c:pt idx="6">
                  <c:v>32360</c:v>
                </c:pt>
                <c:pt idx="7">
                  <c:v>31996</c:v>
                </c:pt>
                <c:pt idx="8">
                  <c:v>29989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55578.46</c:v>
                </c:pt>
                <c:pt idx="1">
                  <c:v>52000.56</c:v>
                </c:pt>
                <c:pt idx="2">
                  <c:v>60175.93</c:v>
                </c:pt>
                <c:pt idx="3">
                  <c:v>59745.97</c:v>
                </c:pt>
                <c:pt idx="4">
                  <c:v>57788.84</c:v>
                </c:pt>
                <c:pt idx="5">
                  <c:v>60916.67</c:v>
                </c:pt>
                <c:pt idx="6">
                  <c:v>61860.58</c:v>
                </c:pt>
                <c:pt idx="7">
                  <c:v>59618.54</c:v>
                </c:pt>
                <c:pt idx="8">
                  <c:v>55456.31</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55578.46</c:v>
                </c:pt>
                <c:pt idx="1">
                  <c:v>52000.56</c:v>
                </c:pt>
                <c:pt idx="2">
                  <c:v>60175.93</c:v>
                </c:pt>
                <c:pt idx="3">
                  <c:v>59745.97</c:v>
                </c:pt>
                <c:pt idx="4">
                  <c:v/>
                </c:pt>
                <c:pt idx="5">
                  <c:v>60916.67</c:v>
                </c:pt>
                <c:pt idx="6">
                  <c:v>61860.58</c:v>
                </c:pt>
                <c:pt idx="7">
                  <c:v>59618.54</c:v>
                </c:pt>
                <c:pt idx="8">
                  <c:v>55456.31</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57788.84</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57794.35</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55120.88</c:v>
                </c:pt>
                <c:pt idx="1">
                  <c:v>51212.03</c:v>
                </c:pt>
                <c:pt idx="2">
                  <c:v>57205.56</c:v>
                </c:pt>
                <c:pt idx="3">
                  <c:v>58170.14</c:v>
                </c:pt>
                <c:pt idx="4">
                  <c:v/>
                </c:pt>
                <c:pt idx="5">
                  <c:v>56468.18</c:v>
                </c:pt>
                <c:pt idx="6">
                  <c:v>57717.31</c:v>
                </c:pt>
                <c:pt idx="7">
                  <c:v>57021.2</c:v>
                </c:pt>
                <c:pt idx="8">
                  <c:v>53309.32</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55120.88</c:v>
                </c:pt>
                <c:pt idx="1">
                  <c:v>51212.03</c:v>
                </c:pt>
                <c:pt idx="2">
                  <c:v>57205.56</c:v>
                </c:pt>
                <c:pt idx="3">
                  <c:v>58170.14</c:v>
                </c:pt>
                <c:pt idx="4">
                  <c:v>57794.35</c:v>
                </c:pt>
                <c:pt idx="5">
                  <c:v>56468.18</c:v>
                </c:pt>
                <c:pt idx="6">
                  <c:v>57717.31</c:v>
                </c:pt>
                <c:pt idx="7">
                  <c:v>57021.2</c:v>
                </c:pt>
                <c:pt idx="8">
                  <c:v>53309.32</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80.7</c:v>
                </c:pt>
                <c:pt idx="2">
                  <c:v>80.8</c:v>
                </c:pt>
                <c:pt idx="3">
                  <c:v>80.7</c:v>
                </c:pt>
                <c:pt idx="4">
                  <c:v>80.7</c:v>
                </c:pt>
                <c:pt idx="5">
                  <c:v>80.8</c:v>
                </c:pt>
                <c:pt idx="6">
                  <c:v>80.8</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
                </c:pt>
                <c:pt idx="2">
                  <c:v/>
                </c:pt>
                <c:pt idx="3">
                  <c:v/>
                </c:pt>
                <c:pt idx="4">
                  <c:v/>
                </c:pt>
                <c:pt idx="5">
                  <c:v/>
                </c:pt>
                <c:pt idx="6">
                  <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80.7</c:v>
                </c:pt>
                <c:pt idx="2">
                  <c:v>80.8</c:v>
                </c:pt>
                <c:pt idx="3">
                  <c:v>80.7</c:v>
                </c:pt>
                <c:pt idx="4">
                  <c:v>80.7</c:v>
                </c:pt>
                <c:pt idx="5">
                  <c:v>80.8</c:v>
                </c:pt>
                <c:pt idx="6">
                  <c:v>80.8</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80.9</c:v>
                </c:pt>
                <c:pt idx="2">
                  <c:v>80.9</c:v>
                </c:pt>
                <c:pt idx="3">
                  <c:v>80.8</c:v>
                </c:pt>
                <c:pt idx="4">
                  <c:v>80.8</c:v>
                </c:pt>
                <c:pt idx="5">
                  <c:v>81.1</c:v>
                </c:pt>
                <c:pt idx="6">
                  <c:v>81</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
                </c:pt>
                <c:pt idx="2">
                  <c:v/>
                </c:pt>
                <c:pt idx="3">
                  <c:v/>
                </c:pt>
                <c:pt idx="4">
                  <c:v/>
                </c:pt>
                <c:pt idx="5">
                  <c:v/>
                </c:pt>
                <c:pt idx="6">
                  <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80.9</c:v>
                </c:pt>
                <c:pt idx="2">
                  <c:v>80.9</c:v>
                </c:pt>
                <c:pt idx="3">
                  <c:v>80.8</c:v>
                </c:pt>
                <c:pt idx="4">
                  <c:v>80.8</c:v>
                </c:pt>
                <c:pt idx="5">
                  <c:v>81.1</c:v>
                </c:pt>
                <c:pt idx="6">
                  <c:v>81</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51.8</c:v>
                </c:pt>
                <c:pt idx="4">
                  <c:v>53.6</c:v>
                </c:pt>
                <c:pt idx="5">
                  <c:v>53.4</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
                </c:pt>
                <c:pt idx="4">
                  <c:v/>
                </c:pt>
                <c:pt idx="5">
                  <c:v>53.4</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51.8</c:v>
                </c:pt>
                <c:pt idx="4">
                  <c:v>53.6</c:v>
                </c:pt>
                <c:pt idx="5">
                  <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52.5</c:v>
                </c:pt>
                <c:pt idx="4">
                  <c:v>53.9</c:v>
                </c:pt>
                <c:pt idx="5">
                  <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
                </c:pt>
                <c:pt idx="4">
                  <c:v/>
                </c:pt>
                <c:pt idx="5">
                  <c:v>53.3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52.5</c:v>
                </c:pt>
                <c:pt idx="4">
                  <c:v>53.9</c:v>
                </c:pt>
                <c:pt idx="5">
                  <c:v>53.3</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14264</c:v>
                </c:pt>
                <c:pt idx="1">
                  <c:v>12746</c:v>
                </c:pt>
                <c:pt idx="2">
                  <c:v>13940</c:v>
                </c:pt>
                <c:pt idx="3">
                  <c:v>13710</c:v>
                </c:pt>
                <c:pt idx="4">
                  <c:v>13121</c:v>
                </c:pt>
                <c:pt idx="5">
                  <c:v>14168</c:v>
                </c:pt>
                <c:pt idx="6">
                  <c:v>14663</c:v>
                </c:pt>
                <c:pt idx="7">
                  <c:v>15204</c:v>
                </c:pt>
                <c:pt idx="8">
                  <c:v>15075</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
                </c:pt>
                <c:pt idx="6">
                  <c:v/>
                </c:pt>
                <c:pt idx="7">
                  <c:v>15204</c:v>
                </c:pt>
                <c:pt idx="8">
                  <c:v>15075</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14264</c:v>
                </c:pt>
                <c:pt idx="1">
                  <c:v>12746</c:v>
                </c:pt>
                <c:pt idx="2">
                  <c:v>13940</c:v>
                </c:pt>
                <c:pt idx="3">
                  <c:v>13710</c:v>
                </c:pt>
                <c:pt idx="4">
                  <c:v>13121</c:v>
                </c:pt>
                <c:pt idx="5">
                  <c:v>14168</c:v>
                </c:pt>
                <c:pt idx="6">
                  <c:v>14663</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16565</c:v>
                </c:pt>
                <c:pt idx="1">
                  <c:v>15707</c:v>
                </c:pt>
                <c:pt idx="2">
                  <c:v>15981</c:v>
                </c:pt>
                <c:pt idx="3">
                  <c:v>14990</c:v>
                </c:pt>
                <c:pt idx="4">
                  <c:v>14527</c:v>
                </c:pt>
                <c:pt idx="5">
                  <c:v>14882</c:v>
                </c:pt>
                <c:pt idx="6">
                  <c:v>15408</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
                </c:pt>
                <c:pt idx="6">
                  <c:v/>
                </c:pt>
                <c:pt idx="7">
                  <c:v>14622</c:v>
                </c:pt>
                <c:pt idx="8">
                  <c:v>13082</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16565</c:v>
                </c:pt>
                <c:pt idx="1">
                  <c:v>15707</c:v>
                </c:pt>
                <c:pt idx="2">
                  <c:v>15981</c:v>
                </c:pt>
                <c:pt idx="3">
                  <c:v>14990</c:v>
                </c:pt>
                <c:pt idx="4">
                  <c:v>14527</c:v>
                </c:pt>
                <c:pt idx="5">
                  <c:v>14882</c:v>
                </c:pt>
                <c:pt idx="6">
                  <c:v>15408</c:v>
                </c:pt>
                <c:pt idx="7">
                  <c:v>14622</c:v>
                </c:pt>
                <c:pt idx="8">
                  <c:v>13082</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124</c:v>
                </c:pt>
                <c:pt idx="2">
                  <c:v>131</c:v>
                </c:pt>
                <c:pt idx="3">
                  <c:v>131</c:v>
                </c:pt>
                <c:pt idx="4">
                  <c:v>132</c:v>
                </c:pt>
                <c:pt idx="5">
                  <c:v>128</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
                </c:pt>
                <c:pt idx="2">
                  <c:v>131</c:v>
                </c:pt>
                <c:pt idx="3">
                  <c:v>131</c:v>
                </c:pt>
                <c:pt idx="4">
                  <c:v>132</c:v>
                </c:pt>
                <c:pt idx="5">
                  <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124</c:v>
                </c:pt>
                <c:pt idx="2">
                  <c:v/>
                </c:pt>
                <c:pt idx="3">
                  <c:v/>
                </c:pt>
                <c:pt idx="4">
                  <c:v/>
                </c:pt>
                <c:pt idx="5">
                  <c:v>128</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125</c:v>
                </c:pt>
                <c:pt idx="2">
                  <c:v/>
                </c:pt>
                <c:pt idx="3">
                  <c:v/>
                </c:pt>
                <c:pt idx="4">
                  <c:v/>
                </c:pt>
                <c:pt idx="5">
                  <c:v>129</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
                </c:pt>
                <c:pt idx="2">
                  <c:v>125</c:v>
                </c:pt>
                <c:pt idx="3">
                  <c:v>126</c:v>
                </c:pt>
                <c:pt idx="4">
                  <c:v>130</c:v>
                </c:pt>
                <c:pt idx="5">
                  <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125</c:v>
                </c:pt>
                <c:pt idx="2">
                  <c:v>125</c:v>
                </c:pt>
                <c:pt idx="3">
                  <c:v>126</c:v>
                </c:pt>
                <c:pt idx="4">
                  <c:v>130</c:v>
                </c:pt>
                <c:pt idx="5">
                  <c:v>129</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171.412</c:v>
                </c:pt>
                <c:pt idx="6">
                  <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
                </c:pt>
                <c:pt idx="6">
                  <c:v>174.588</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
                </c:pt>
                <c:pt idx="6">
                  <c:v>177.77732793522267</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171.10526315789474</c:v>
                </c:pt>
                <c:pt idx="6">
                  <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23.790849673202615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24.324142156862745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337.037037037037</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342.2155172413793</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Earlier</c:v>
                </c:pt>
              </c:strCache>
            </c:strRef>
          </c:tx>
          <c:spPr>
            <a:solidFill>
              <a:srgbClr val="9AA3AD"/>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Sheet1!$B$2:$B$7</c:f>
              <c:numCache>
                <c:formatCode>General</c:formatCode>
                <c:ptCount val="6"/>
                <c:pt idx="0">
                  <c:v>111.43</c:v>
                </c:pt>
                <c:pt idx="1">
                  <c:v>126.71</c:v>
                </c:pt>
                <c:pt idx="2">
                  <c:v>143.75</c:v>
                </c:pt>
                <c:pt idx="3">
                  <c:v>156.71</c:v>
                </c:pt>
                <c:pt idx="4">
                  <c:v>181.62</c:v>
                </c:pt>
                <c:pt idx="5">
                  <c:v>0</c:v>
                </c:pt>
              </c:numCache>
            </c:numRef>
          </c:val>
        </c:ser>
        <c:ser>
          <c:idx val="1"/>
          <c:order val="1"/>
          <c:tx>
            <c:strRef>
              <c:f>Sheet1!$C$1</c:f>
              <c:strCache>
                <c:ptCount val="1"/>
                <c:pt idx="0">
                  <c:v>Latest</c:v>
                </c:pt>
              </c:strCache>
            </c:strRef>
          </c:tx>
          <c:spPr>
            <a:solidFill>
              <a:srgbClr val="2587C5"/>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Sheet1!$C$2:$C$7</c:f>
              <c:numCache>
                <c:formatCode>General</c:formatCode>
                <c:ptCount val="6"/>
                <c:pt idx="0">
                  <c:v>0</c:v>
                </c:pt>
                <c:pt idx="1">
                  <c:v>0</c:v>
                </c:pt>
                <c:pt idx="2">
                  <c:v>0</c:v>
                </c:pt>
                <c:pt idx="3">
                  <c:v>0</c:v>
                </c:pt>
                <c:pt idx="4">
                  <c:v>0</c:v>
                </c:pt>
                <c:pt idx="5">
                  <c:v>188.95</c:v>
                </c:pt>
              </c:numCache>
            </c:numRef>
          </c:val>
        </c:ser>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gapWidth val="2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77.5</c:v>
                </c:pt>
                <c:pt idx="1">
                  <c:v>77.4</c:v>
                </c:pt>
                <c:pt idx="2">
                  <c:v>78.4</c:v>
                </c:pt>
                <c:pt idx="3">
                  <c:v>78.3</c:v>
                </c:pt>
                <c:pt idx="4">
                  <c:v>78.8</c:v>
                </c:pt>
                <c:pt idx="5">
                  <c:v>77.8</c:v>
                </c:pt>
                <c:pt idx="6">
                  <c:v>78.7</c:v>
                </c:pt>
                <c:pt idx="7">
                  <c:v>77.9</c:v>
                </c:pt>
                <c:pt idx="8">
                  <c:v>78.2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78.4</c:v>
                </c:pt>
                <c:pt idx="3">
                  <c:v>78.3</c:v>
                </c:pt>
                <c:pt idx="4">
                  <c:v>78.8</c:v>
                </c:pt>
                <c:pt idx="5">
                  <c:v/>
                </c:pt>
                <c:pt idx="6">
                  <c:v>78.7</c:v>
                </c:pt>
                <c:pt idx="7">
                  <c:v>77.9</c:v>
                </c:pt>
                <c:pt idx="8">
                  <c:v>78.2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77.5</c:v>
                </c:pt>
                <c:pt idx="1">
                  <c:v>77.4</c:v>
                </c:pt>
                <c:pt idx="2">
                  <c:v/>
                </c:pt>
                <c:pt idx="3">
                  <c:v/>
                </c:pt>
                <c:pt idx="4">
                  <c:v/>
                </c:pt>
                <c:pt idx="5">
                  <c:v>77.8</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77.6</c:v>
                </c:pt>
                <c:pt idx="1">
                  <c:v>78</c:v>
                </c:pt>
                <c:pt idx="2">
                  <c:v/>
                </c:pt>
                <c:pt idx="3">
                  <c:v/>
                </c:pt>
                <c:pt idx="4">
                  <c:v/>
                </c:pt>
                <c:pt idx="5">
                  <c:v>78.3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77.9</c:v>
                </c:pt>
                <c:pt idx="3">
                  <c:v>78</c:v>
                </c:pt>
                <c:pt idx="4">
                  <c:v>78.5</c:v>
                </c:pt>
                <c:pt idx="5">
                  <c:v/>
                </c:pt>
                <c:pt idx="6">
                  <c:v>77.7</c:v>
                </c:pt>
                <c:pt idx="7">
                  <c:v>77.4</c:v>
                </c:pt>
                <c:pt idx="8">
                  <c:v>77.3</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77.6</c:v>
                </c:pt>
                <c:pt idx="1">
                  <c:v>78</c:v>
                </c:pt>
                <c:pt idx="2">
                  <c:v>77.9</c:v>
                </c:pt>
                <c:pt idx="3">
                  <c:v>78</c:v>
                </c:pt>
                <c:pt idx="4">
                  <c:v>78.5</c:v>
                </c:pt>
                <c:pt idx="5">
                  <c:v>78.3</c:v>
                </c:pt>
                <c:pt idx="6">
                  <c:v>77.7</c:v>
                </c:pt>
                <c:pt idx="7">
                  <c:v>77.4</c:v>
                </c:pt>
                <c:pt idx="8">
                  <c:v>77.3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35.9</c:v>
                </c:pt>
                <c:pt idx="1">
                  <c:v>35.9</c:v>
                </c:pt>
                <c:pt idx="2">
                  <c:v>36.3</c:v>
                </c:pt>
                <c:pt idx="3">
                  <c:v>36.4</c:v>
                </c:pt>
                <c:pt idx="4">
                  <c:v>37.2</c:v>
                </c:pt>
                <c:pt idx="5">
                  <c:v>37</c:v>
                </c:pt>
                <c:pt idx="6">
                  <c:v>36.6</c:v>
                </c:pt>
                <c:pt idx="7">
                  <c:v>36.1</c:v>
                </c:pt>
                <c:pt idx="8">
                  <c:v>36.7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35.9</c:v>
                </c:pt>
                <c:pt idx="1">
                  <c:v>35.9</c:v>
                </c:pt>
                <c:pt idx="2">
                  <c:v>36.3</c:v>
                </c:pt>
                <c:pt idx="3">
                  <c:v/>
                </c:pt>
                <c:pt idx="4">
                  <c:v>37.2</c:v>
                </c:pt>
                <c:pt idx="5">
                  <c:v>37</c:v>
                </c:pt>
                <c:pt idx="6">
                  <c:v>36.6</c:v>
                </c:pt>
                <c:pt idx="7">
                  <c:v>36.1</c:v>
                </c:pt>
                <c:pt idx="8">
                  <c:v>36.7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36.4</c:v>
                </c:pt>
                <c:pt idx="4">
                  <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36.7</c:v>
                </c:pt>
                <c:pt idx="4">
                  <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35.1</c:v>
                </c:pt>
                <c:pt idx="1">
                  <c:v>35.5</c:v>
                </c:pt>
                <c:pt idx="2">
                  <c:v>36.2</c:v>
                </c:pt>
                <c:pt idx="3">
                  <c:v/>
                </c:pt>
                <c:pt idx="4">
                  <c:v>35.5</c:v>
                </c:pt>
                <c:pt idx="5">
                  <c:v>36.7</c:v>
                </c:pt>
                <c:pt idx="6">
                  <c:v>36.4</c:v>
                </c:pt>
                <c:pt idx="7">
                  <c:v>35.3</c:v>
                </c:pt>
                <c:pt idx="8">
                  <c:v>36.1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35.1</c:v>
                </c:pt>
                <c:pt idx="1">
                  <c:v>35.5</c:v>
                </c:pt>
                <c:pt idx="2">
                  <c:v>36.2</c:v>
                </c:pt>
                <c:pt idx="3">
                  <c:v>36.7</c:v>
                </c:pt>
                <c:pt idx="4">
                  <c:v>35.5</c:v>
                </c:pt>
                <c:pt idx="5">
                  <c:v>36.7</c:v>
                </c:pt>
                <c:pt idx="6">
                  <c:v>36.4</c:v>
                </c:pt>
                <c:pt idx="7">
                  <c:v>35.3</c:v>
                </c:pt>
                <c:pt idx="8">
                  <c:v>36.1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1625</c:v>
                </c:pt>
                <c:pt idx="1">
                  <c:v>1632</c:v>
                </c:pt>
                <c:pt idx="2">
                  <c:v>1629</c:v>
                </c:pt>
                <c:pt idx="3">
                  <c:v>1615</c:v>
                </c:pt>
                <c:pt idx="4">
                  <c:v>1623</c:v>
                </c:pt>
                <c:pt idx="5">
                  <c:v>1616</c:v>
                </c:pt>
                <c:pt idx="6">
                  <c:v>1629</c:v>
                </c:pt>
                <c:pt idx="7">
                  <c:v>1627</c:v>
                </c:pt>
                <c:pt idx="8">
                  <c:v>1616</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1530</c:v>
                </c:pt>
                <c:pt idx="1">
                  <c:v>1530</c:v>
                </c:pt>
                <c:pt idx="2">
                  <c:v>1540</c:v>
                </c:pt>
                <c:pt idx="3">
                  <c:v>1545</c:v>
                </c:pt>
                <c:pt idx="4">
                  <c:v>1537</c:v>
                </c:pt>
                <c:pt idx="5">
                  <c:v>1546</c:v>
                </c:pt>
                <c:pt idx="6">
                  <c:v>1548</c:v>
                </c:pt>
                <c:pt idx="7">
                  <c:v>1549</c:v>
                </c:pt>
                <c:pt idx="8">
                  <c:v>1540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6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options A / B / B+Q4, Store Records (six designs), Door Rate options A-E, Internal GP %, CP vs Internal GP % options A-B, Headcount trend,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&amp; Internal section, after the section break and before Warranty RO Count.</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Group = sum of 33 stores. TB group total differs from the P&amp;L figure used elsewhere in the deck ($188.80M) by the GMC PRESCOTT difference above.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Headcount: ADP Employee Master extract, 10/19/2026, month-end snapshots, Qlik's fixed-employee title list (managers included). Each person counted once: someone open at two stores is counted at the old store until that record closes. Same-store, INEOS excluded (opened 2026). GMC Prescott body shop staff excluded.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6.xml"/><Relationship Id="rId3" Type="http://schemas.openxmlformats.org/officeDocument/2006/relationships/chart" Target="../charts/chart117.xml"/><Relationship Id="rId4" Type="http://schemas.openxmlformats.org/officeDocument/2006/relationships/chart" Target="../charts/chart118.xml"/><Relationship Id="rId5" Type="http://schemas.openxmlformats.org/officeDocument/2006/relationships/chart" Target="../charts/chart119.xml"/><Relationship Id="rId6"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0.xml"/><Relationship Id="rId3" Type="http://schemas.openxmlformats.org/officeDocument/2006/relationships/chart" Target="../charts/chart121.xml"/><Relationship Id="rId4" Type="http://schemas.openxmlformats.org/officeDocument/2006/relationships/chart" Target="../charts/chart122.xml"/><Relationship Id="rId5" Type="http://schemas.openxmlformats.org/officeDocument/2006/relationships/chart" Target="../charts/chart123.xml"/><Relationship Id="rId6" Type="http://schemas.openxmlformats.org/officeDocument/2006/relationships/chart" Target="../charts/chart124.xml"/><Relationship Id="rId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3.xml"/><Relationship Id="rId3" Type="http://schemas.openxmlformats.org/officeDocument/2006/relationships/chart" Target="../charts/chart164.xml"/><Relationship Id="rId4" Type="http://schemas.openxmlformats.org/officeDocument/2006/relationships/chart" Target="../charts/chart165.xml"/><Relationship Id="rId5" Type="http://schemas.openxmlformats.org/officeDocument/2006/relationships/chart" Target="../charts/chart166.xml"/><Relationship Id="rId6" Type="http://schemas.openxmlformats.org/officeDocument/2006/relationships/chart" Target="../charts/chart167.xml"/><Relationship Id="rId7" Type="http://schemas.openxmlformats.org/officeDocument/2006/relationships/chart" Target="../charts/chart168.xml"/><Relationship Id="rId8"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chart" Target="../charts/chart179.xml"/><Relationship Id="rId7" Type="http://schemas.openxmlformats.org/officeDocument/2006/relationships/chart" Target="../charts/chart180.xml"/><Relationship Id="rId8"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2.xml"/><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3.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4.xml"/><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6.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7.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8.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0.xml"/><Relationship Id="rId3" Type="http://schemas.openxmlformats.org/officeDocument/2006/relationships/chart" Target="../charts/chart191.xml"/><Relationship Id="rId4" Type="http://schemas.openxmlformats.org/officeDocument/2006/relationships/chart" Target="../charts/chart192.xml"/><Relationship Id="rId5" Type="http://schemas.openxmlformats.org/officeDocument/2006/relationships/chart" Target="../charts/chart193.xml"/><Relationship Id="rId6" Type="http://schemas.openxmlformats.org/officeDocument/2006/relationships/chart" Target="../charts/chart194.xml"/><Relationship Id="rId7" Type="http://schemas.openxmlformats.org/officeDocument/2006/relationships/chart" Target="../charts/chart195.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6.xml"/><Relationship Id="rId3" Type="http://schemas.openxmlformats.org/officeDocument/2006/relationships/chart" Target="../charts/chart197.xml"/><Relationship Id="rId4" Type="http://schemas.openxmlformats.org/officeDocument/2006/relationships/chart" Target="../charts/chart198.xml"/><Relationship Id="rId5" Type="http://schemas.openxmlformats.org/officeDocument/2006/relationships/chart" Target="../charts/chart199.xml"/><Relationship Id="rId6" Type="http://schemas.openxmlformats.org/officeDocument/2006/relationships/chart" Target="../charts/chart200.xml"/><Relationship Id="rId7" Type="http://schemas.openxmlformats.org/officeDocument/2006/relationships/chart" Target="../charts/chart201.xml"/><Relationship Id="rId8"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2.xml"/><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chart" Target="../charts/chart204.xml"/><Relationship Id="rId4" Type="http://schemas.openxmlformats.org/officeDocument/2006/relationships/chart" Target="../charts/chart205.xml"/><Relationship Id="rId5" Type="http://schemas.openxmlformats.org/officeDocument/2006/relationships/chart" Target="../charts/chart206.xml"/><Relationship Id="rId6" Type="http://schemas.openxmlformats.org/officeDocument/2006/relationships/chart" Target="../charts/chart207.xml"/><Relationship Id="rId7" Type="http://schemas.openxmlformats.org/officeDocument/2006/relationships/chart" Target="../charts/chart208.xml"/><Relationship Id="rId8" Type="http://schemas.openxmlformats.org/officeDocument/2006/relationships/chart" Target="../charts/chart209.xml"/><Relationship Id="rId9" Type="http://schemas.openxmlformats.org/officeDocument/2006/relationships/chart" Target="../charts/chart210.xml"/><Relationship Id="rId10" Type="http://schemas.openxmlformats.org/officeDocument/2006/relationships/chart" Target="../charts/chart211.xml"/><Relationship Id="rId11" Type="http://schemas.openxmlformats.org/officeDocument/2006/relationships/chart" Target="../charts/chart212.xml"/><Relationship Id="rId1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3.xml"/><Relationship Id="rId3" Type="http://schemas.openxmlformats.org/officeDocument/2006/relationships/chart" Target="../charts/chart214.xml"/><Relationship Id="rId4" Type="http://schemas.openxmlformats.org/officeDocument/2006/relationships/chart" Target="../charts/chart215.xml"/><Relationship Id="rId5" Type="http://schemas.openxmlformats.org/officeDocument/2006/relationships/chart" Target="../charts/chart216.xml"/><Relationship Id="rId6" Type="http://schemas.openxmlformats.org/officeDocument/2006/relationships/chart" Target="../charts/chart217.xml"/><Relationship Id="rId7" Type="http://schemas.openxmlformats.org/officeDocument/2006/relationships/chart" Target="../charts/chart218.xml"/><Relationship Id="rId8" Type="http://schemas.openxmlformats.org/officeDocument/2006/relationships/chart" Target="../charts/chart219.xml"/><Relationship Id="rId9" Type="http://schemas.openxmlformats.org/officeDocument/2006/relationships/chart" Target="../charts/chart220.xml"/><Relationship Id="rId10" Type="http://schemas.openxmlformats.org/officeDocument/2006/relationships/chart" Target="../charts/chart221.xml"/><Relationship Id="rId11" Type="http://schemas.openxmlformats.org/officeDocument/2006/relationships/chart" Target="../charts/chart222.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3.xml"/><Relationship Id="rId3" Type="http://schemas.openxmlformats.org/officeDocument/2006/relationships/chart" Target="../charts/chart224.xml"/><Relationship Id="rId4" Type="http://schemas.openxmlformats.org/officeDocument/2006/relationships/chart" Target="../charts/chart225.xml"/><Relationship Id="rId5" Type="http://schemas.openxmlformats.org/officeDocument/2006/relationships/chart" Target="../charts/chart226.xml"/><Relationship Id="rId6" Type="http://schemas.openxmlformats.org/officeDocument/2006/relationships/chart" Target="../charts/chart227.xml"/><Relationship Id="rId7" Type="http://schemas.openxmlformats.org/officeDocument/2006/relationships/chart" Target="../charts/chart228.xml"/><Relationship Id="rId8" Type="http://schemas.openxmlformats.org/officeDocument/2006/relationships/chart" Target="../charts/chart229.xml"/><Relationship Id="rId9" Type="http://schemas.openxmlformats.org/officeDocument/2006/relationships/chart" Target="../charts/chart230.xml"/><Relationship Id="rId10" Type="http://schemas.openxmlformats.org/officeDocument/2006/relationships/chart" Target="../charts/chart231.xml"/><Relationship Id="rId11" Type="http://schemas.openxmlformats.org/officeDocument/2006/relationships/chart" Target="../charts/chart232.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3.xml"/><Relationship Id="rId3" Type="http://schemas.openxmlformats.org/officeDocument/2006/relationships/chart" Target="../charts/chart234.xml"/><Relationship Id="rId4" Type="http://schemas.openxmlformats.org/officeDocument/2006/relationships/chart" Target="../charts/chart235.xml"/><Relationship Id="rId5" Type="http://schemas.openxmlformats.org/officeDocument/2006/relationships/chart" Target="../charts/chart236.xml"/><Relationship Id="rId6" Type="http://schemas.openxmlformats.org/officeDocument/2006/relationships/chart" Target="../charts/chart237.xml"/><Relationship Id="rId7" Type="http://schemas.openxmlformats.org/officeDocument/2006/relationships/chart" Target="../charts/chart238.xml"/><Relationship Id="rId8" Type="http://schemas.openxmlformats.org/officeDocument/2006/relationships/chart" Target="../charts/chart239.xml"/><Relationship Id="rId9" Type="http://schemas.openxmlformats.org/officeDocument/2006/relationships/chart" Target="../charts/chart240.xml"/><Relationship Id="rId10" Type="http://schemas.openxmlformats.org/officeDocument/2006/relationships/chart" Target="../charts/chart241.xml"/><Relationship Id="rId11" Type="http://schemas.openxmlformats.org/officeDocument/2006/relationships/chart" Target="../charts/chart242.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3.xml"/><Relationship Id="rId3" Type="http://schemas.openxmlformats.org/officeDocument/2006/relationships/chart" Target="../charts/chart244.xml"/><Relationship Id="rId4" Type="http://schemas.openxmlformats.org/officeDocument/2006/relationships/chart" Target="../charts/chart245.xml"/><Relationship Id="rId5" Type="http://schemas.openxmlformats.org/officeDocument/2006/relationships/chart" Target="../charts/chart246.xml"/><Relationship Id="rId6" Type="http://schemas.openxmlformats.org/officeDocument/2006/relationships/chart" Target="../charts/chart247.xml"/><Relationship Id="rId7" Type="http://schemas.openxmlformats.org/officeDocument/2006/relationships/chart" Target="../charts/chart248.xml"/><Relationship Id="rId8" Type="http://schemas.openxmlformats.org/officeDocument/2006/relationships/chart" Target="../charts/chart249.xml"/><Relationship Id="rId9" Type="http://schemas.openxmlformats.org/officeDocument/2006/relationships/chart" Target="../charts/chart250.xml"/><Relationship Id="rId10" Type="http://schemas.openxmlformats.org/officeDocument/2006/relationships/chart" Target="../charts/chart251.xml"/><Relationship Id="rId11" Type="http://schemas.openxmlformats.org/officeDocument/2006/relationships/chart" Target="../charts/chart252.xml"/><Relationship Id="rId1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3.xml"/><Relationship Id="rId3" Type="http://schemas.openxmlformats.org/officeDocument/2006/relationships/chart" Target="../charts/chart254.xml"/><Relationship Id="rId4" Type="http://schemas.openxmlformats.org/officeDocument/2006/relationships/chart" Target="../charts/chart255.xml"/><Relationship Id="rId5" Type="http://schemas.openxmlformats.org/officeDocument/2006/relationships/chart" Target="../charts/chart256.xml"/><Relationship Id="rId6" Type="http://schemas.openxmlformats.org/officeDocument/2006/relationships/chart" Target="../charts/chart257.xml"/><Relationship Id="rId7" Type="http://schemas.openxmlformats.org/officeDocument/2006/relationships/chart" Target="../charts/chart258.xml"/><Relationship Id="rId8" Type="http://schemas.openxmlformats.org/officeDocument/2006/relationships/chart" Target="../charts/chart259.xml"/><Relationship Id="rId9" Type="http://schemas.openxmlformats.org/officeDocument/2006/relationships/chart" Target="../charts/chart260.xml"/><Relationship Id="rId10" Type="http://schemas.openxmlformats.org/officeDocument/2006/relationships/chart" Target="../charts/chart261.xml"/><Relationship Id="rId11" Type="http://schemas.openxmlformats.org/officeDocument/2006/relationships/chart" Target="../charts/chart262.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Express,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 &amp; Internal</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audits and compliance, warranty rate and ROs, internal rate.</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200" b="1" dirty="0">
                <a:solidFill>
                  <a:srgbClr val="1A1A1A"/>
                </a:solidFill>
                <a:latin typeface="Inter" pitchFamily="34" charset="0"/>
                <a:ea typeface="Inter" pitchFamily="34" charset="-122"/>
                <a:cs typeface="Inter" pitchFamily="34" charset="-120"/>
              </a:rPr>
              <a:t>Warranty &amp; Internal</a:t>
            </a:r>
            <a:endParaRPr lang="en-US" sz="72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audits   ·   Warranty ELR   ·   Warranty ROs   ·   Internal ELR</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&amp; records   ·   Door rate   ·   Internal GP %   ·   Best techs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06840"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$358,484</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15403" cy="136676"/>
          </a:xfrm>
          <a:prstGeom prst="rect">
            <a:avLst/>
          </a:prstGeom>
          <a:solidFill>
            <a:srgbClr val="2587C5"/>
          </a:solidFill>
          <a:ln/>
        </p:spPr>
      </p:sp>
      <p:sp>
        <p:nvSpPr>
          <p:cNvPr id="19" name="Text 17"/>
          <p:cNvSpPr txBox="1"/>
          <p:nvPr/>
        </p:nvSpPr>
        <p:spPr>
          <a:xfrm>
            <a:off x="3456432"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$350,585</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659351" cy="136676"/>
          </a:xfrm>
          <a:prstGeom prst="rect">
            <a:avLst/>
          </a:prstGeom>
          <a:solidFill>
            <a:srgbClr val="2587C5"/>
          </a:solidFill>
          <a:ln/>
        </p:spPr>
      </p:sp>
      <p:sp>
        <p:nvSpPr>
          <p:cNvPr id="24" name="Text 22"/>
          <p:cNvSpPr txBox="1"/>
          <p:nvPr/>
        </p:nvSpPr>
        <p:spPr>
          <a:xfrm>
            <a:off x="3456432"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$323,117</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45107" cy="136676"/>
          </a:xfrm>
          <a:prstGeom prst="rect">
            <a:avLst/>
          </a:prstGeom>
          <a:solidFill>
            <a:srgbClr val="2587C5"/>
          </a:solidFill>
          <a:ln/>
        </p:spPr>
      </p:sp>
      <p:sp>
        <p:nvSpPr>
          <p:cNvPr id="29" name="Text 27"/>
          <p:cNvSpPr txBox="1"/>
          <p:nvPr/>
        </p:nvSpPr>
        <p:spPr>
          <a:xfrm>
            <a:off x="3456432"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$316,136</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463821" cy="136676"/>
          </a:xfrm>
          <a:prstGeom prst="rect">
            <a:avLst/>
          </a:prstGeom>
          <a:solidFill>
            <a:srgbClr val="2587C5"/>
          </a:solidFill>
          <a:ln/>
        </p:spPr>
      </p:sp>
      <p:sp>
        <p:nvSpPr>
          <p:cNvPr id="34" name="Text 32"/>
          <p:cNvSpPr txBox="1"/>
          <p:nvPr/>
        </p:nvSpPr>
        <p:spPr>
          <a:xfrm>
            <a:off x="3456432"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$227,297</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14980" cy="136676"/>
          </a:xfrm>
          <a:prstGeom prst="rect">
            <a:avLst/>
          </a:prstGeom>
          <a:solidFill>
            <a:srgbClr val="2587C5"/>
          </a:solidFill>
          <a:ln/>
        </p:spPr>
      </p:sp>
      <p:sp>
        <p:nvSpPr>
          <p:cNvPr id="39" name="Text 37"/>
          <p:cNvSpPr txBox="1"/>
          <p:nvPr/>
        </p:nvSpPr>
        <p:spPr>
          <a:xfrm>
            <a:off x="3456432"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$203,362</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18618" cy="136676"/>
          </a:xfrm>
          <a:prstGeom prst="rect">
            <a:avLst/>
          </a:prstGeom>
          <a:solidFill>
            <a:srgbClr val="2587C5"/>
          </a:solidFill>
          <a:ln/>
        </p:spPr>
      </p:sp>
      <p:sp>
        <p:nvSpPr>
          <p:cNvPr id="44" name="Text 42"/>
          <p:cNvSpPr txBox="1"/>
          <p:nvPr/>
        </p:nvSpPr>
        <p:spPr>
          <a:xfrm>
            <a:off x="3456432"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$156,140</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01001" cy="136676"/>
          </a:xfrm>
          <a:prstGeom prst="rect">
            <a:avLst/>
          </a:prstGeom>
          <a:solidFill>
            <a:srgbClr val="2587C5"/>
          </a:solidFill>
          <a:ln/>
        </p:spPr>
      </p:sp>
      <p:sp>
        <p:nvSpPr>
          <p:cNvPr id="49" name="Text 47"/>
          <p:cNvSpPr txBox="1"/>
          <p:nvPr/>
        </p:nvSpPr>
        <p:spPr>
          <a:xfrm>
            <a:off x="3456432"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$147,507</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288095" cy="136676"/>
          </a:xfrm>
          <a:prstGeom prst="rect">
            <a:avLst/>
          </a:prstGeom>
          <a:solidFill>
            <a:srgbClr val="2587C5"/>
          </a:solidFill>
          <a:ln/>
        </p:spPr>
      </p:sp>
      <p:sp>
        <p:nvSpPr>
          <p:cNvPr id="54" name="Text 52"/>
          <p:cNvSpPr txBox="1"/>
          <p:nvPr/>
        </p:nvSpPr>
        <p:spPr>
          <a:xfrm>
            <a:off x="3456432"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$141,182</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68462" cy="136676"/>
          </a:xfrm>
          <a:prstGeom prst="rect">
            <a:avLst/>
          </a:prstGeom>
          <a:solidFill>
            <a:srgbClr val="2587C5"/>
          </a:solidFill>
          <a:ln/>
        </p:spPr>
      </p:sp>
      <p:sp>
        <p:nvSpPr>
          <p:cNvPr id="59" name="Text 57"/>
          <p:cNvSpPr txBox="1"/>
          <p:nvPr/>
        </p:nvSpPr>
        <p:spPr>
          <a:xfrm>
            <a:off x="3456432"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$131,560</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54519" cy="136676"/>
          </a:xfrm>
          <a:prstGeom prst="rect">
            <a:avLst/>
          </a:prstGeom>
          <a:solidFill>
            <a:srgbClr val="2587C5"/>
          </a:solidFill>
          <a:ln/>
        </p:spPr>
      </p:sp>
      <p:sp>
        <p:nvSpPr>
          <p:cNvPr id="64" name="Text 62"/>
          <p:cNvSpPr txBox="1"/>
          <p:nvPr/>
        </p:nvSpPr>
        <p:spPr>
          <a:xfrm>
            <a:off x="3456432"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$124,728</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50231" cy="136676"/>
          </a:xfrm>
          <a:prstGeom prst="rect">
            <a:avLst/>
          </a:prstGeom>
          <a:solidFill>
            <a:srgbClr val="2587C5"/>
          </a:solidFill>
          <a:ln/>
        </p:spPr>
      </p:sp>
      <p:sp>
        <p:nvSpPr>
          <p:cNvPr id="69" name="Text 67"/>
          <p:cNvSpPr txBox="1"/>
          <p:nvPr/>
        </p:nvSpPr>
        <p:spPr>
          <a:xfrm>
            <a:off x="3456432"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$122,626</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27064" cy="136676"/>
          </a:xfrm>
          <a:prstGeom prst="rect">
            <a:avLst/>
          </a:prstGeom>
          <a:solidFill>
            <a:srgbClr val="2587C5"/>
          </a:solidFill>
          <a:ln/>
        </p:spPr>
      </p:sp>
      <p:sp>
        <p:nvSpPr>
          <p:cNvPr id="74" name="Text 72"/>
          <p:cNvSpPr txBox="1"/>
          <p:nvPr/>
        </p:nvSpPr>
        <p:spPr>
          <a:xfrm>
            <a:off x="3456432"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$111,273</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23838" cy="136676"/>
          </a:xfrm>
          <a:prstGeom prst="rect">
            <a:avLst/>
          </a:prstGeom>
          <a:solidFill>
            <a:srgbClr val="2587C5"/>
          </a:solidFill>
          <a:ln/>
        </p:spPr>
      </p:sp>
      <p:sp>
        <p:nvSpPr>
          <p:cNvPr id="79" name="Text 77"/>
          <p:cNvSpPr txBox="1"/>
          <p:nvPr/>
        </p:nvSpPr>
        <p:spPr>
          <a:xfrm>
            <a:off x="3456432"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$109,693</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22732" cy="136676"/>
          </a:xfrm>
          <a:prstGeom prst="rect">
            <a:avLst/>
          </a:prstGeom>
          <a:solidFill>
            <a:srgbClr val="2587C5"/>
          </a:solidFill>
          <a:ln/>
        </p:spPr>
      </p:sp>
      <p:sp>
        <p:nvSpPr>
          <p:cNvPr id="84" name="Text 82"/>
          <p:cNvSpPr txBox="1"/>
          <p:nvPr/>
        </p:nvSpPr>
        <p:spPr>
          <a:xfrm>
            <a:off x="3456432"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$109,151</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21786" cy="136676"/>
          </a:xfrm>
          <a:prstGeom prst="rect">
            <a:avLst/>
          </a:prstGeom>
          <a:solidFill>
            <a:srgbClr val="2587C5"/>
          </a:solidFill>
          <a:ln/>
        </p:spPr>
      </p:sp>
      <p:sp>
        <p:nvSpPr>
          <p:cNvPr id="89" name="Text 87"/>
          <p:cNvSpPr txBox="1"/>
          <p:nvPr/>
        </p:nvSpPr>
        <p:spPr>
          <a:xfrm>
            <a:off x="3456432"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$108,687</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11558" cy="136676"/>
          </a:xfrm>
          <a:prstGeom prst="rect">
            <a:avLst/>
          </a:prstGeom>
          <a:solidFill>
            <a:srgbClr val="2587C5"/>
          </a:solidFill>
          <a:ln/>
        </p:spPr>
      </p:sp>
      <p:sp>
        <p:nvSpPr>
          <p:cNvPr id="94" name="Text 92"/>
          <p:cNvSpPr txBox="1"/>
          <p:nvPr/>
        </p:nvSpPr>
        <p:spPr>
          <a:xfrm>
            <a:off x="3456432" y="567681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$103,675</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10961" cy="136676"/>
          </a:xfrm>
          <a:prstGeom prst="rect">
            <a:avLst/>
          </a:prstGeom>
          <a:solidFill>
            <a:srgbClr val="2587C5"/>
          </a:solidFill>
          <a:ln/>
        </p:spPr>
      </p:sp>
      <p:sp>
        <p:nvSpPr>
          <p:cNvPr id="99" name="Text 97"/>
          <p:cNvSpPr txBox="1"/>
          <p:nvPr/>
        </p:nvSpPr>
        <p:spPr>
          <a:xfrm>
            <a:off x="9006840"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$103,382</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07153" cy="136676"/>
          </a:xfrm>
          <a:prstGeom prst="rect">
            <a:avLst/>
          </a:prstGeom>
          <a:solidFill>
            <a:srgbClr val="2587C5"/>
          </a:solidFill>
          <a:ln/>
        </p:spPr>
      </p:sp>
      <p:sp>
        <p:nvSpPr>
          <p:cNvPr id="104" name="Text 102"/>
          <p:cNvSpPr txBox="1"/>
          <p:nvPr/>
        </p:nvSpPr>
        <p:spPr>
          <a:xfrm>
            <a:off x="9006840"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$101,516</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197009" cy="136676"/>
          </a:xfrm>
          <a:prstGeom prst="rect">
            <a:avLst/>
          </a:prstGeom>
          <a:solidFill>
            <a:srgbClr val="2587C5"/>
          </a:solidFill>
          <a:ln/>
        </p:spPr>
      </p:sp>
      <p:sp>
        <p:nvSpPr>
          <p:cNvPr id="109" name="Text 107"/>
          <p:cNvSpPr txBox="1"/>
          <p:nvPr/>
        </p:nvSpPr>
        <p:spPr>
          <a:xfrm>
            <a:off x="9006840"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$96,545</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193959" cy="136676"/>
          </a:xfrm>
          <a:prstGeom prst="rect">
            <a:avLst/>
          </a:prstGeom>
          <a:solidFill>
            <a:srgbClr val="2587C5"/>
          </a:solidFill>
          <a:ln/>
        </p:spPr>
      </p:sp>
      <p:sp>
        <p:nvSpPr>
          <p:cNvPr id="114" name="Text 112"/>
          <p:cNvSpPr txBox="1"/>
          <p:nvPr/>
        </p:nvSpPr>
        <p:spPr>
          <a:xfrm>
            <a:off x="9006840"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$95,050</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192175" cy="136676"/>
          </a:xfrm>
          <a:prstGeom prst="rect">
            <a:avLst/>
          </a:prstGeom>
          <a:solidFill>
            <a:srgbClr val="2587C5"/>
          </a:solidFill>
          <a:ln/>
        </p:spPr>
      </p:sp>
      <p:sp>
        <p:nvSpPr>
          <p:cNvPr id="119" name="Text 117"/>
          <p:cNvSpPr txBox="1"/>
          <p:nvPr/>
        </p:nvSpPr>
        <p:spPr>
          <a:xfrm>
            <a:off x="9006840"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$94,176</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182910" cy="136676"/>
          </a:xfrm>
          <a:prstGeom prst="rect">
            <a:avLst/>
          </a:prstGeom>
          <a:solidFill>
            <a:srgbClr val="2587C5"/>
          </a:solidFill>
          <a:ln/>
        </p:spPr>
      </p:sp>
      <p:sp>
        <p:nvSpPr>
          <p:cNvPr id="124" name="Text 122"/>
          <p:cNvSpPr txBox="1"/>
          <p:nvPr/>
        </p:nvSpPr>
        <p:spPr>
          <a:xfrm>
            <a:off x="9006840"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$89,636</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77501" cy="136676"/>
          </a:xfrm>
          <a:prstGeom prst="rect">
            <a:avLst/>
          </a:prstGeom>
          <a:solidFill>
            <a:srgbClr val="2587C5"/>
          </a:solidFill>
          <a:ln/>
        </p:spPr>
      </p:sp>
      <p:sp>
        <p:nvSpPr>
          <p:cNvPr id="129" name="Text 127"/>
          <p:cNvSpPr txBox="1"/>
          <p:nvPr/>
        </p:nvSpPr>
        <p:spPr>
          <a:xfrm>
            <a:off x="9006840"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$86,985</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5512" cy="136676"/>
          </a:xfrm>
          <a:prstGeom prst="rect">
            <a:avLst/>
          </a:prstGeom>
          <a:solidFill>
            <a:srgbClr val="2587C5"/>
          </a:solidFill>
          <a:ln/>
        </p:spPr>
      </p:sp>
      <p:sp>
        <p:nvSpPr>
          <p:cNvPr id="134" name="Text 132"/>
          <p:cNvSpPr txBox="1"/>
          <p:nvPr/>
        </p:nvSpPr>
        <p:spPr>
          <a:xfrm>
            <a:off x="9006840"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$86,010</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67969" cy="136676"/>
          </a:xfrm>
          <a:prstGeom prst="rect">
            <a:avLst/>
          </a:prstGeom>
          <a:solidFill>
            <a:srgbClr val="2587C5"/>
          </a:solidFill>
          <a:ln/>
        </p:spPr>
      </p:sp>
      <p:sp>
        <p:nvSpPr>
          <p:cNvPr id="139" name="Text 137"/>
          <p:cNvSpPr txBox="1"/>
          <p:nvPr/>
        </p:nvSpPr>
        <p:spPr>
          <a:xfrm>
            <a:off x="9006840"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$82,314</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51665" cy="136676"/>
          </a:xfrm>
          <a:prstGeom prst="rect">
            <a:avLst/>
          </a:prstGeom>
          <a:solidFill>
            <a:srgbClr val="2587C5"/>
          </a:solidFill>
          <a:ln/>
        </p:spPr>
      </p:sp>
      <p:sp>
        <p:nvSpPr>
          <p:cNvPr id="144" name="Text 142"/>
          <p:cNvSpPr txBox="1"/>
          <p:nvPr/>
        </p:nvSpPr>
        <p:spPr>
          <a:xfrm>
            <a:off x="9006840"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$74,324</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48544" cy="136676"/>
          </a:xfrm>
          <a:prstGeom prst="rect">
            <a:avLst/>
          </a:prstGeom>
          <a:solidFill>
            <a:srgbClr val="2587C5"/>
          </a:solidFill>
          <a:ln/>
        </p:spPr>
      </p:sp>
      <p:sp>
        <p:nvSpPr>
          <p:cNvPr id="149" name="Text 147"/>
          <p:cNvSpPr txBox="1"/>
          <p:nvPr/>
        </p:nvSpPr>
        <p:spPr>
          <a:xfrm>
            <a:off x="9006840"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$72,795</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48506" cy="136676"/>
          </a:xfrm>
          <a:prstGeom prst="rect">
            <a:avLst/>
          </a:prstGeom>
          <a:solidFill>
            <a:srgbClr val="2587C5"/>
          </a:solidFill>
          <a:ln/>
        </p:spPr>
      </p:sp>
      <p:sp>
        <p:nvSpPr>
          <p:cNvPr id="154" name="Text 152"/>
          <p:cNvSpPr txBox="1"/>
          <p:nvPr/>
        </p:nvSpPr>
        <p:spPr>
          <a:xfrm>
            <a:off x="9006840"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$72,776</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48438" cy="136676"/>
          </a:xfrm>
          <a:prstGeom prst="rect">
            <a:avLst/>
          </a:prstGeom>
          <a:solidFill>
            <a:srgbClr val="2587C5"/>
          </a:solidFill>
          <a:ln/>
        </p:spPr>
      </p:sp>
      <p:sp>
        <p:nvSpPr>
          <p:cNvPr id="159" name="Text 157"/>
          <p:cNvSpPr txBox="1"/>
          <p:nvPr/>
        </p:nvSpPr>
        <p:spPr>
          <a:xfrm>
            <a:off x="9006840"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$72,743</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37973" cy="136676"/>
          </a:xfrm>
          <a:prstGeom prst="rect">
            <a:avLst/>
          </a:prstGeom>
          <a:solidFill>
            <a:srgbClr val="2587C5"/>
          </a:solidFill>
          <a:ln/>
        </p:spPr>
      </p:sp>
      <p:sp>
        <p:nvSpPr>
          <p:cNvPr id="164" name="Text 162"/>
          <p:cNvSpPr txBox="1"/>
          <p:nvPr/>
        </p:nvSpPr>
        <p:spPr>
          <a:xfrm>
            <a:off x="9006840"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$67,614</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35948" cy="136676"/>
          </a:xfrm>
          <a:prstGeom prst="rect">
            <a:avLst/>
          </a:prstGeom>
          <a:solidFill>
            <a:srgbClr val="2587C5"/>
          </a:solidFill>
          <a:ln/>
        </p:spPr>
      </p:sp>
      <p:sp>
        <p:nvSpPr>
          <p:cNvPr id="169" name="Text 167"/>
          <p:cNvSpPr txBox="1"/>
          <p:nvPr/>
        </p:nvSpPr>
        <p:spPr>
          <a:xfrm>
            <a:off x="9006840"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$66,622</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33856" cy="136676"/>
          </a:xfrm>
          <a:prstGeom prst="rect">
            <a:avLst/>
          </a:prstGeom>
          <a:solidFill>
            <a:srgbClr val="2587C5"/>
          </a:solidFill>
          <a:ln/>
        </p:spPr>
      </p:sp>
      <p:sp>
        <p:nvSpPr>
          <p:cNvPr id="174" name="Text 172"/>
          <p:cNvSpPr txBox="1"/>
          <p:nvPr/>
        </p:nvSpPr>
        <p:spPr>
          <a:xfrm>
            <a:off x="9006840"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$65,596</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08960"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65936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384048" cy="136676"/>
          </a:xfrm>
          <a:prstGeom prst="rect">
            <a:avLst/>
          </a:prstGeom>
          <a:solidFill>
            <a:srgbClr val="2587C5"/>
          </a:solidFill>
          <a:ln/>
        </p:spPr>
      </p:sp>
      <p:sp>
        <p:nvSpPr>
          <p:cNvPr id="14" name="Text 12"/>
          <p:cNvSpPr txBox="1"/>
          <p:nvPr/>
        </p:nvSpPr>
        <p:spPr>
          <a:xfrm>
            <a:off x="3108960"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$1,164,334</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$868,256</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$296,078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169491" cy="136676"/>
          </a:xfrm>
          <a:prstGeom prst="rect">
            <a:avLst/>
          </a:prstGeom>
          <a:solidFill>
            <a:srgbClr val="2587C5"/>
          </a:solidFill>
          <a:ln/>
        </p:spPr>
      </p:sp>
      <p:sp>
        <p:nvSpPr>
          <p:cNvPr id="19" name="Text 17"/>
          <p:cNvSpPr txBox="1"/>
          <p:nvPr/>
        </p:nvSpPr>
        <p:spPr>
          <a:xfrm>
            <a:off x="3108960"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$513,852</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$396,326</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$117,527</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35326" cy="136676"/>
          </a:xfrm>
          <a:prstGeom prst="rect">
            <a:avLst/>
          </a:prstGeom>
          <a:solidFill>
            <a:srgbClr val="2587C5"/>
          </a:solidFill>
          <a:ln/>
        </p:spPr>
      </p:sp>
      <p:sp>
        <p:nvSpPr>
          <p:cNvPr id="24" name="Text 22"/>
          <p:cNvSpPr txBox="1"/>
          <p:nvPr/>
        </p:nvSpPr>
        <p:spPr>
          <a:xfrm>
            <a:off x="3108960"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$410,273</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$295,521</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$114,751</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13951" cy="136676"/>
          </a:xfrm>
          <a:prstGeom prst="rect">
            <a:avLst/>
          </a:prstGeom>
          <a:solidFill>
            <a:srgbClr val="2587C5"/>
          </a:solidFill>
          <a:ln/>
        </p:spPr>
      </p:sp>
      <p:sp>
        <p:nvSpPr>
          <p:cNvPr id="29" name="Text 27"/>
          <p:cNvSpPr txBox="1"/>
          <p:nvPr/>
        </p:nvSpPr>
        <p:spPr>
          <a:xfrm>
            <a:off x="3108960"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$345,471</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$260,598</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$84,873</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11909" cy="136676"/>
          </a:xfrm>
          <a:prstGeom prst="rect">
            <a:avLst/>
          </a:prstGeom>
          <a:solidFill>
            <a:srgbClr val="2587C5"/>
          </a:solidFill>
          <a:ln/>
        </p:spPr>
      </p:sp>
      <p:sp>
        <p:nvSpPr>
          <p:cNvPr id="34" name="Text 32"/>
          <p:cNvSpPr txBox="1"/>
          <p:nvPr/>
        </p:nvSpPr>
        <p:spPr>
          <a:xfrm>
            <a:off x="3108960"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$339,280</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$220,993</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$118,287</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10625" cy="136676"/>
          </a:xfrm>
          <a:prstGeom prst="rect">
            <a:avLst/>
          </a:prstGeom>
          <a:solidFill>
            <a:srgbClr val="2587C5"/>
          </a:solidFill>
          <a:ln/>
        </p:spPr>
      </p:sp>
      <p:sp>
        <p:nvSpPr>
          <p:cNvPr id="39" name="Text 37"/>
          <p:cNvSpPr txBox="1"/>
          <p:nvPr/>
        </p:nvSpPr>
        <p:spPr>
          <a:xfrm>
            <a:off x="3108960"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$335,387</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$243,757</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$91,630</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01643" cy="136676"/>
          </a:xfrm>
          <a:prstGeom prst="rect">
            <a:avLst/>
          </a:prstGeom>
          <a:solidFill>
            <a:srgbClr val="2587C5"/>
          </a:solidFill>
          <a:ln/>
        </p:spPr>
      </p:sp>
      <p:sp>
        <p:nvSpPr>
          <p:cNvPr id="44" name="Text 42"/>
          <p:cNvSpPr txBox="1"/>
          <p:nvPr/>
        </p:nvSpPr>
        <p:spPr>
          <a:xfrm>
            <a:off x="3108960"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$308,157</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$224,917</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$83,240</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01252" cy="136676"/>
          </a:xfrm>
          <a:prstGeom prst="rect">
            <a:avLst/>
          </a:prstGeom>
          <a:solidFill>
            <a:srgbClr val="2587C5"/>
          </a:solidFill>
          <a:ln/>
        </p:spPr>
      </p:sp>
      <p:sp>
        <p:nvSpPr>
          <p:cNvPr id="49" name="Text 47"/>
          <p:cNvSpPr txBox="1"/>
          <p:nvPr/>
        </p:nvSpPr>
        <p:spPr>
          <a:xfrm>
            <a:off x="3108960"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$306,971</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$228,073</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$78,899</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64695" cy="136676"/>
          </a:xfrm>
          <a:prstGeom prst="rect">
            <a:avLst/>
          </a:prstGeom>
          <a:solidFill>
            <a:srgbClr val="2587C5"/>
          </a:solidFill>
          <a:ln/>
        </p:spPr>
      </p:sp>
      <p:sp>
        <p:nvSpPr>
          <p:cNvPr id="54" name="Text 52"/>
          <p:cNvSpPr txBox="1"/>
          <p:nvPr/>
        </p:nvSpPr>
        <p:spPr>
          <a:xfrm>
            <a:off x="3108960"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$196,138</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$136,735</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$59,403</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61139" cy="136676"/>
          </a:xfrm>
          <a:prstGeom prst="rect">
            <a:avLst/>
          </a:prstGeom>
          <a:solidFill>
            <a:srgbClr val="2587C5"/>
          </a:solidFill>
          <a:ln/>
        </p:spPr>
      </p:sp>
      <p:sp>
        <p:nvSpPr>
          <p:cNvPr id="59" name="Text 57"/>
          <p:cNvSpPr txBox="1"/>
          <p:nvPr/>
        </p:nvSpPr>
        <p:spPr>
          <a:xfrm>
            <a:off x="3108960"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$185,357</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$128,599</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$56,758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59038" cy="136676"/>
          </a:xfrm>
          <a:prstGeom prst="rect">
            <a:avLst/>
          </a:prstGeom>
          <a:solidFill>
            <a:srgbClr val="2587C5"/>
          </a:solidFill>
          <a:ln/>
        </p:spPr>
      </p:sp>
      <p:sp>
        <p:nvSpPr>
          <p:cNvPr id="64" name="Text 62"/>
          <p:cNvSpPr txBox="1"/>
          <p:nvPr/>
        </p:nvSpPr>
        <p:spPr>
          <a:xfrm>
            <a:off x="3108960"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$178,988</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$128,448</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$50,540</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50079" cy="136676"/>
          </a:xfrm>
          <a:prstGeom prst="rect">
            <a:avLst/>
          </a:prstGeom>
          <a:solidFill>
            <a:srgbClr val="2587C5"/>
          </a:solidFill>
          <a:ln/>
        </p:spPr>
      </p:sp>
      <p:sp>
        <p:nvSpPr>
          <p:cNvPr id="69" name="Text 67"/>
          <p:cNvSpPr txBox="1"/>
          <p:nvPr/>
        </p:nvSpPr>
        <p:spPr>
          <a:xfrm>
            <a:off x="3108960"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$151,825</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$102,262</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$49,564</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49123" cy="136676"/>
          </a:xfrm>
          <a:prstGeom prst="rect">
            <a:avLst/>
          </a:prstGeom>
          <a:solidFill>
            <a:srgbClr val="2587C5"/>
          </a:solidFill>
          <a:ln/>
        </p:spPr>
      </p:sp>
      <p:sp>
        <p:nvSpPr>
          <p:cNvPr id="74" name="Text 72"/>
          <p:cNvSpPr txBox="1"/>
          <p:nvPr/>
        </p:nvSpPr>
        <p:spPr>
          <a:xfrm>
            <a:off x="3108960"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$148,928</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$113,075</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$35,853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48257" cy="136676"/>
          </a:xfrm>
          <a:prstGeom prst="rect">
            <a:avLst/>
          </a:prstGeom>
          <a:solidFill>
            <a:srgbClr val="2587C5"/>
          </a:solidFill>
          <a:ln/>
        </p:spPr>
      </p:sp>
      <p:sp>
        <p:nvSpPr>
          <p:cNvPr id="79" name="Text 77"/>
          <p:cNvSpPr txBox="1"/>
          <p:nvPr/>
        </p:nvSpPr>
        <p:spPr>
          <a:xfrm>
            <a:off x="3108960"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$146,304</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$105,012</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$41,292</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46762" cy="136676"/>
          </a:xfrm>
          <a:prstGeom prst="rect">
            <a:avLst/>
          </a:prstGeom>
          <a:solidFill>
            <a:srgbClr val="2587C5"/>
          </a:solidFill>
          <a:ln/>
        </p:spPr>
      </p:sp>
      <p:sp>
        <p:nvSpPr>
          <p:cNvPr id="84" name="Text 82"/>
          <p:cNvSpPr txBox="1"/>
          <p:nvPr/>
        </p:nvSpPr>
        <p:spPr>
          <a:xfrm>
            <a:off x="3108960"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$141,770</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$96,704</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$45,066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44339" cy="136676"/>
          </a:xfrm>
          <a:prstGeom prst="rect">
            <a:avLst/>
          </a:prstGeom>
          <a:solidFill>
            <a:srgbClr val="2587C5"/>
          </a:solidFill>
          <a:ln/>
        </p:spPr>
      </p:sp>
      <p:sp>
        <p:nvSpPr>
          <p:cNvPr id="89" name="Text 87"/>
          <p:cNvSpPr txBox="1"/>
          <p:nvPr/>
        </p:nvSpPr>
        <p:spPr>
          <a:xfrm>
            <a:off x="3108960"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$134,424</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$99,999</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$34,425</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44034" cy="136676"/>
          </a:xfrm>
          <a:prstGeom prst="rect">
            <a:avLst/>
          </a:prstGeom>
          <a:solidFill>
            <a:srgbClr val="2587C5"/>
          </a:solidFill>
          <a:ln/>
        </p:spPr>
      </p:sp>
      <p:sp>
        <p:nvSpPr>
          <p:cNvPr id="94" name="Text 92"/>
          <p:cNvSpPr txBox="1"/>
          <p:nvPr/>
        </p:nvSpPr>
        <p:spPr>
          <a:xfrm>
            <a:off x="3108960" y="567681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$133,501</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$91,287</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$42,215</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43777" cy="136676"/>
          </a:xfrm>
          <a:prstGeom prst="rect">
            <a:avLst/>
          </a:prstGeom>
          <a:solidFill>
            <a:srgbClr val="2587C5"/>
          </a:solidFill>
          <a:ln/>
        </p:spPr>
      </p:sp>
      <p:sp>
        <p:nvSpPr>
          <p:cNvPr id="99" name="Text 97"/>
          <p:cNvSpPr txBox="1"/>
          <p:nvPr/>
        </p:nvSpPr>
        <p:spPr>
          <a:xfrm>
            <a:off x="8659368"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$132,722</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$95,285</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$37,436</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43509" cy="136676"/>
          </a:xfrm>
          <a:prstGeom prst="rect">
            <a:avLst/>
          </a:prstGeom>
          <a:solidFill>
            <a:srgbClr val="2587C5"/>
          </a:solidFill>
          <a:ln/>
        </p:spPr>
      </p:sp>
      <p:sp>
        <p:nvSpPr>
          <p:cNvPr id="104" name="Text 102"/>
          <p:cNvSpPr txBox="1"/>
          <p:nvPr/>
        </p:nvSpPr>
        <p:spPr>
          <a:xfrm>
            <a:off x="8659368"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$131,908</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$89,257</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$42,652</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42758" cy="136676"/>
          </a:xfrm>
          <a:prstGeom prst="rect">
            <a:avLst/>
          </a:prstGeom>
          <a:solidFill>
            <a:srgbClr val="2587C5"/>
          </a:solidFill>
          <a:ln/>
        </p:spPr>
      </p:sp>
      <p:sp>
        <p:nvSpPr>
          <p:cNvPr id="109" name="Text 107"/>
          <p:cNvSpPr txBox="1"/>
          <p:nvPr/>
        </p:nvSpPr>
        <p:spPr>
          <a:xfrm>
            <a:off x="8659368"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$129,631</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$91,262</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$38,370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40422" cy="136676"/>
          </a:xfrm>
          <a:prstGeom prst="rect">
            <a:avLst/>
          </a:prstGeom>
          <a:solidFill>
            <a:srgbClr val="2587C5"/>
          </a:solidFill>
          <a:ln/>
        </p:spPr>
      </p:sp>
      <p:sp>
        <p:nvSpPr>
          <p:cNvPr id="114" name="Text 112"/>
          <p:cNvSpPr txBox="1"/>
          <p:nvPr/>
        </p:nvSpPr>
        <p:spPr>
          <a:xfrm>
            <a:off x="8659368"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$122,550</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$81,713</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$40,837</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38930" cy="136676"/>
          </a:xfrm>
          <a:prstGeom prst="rect">
            <a:avLst/>
          </a:prstGeom>
          <a:solidFill>
            <a:srgbClr val="2587C5"/>
          </a:solidFill>
          <a:ln/>
        </p:spPr>
      </p:sp>
      <p:sp>
        <p:nvSpPr>
          <p:cNvPr id="119" name="Text 117"/>
          <p:cNvSpPr txBox="1"/>
          <p:nvPr/>
        </p:nvSpPr>
        <p:spPr>
          <a:xfrm>
            <a:off x="8659368"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$118,025</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$89,434</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$28,590</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37956" cy="136676"/>
          </a:xfrm>
          <a:prstGeom prst="rect">
            <a:avLst/>
          </a:prstGeom>
          <a:solidFill>
            <a:srgbClr val="2587C5"/>
          </a:solidFill>
          <a:ln/>
        </p:spPr>
      </p:sp>
      <p:sp>
        <p:nvSpPr>
          <p:cNvPr id="124" name="Text 122"/>
          <p:cNvSpPr txBox="1"/>
          <p:nvPr/>
        </p:nvSpPr>
        <p:spPr>
          <a:xfrm>
            <a:off x="8659368"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$115,073</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$75,721</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$39,353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33319" cy="136676"/>
          </a:xfrm>
          <a:prstGeom prst="rect">
            <a:avLst/>
          </a:prstGeom>
          <a:solidFill>
            <a:srgbClr val="2587C5"/>
          </a:solidFill>
          <a:ln/>
        </p:spPr>
      </p:sp>
      <p:sp>
        <p:nvSpPr>
          <p:cNvPr id="129" name="Text 127"/>
          <p:cNvSpPr txBox="1"/>
          <p:nvPr/>
        </p:nvSpPr>
        <p:spPr>
          <a:xfrm>
            <a:off x="8659368"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$101,015</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$70,208</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$30,807</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32649" cy="136676"/>
          </a:xfrm>
          <a:prstGeom prst="rect">
            <a:avLst/>
          </a:prstGeom>
          <a:solidFill>
            <a:srgbClr val="2587C5"/>
          </a:solidFill>
          <a:ln/>
        </p:spPr>
      </p:sp>
      <p:sp>
        <p:nvSpPr>
          <p:cNvPr id="134" name="Text 132"/>
          <p:cNvSpPr txBox="1"/>
          <p:nvPr/>
        </p:nvSpPr>
        <p:spPr>
          <a:xfrm>
            <a:off x="8659368"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$98,985</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$68,101</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$30,883</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29384" cy="136676"/>
          </a:xfrm>
          <a:prstGeom prst="rect">
            <a:avLst/>
          </a:prstGeom>
          <a:solidFill>
            <a:srgbClr val="2587C5"/>
          </a:solidFill>
          <a:ln/>
        </p:spPr>
      </p:sp>
      <p:sp>
        <p:nvSpPr>
          <p:cNvPr id="139" name="Text 137"/>
          <p:cNvSpPr txBox="1"/>
          <p:nvPr/>
        </p:nvSpPr>
        <p:spPr>
          <a:xfrm>
            <a:off x="8659368"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$89,084</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$58,429</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$30,655</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29214" cy="136676"/>
          </a:xfrm>
          <a:prstGeom prst="rect">
            <a:avLst/>
          </a:prstGeom>
          <a:solidFill>
            <a:srgbClr val="2587C5"/>
          </a:solidFill>
          <a:ln/>
        </p:spPr>
      </p:sp>
      <p:sp>
        <p:nvSpPr>
          <p:cNvPr id="144" name="Text 142"/>
          <p:cNvSpPr txBox="1"/>
          <p:nvPr/>
        </p:nvSpPr>
        <p:spPr>
          <a:xfrm>
            <a:off x="8659368"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$88,568</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$61,607</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$26,961</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2369" cy="136676"/>
          </a:xfrm>
          <a:prstGeom prst="rect">
            <a:avLst/>
          </a:prstGeom>
          <a:solidFill>
            <a:srgbClr val="2587C5"/>
          </a:solidFill>
          <a:ln/>
        </p:spPr>
      </p:sp>
      <p:sp>
        <p:nvSpPr>
          <p:cNvPr id="149" name="Text 147"/>
          <p:cNvSpPr txBox="1"/>
          <p:nvPr/>
        </p:nvSpPr>
        <p:spPr>
          <a:xfrm>
            <a:off x="8659368"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$67,817</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$48,880</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$18,937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1616" cy="136676"/>
          </a:xfrm>
          <a:prstGeom prst="rect">
            <a:avLst/>
          </a:prstGeom>
          <a:solidFill>
            <a:srgbClr val="2587C5"/>
          </a:solidFill>
          <a:ln/>
        </p:spPr>
      </p:sp>
      <p:sp>
        <p:nvSpPr>
          <p:cNvPr id="154" name="Text 152"/>
          <p:cNvSpPr txBox="1"/>
          <p:nvPr/>
        </p:nvSpPr>
        <p:spPr>
          <a:xfrm>
            <a:off x="8659368"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$65,535</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$42,792</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$22,743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0062" cy="136676"/>
          </a:xfrm>
          <a:prstGeom prst="rect">
            <a:avLst/>
          </a:prstGeom>
          <a:solidFill>
            <a:srgbClr val="2587C5"/>
          </a:solidFill>
          <a:ln/>
        </p:spPr>
      </p:sp>
      <p:sp>
        <p:nvSpPr>
          <p:cNvPr id="159" name="Text 157"/>
          <p:cNvSpPr txBox="1"/>
          <p:nvPr/>
        </p:nvSpPr>
        <p:spPr>
          <a:xfrm>
            <a:off x="8659368"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$60,821</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$40,050</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$20,772</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18885" cy="136676"/>
          </a:xfrm>
          <a:prstGeom prst="rect">
            <a:avLst/>
          </a:prstGeom>
          <a:solidFill>
            <a:srgbClr val="2587C5"/>
          </a:solidFill>
          <a:ln/>
        </p:spPr>
      </p:sp>
      <p:sp>
        <p:nvSpPr>
          <p:cNvPr id="164" name="Text 162"/>
          <p:cNvSpPr txBox="1"/>
          <p:nvPr/>
        </p:nvSpPr>
        <p:spPr>
          <a:xfrm>
            <a:off x="8659368"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$57,255</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$37,516</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$19,739</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288" cy="136676"/>
          </a:xfrm>
          <a:prstGeom prst="rect">
            <a:avLst/>
          </a:prstGeom>
          <a:solidFill>
            <a:srgbClr val="2587C5"/>
          </a:solidFill>
          <a:ln/>
        </p:spPr>
      </p:sp>
      <p:sp>
        <p:nvSpPr>
          <p:cNvPr id="169" name="Text 167"/>
          <p:cNvSpPr txBox="1"/>
          <p:nvPr/>
        </p:nvSpPr>
        <p:spPr>
          <a:xfrm>
            <a:off x="8659368"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$43,756</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$27,475</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$16,281</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659368"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$38,856</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$23,679</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$15,178</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$225,288</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21286"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$89,952</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296891"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$83,122</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74266"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$76,788</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69526"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$75,460</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04151"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$57,157</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76388"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$49,384</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36485"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$38,212</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2974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$36,325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22649"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$34,339</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18396"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$33,148</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16594"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$32,644</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9394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$26,302</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0559"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$25,354</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83744"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$23,446</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0843"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$22,634</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74808"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$20,944</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3460"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$17,767</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3158"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$12,083</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1054"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$11,494</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37178"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$10,409</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4892"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$9,769</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2614"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$9,131</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5924"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$7,258</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04672" cy="154899"/>
          </a:xfrm>
          <a:prstGeom prst="rect">
            <a:avLst/>
          </a:prstGeom>
          <a:solidFill>
            <a:srgbClr val="C2352F"/>
          </a:solidFill>
          <a:ln/>
        </p:spPr>
      </p:sp>
      <p:sp>
        <p:nvSpPr>
          <p:cNvPr id="14" name="Text 12"/>
          <p:cNvSpPr txBox="1"/>
          <p:nvPr/>
        </p:nvSpPr>
        <p:spPr>
          <a:xfrm>
            <a:off x="3529584"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$179,701</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659813" cy="154899"/>
          </a:xfrm>
          <a:prstGeom prst="rect">
            <a:avLst/>
          </a:prstGeom>
          <a:solidFill>
            <a:srgbClr val="C2352F"/>
          </a:solidFill>
          <a:ln/>
        </p:spPr>
      </p:sp>
      <p:sp>
        <p:nvSpPr>
          <p:cNvPr id="19" name="Text 17"/>
          <p:cNvSpPr txBox="1"/>
          <p:nvPr/>
        </p:nvSpPr>
        <p:spPr>
          <a:xfrm>
            <a:off x="3529584"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$147,351</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592487" cy="154899"/>
          </a:xfrm>
          <a:prstGeom prst="rect">
            <a:avLst/>
          </a:prstGeom>
          <a:solidFill>
            <a:srgbClr val="C2352F"/>
          </a:solidFill>
          <a:ln/>
        </p:spPr>
      </p:sp>
      <p:sp>
        <p:nvSpPr>
          <p:cNvPr id="24" name="Text 22"/>
          <p:cNvSpPr txBox="1"/>
          <p:nvPr/>
        </p:nvSpPr>
        <p:spPr>
          <a:xfrm>
            <a:off x="3529584"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$132,315</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559295" cy="154899"/>
          </a:xfrm>
          <a:prstGeom prst="rect">
            <a:avLst/>
          </a:prstGeom>
          <a:solidFill>
            <a:srgbClr val="C2352F"/>
          </a:solidFill>
          <a:ln/>
        </p:spPr>
      </p:sp>
      <p:sp>
        <p:nvSpPr>
          <p:cNvPr id="29" name="Text 27"/>
          <p:cNvSpPr txBox="1"/>
          <p:nvPr/>
        </p:nvSpPr>
        <p:spPr>
          <a:xfrm>
            <a:off x="3529584"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$124,903</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488325" cy="154899"/>
          </a:xfrm>
          <a:prstGeom prst="rect">
            <a:avLst/>
          </a:prstGeom>
          <a:solidFill>
            <a:srgbClr val="C2352F"/>
          </a:solidFill>
          <a:ln/>
        </p:spPr>
      </p:sp>
      <p:sp>
        <p:nvSpPr>
          <p:cNvPr id="34" name="Text 32"/>
          <p:cNvSpPr txBox="1"/>
          <p:nvPr/>
        </p:nvSpPr>
        <p:spPr>
          <a:xfrm>
            <a:off x="3529584"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$109,054</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475963" cy="154899"/>
          </a:xfrm>
          <a:prstGeom prst="rect">
            <a:avLst/>
          </a:prstGeom>
          <a:solidFill>
            <a:srgbClr val="C2352F"/>
          </a:solidFill>
          <a:ln/>
        </p:spPr>
      </p:sp>
      <p:sp>
        <p:nvSpPr>
          <p:cNvPr id="39" name="Text 37"/>
          <p:cNvSpPr txBox="1"/>
          <p:nvPr/>
        </p:nvSpPr>
        <p:spPr>
          <a:xfrm>
            <a:off x="3529584"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$106,293</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58495" cy="154899"/>
          </a:xfrm>
          <a:prstGeom prst="rect">
            <a:avLst/>
          </a:prstGeom>
          <a:solidFill>
            <a:srgbClr val="C2352F"/>
          </a:solidFill>
          <a:ln/>
        </p:spPr>
      </p:sp>
      <p:sp>
        <p:nvSpPr>
          <p:cNvPr id="44" name="Text 42"/>
          <p:cNvSpPr txBox="1"/>
          <p:nvPr/>
        </p:nvSpPr>
        <p:spPr>
          <a:xfrm>
            <a:off x="3529584"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$80,060</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43305" cy="154899"/>
          </a:xfrm>
          <a:prstGeom prst="rect">
            <a:avLst/>
          </a:prstGeom>
          <a:solidFill>
            <a:srgbClr val="C2352F"/>
          </a:solidFill>
          <a:ln/>
        </p:spPr>
      </p:sp>
      <p:sp>
        <p:nvSpPr>
          <p:cNvPr id="49" name="Text 47"/>
          <p:cNvSpPr txBox="1"/>
          <p:nvPr/>
        </p:nvSpPr>
        <p:spPr>
          <a:xfrm>
            <a:off x="3529584"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$76,668</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28186" cy="154899"/>
          </a:xfrm>
          <a:prstGeom prst="rect">
            <a:avLst/>
          </a:prstGeom>
          <a:solidFill>
            <a:srgbClr val="C2352F"/>
          </a:solidFill>
          <a:ln/>
        </p:spPr>
      </p:sp>
      <p:sp>
        <p:nvSpPr>
          <p:cNvPr id="54" name="Text 52"/>
          <p:cNvSpPr txBox="1"/>
          <p:nvPr/>
        </p:nvSpPr>
        <p:spPr>
          <a:xfrm>
            <a:off x="3529584"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$73,291</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21360" cy="154899"/>
          </a:xfrm>
          <a:prstGeom prst="rect">
            <a:avLst/>
          </a:prstGeom>
          <a:solidFill>
            <a:srgbClr val="C2352F"/>
          </a:solidFill>
          <a:ln/>
        </p:spPr>
      </p:sp>
      <p:sp>
        <p:nvSpPr>
          <p:cNvPr id="59" name="Text 57"/>
          <p:cNvSpPr txBox="1"/>
          <p:nvPr/>
        </p:nvSpPr>
        <p:spPr>
          <a:xfrm>
            <a:off x="3529584"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$71,767</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03740" cy="154899"/>
          </a:xfrm>
          <a:prstGeom prst="rect">
            <a:avLst/>
          </a:prstGeom>
          <a:solidFill>
            <a:srgbClr val="C2352F"/>
          </a:solidFill>
          <a:ln/>
        </p:spPr>
      </p:sp>
      <p:sp>
        <p:nvSpPr>
          <p:cNvPr id="64" name="Text 62"/>
          <p:cNvSpPr txBox="1"/>
          <p:nvPr/>
        </p:nvSpPr>
        <p:spPr>
          <a:xfrm>
            <a:off x="3529584"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$67,832</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03633" cy="154899"/>
          </a:xfrm>
          <a:prstGeom prst="rect">
            <a:avLst/>
          </a:prstGeom>
          <a:solidFill>
            <a:srgbClr val="C2352F"/>
          </a:solidFill>
          <a:ln/>
        </p:spPr>
      </p:sp>
      <p:sp>
        <p:nvSpPr>
          <p:cNvPr id="69" name="Text 67"/>
          <p:cNvSpPr txBox="1"/>
          <p:nvPr/>
        </p:nvSpPr>
        <p:spPr>
          <a:xfrm>
            <a:off x="3529584"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$67,808</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51992" cy="154899"/>
          </a:xfrm>
          <a:prstGeom prst="rect">
            <a:avLst/>
          </a:prstGeom>
          <a:solidFill>
            <a:srgbClr val="C2352F"/>
          </a:solidFill>
          <a:ln/>
        </p:spPr>
      </p:sp>
      <p:sp>
        <p:nvSpPr>
          <p:cNvPr id="74" name="Text 72"/>
          <p:cNvSpPr txBox="1"/>
          <p:nvPr/>
        </p:nvSpPr>
        <p:spPr>
          <a:xfrm>
            <a:off x="3529584"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$56,275</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32442" cy="154899"/>
          </a:xfrm>
          <a:prstGeom prst="rect">
            <a:avLst/>
          </a:prstGeom>
          <a:solidFill>
            <a:srgbClr val="C2352F"/>
          </a:solidFill>
          <a:ln/>
        </p:spPr>
      </p:sp>
      <p:sp>
        <p:nvSpPr>
          <p:cNvPr id="79" name="Text 77"/>
          <p:cNvSpPr txBox="1"/>
          <p:nvPr/>
        </p:nvSpPr>
        <p:spPr>
          <a:xfrm>
            <a:off x="3529584"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$51,909</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31742" cy="154899"/>
          </a:xfrm>
          <a:prstGeom prst="rect">
            <a:avLst/>
          </a:prstGeom>
          <a:solidFill>
            <a:srgbClr val="C2352F"/>
          </a:solidFill>
          <a:ln/>
        </p:spPr>
      </p:sp>
      <p:sp>
        <p:nvSpPr>
          <p:cNvPr id="84" name="Text 82"/>
          <p:cNvSpPr txBox="1"/>
          <p:nvPr/>
        </p:nvSpPr>
        <p:spPr>
          <a:xfrm>
            <a:off x="3529584" y="5643677"/>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$51,753</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71351" cy="154899"/>
          </a:xfrm>
          <a:prstGeom prst="rect">
            <a:avLst/>
          </a:prstGeom>
          <a:solidFill>
            <a:srgbClr val="C2352F"/>
          </a:solidFill>
          <a:ln/>
        </p:spPr>
      </p:sp>
      <p:sp>
        <p:nvSpPr>
          <p:cNvPr id="89" name="Text 87"/>
          <p:cNvSpPr txBox="1"/>
          <p:nvPr/>
        </p:nvSpPr>
        <p:spPr>
          <a:xfrm>
            <a:off x="9079992"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59786" cy="154899"/>
          </a:xfrm>
          <a:prstGeom prst="rect">
            <a:avLst/>
          </a:prstGeom>
          <a:solidFill>
            <a:srgbClr val="C2352F"/>
          </a:solidFill>
          <a:ln/>
        </p:spPr>
      </p:sp>
      <p:sp>
        <p:nvSpPr>
          <p:cNvPr id="94" name="Text 92"/>
          <p:cNvSpPr txBox="1"/>
          <p:nvPr/>
        </p:nvSpPr>
        <p:spPr>
          <a:xfrm>
            <a:off x="9079992"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$35,684</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38080" cy="154899"/>
          </a:xfrm>
          <a:prstGeom prst="rect">
            <a:avLst/>
          </a:prstGeom>
          <a:solidFill>
            <a:srgbClr val="C2352F"/>
          </a:solidFill>
          <a:ln/>
        </p:spPr>
      </p:sp>
      <p:sp>
        <p:nvSpPr>
          <p:cNvPr id="99" name="Text 97"/>
          <p:cNvSpPr txBox="1"/>
          <p:nvPr/>
        </p:nvSpPr>
        <p:spPr>
          <a:xfrm>
            <a:off x="9079992"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$30,836</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24627" cy="154899"/>
          </a:xfrm>
          <a:prstGeom prst="rect">
            <a:avLst/>
          </a:prstGeom>
          <a:solidFill>
            <a:srgbClr val="C2352F"/>
          </a:solidFill>
          <a:ln/>
        </p:spPr>
      </p:sp>
      <p:sp>
        <p:nvSpPr>
          <p:cNvPr id="104" name="Text 102"/>
          <p:cNvSpPr txBox="1"/>
          <p:nvPr/>
        </p:nvSpPr>
        <p:spPr>
          <a:xfrm>
            <a:off x="9079992"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$27,832</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22580" cy="154899"/>
          </a:xfrm>
          <a:prstGeom prst="rect">
            <a:avLst/>
          </a:prstGeom>
          <a:solidFill>
            <a:srgbClr val="C2352F"/>
          </a:solidFill>
          <a:ln/>
        </p:spPr>
      </p:sp>
      <p:sp>
        <p:nvSpPr>
          <p:cNvPr id="109" name="Text 107"/>
          <p:cNvSpPr txBox="1"/>
          <p:nvPr/>
        </p:nvSpPr>
        <p:spPr>
          <a:xfrm>
            <a:off x="9079992"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$27,375</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20258" cy="154899"/>
          </a:xfrm>
          <a:prstGeom prst="rect">
            <a:avLst/>
          </a:prstGeom>
          <a:solidFill>
            <a:srgbClr val="C2352F"/>
          </a:solidFill>
          <a:ln/>
        </p:spPr>
      </p:sp>
      <p:sp>
        <p:nvSpPr>
          <p:cNvPr id="114" name="Text 112"/>
          <p:cNvSpPr txBox="1"/>
          <p:nvPr/>
        </p:nvSpPr>
        <p:spPr>
          <a:xfrm>
            <a:off x="9079992"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$26,856</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93422" cy="154899"/>
          </a:xfrm>
          <a:prstGeom prst="rect">
            <a:avLst/>
          </a:prstGeom>
          <a:solidFill>
            <a:srgbClr val="C2352F"/>
          </a:solidFill>
          <a:ln/>
        </p:spPr>
      </p:sp>
      <p:sp>
        <p:nvSpPr>
          <p:cNvPr id="119" name="Text 117"/>
          <p:cNvSpPr txBox="1"/>
          <p:nvPr/>
        </p:nvSpPr>
        <p:spPr>
          <a:xfrm>
            <a:off x="9079992"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$20,863</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2255" cy="154899"/>
          </a:xfrm>
          <a:prstGeom prst="rect">
            <a:avLst/>
          </a:prstGeom>
          <a:solidFill>
            <a:srgbClr val="C2352F"/>
          </a:solidFill>
          <a:ln/>
        </p:spPr>
      </p:sp>
      <p:sp>
        <p:nvSpPr>
          <p:cNvPr id="124" name="Text 122"/>
          <p:cNvSpPr txBox="1"/>
          <p:nvPr/>
        </p:nvSpPr>
        <p:spPr>
          <a:xfrm>
            <a:off x="9079992"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$18,369</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3920" cy="154899"/>
          </a:xfrm>
          <a:prstGeom prst="rect">
            <a:avLst/>
          </a:prstGeom>
          <a:solidFill>
            <a:srgbClr val="C2352F"/>
          </a:solidFill>
          <a:ln/>
        </p:spPr>
      </p:sp>
      <p:sp>
        <p:nvSpPr>
          <p:cNvPr id="129" name="Text 127"/>
          <p:cNvSpPr txBox="1"/>
          <p:nvPr/>
        </p:nvSpPr>
        <p:spPr>
          <a:xfrm>
            <a:off x="9079992"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$14,275</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48675" cy="154899"/>
          </a:xfrm>
          <a:prstGeom prst="rect">
            <a:avLst/>
          </a:prstGeom>
          <a:solidFill>
            <a:srgbClr val="C2352F"/>
          </a:solidFill>
          <a:ln/>
        </p:spPr>
      </p:sp>
      <p:sp>
        <p:nvSpPr>
          <p:cNvPr id="134" name="Text 132"/>
          <p:cNvSpPr txBox="1"/>
          <p:nvPr/>
        </p:nvSpPr>
        <p:spPr>
          <a:xfrm>
            <a:off x="9079992"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$10,870</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3634" cy="154899"/>
          </a:xfrm>
          <a:prstGeom prst="rect">
            <a:avLst/>
          </a:prstGeom>
          <a:solidFill>
            <a:srgbClr val="C2352F"/>
          </a:solidFill>
          <a:ln/>
        </p:spPr>
      </p:sp>
      <p:sp>
        <p:nvSpPr>
          <p:cNvPr id="139" name="Text 137"/>
          <p:cNvSpPr txBox="1"/>
          <p:nvPr/>
        </p:nvSpPr>
        <p:spPr>
          <a:xfrm>
            <a:off x="9079992"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$7,511</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6275" cy="154899"/>
          </a:xfrm>
          <a:prstGeom prst="rect">
            <a:avLst/>
          </a:prstGeom>
          <a:solidFill>
            <a:srgbClr val="C2352F"/>
          </a:solidFill>
          <a:ln/>
        </p:spPr>
      </p:sp>
      <p:sp>
        <p:nvSpPr>
          <p:cNvPr id="144" name="Text 142"/>
          <p:cNvSpPr txBox="1"/>
          <p:nvPr/>
        </p:nvSpPr>
        <p:spPr>
          <a:xfrm>
            <a:off x="9079992"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$5,868</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079992"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079992"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04672" cy="211226"/>
          </a:xfrm>
          <a:prstGeom prst="rect">
            <a:avLst/>
          </a:prstGeom>
          <a:solidFill>
            <a:srgbClr val="C2352F"/>
          </a:solidFill>
          <a:ln/>
        </p:spPr>
      </p:sp>
      <p:sp>
        <p:nvSpPr>
          <p:cNvPr id="14" name="Text 12"/>
          <p:cNvSpPr txBox="1"/>
          <p:nvPr/>
        </p:nvSpPr>
        <p:spPr>
          <a:xfrm>
            <a:off x="3529584"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$150,836</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26590" cy="211226"/>
          </a:xfrm>
          <a:prstGeom prst="rect">
            <a:avLst/>
          </a:prstGeom>
          <a:solidFill>
            <a:srgbClr val="C2352F"/>
          </a:solidFill>
          <a:ln/>
        </p:spPr>
      </p:sp>
      <p:sp>
        <p:nvSpPr>
          <p:cNvPr id="19" name="Text 17"/>
          <p:cNvSpPr txBox="1"/>
          <p:nvPr/>
        </p:nvSpPr>
        <p:spPr>
          <a:xfrm>
            <a:off x="3529584"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$79,964</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15637" cy="211226"/>
          </a:xfrm>
          <a:prstGeom prst="rect">
            <a:avLst/>
          </a:prstGeom>
          <a:solidFill>
            <a:srgbClr val="C2352F"/>
          </a:solidFill>
          <a:ln/>
        </p:spPr>
      </p:sp>
      <p:sp>
        <p:nvSpPr>
          <p:cNvPr id="24" name="Text 22"/>
          <p:cNvSpPr txBox="1"/>
          <p:nvPr/>
        </p:nvSpPr>
        <p:spPr>
          <a:xfrm>
            <a:off x="3529584"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$77,911</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397090" cy="211226"/>
          </a:xfrm>
          <a:prstGeom prst="rect">
            <a:avLst/>
          </a:prstGeom>
          <a:solidFill>
            <a:srgbClr val="C2352F"/>
          </a:solidFill>
          <a:ln/>
        </p:spPr>
      </p:sp>
      <p:sp>
        <p:nvSpPr>
          <p:cNvPr id="29" name="Text 27"/>
          <p:cNvSpPr txBox="1"/>
          <p:nvPr/>
        </p:nvSpPr>
        <p:spPr>
          <a:xfrm>
            <a:off x="3529584"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$74,435</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59248" cy="211226"/>
          </a:xfrm>
          <a:prstGeom prst="rect">
            <a:avLst/>
          </a:prstGeom>
          <a:solidFill>
            <a:srgbClr val="C2352F"/>
          </a:solidFill>
          <a:ln/>
        </p:spPr>
      </p:sp>
      <p:sp>
        <p:nvSpPr>
          <p:cNvPr id="34" name="Text 32"/>
          <p:cNvSpPr txBox="1"/>
          <p:nvPr/>
        </p:nvSpPr>
        <p:spPr>
          <a:xfrm>
            <a:off x="3529584"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$67,341</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02564" cy="211226"/>
          </a:xfrm>
          <a:prstGeom prst="rect">
            <a:avLst/>
          </a:prstGeom>
          <a:solidFill>
            <a:srgbClr val="C2352F"/>
          </a:solidFill>
          <a:ln/>
        </p:spPr>
      </p:sp>
      <p:sp>
        <p:nvSpPr>
          <p:cNvPr id="39" name="Text 37"/>
          <p:cNvSpPr txBox="1"/>
          <p:nvPr/>
        </p:nvSpPr>
        <p:spPr>
          <a:xfrm>
            <a:off x="3529584"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$56,716</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280206" cy="211226"/>
          </a:xfrm>
          <a:prstGeom prst="rect">
            <a:avLst/>
          </a:prstGeom>
          <a:solidFill>
            <a:srgbClr val="C2352F"/>
          </a:solidFill>
          <a:ln/>
        </p:spPr>
      </p:sp>
      <p:sp>
        <p:nvSpPr>
          <p:cNvPr id="44" name="Text 42"/>
          <p:cNvSpPr txBox="1"/>
          <p:nvPr/>
        </p:nvSpPr>
        <p:spPr>
          <a:xfrm>
            <a:off x="3529584"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$52,525</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54835" cy="211226"/>
          </a:xfrm>
          <a:prstGeom prst="rect">
            <a:avLst/>
          </a:prstGeom>
          <a:solidFill>
            <a:srgbClr val="C2352F"/>
          </a:solidFill>
          <a:ln/>
        </p:spPr>
      </p:sp>
      <p:sp>
        <p:nvSpPr>
          <p:cNvPr id="49" name="Text 47"/>
          <p:cNvSpPr txBox="1"/>
          <p:nvPr/>
        </p:nvSpPr>
        <p:spPr>
          <a:xfrm>
            <a:off x="3529584"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$47,769</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71431" cy="211226"/>
          </a:xfrm>
          <a:prstGeom prst="rect">
            <a:avLst/>
          </a:prstGeom>
          <a:solidFill>
            <a:srgbClr val="C2352F"/>
          </a:solidFill>
          <a:ln/>
        </p:spPr>
      </p:sp>
      <p:sp>
        <p:nvSpPr>
          <p:cNvPr id="54" name="Text 52"/>
          <p:cNvSpPr txBox="1"/>
          <p:nvPr/>
        </p:nvSpPr>
        <p:spPr>
          <a:xfrm>
            <a:off x="3529584"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$32,135</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68143" cy="211226"/>
          </a:xfrm>
          <a:prstGeom prst="rect">
            <a:avLst/>
          </a:prstGeom>
          <a:solidFill>
            <a:srgbClr val="C2352F"/>
          </a:solidFill>
          <a:ln/>
        </p:spPr>
      </p:sp>
      <p:sp>
        <p:nvSpPr>
          <p:cNvPr id="59" name="Text 57"/>
          <p:cNvSpPr txBox="1"/>
          <p:nvPr/>
        </p:nvSpPr>
        <p:spPr>
          <a:xfrm>
            <a:off x="3529584"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$31,519</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33568" cy="211226"/>
          </a:xfrm>
          <a:prstGeom prst="rect">
            <a:avLst/>
          </a:prstGeom>
          <a:solidFill>
            <a:srgbClr val="C2352F"/>
          </a:solidFill>
          <a:ln/>
        </p:spPr>
      </p:sp>
      <p:sp>
        <p:nvSpPr>
          <p:cNvPr id="64" name="Text 62"/>
          <p:cNvSpPr txBox="1"/>
          <p:nvPr/>
        </p:nvSpPr>
        <p:spPr>
          <a:xfrm>
            <a:off x="3529584" y="554126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$25,037</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19552" cy="211226"/>
          </a:xfrm>
          <a:prstGeom prst="rect">
            <a:avLst/>
          </a:prstGeom>
          <a:solidFill>
            <a:srgbClr val="C2352F"/>
          </a:solidFill>
          <a:ln/>
        </p:spPr>
      </p:sp>
      <p:sp>
        <p:nvSpPr>
          <p:cNvPr id="69" name="Text 67"/>
          <p:cNvSpPr txBox="1"/>
          <p:nvPr/>
        </p:nvSpPr>
        <p:spPr>
          <a:xfrm>
            <a:off x="9079992"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$22,410</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13707" cy="211226"/>
          </a:xfrm>
          <a:prstGeom prst="rect">
            <a:avLst/>
          </a:prstGeom>
          <a:solidFill>
            <a:srgbClr val="C2352F"/>
          </a:solidFill>
          <a:ln/>
        </p:spPr>
      </p:sp>
      <p:sp>
        <p:nvSpPr>
          <p:cNvPr id="74" name="Text 72"/>
          <p:cNvSpPr txBox="1"/>
          <p:nvPr/>
        </p:nvSpPr>
        <p:spPr>
          <a:xfrm>
            <a:off x="9079992"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$21,314</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09990" cy="211226"/>
          </a:xfrm>
          <a:prstGeom prst="rect">
            <a:avLst/>
          </a:prstGeom>
          <a:solidFill>
            <a:srgbClr val="C2352F"/>
          </a:solidFill>
          <a:ln/>
        </p:spPr>
      </p:sp>
      <p:sp>
        <p:nvSpPr>
          <p:cNvPr id="79" name="Text 77"/>
          <p:cNvSpPr txBox="1"/>
          <p:nvPr/>
        </p:nvSpPr>
        <p:spPr>
          <a:xfrm>
            <a:off x="9079992"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$20,618</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04971" cy="211226"/>
          </a:xfrm>
          <a:prstGeom prst="rect">
            <a:avLst/>
          </a:prstGeom>
          <a:solidFill>
            <a:srgbClr val="C2352F"/>
          </a:solidFill>
          <a:ln/>
        </p:spPr>
      </p:sp>
      <p:sp>
        <p:nvSpPr>
          <p:cNvPr id="84" name="Text 82"/>
          <p:cNvSpPr txBox="1"/>
          <p:nvPr/>
        </p:nvSpPr>
        <p:spPr>
          <a:xfrm>
            <a:off x="9079992"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$19,677</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94348" cy="211226"/>
          </a:xfrm>
          <a:prstGeom prst="rect">
            <a:avLst/>
          </a:prstGeom>
          <a:solidFill>
            <a:srgbClr val="C2352F"/>
          </a:solidFill>
          <a:ln/>
        </p:spPr>
      </p:sp>
      <p:sp>
        <p:nvSpPr>
          <p:cNvPr id="89" name="Text 87"/>
          <p:cNvSpPr txBox="1"/>
          <p:nvPr/>
        </p:nvSpPr>
        <p:spPr>
          <a:xfrm>
            <a:off x="9079992"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$17,686</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0639" cy="211226"/>
          </a:xfrm>
          <a:prstGeom prst="rect">
            <a:avLst/>
          </a:prstGeom>
          <a:solidFill>
            <a:srgbClr val="C2352F"/>
          </a:solidFill>
          <a:ln/>
        </p:spPr>
      </p:sp>
      <p:sp>
        <p:nvSpPr>
          <p:cNvPr id="94" name="Text 92"/>
          <p:cNvSpPr txBox="1"/>
          <p:nvPr/>
        </p:nvSpPr>
        <p:spPr>
          <a:xfrm>
            <a:off x="9079992"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$15,116</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69613" cy="211226"/>
          </a:xfrm>
          <a:prstGeom prst="rect">
            <a:avLst/>
          </a:prstGeom>
          <a:solidFill>
            <a:srgbClr val="C2352F"/>
          </a:solidFill>
          <a:ln/>
        </p:spPr>
      </p:sp>
      <p:sp>
        <p:nvSpPr>
          <p:cNvPr id="99" name="Text 97"/>
          <p:cNvSpPr txBox="1"/>
          <p:nvPr/>
        </p:nvSpPr>
        <p:spPr>
          <a:xfrm>
            <a:off x="9079992"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$13,049</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58212" cy="211226"/>
          </a:xfrm>
          <a:prstGeom prst="rect">
            <a:avLst/>
          </a:prstGeom>
          <a:solidFill>
            <a:srgbClr val="C2352F"/>
          </a:solidFill>
          <a:ln/>
        </p:spPr>
      </p:sp>
      <p:sp>
        <p:nvSpPr>
          <p:cNvPr id="104" name="Text 102"/>
          <p:cNvSpPr txBox="1"/>
          <p:nvPr/>
        </p:nvSpPr>
        <p:spPr>
          <a:xfrm>
            <a:off x="9079992"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$10,912</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3377" cy="211226"/>
          </a:xfrm>
          <a:prstGeom prst="rect">
            <a:avLst/>
          </a:prstGeom>
          <a:solidFill>
            <a:srgbClr val="C2352F"/>
          </a:solidFill>
          <a:ln/>
        </p:spPr>
      </p:sp>
      <p:sp>
        <p:nvSpPr>
          <p:cNvPr id="109" name="Text 107"/>
          <p:cNvSpPr txBox="1"/>
          <p:nvPr/>
        </p:nvSpPr>
        <p:spPr>
          <a:xfrm>
            <a:off x="9079992"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$4,382</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9079992"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$3,306</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$142,290</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27080"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$128,570</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15724"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$108,879</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478631"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$84,636</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27501"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$75,595</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24538"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$75,071</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368655"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$65,189</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59513"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$63,573</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5155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$62,165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49253"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$61,758</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38933"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$59,934</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17170"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$56,085</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1648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$55,964</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290838"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$51,429</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59149"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$45,825</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190832"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63264"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$28,870</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47423"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$26,069</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40924"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$24,920</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34775"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20016"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$21,222</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06781"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$18,882</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03137"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$18,238</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1967"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$12,726</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57713"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$10,205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079992"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$1,206</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04672" cy="145218"/>
          </a:xfrm>
          <a:prstGeom prst="rect">
            <a:avLst/>
          </a:prstGeom>
          <a:solidFill>
            <a:srgbClr val="C2352F"/>
          </a:solidFill>
          <a:ln/>
        </p:spPr>
      </p:sp>
      <p:sp>
        <p:nvSpPr>
          <p:cNvPr id="14" name="Text 12"/>
          <p:cNvSpPr txBox="1"/>
          <p:nvPr/>
        </p:nvSpPr>
        <p:spPr>
          <a:xfrm>
            <a:off x="3529584"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$541,039</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06276" cy="145218"/>
          </a:xfrm>
          <a:prstGeom prst="rect">
            <a:avLst/>
          </a:prstGeom>
          <a:solidFill>
            <a:srgbClr val="C2352F"/>
          </a:solidFill>
          <a:ln/>
        </p:spPr>
      </p:sp>
      <p:sp>
        <p:nvSpPr>
          <p:cNvPr id="19" name="Text 17"/>
          <p:cNvSpPr txBox="1"/>
          <p:nvPr/>
        </p:nvSpPr>
        <p:spPr>
          <a:xfrm>
            <a:off x="3529584"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$474,880</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28954" cy="145218"/>
          </a:xfrm>
          <a:prstGeom prst="rect">
            <a:avLst/>
          </a:prstGeom>
          <a:solidFill>
            <a:srgbClr val="C2352F"/>
          </a:solidFill>
          <a:ln/>
        </p:spPr>
      </p:sp>
      <p:sp>
        <p:nvSpPr>
          <p:cNvPr id="24" name="Text 22"/>
          <p:cNvSpPr txBox="1"/>
          <p:nvPr/>
        </p:nvSpPr>
        <p:spPr>
          <a:xfrm>
            <a:off x="3529584"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$355,653</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459669" cy="145218"/>
          </a:xfrm>
          <a:prstGeom prst="rect">
            <a:avLst/>
          </a:prstGeom>
          <a:solidFill>
            <a:srgbClr val="C2352F"/>
          </a:solidFill>
          <a:ln/>
        </p:spPr>
      </p:sp>
      <p:sp>
        <p:nvSpPr>
          <p:cNvPr id="29" name="Text 27"/>
          <p:cNvSpPr txBox="1"/>
          <p:nvPr/>
        </p:nvSpPr>
        <p:spPr>
          <a:xfrm>
            <a:off x="3529584"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$309,068</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366701" cy="145218"/>
          </a:xfrm>
          <a:prstGeom prst="rect">
            <a:avLst/>
          </a:prstGeom>
          <a:solidFill>
            <a:srgbClr val="C2352F"/>
          </a:solidFill>
          <a:ln/>
        </p:spPr>
      </p:sp>
      <p:sp>
        <p:nvSpPr>
          <p:cNvPr id="34" name="Text 32"/>
          <p:cNvSpPr txBox="1"/>
          <p:nvPr/>
        </p:nvSpPr>
        <p:spPr>
          <a:xfrm>
            <a:off x="3529584"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$246,559</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63983" cy="145218"/>
          </a:xfrm>
          <a:prstGeom prst="rect">
            <a:avLst/>
          </a:prstGeom>
          <a:solidFill>
            <a:srgbClr val="C2352F"/>
          </a:solidFill>
          <a:ln/>
        </p:spPr>
      </p:sp>
      <p:sp>
        <p:nvSpPr>
          <p:cNvPr id="39" name="Text 37"/>
          <p:cNvSpPr txBox="1"/>
          <p:nvPr/>
        </p:nvSpPr>
        <p:spPr>
          <a:xfrm>
            <a:off x="3529584"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$244,731</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46113" cy="145218"/>
          </a:xfrm>
          <a:prstGeom prst="rect">
            <a:avLst/>
          </a:prstGeom>
          <a:solidFill>
            <a:srgbClr val="C2352F"/>
          </a:solidFill>
          <a:ln/>
        </p:spPr>
      </p:sp>
      <p:sp>
        <p:nvSpPr>
          <p:cNvPr id="44" name="Text 42"/>
          <p:cNvSpPr txBox="1"/>
          <p:nvPr/>
        </p:nvSpPr>
        <p:spPr>
          <a:xfrm>
            <a:off x="3529584"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$232,717</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32201" cy="145218"/>
          </a:xfrm>
          <a:prstGeom prst="rect">
            <a:avLst/>
          </a:prstGeom>
          <a:solidFill>
            <a:srgbClr val="C2352F"/>
          </a:solidFill>
          <a:ln/>
        </p:spPr>
      </p:sp>
      <p:sp>
        <p:nvSpPr>
          <p:cNvPr id="49" name="Text 47"/>
          <p:cNvSpPr txBox="1"/>
          <p:nvPr/>
        </p:nvSpPr>
        <p:spPr>
          <a:xfrm>
            <a:off x="3529584"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$223,362</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20639" cy="145218"/>
          </a:xfrm>
          <a:prstGeom prst="rect">
            <a:avLst/>
          </a:prstGeom>
          <a:solidFill>
            <a:srgbClr val="C2352F"/>
          </a:solidFill>
          <a:ln/>
        </p:spPr>
      </p:sp>
      <p:sp>
        <p:nvSpPr>
          <p:cNvPr id="54" name="Text 52"/>
          <p:cNvSpPr txBox="1"/>
          <p:nvPr/>
        </p:nvSpPr>
        <p:spPr>
          <a:xfrm>
            <a:off x="3529584"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$215,588</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297413" cy="145218"/>
          </a:xfrm>
          <a:prstGeom prst="rect">
            <a:avLst/>
          </a:prstGeom>
          <a:solidFill>
            <a:srgbClr val="C2352F"/>
          </a:solidFill>
          <a:ln/>
        </p:spPr>
      </p:sp>
      <p:sp>
        <p:nvSpPr>
          <p:cNvPr id="59" name="Text 57"/>
          <p:cNvSpPr txBox="1"/>
          <p:nvPr/>
        </p:nvSpPr>
        <p:spPr>
          <a:xfrm>
            <a:off x="3529584"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$199,972</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286859" cy="145218"/>
          </a:xfrm>
          <a:prstGeom prst="rect">
            <a:avLst/>
          </a:prstGeom>
          <a:solidFill>
            <a:srgbClr val="C2352F"/>
          </a:solidFill>
          <a:ln/>
        </p:spPr>
      </p:sp>
      <p:sp>
        <p:nvSpPr>
          <p:cNvPr id="64" name="Text 62"/>
          <p:cNvSpPr txBox="1"/>
          <p:nvPr/>
        </p:nvSpPr>
        <p:spPr>
          <a:xfrm>
            <a:off x="3529584"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$192,876</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284748" cy="145218"/>
          </a:xfrm>
          <a:prstGeom prst="rect">
            <a:avLst/>
          </a:prstGeom>
          <a:solidFill>
            <a:srgbClr val="C2352F"/>
          </a:solidFill>
          <a:ln/>
        </p:spPr>
      </p:sp>
      <p:sp>
        <p:nvSpPr>
          <p:cNvPr id="69" name="Text 67"/>
          <p:cNvSpPr txBox="1"/>
          <p:nvPr/>
        </p:nvSpPr>
        <p:spPr>
          <a:xfrm>
            <a:off x="3529584"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$191,456</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19428" cy="145218"/>
          </a:xfrm>
          <a:prstGeom prst="rect">
            <a:avLst/>
          </a:prstGeom>
          <a:solidFill>
            <a:srgbClr val="C2352F"/>
          </a:solidFill>
          <a:ln/>
        </p:spPr>
      </p:sp>
      <p:sp>
        <p:nvSpPr>
          <p:cNvPr id="74" name="Text 72"/>
          <p:cNvSpPr txBox="1"/>
          <p:nvPr/>
        </p:nvSpPr>
        <p:spPr>
          <a:xfrm>
            <a:off x="3529584"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$147,537</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08978" cy="145218"/>
          </a:xfrm>
          <a:prstGeom prst="rect">
            <a:avLst/>
          </a:prstGeom>
          <a:solidFill>
            <a:srgbClr val="C2352F"/>
          </a:solidFill>
          <a:ln/>
        </p:spPr>
      </p:sp>
      <p:sp>
        <p:nvSpPr>
          <p:cNvPr id="79" name="Text 77"/>
          <p:cNvSpPr txBox="1"/>
          <p:nvPr/>
        </p:nvSpPr>
        <p:spPr>
          <a:xfrm>
            <a:off x="3529584"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$140,511</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07980" cy="145218"/>
          </a:xfrm>
          <a:prstGeom prst="rect">
            <a:avLst/>
          </a:prstGeom>
          <a:solidFill>
            <a:srgbClr val="C2352F"/>
          </a:solidFill>
          <a:ln/>
        </p:spPr>
      </p:sp>
      <p:sp>
        <p:nvSpPr>
          <p:cNvPr id="84" name="Text 82"/>
          <p:cNvSpPr txBox="1"/>
          <p:nvPr/>
        </p:nvSpPr>
        <p:spPr>
          <a:xfrm>
            <a:off x="3529584"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$139,840</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197393" cy="145218"/>
          </a:xfrm>
          <a:prstGeom prst="rect">
            <a:avLst/>
          </a:prstGeom>
          <a:solidFill>
            <a:srgbClr val="C2352F"/>
          </a:solidFill>
          <a:ln/>
        </p:spPr>
      </p:sp>
      <p:sp>
        <p:nvSpPr>
          <p:cNvPr id="89" name="Text 87"/>
          <p:cNvSpPr txBox="1"/>
          <p:nvPr/>
        </p:nvSpPr>
        <p:spPr>
          <a:xfrm>
            <a:off x="3529584"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$132,721</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187318" cy="145218"/>
          </a:xfrm>
          <a:prstGeom prst="rect">
            <a:avLst/>
          </a:prstGeom>
          <a:solidFill>
            <a:srgbClr val="C2352F"/>
          </a:solidFill>
          <a:ln/>
        </p:spPr>
      </p:sp>
      <p:sp>
        <p:nvSpPr>
          <p:cNvPr id="94" name="Text 92"/>
          <p:cNvSpPr txBox="1"/>
          <p:nvPr/>
        </p:nvSpPr>
        <p:spPr>
          <a:xfrm>
            <a:off x="9079992"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$125,947</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30556" cy="145218"/>
          </a:xfrm>
          <a:prstGeom prst="rect">
            <a:avLst/>
          </a:prstGeom>
          <a:solidFill>
            <a:srgbClr val="C2352F"/>
          </a:solidFill>
          <a:ln/>
        </p:spPr>
      </p:sp>
      <p:sp>
        <p:nvSpPr>
          <p:cNvPr id="99" name="Text 97"/>
          <p:cNvSpPr txBox="1"/>
          <p:nvPr/>
        </p:nvSpPr>
        <p:spPr>
          <a:xfrm>
            <a:off x="9079992"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$87,782</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30163" cy="145218"/>
          </a:xfrm>
          <a:prstGeom prst="rect">
            <a:avLst/>
          </a:prstGeom>
          <a:solidFill>
            <a:srgbClr val="C2352F"/>
          </a:solidFill>
          <a:ln/>
        </p:spPr>
      </p:sp>
      <p:sp>
        <p:nvSpPr>
          <p:cNvPr id="104" name="Text 102"/>
          <p:cNvSpPr txBox="1"/>
          <p:nvPr/>
        </p:nvSpPr>
        <p:spPr>
          <a:xfrm>
            <a:off x="9079992"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$87,518</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21390" cy="145218"/>
          </a:xfrm>
          <a:prstGeom prst="rect">
            <a:avLst/>
          </a:prstGeom>
          <a:solidFill>
            <a:srgbClr val="C2352F"/>
          </a:solidFill>
          <a:ln/>
        </p:spPr>
      </p:sp>
      <p:sp>
        <p:nvSpPr>
          <p:cNvPr id="109" name="Text 107"/>
          <p:cNvSpPr txBox="1"/>
          <p:nvPr/>
        </p:nvSpPr>
        <p:spPr>
          <a:xfrm>
            <a:off x="9079992"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$81,619</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20162" cy="145218"/>
          </a:xfrm>
          <a:prstGeom prst="rect">
            <a:avLst/>
          </a:prstGeom>
          <a:solidFill>
            <a:srgbClr val="C2352F"/>
          </a:solidFill>
          <a:ln/>
        </p:spPr>
      </p:sp>
      <p:sp>
        <p:nvSpPr>
          <p:cNvPr id="114" name="Text 112"/>
          <p:cNvSpPr txBox="1"/>
          <p:nvPr/>
        </p:nvSpPr>
        <p:spPr>
          <a:xfrm>
            <a:off x="9079992"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$80,793</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19265" cy="145218"/>
          </a:xfrm>
          <a:prstGeom prst="rect">
            <a:avLst/>
          </a:prstGeom>
          <a:solidFill>
            <a:srgbClr val="C2352F"/>
          </a:solidFill>
          <a:ln/>
        </p:spPr>
      </p:sp>
      <p:sp>
        <p:nvSpPr>
          <p:cNvPr id="119" name="Text 117"/>
          <p:cNvSpPr txBox="1"/>
          <p:nvPr/>
        </p:nvSpPr>
        <p:spPr>
          <a:xfrm>
            <a:off x="9079992"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$80,190</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05199" cy="145218"/>
          </a:xfrm>
          <a:prstGeom prst="rect">
            <a:avLst/>
          </a:prstGeom>
          <a:solidFill>
            <a:srgbClr val="C2352F"/>
          </a:solidFill>
          <a:ln/>
        </p:spPr>
      </p:sp>
      <p:sp>
        <p:nvSpPr>
          <p:cNvPr id="124" name="Text 122"/>
          <p:cNvSpPr txBox="1"/>
          <p:nvPr/>
        </p:nvSpPr>
        <p:spPr>
          <a:xfrm>
            <a:off x="9079992"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$70,733</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01209" cy="145218"/>
          </a:xfrm>
          <a:prstGeom prst="rect">
            <a:avLst/>
          </a:prstGeom>
          <a:solidFill>
            <a:srgbClr val="C2352F"/>
          </a:solidFill>
          <a:ln/>
        </p:spPr>
      </p:sp>
      <p:sp>
        <p:nvSpPr>
          <p:cNvPr id="129" name="Text 127"/>
          <p:cNvSpPr txBox="1"/>
          <p:nvPr/>
        </p:nvSpPr>
        <p:spPr>
          <a:xfrm>
            <a:off x="9079992"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$68,050</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1242" cy="145218"/>
          </a:xfrm>
          <a:prstGeom prst="rect">
            <a:avLst/>
          </a:prstGeom>
          <a:solidFill>
            <a:srgbClr val="C2352F"/>
          </a:solidFill>
          <a:ln/>
        </p:spPr>
      </p:sp>
      <p:sp>
        <p:nvSpPr>
          <p:cNvPr id="134" name="Text 132"/>
          <p:cNvSpPr txBox="1"/>
          <p:nvPr/>
        </p:nvSpPr>
        <p:spPr>
          <a:xfrm>
            <a:off x="9079992"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$54,625</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1870" cy="145218"/>
          </a:xfrm>
          <a:prstGeom prst="rect">
            <a:avLst/>
          </a:prstGeom>
          <a:solidFill>
            <a:srgbClr val="C2352F"/>
          </a:solidFill>
          <a:ln/>
        </p:spPr>
      </p:sp>
      <p:sp>
        <p:nvSpPr>
          <p:cNvPr id="139" name="Text 137"/>
          <p:cNvSpPr txBox="1"/>
          <p:nvPr/>
        </p:nvSpPr>
        <p:spPr>
          <a:xfrm>
            <a:off x="9079992"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$48,324</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56913" cy="145218"/>
          </a:xfrm>
          <a:prstGeom prst="rect">
            <a:avLst/>
          </a:prstGeom>
          <a:solidFill>
            <a:srgbClr val="C2352F"/>
          </a:solidFill>
          <a:ln/>
        </p:spPr>
      </p:sp>
      <p:sp>
        <p:nvSpPr>
          <p:cNvPr id="144" name="Text 142"/>
          <p:cNvSpPr txBox="1"/>
          <p:nvPr/>
        </p:nvSpPr>
        <p:spPr>
          <a:xfrm>
            <a:off x="9079992"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0188" cy="145218"/>
          </a:xfrm>
          <a:prstGeom prst="rect">
            <a:avLst/>
          </a:prstGeom>
          <a:solidFill>
            <a:srgbClr val="C2352F"/>
          </a:solidFill>
          <a:ln/>
        </p:spPr>
      </p:sp>
      <p:sp>
        <p:nvSpPr>
          <p:cNvPr id="149" name="Text 147"/>
          <p:cNvSpPr txBox="1"/>
          <p:nvPr/>
        </p:nvSpPr>
        <p:spPr>
          <a:xfrm>
            <a:off x="9079992"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5445" cy="145218"/>
          </a:xfrm>
          <a:prstGeom prst="rect">
            <a:avLst/>
          </a:prstGeom>
          <a:solidFill>
            <a:srgbClr val="C2352F"/>
          </a:solidFill>
          <a:ln/>
        </p:spPr>
      </p:sp>
      <p:sp>
        <p:nvSpPr>
          <p:cNvPr id="154" name="Text 152"/>
          <p:cNvSpPr txBox="1"/>
          <p:nvPr/>
        </p:nvSpPr>
        <p:spPr>
          <a:xfrm>
            <a:off x="9079992"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8288" cy="145218"/>
          </a:xfrm>
          <a:prstGeom prst="rect">
            <a:avLst/>
          </a:prstGeom>
          <a:solidFill>
            <a:srgbClr val="C2352F"/>
          </a:solidFill>
          <a:ln/>
        </p:spPr>
      </p:sp>
      <p:sp>
        <p:nvSpPr>
          <p:cNvPr id="159" name="Text 157"/>
          <p:cNvSpPr txBox="1"/>
          <p:nvPr/>
        </p:nvSpPr>
        <p:spPr>
          <a:xfrm>
            <a:off x="9079992"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$12,118</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079992"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$10,380</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079992"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−8,873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ROs, down to 126,891. Volume follows OEM campaigns and recalls.</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Primary causes in the six audits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Manager signature on add-ons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Any added repair approved and signed by a manager before it is claimed</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Signatures on in-stock units</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Customer and manager signatures on repairs to units in stock</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371856"/>
          </a:xfrm>
          <a:prstGeom prst="rect">
            <a:avLst/>
          </a:prstGeom>
          <a:solidFill>
            <a:srgbClr val="FBEBE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cost over $400,000. Every cause on this list is documentation the store controls.</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19856"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8970264"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694944" cy="136676"/>
          </a:xfrm>
          <a:prstGeom prst="rect">
            <a:avLst/>
          </a:prstGeom>
          <a:solidFill>
            <a:srgbClr val="2587C5"/>
          </a:solidFill>
          <a:ln/>
        </p:spPr>
      </p:sp>
      <p:sp>
        <p:nvSpPr>
          <p:cNvPr id="14" name="Text 12"/>
          <p:cNvSpPr txBox="1"/>
          <p:nvPr/>
        </p:nvSpPr>
        <p:spPr>
          <a:xfrm>
            <a:off x="3419856"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$1,506,225</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$14,174</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$14,883</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08906" cy="136676"/>
          </a:xfrm>
          <a:prstGeom prst="rect">
            <a:avLst/>
          </a:prstGeom>
          <a:solidFill>
            <a:srgbClr val="2587C5"/>
          </a:solidFill>
          <a:ln/>
        </p:spPr>
      </p:sp>
      <p:sp>
        <p:nvSpPr>
          <p:cNvPr id="19" name="Text 17"/>
          <p:cNvSpPr txBox="1"/>
          <p:nvPr/>
        </p:nvSpPr>
        <p:spPr>
          <a:xfrm>
            <a:off x="3419856"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$1,103,005</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$12,644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43634" cy="136676"/>
          </a:xfrm>
          <a:prstGeom prst="rect">
            <a:avLst/>
          </a:prstGeom>
          <a:solidFill>
            <a:srgbClr val="2587C5"/>
          </a:solidFill>
          <a:ln/>
        </p:spPr>
      </p:sp>
      <p:sp>
        <p:nvSpPr>
          <p:cNvPr id="24" name="Text 22"/>
          <p:cNvSpPr txBox="1"/>
          <p:nvPr/>
        </p:nvSpPr>
        <p:spPr>
          <a:xfrm>
            <a:off x="3419856"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$961,535</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$16,061</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$16,864</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79571" cy="136676"/>
          </a:xfrm>
          <a:prstGeom prst="rect">
            <a:avLst/>
          </a:prstGeom>
          <a:solidFill>
            <a:srgbClr val="2587C5"/>
          </a:solidFill>
          <a:ln/>
        </p:spPr>
      </p:sp>
      <p:sp>
        <p:nvSpPr>
          <p:cNvPr id="29" name="Text 27"/>
          <p:cNvSpPr txBox="1"/>
          <p:nvPr/>
        </p:nvSpPr>
        <p:spPr>
          <a:xfrm>
            <a:off x="3419856"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$822,684</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$23,461</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$24,634</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10060" cy="136676"/>
          </a:xfrm>
          <a:prstGeom prst="rect">
            <a:avLst/>
          </a:prstGeom>
          <a:solidFill>
            <a:srgbClr val="2587C5"/>
          </a:solidFill>
          <a:ln/>
        </p:spPr>
      </p:sp>
      <p:sp>
        <p:nvSpPr>
          <p:cNvPr id="34" name="Text 32"/>
          <p:cNvSpPr txBox="1"/>
          <p:nvPr/>
        </p:nvSpPr>
        <p:spPr>
          <a:xfrm>
            <a:off x="3419856"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$672,026</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$12,874</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$13,518</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295191" cy="136676"/>
          </a:xfrm>
          <a:prstGeom prst="rect">
            <a:avLst/>
          </a:prstGeom>
          <a:solidFill>
            <a:srgbClr val="2587C5"/>
          </a:solidFill>
          <a:ln/>
        </p:spPr>
      </p:sp>
      <p:sp>
        <p:nvSpPr>
          <p:cNvPr id="39" name="Text 37"/>
          <p:cNvSpPr txBox="1"/>
          <p:nvPr/>
        </p:nvSpPr>
        <p:spPr>
          <a:xfrm>
            <a:off x="3419856"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$639,799</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$14,973</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65029" cy="136676"/>
          </a:xfrm>
          <a:prstGeom prst="rect">
            <a:avLst/>
          </a:prstGeom>
          <a:solidFill>
            <a:srgbClr val="2587C5"/>
          </a:solidFill>
          <a:ln/>
        </p:spPr>
      </p:sp>
      <p:sp>
        <p:nvSpPr>
          <p:cNvPr id="44" name="Text 42"/>
          <p:cNvSpPr txBox="1"/>
          <p:nvPr/>
        </p:nvSpPr>
        <p:spPr>
          <a:xfrm>
            <a:off x="3419856"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$574,425</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$15,334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03194" cy="136676"/>
          </a:xfrm>
          <a:prstGeom prst="rect">
            <a:avLst/>
          </a:prstGeom>
          <a:solidFill>
            <a:srgbClr val="2587C5"/>
          </a:solidFill>
          <a:ln/>
        </p:spPr>
      </p:sp>
      <p:sp>
        <p:nvSpPr>
          <p:cNvPr id="49" name="Text 47"/>
          <p:cNvSpPr txBox="1"/>
          <p:nvPr/>
        </p:nvSpPr>
        <p:spPr>
          <a:xfrm>
            <a:off x="3419856"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$440,403</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$18,148</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$19,056</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89258" cy="136676"/>
          </a:xfrm>
          <a:prstGeom prst="rect">
            <a:avLst/>
          </a:prstGeom>
          <a:solidFill>
            <a:srgbClr val="2587C5"/>
          </a:solidFill>
          <a:ln/>
        </p:spPr>
      </p:sp>
      <p:sp>
        <p:nvSpPr>
          <p:cNvPr id="54" name="Text 52"/>
          <p:cNvSpPr txBox="1"/>
          <p:nvPr/>
        </p:nvSpPr>
        <p:spPr>
          <a:xfrm>
            <a:off x="3419856"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$410,199</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$13,289</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$13,954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82441" cy="136676"/>
          </a:xfrm>
          <a:prstGeom prst="rect">
            <a:avLst/>
          </a:prstGeom>
          <a:solidFill>
            <a:srgbClr val="2587C5"/>
          </a:solidFill>
          <a:ln/>
        </p:spPr>
      </p:sp>
      <p:sp>
        <p:nvSpPr>
          <p:cNvPr id="59" name="Text 57"/>
          <p:cNvSpPr txBox="1"/>
          <p:nvPr/>
        </p:nvSpPr>
        <p:spPr>
          <a:xfrm>
            <a:off x="3419856"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$395,423</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$11,685</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56263" cy="136676"/>
          </a:xfrm>
          <a:prstGeom prst="rect">
            <a:avLst/>
          </a:prstGeom>
          <a:solidFill>
            <a:srgbClr val="2587C5"/>
          </a:solidFill>
          <a:ln/>
        </p:spPr>
      </p:sp>
      <p:sp>
        <p:nvSpPr>
          <p:cNvPr id="64" name="Text 62"/>
          <p:cNvSpPr txBox="1"/>
          <p:nvPr/>
        </p:nvSpPr>
        <p:spPr>
          <a:xfrm>
            <a:off x="3419856"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$338,685</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$11,596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47344" cy="136676"/>
          </a:xfrm>
          <a:prstGeom prst="rect">
            <a:avLst/>
          </a:prstGeom>
          <a:solidFill>
            <a:srgbClr val="2587C5"/>
          </a:solidFill>
          <a:ln/>
        </p:spPr>
      </p:sp>
      <p:sp>
        <p:nvSpPr>
          <p:cNvPr id="69" name="Text 67"/>
          <p:cNvSpPr txBox="1"/>
          <p:nvPr/>
        </p:nvSpPr>
        <p:spPr>
          <a:xfrm>
            <a:off x="3419856"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$319,353</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$12,606</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47118" cy="136676"/>
          </a:xfrm>
          <a:prstGeom prst="rect">
            <a:avLst/>
          </a:prstGeom>
          <a:solidFill>
            <a:srgbClr val="2587C5"/>
          </a:solidFill>
          <a:ln/>
        </p:spPr>
      </p:sp>
      <p:sp>
        <p:nvSpPr>
          <p:cNvPr id="74" name="Text 72"/>
          <p:cNvSpPr txBox="1"/>
          <p:nvPr/>
        </p:nvSpPr>
        <p:spPr>
          <a:xfrm>
            <a:off x="3419856"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$318,864</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$12,555</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39353" cy="136676"/>
          </a:xfrm>
          <a:prstGeom prst="rect">
            <a:avLst/>
          </a:prstGeom>
          <a:solidFill>
            <a:srgbClr val="2587C5"/>
          </a:solidFill>
          <a:ln/>
        </p:spPr>
      </p:sp>
      <p:sp>
        <p:nvSpPr>
          <p:cNvPr id="79" name="Text 77"/>
          <p:cNvSpPr txBox="1"/>
          <p:nvPr/>
        </p:nvSpPr>
        <p:spPr>
          <a:xfrm>
            <a:off x="3419856"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$302,035</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$10,911</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37448" cy="136676"/>
          </a:xfrm>
          <a:prstGeom prst="rect">
            <a:avLst/>
          </a:prstGeom>
          <a:solidFill>
            <a:srgbClr val="2587C5"/>
          </a:solidFill>
          <a:ln/>
        </p:spPr>
      </p:sp>
      <p:sp>
        <p:nvSpPr>
          <p:cNvPr id="84" name="Text 82"/>
          <p:cNvSpPr txBox="1"/>
          <p:nvPr/>
        </p:nvSpPr>
        <p:spPr>
          <a:xfrm>
            <a:off x="3419856"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$297,906</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$11,333</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37179" cy="136676"/>
          </a:xfrm>
          <a:prstGeom prst="rect">
            <a:avLst/>
          </a:prstGeom>
          <a:solidFill>
            <a:srgbClr val="2587C5"/>
          </a:solidFill>
          <a:ln/>
        </p:spPr>
      </p:sp>
      <p:sp>
        <p:nvSpPr>
          <p:cNvPr id="89" name="Text 87"/>
          <p:cNvSpPr txBox="1"/>
          <p:nvPr/>
        </p:nvSpPr>
        <p:spPr>
          <a:xfrm>
            <a:off x="3419856"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$297,322</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$15,662</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28662" cy="136676"/>
          </a:xfrm>
          <a:prstGeom prst="rect">
            <a:avLst/>
          </a:prstGeom>
          <a:solidFill>
            <a:srgbClr val="2587C5"/>
          </a:solidFill>
          <a:ln/>
        </p:spPr>
      </p:sp>
      <p:sp>
        <p:nvSpPr>
          <p:cNvPr id="94" name="Text 92"/>
          <p:cNvSpPr txBox="1"/>
          <p:nvPr/>
        </p:nvSpPr>
        <p:spPr>
          <a:xfrm>
            <a:off x="3419856" y="567681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$278,863</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$13,514</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27501" cy="136676"/>
          </a:xfrm>
          <a:prstGeom prst="rect">
            <a:avLst/>
          </a:prstGeom>
          <a:solidFill>
            <a:srgbClr val="2587C5"/>
          </a:solidFill>
          <a:ln/>
        </p:spPr>
      </p:sp>
      <p:sp>
        <p:nvSpPr>
          <p:cNvPr id="99" name="Text 97"/>
          <p:cNvSpPr txBox="1"/>
          <p:nvPr/>
        </p:nvSpPr>
        <p:spPr>
          <a:xfrm>
            <a:off x="8970264"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$276,346</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$17,765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0382" cy="136676"/>
          </a:xfrm>
          <a:prstGeom prst="rect">
            <a:avLst/>
          </a:prstGeom>
          <a:solidFill>
            <a:srgbClr val="2587C5"/>
          </a:solidFill>
          <a:ln/>
        </p:spPr>
      </p:sp>
      <p:sp>
        <p:nvSpPr>
          <p:cNvPr id="104" name="Text 102"/>
          <p:cNvSpPr txBox="1"/>
          <p:nvPr/>
        </p:nvSpPr>
        <p:spPr>
          <a:xfrm>
            <a:off x="8970264"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$260,917</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$18,549</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$19,476</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09290" cy="136676"/>
          </a:xfrm>
          <a:prstGeom prst="rect">
            <a:avLst/>
          </a:prstGeom>
          <a:solidFill>
            <a:srgbClr val="2587C5"/>
          </a:solidFill>
          <a:ln/>
        </p:spPr>
      </p:sp>
      <p:sp>
        <p:nvSpPr>
          <p:cNvPr id="109" name="Text 107"/>
          <p:cNvSpPr txBox="1"/>
          <p:nvPr/>
        </p:nvSpPr>
        <p:spPr>
          <a:xfrm>
            <a:off x="8970264"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$236,877</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$10,450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08135" cy="136676"/>
          </a:xfrm>
          <a:prstGeom prst="rect">
            <a:avLst/>
          </a:prstGeom>
          <a:solidFill>
            <a:srgbClr val="2587C5"/>
          </a:solidFill>
          <a:ln/>
        </p:spPr>
      </p:sp>
      <p:sp>
        <p:nvSpPr>
          <p:cNvPr id="114" name="Text 112"/>
          <p:cNvSpPr txBox="1"/>
          <p:nvPr/>
        </p:nvSpPr>
        <p:spPr>
          <a:xfrm>
            <a:off x="8970264"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$234,372</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$15,556</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$16,333</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05077" cy="136676"/>
          </a:xfrm>
          <a:prstGeom prst="rect">
            <a:avLst/>
          </a:prstGeom>
          <a:solidFill>
            <a:srgbClr val="2587C5"/>
          </a:solidFill>
          <a:ln/>
        </p:spPr>
      </p:sp>
      <p:sp>
        <p:nvSpPr>
          <p:cNvPr id="119" name="Text 117"/>
          <p:cNvSpPr txBox="1"/>
          <p:nvPr/>
        </p:nvSpPr>
        <p:spPr>
          <a:xfrm>
            <a:off x="8970264"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$227,743</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$18,268</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$19,182</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1658" cy="136676"/>
          </a:xfrm>
          <a:prstGeom prst="rect">
            <a:avLst/>
          </a:prstGeom>
          <a:solidFill>
            <a:srgbClr val="2587C5"/>
          </a:solidFill>
          <a:ln/>
        </p:spPr>
      </p:sp>
      <p:sp>
        <p:nvSpPr>
          <p:cNvPr id="124" name="Text 122"/>
          <p:cNvSpPr txBox="1"/>
          <p:nvPr/>
        </p:nvSpPr>
        <p:spPr>
          <a:xfrm>
            <a:off x="8970264"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$220,335</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$15,966</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$16,765</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1723" cy="136676"/>
          </a:xfrm>
          <a:prstGeom prst="rect">
            <a:avLst/>
          </a:prstGeom>
          <a:solidFill>
            <a:srgbClr val="2587C5"/>
          </a:solidFill>
          <a:ln/>
        </p:spPr>
      </p:sp>
      <p:sp>
        <p:nvSpPr>
          <p:cNvPr id="129" name="Text 127"/>
          <p:cNvSpPr txBox="1"/>
          <p:nvPr/>
        </p:nvSpPr>
        <p:spPr>
          <a:xfrm>
            <a:off x="8970264"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$198,802</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$11,511</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88990" cy="136676"/>
          </a:xfrm>
          <a:prstGeom prst="rect">
            <a:avLst/>
          </a:prstGeom>
          <a:solidFill>
            <a:srgbClr val="2587C5"/>
          </a:solidFill>
          <a:ln/>
        </p:spPr>
      </p:sp>
      <p:sp>
        <p:nvSpPr>
          <p:cNvPr id="134" name="Text 132"/>
          <p:cNvSpPr txBox="1"/>
          <p:nvPr/>
        </p:nvSpPr>
        <p:spPr>
          <a:xfrm>
            <a:off x="8970264"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$192,877</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$12,982</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3056" cy="136676"/>
          </a:xfrm>
          <a:prstGeom prst="rect">
            <a:avLst/>
          </a:prstGeom>
          <a:solidFill>
            <a:srgbClr val="2587C5"/>
          </a:solidFill>
          <a:ln/>
        </p:spPr>
      </p:sp>
      <p:sp>
        <p:nvSpPr>
          <p:cNvPr id="139" name="Text 137"/>
          <p:cNvSpPr txBox="1"/>
          <p:nvPr/>
        </p:nvSpPr>
        <p:spPr>
          <a:xfrm>
            <a:off x="8970264"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$180,016</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$13,126</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1851" cy="136676"/>
          </a:xfrm>
          <a:prstGeom prst="rect">
            <a:avLst/>
          </a:prstGeom>
          <a:solidFill>
            <a:srgbClr val="2587C5"/>
          </a:solidFill>
          <a:ln/>
        </p:spPr>
      </p:sp>
      <p:sp>
        <p:nvSpPr>
          <p:cNvPr id="144" name="Text 142"/>
          <p:cNvSpPr txBox="1"/>
          <p:nvPr/>
        </p:nvSpPr>
        <p:spPr>
          <a:xfrm>
            <a:off x="8970264"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$155,730</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$12,709</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0289" cy="136676"/>
          </a:xfrm>
          <a:prstGeom prst="rect">
            <a:avLst/>
          </a:prstGeom>
          <a:solidFill>
            <a:srgbClr val="2587C5"/>
          </a:solidFill>
          <a:ln/>
        </p:spPr>
      </p:sp>
      <p:sp>
        <p:nvSpPr>
          <p:cNvPr id="149" name="Text 147"/>
          <p:cNvSpPr txBox="1"/>
          <p:nvPr/>
        </p:nvSpPr>
        <p:spPr>
          <a:xfrm>
            <a:off x="8970264"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$152,344</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$12,118</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69822" cy="136676"/>
          </a:xfrm>
          <a:prstGeom prst="rect">
            <a:avLst/>
          </a:prstGeom>
          <a:solidFill>
            <a:srgbClr val="2587C5"/>
          </a:solidFill>
          <a:ln/>
        </p:spPr>
      </p:sp>
      <p:sp>
        <p:nvSpPr>
          <p:cNvPr id="154" name="Text 152"/>
          <p:cNvSpPr txBox="1"/>
          <p:nvPr/>
        </p:nvSpPr>
        <p:spPr>
          <a:xfrm>
            <a:off x="8970264"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$151,334</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$9,973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67909" cy="136676"/>
          </a:xfrm>
          <a:prstGeom prst="rect">
            <a:avLst/>
          </a:prstGeom>
          <a:solidFill>
            <a:srgbClr val="2587C5"/>
          </a:solidFill>
          <a:ln/>
        </p:spPr>
      </p:sp>
      <p:sp>
        <p:nvSpPr>
          <p:cNvPr id="159" name="Text 157"/>
          <p:cNvSpPr txBox="1"/>
          <p:nvPr/>
        </p:nvSpPr>
        <p:spPr>
          <a:xfrm>
            <a:off x="8970264"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$147,187</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$15,988</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48967" cy="136676"/>
          </a:xfrm>
          <a:prstGeom prst="rect">
            <a:avLst/>
          </a:prstGeom>
          <a:solidFill>
            <a:srgbClr val="2587C5"/>
          </a:solidFill>
          <a:ln/>
        </p:spPr>
      </p:sp>
      <p:sp>
        <p:nvSpPr>
          <p:cNvPr id="164" name="Text 162"/>
          <p:cNvSpPr txBox="1"/>
          <p:nvPr/>
        </p:nvSpPr>
        <p:spPr>
          <a:xfrm>
            <a:off x="8970264"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$106,131</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$9,607</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7223" cy="136676"/>
          </a:xfrm>
          <a:prstGeom prst="rect">
            <a:avLst/>
          </a:prstGeom>
          <a:solidFill>
            <a:srgbClr val="2587C5"/>
          </a:solidFill>
          <a:ln/>
        </p:spPr>
      </p:sp>
      <p:sp>
        <p:nvSpPr>
          <p:cNvPr id="169" name="Text 167"/>
          <p:cNvSpPr txBox="1"/>
          <p:nvPr/>
        </p:nvSpPr>
        <p:spPr>
          <a:xfrm>
            <a:off x="8970264"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$102,351</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$12,212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29775" cy="136676"/>
          </a:xfrm>
          <a:prstGeom prst="rect">
            <a:avLst/>
          </a:prstGeom>
          <a:solidFill>
            <a:srgbClr val="2587C5"/>
          </a:solidFill>
          <a:ln/>
        </p:spPr>
      </p:sp>
      <p:sp>
        <p:nvSpPr>
          <p:cNvPr id="174" name="Text 172"/>
          <p:cNvSpPr txBox="1"/>
          <p:nvPr/>
        </p:nvSpPr>
        <p:spPr>
          <a:xfrm>
            <a:off x="8970264"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$64,535</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$10,372</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$185,159</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$2,221,902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$370,317</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$4,443,804</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$555,476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$6,665,706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$2,098,497 (11.0%).</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1376"/>
          </a:xfrm>
          <a:prstGeom prst="rect">
            <a:avLst/>
          </a:prstGeom>
          <a:solidFill>
            <a:srgbClr val="E6F6EE"/>
          </a:solidFill>
          <a:ln/>
        </p:spPr>
      </p:sp>
      <p:sp>
        <p:nvSpPr>
          <p:cNvPr id="19" name="Text 1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$20.46M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$19.88M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−$577,606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$19.10M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$18.87M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−$232,279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+$924,230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$20.85M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$21.80M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+$943,298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$20.28M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−$154,977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−0.8%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$21.52M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+$1,183,612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$20.75M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$22.71M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+$1,960,141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+$1,323,650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$19.03M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+$2,098,497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every month.</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$1,457,847 (11.7%).</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No month behind 2025.</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+$62,504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$12.79M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+$156,479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$14.35M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+$754,425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$14.01M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$14.65M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+$642,759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$13.61M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+$98,858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+$924,002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$15.06M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+$1,275,282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+$925,229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$12.50M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$13.96M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+$1,457,847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July, up $684,859 (9.8%).</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8996"/>
          </a:xfrm>
          <a:prstGeom prst="rect">
            <a:avLst/>
          </a:prstGeom>
          <a:solidFill>
            <a:srgbClr val="E6F6EE"/>
          </a:solidFill>
          <a:ln/>
        </p:spPr>
      </p:sp>
      <p:sp>
        <p:nvSpPr>
          <p:cNvPr id="19" name="Text 1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$120.57M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$126.87M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+$6,297,386</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+5.2%</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71856"/>
          </a:xfrm>
          <a:prstGeom prst="rect">
            <a:avLst/>
          </a:prstGeom>
          <a:solidFill>
            <a:srgbClr val="E6F6EE"/>
          </a:solidFill>
          <a:ln/>
        </p:spPr>
      </p:sp>
      <p:sp>
        <p:nvSpPr>
          <p:cNvPr id="20"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$60.76M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$61.93M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+$1,171,181</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+1.9%</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8996"/>
          </a:xfrm>
          <a:prstGeom prst="rect">
            <a:avLst/>
          </a:prstGeom>
          <a:solidFill>
            <a:srgbClr val="E6F6EE"/>
          </a:solidFill>
          <a:ln/>
        </p:spPr>
      </p:sp>
      <p:sp>
        <p:nvSpPr>
          <p:cNvPr id="20" name="Text 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A RECORD YEAR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fixed gross, January–September, by year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7269480" cy="4050792"/>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Best month ever: July 2026, $22.73M.</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6 of the group's 7 best months came in 2026.</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25 of 33 stores had their best January–September ever.</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January–September fixed gross has grown every year since 2021, to $188.95M in 2026.</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+$1.77M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+$1.70M</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+$0.76M</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+$0.72M</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3402139" y="2201821"/>
            <a:ext cx="148555" cy="27432"/>
          </a:xfrm>
          <a:prstGeom prst="rect">
            <a:avLst/>
          </a:prstGeom>
          <a:solidFill>
            <a:srgbClr val="D9D9D9"/>
          </a:solidFill>
          <a:ln/>
        </p:spPr>
      </p:sp>
      <p:sp>
        <p:nvSpPr>
          <p:cNvPr id="19" name="Shape 17"/>
          <p:cNvSpPr/>
          <p:nvPr/>
        </p:nvSpPr>
        <p:spPr>
          <a:xfrm>
            <a:off x="3333559" y="2146957"/>
            <a:ext cx="137160" cy="137160"/>
          </a:xfrm>
          <a:prstGeom prst="ellipse">
            <a:avLst/>
          </a:prstGeom>
          <a:solidFill>
            <a:srgbClr val="0B2C4A"/>
          </a:solidFill>
          <a:ln/>
        </p:spPr>
      </p:sp>
      <p:sp>
        <p:nvSpPr>
          <p:cNvPr id="20" name="Shape 18"/>
          <p:cNvSpPr/>
          <p:nvPr/>
        </p:nvSpPr>
        <p:spPr>
          <a:xfrm>
            <a:off x="348211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6" name="Shape 24"/>
          <p:cNvSpPr/>
          <p:nvPr/>
        </p:nvSpPr>
        <p:spPr>
          <a:xfrm>
            <a:off x="3108087" y="2426656"/>
            <a:ext cx="148043" cy="27432"/>
          </a:xfrm>
          <a:prstGeom prst="rect">
            <a:avLst/>
          </a:prstGeom>
          <a:solidFill>
            <a:srgbClr val="D9D9D9"/>
          </a:solidFill>
          <a:ln/>
        </p:spPr>
      </p:sp>
      <p:sp>
        <p:nvSpPr>
          <p:cNvPr id="27" name="Shape 25"/>
          <p:cNvSpPr/>
          <p:nvPr/>
        </p:nvSpPr>
        <p:spPr>
          <a:xfrm>
            <a:off x="3039507" y="2371792"/>
            <a:ext cx="137160" cy="137160"/>
          </a:xfrm>
          <a:prstGeom prst="ellipse">
            <a:avLst/>
          </a:prstGeom>
          <a:solidFill>
            <a:srgbClr val="0B2C4A"/>
          </a:solidFill>
          <a:ln/>
        </p:spPr>
      </p:sp>
      <p:sp>
        <p:nvSpPr>
          <p:cNvPr id="28" name="Shape 26"/>
          <p:cNvSpPr/>
          <p:nvPr/>
        </p:nvSpPr>
        <p:spPr>
          <a:xfrm>
            <a:off x="3187550"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469490" y="2651491"/>
            <a:ext cx="119074" cy="27432"/>
          </a:xfrm>
          <a:prstGeom prst="rect">
            <a:avLst/>
          </a:prstGeom>
          <a:solidFill>
            <a:srgbClr val="D9D9D9"/>
          </a:solidFill>
          <a:ln/>
        </p:spPr>
      </p:sp>
      <p:sp>
        <p:nvSpPr>
          <p:cNvPr id="34" name="Shape 32"/>
          <p:cNvSpPr/>
          <p:nvPr/>
        </p:nvSpPr>
        <p:spPr>
          <a:xfrm>
            <a:off x="3400910" y="2596627"/>
            <a:ext cx="137160" cy="137160"/>
          </a:xfrm>
          <a:prstGeom prst="ellipse">
            <a:avLst/>
          </a:prstGeom>
          <a:solidFill>
            <a:srgbClr val="0B2C4A"/>
          </a:solidFill>
          <a:ln/>
        </p:spPr>
      </p:sp>
      <p:sp>
        <p:nvSpPr>
          <p:cNvPr id="35" name="Shape 33"/>
          <p:cNvSpPr/>
          <p:nvPr/>
        </p:nvSpPr>
        <p:spPr>
          <a:xfrm>
            <a:off x="3519983"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1" name="Shape 39"/>
          <p:cNvSpPr/>
          <p:nvPr/>
        </p:nvSpPr>
        <p:spPr>
          <a:xfrm>
            <a:off x="3246206" y="2876326"/>
            <a:ext cx="110169" cy="27432"/>
          </a:xfrm>
          <a:prstGeom prst="rect">
            <a:avLst/>
          </a:prstGeom>
          <a:solidFill>
            <a:srgbClr val="D9D9D9"/>
          </a:solidFill>
          <a:ln/>
        </p:spPr>
      </p:sp>
      <p:sp>
        <p:nvSpPr>
          <p:cNvPr id="42" name="Shape 40"/>
          <p:cNvSpPr/>
          <p:nvPr/>
        </p:nvSpPr>
        <p:spPr>
          <a:xfrm>
            <a:off x="3177626" y="2821462"/>
            <a:ext cx="137160" cy="137160"/>
          </a:xfrm>
          <a:prstGeom prst="ellipse">
            <a:avLst/>
          </a:prstGeom>
          <a:solidFill>
            <a:srgbClr val="0B2C4A"/>
          </a:solidFill>
          <a:ln/>
        </p:spPr>
      </p:sp>
      <p:sp>
        <p:nvSpPr>
          <p:cNvPr id="43" name="Shape 41"/>
          <p:cNvSpPr/>
          <p:nvPr/>
        </p:nvSpPr>
        <p:spPr>
          <a:xfrm>
            <a:off x="3287794"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8" name="Shape 46"/>
          <p:cNvSpPr/>
          <p:nvPr/>
        </p:nvSpPr>
        <p:spPr>
          <a:xfrm>
            <a:off x="3445098" y="3101161"/>
            <a:ext cx="88343" cy="27432"/>
          </a:xfrm>
          <a:prstGeom prst="rect">
            <a:avLst/>
          </a:prstGeom>
          <a:solidFill>
            <a:srgbClr val="D9D9D9"/>
          </a:solidFill>
          <a:ln/>
        </p:spPr>
      </p:sp>
      <p:sp>
        <p:nvSpPr>
          <p:cNvPr id="49" name="Shape 47"/>
          <p:cNvSpPr/>
          <p:nvPr/>
        </p:nvSpPr>
        <p:spPr>
          <a:xfrm>
            <a:off x="3376518" y="3046297"/>
            <a:ext cx="137160" cy="137160"/>
          </a:xfrm>
          <a:prstGeom prst="ellipse">
            <a:avLst/>
          </a:prstGeom>
          <a:solidFill>
            <a:srgbClr val="0B2C4A"/>
          </a:solidFill>
          <a:ln/>
        </p:spPr>
      </p:sp>
      <p:sp>
        <p:nvSpPr>
          <p:cNvPr id="50" name="Shape 48"/>
          <p:cNvSpPr/>
          <p:nvPr/>
        </p:nvSpPr>
        <p:spPr>
          <a:xfrm>
            <a:off x="3464861"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6" name="Shape 54"/>
          <p:cNvSpPr/>
          <p:nvPr/>
        </p:nvSpPr>
        <p:spPr>
          <a:xfrm>
            <a:off x="3575605" y="3325996"/>
            <a:ext cx="75044" cy="27432"/>
          </a:xfrm>
          <a:prstGeom prst="rect">
            <a:avLst/>
          </a:prstGeom>
          <a:solidFill>
            <a:srgbClr val="D9D9D9"/>
          </a:solidFill>
          <a:ln/>
        </p:spPr>
      </p:sp>
      <p:sp>
        <p:nvSpPr>
          <p:cNvPr id="57" name="Shape 55"/>
          <p:cNvSpPr/>
          <p:nvPr/>
        </p:nvSpPr>
        <p:spPr>
          <a:xfrm>
            <a:off x="3507025" y="3271132"/>
            <a:ext cx="137160" cy="137160"/>
          </a:xfrm>
          <a:prstGeom prst="ellipse">
            <a:avLst/>
          </a:prstGeom>
          <a:solidFill>
            <a:srgbClr val="0B2C4A"/>
          </a:solidFill>
          <a:ln/>
        </p:spPr>
      </p:sp>
      <p:sp>
        <p:nvSpPr>
          <p:cNvPr id="58" name="Shape 56"/>
          <p:cNvSpPr/>
          <p:nvPr/>
        </p:nvSpPr>
        <p:spPr>
          <a:xfrm>
            <a:off x="3582070"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3" name="Shape 61"/>
          <p:cNvSpPr/>
          <p:nvPr/>
        </p:nvSpPr>
        <p:spPr>
          <a:xfrm>
            <a:off x="3470065" y="3550830"/>
            <a:ext cx="74235" cy="27432"/>
          </a:xfrm>
          <a:prstGeom prst="rect">
            <a:avLst/>
          </a:prstGeom>
          <a:solidFill>
            <a:srgbClr val="D9D9D9"/>
          </a:solidFill>
          <a:ln/>
        </p:spPr>
      </p:sp>
      <p:sp>
        <p:nvSpPr>
          <p:cNvPr id="64" name="Shape 62"/>
          <p:cNvSpPr/>
          <p:nvPr/>
        </p:nvSpPr>
        <p:spPr>
          <a:xfrm>
            <a:off x="3401485" y="3495966"/>
            <a:ext cx="137160" cy="137160"/>
          </a:xfrm>
          <a:prstGeom prst="ellipse">
            <a:avLst/>
          </a:prstGeom>
          <a:solidFill>
            <a:srgbClr val="0B2C4A"/>
          </a:solidFill>
          <a:ln/>
        </p:spPr>
      </p:sp>
      <p:sp>
        <p:nvSpPr>
          <p:cNvPr id="65" name="Shape 63"/>
          <p:cNvSpPr/>
          <p:nvPr/>
        </p:nvSpPr>
        <p:spPr>
          <a:xfrm>
            <a:off x="347572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1" name="Shape 69"/>
          <p:cNvSpPr/>
          <p:nvPr/>
        </p:nvSpPr>
        <p:spPr>
          <a:xfrm>
            <a:off x="3467609" y="3775665"/>
            <a:ext cx="26393" cy="27432"/>
          </a:xfrm>
          <a:prstGeom prst="rect">
            <a:avLst/>
          </a:prstGeom>
          <a:solidFill>
            <a:srgbClr val="D9D9D9"/>
          </a:solidFill>
          <a:ln/>
        </p:spPr>
      </p:sp>
      <p:sp>
        <p:nvSpPr>
          <p:cNvPr id="72" name="Shape 70"/>
          <p:cNvSpPr/>
          <p:nvPr/>
        </p:nvSpPr>
        <p:spPr>
          <a:xfrm>
            <a:off x="3399029" y="3720801"/>
            <a:ext cx="137160" cy="137160"/>
          </a:xfrm>
          <a:prstGeom prst="ellipse">
            <a:avLst/>
          </a:prstGeom>
          <a:solidFill>
            <a:srgbClr val="0B2C4A"/>
          </a:solidFill>
          <a:ln/>
        </p:spPr>
      </p:sp>
      <p:sp>
        <p:nvSpPr>
          <p:cNvPr id="73" name="Shape 71"/>
          <p:cNvSpPr/>
          <p:nvPr/>
        </p:nvSpPr>
        <p:spPr>
          <a:xfrm>
            <a:off x="3425422"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3478988" y="4000500"/>
            <a:ext cx="9144" cy="27432"/>
          </a:xfrm>
          <a:prstGeom prst="rect">
            <a:avLst/>
          </a:prstGeom>
          <a:solidFill>
            <a:srgbClr val="D9D9D9"/>
          </a:solidFill>
          <a:ln/>
        </p:spPr>
      </p:sp>
      <p:sp>
        <p:nvSpPr>
          <p:cNvPr id="79" name="Shape 77"/>
          <p:cNvSpPr/>
          <p:nvPr/>
        </p:nvSpPr>
        <p:spPr>
          <a:xfrm>
            <a:off x="3412024" y="3945636"/>
            <a:ext cx="137160" cy="137160"/>
          </a:xfrm>
          <a:prstGeom prst="ellipse">
            <a:avLst/>
          </a:prstGeom>
          <a:solidFill>
            <a:srgbClr val="0B2C4A"/>
          </a:solidFill>
          <a:ln/>
        </p:spPr>
      </p:sp>
      <p:sp>
        <p:nvSpPr>
          <p:cNvPr id="80" name="Shape 78"/>
          <p:cNvSpPr/>
          <p:nvPr/>
        </p:nvSpPr>
        <p:spPr>
          <a:xfrm>
            <a:off x="3410408"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6" name="Shape 84"/>
          <p:cNvSpPr/>
          <p:nvPr/>
        </p:nvSpPr>
        <p:spPr>
          <a:xfrm>
            <a:off x="3668137" y="4225335"/>
            <a:ext cx="9144" cy="27432"/>
          </a:xfrm>
          <a:prstGeom prst="rect">
            <a:avLst/>
          </a:prstGeom>
          <a:solidFill>
            <a:srgbClr val="D9D9D9"/>
          </a:solidFill>
          <a:ln/>
        </p:spPr>
      </p:sp>
      <p:sp>
        <p:nvSpPr>
          <p:cNvPr id="87" name="Shape 85"/>
          <p:cNvSpPr/>
          <p:nvPr/>
        </p:nvSpPr>
        <p:spPr>
          <a:xfrm>
            <a:off x="3605342" y="4170471"/>
            <a:ext cx="137160" cy="137160"/>
          </a:xfrm>
          <a:prstGeom prst="ellipse">
            <a:avLst/>
          </a:prstGeom>
          <a:solidFill>
            <a:srgbClr val="0B2C4A"/>
          </a:solidFill>
          <a:ln/>
        </p:spPr>
      </p:sp>
      <p:sp>
        <p:nvSpPr>
          <p:cNvPr id="88" name="Shape 86"/>
          <p:cNvSpPr/>
          <p:nvPr/>
        </p:nvSpPr>
        <p:spPr>
          <a:xfrm>
            <a:off x="3599557"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3" name="Shape 91"/>
          <p:cNvSpPr/>
          <p:nvPr/>
        </p:nvSpPr>
        <p:spPr>
          <a:xfrm>
            <a:off x="3573014" y="4450170"/>
            <a:ext cx="10631" cy="27432"/>
          </a:xfrm>
          <a:prstGeom prst="rect">
            <a:avLst/>
          </a:prstGeom>
          <a:solidFill>
            <a:srgbClr val="D9D9D9"/>
          </a:solidFill>
          <a:ln/>
        </p:spPr>
      </p:sp>
      <p:sp>
        <p:nvSpPr>
          <p:cNvPr id="94" name="Shape 92"/>
          <p:cNvSpPr/>
          <p:nvPr/>
        </p:nvSpPr>
        <p:spPr>
          <a:xfrm>
            <a:off x="3515065" y="4395306"/>
            <a:ext cx="137160" cy="137160"/>
          </a:xfrm>
          <a:prstGeom prst="ellipse">
            <a:avLst/>
          </a:prstGeom>
          <a:solidFill>
            <a:srgbClr val="0B2C4A"/>
          </a:solidFill>
          <a:ln/>
        </p:spPr>
      </p:sp>
      <p:sp>
        <p:nvSpPr>
          <p:cNvPr id="95" name="Shape 93"/>
          <p:cNvSpPr/>
          <p:nvPr/>
        </p:nvSpPr>
        <p:spPr>
          <a:xfrm>
            <a:off x="3504434"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1" name="Shape 99"/>
          <p:cNvSpPr/>
          <p:nvPr/>
        </p:nvSpPr>
        <p:spPr>
          <a:xfrm>
            <a:off x="3293888" y="4675004"/>
            <a:ext cx="11833" cy="27432"/>
          </a:xfrm>
          <a:prstGeom prst="rect">
            <a:avLst/>
          </a:prstGeom>
          <a:solidFill>
            <a:srgbClr val="D9D9D9"/>
          </a:solidFill>
          <a:ln/>
        </p:spPr>
      </p:sp>
      <p:sp>
        <p:nvSpPr>
          <p:cNvPr id="102" name="Shape 100"/>
          <p:cNvSpPr/>
          <p:nvPr/>
        </p:nvSpPr>
        <p:spPr>
          <a:xfrm>
            <a:off x="3237141" y="4620140"/>
            <a:ext cx="137160" cy="137160"/>
          </a:xfrm>
          <a:prstGeom prst="ellipse">
            <a:avLst/>
          </a:prstGeom>
          <a:solidFill>
            <a:srgbClr val="0B2C4A"/>
          </a:solidFill>
          <a:ln/>
        </p:spPr>
      </p:sp>
      <p:sp>
        <p:nvSpPr>
          <p:cNvPr id="103" name="Shape 101"/>
          <p:cNvSpPr/>
          <p:nvPr/>
        </p:nvSpPr>
        <p:spPr>
          <a:xfrm>
            <a:off x="3225308" y="4620140"/>
            <a:ext cx="137160" cy="137160"/>
          </a:xfrm>
          <a:prstGeom prst="ellipse">
            <a:avLst/>
          </a:prstGeom>
          <a:solidFill>
            <a:srgbClr val="12A566"/>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8" name="Shape 106"/>
          <p:cNvSpPr/>
          <p:nvPr/>
        </p:nvSpPr>
        <p:spPr>
          <a:xfrm>
            <a:off x="3429695" y="4899839"/>
            <a:ext cx="38117" cy="27432"/>
          </a:xfrm>
          <a:prstGeom prst="rect">
            <a:avLst/>
          </a:prstGeom>
          <a:solidFill>
            <a:srgbClr val="D9D9D9"/>
          </a:solidFill>
          <a:ln/>
        </p:spPr>
      </p:sp>
      <p:sp>
        <p:nvSpPr>
          <p:cNvPr id="109" name="Shape 107"/>
          <p:cNvSpPr/>
          <p:nvPr/>
        </p:nvSpPr>
        <p:spPr>
          <a:xfrm>
            <a:off x="3399231" y="4844975"/>
            <a:ext cx="137160" cy="137160"/>
          </a:xfrm>
          <a:prstGeom prst="ellipse">
            <a:avLst/>
          </a:prstGeom>
          <a:solidFill>
            <a:srgbClr val="0B2C4A"/>
          </a:solidFill>
          <a:ln/>
        </p:spPr>
      </p:sp>
      <p:sp>
        <p:nvSpPr>
          <p:cNvPr id="110" name="Shape 108"/>
          <p:cNvSpPr/>
          <p:nvPr/>
        </p:nvSpPr>
        <p:spPr>
          <a:xfrm>
            <a:off x="3361115" y="4844975"/>
            <a:ext cx="137160" cy="137160"/>
          </a:xfrm>
          <a:prstGeom prst="ellipse">
            <a:avLst/>
          </a:prstGeom>
          <a:solidFill>
            <a:srgbClr val="12A566"/>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6" name="Shape 114"/>
          <p:cNvSpPr/>
          <p:nvPr/>
        </p:nvSpPr>
        <p:spPr>
          <a:xfrm>
            <a:off x="3400294" y="5124674"/>
            <a:ext cx="64817" cy="27432"/>
          </a:xfrm>
          <a:prstGeom prst="rect">
            <a:avLst/>
          </a:prstGeom>
          <a:solidFill>
            <a:srgbClr val="D9D9D9"/>
          </a:solidFill>
          <a:ln/>
        </p:spPr>
      </p:sp>
      <p:sp>
        <p:nvSpPr>
          <p:cNvPr id="117" name="Shape 115"/>
          <p:cNvSpPr/>
          <p:nvPr/>
        </p:nvSpPr>
        <p:spPr>
          <a:xfrm>
            <a:off x="3396530" y="5069810"/>
            <a:ext cx="137160" cy="137160"/>
          </a:xfrm>
          <a:prstGeom prst="ellipse">
            <a:avLst/>
          </a:prstGeom>
          <a:solidFill>
            <a:srgbClr val="0B2C4A"/>
          </a:solidFill>
          <a:ln/>
        </p:spPr>
      </p:sp>
      <p:sp>
        <p:nvSpPr>
          <p:cNvPr id="118" name="Shape 116"/>
          <p:cNvSpPr/>
          <p:nvPr/>
        </p:nvSpPr>
        <p:spPr>
          <a:xfrm>
            <a:off x="3331714" y="5069810"/>
            <a:ext cx="137160" cy="137160"/>
          </a:xfrm>
          <a:prstGeom prst="ellipse">
            <a:avLst/>
          </a:prstGeom>
          <a:solidFill>
            <a:srgbClr val="12A566"/>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3" name="Shape 121"/>
          <p:cNvSpPr/>
          <p:nvPr/>
        </p:nvSpPr>
        <p:spPr>
          <a:xfrm>
            <a:off x="3373993" y="5349509"/>
            <a:ext cx="65007" cy="27432"/>
          </a:xfrm>
          <a:prstGeom prst="rect">
            <a:avLst/>
          </a:prstGeom>
          <a:solidFill>
            <a:srgbClr val="D9D9D9"/>
          </a:solidFill>
          <a:ln/>
        </p:spPr>
      </p:sp>
      <p:sp>
        <p:nvSpPr>
          <p:cNvPr id="124" name="Shape 122"/>
          <p:cNvSpPr/>
          <p:nvPr/>
        </p:nvSpPr>
        <p:spPr>
          <a:xfrm>
            <a:off x="3370420" y="5294645"/>
            <a:ext cx="137160" cy="137160"/>
          </a:xfrm>
          <a:prstGeom prst="ellipse">
            <a:avLst/>
          </a:prstGeom>
          <a:solidFill>
            <a:srgbClr val="0B2C4A"/>
          </a:solidFill>
          <a:ln/>
        </p:spPr>
      </p:sp>
      <p:sp>
        <p:nvSpPr>
          <p:cNvPr id="125" name="Shape 123"/>
          <p:cNvSpPr/>
          <p:nvPr/>
        </p:nvSpPr>
        <p:spPr>
          <a:xfrm>
            <a:off x="3305413" y="5294645"/>
            <a:ext cx="137160" cy="137160"/>
          </a:xfrm>
          <a:prstGeom prst="ellipse">
            <a:avLst/>
          </a:prstGeom>
          <a:solidFill>
            <a:srgbClr val="12A566"/>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1" name="Shape 129"/>
          <p:cNvSpPr/>
          <p:nvPr/>
        </p:nvSpPr>
        <p:spPr>
          <a:xfrm>
            <a:off x="3557028" y="5574344"/>
            <a:ext cx="65731" cy="27432"/>
          </a:xfrm>
          <a:prstGeom prst="rect">
            <a:avLst/>
          </a:prstGeom>
          <a:solidFill>
            <a:srgbClr val="D9D9D9"/>
          </a:solidFill>
          <a:ln/>
        </p:spPr>
      </p:sp>
      <p:sp>
        <p:nvSpPr>
          <p:cNvPr id="132" name="Shape 130"/>
          <p:cNvSpPr/>
          <p:nvPr/>
        </p:nvSpPr>
        <p:spPr>
          <a:xfrm>
            <a:off x="3554179" y="5519480"/>
            <a:ext cx="137160" cy="137160"/>
          </a:xfrm>
          <a:prstGeom prst="ellipse">
            <a:avLst/>
          </a:prstGeom>
          <a:solidFill>
            <a:srgbClr val="0B2C4A"/>
          </a:solidFill>
          <a:ln/>
        </p:spPr>
      </p:sp>
      <p:sp>
        <p:nvSpPr>
          <p:cNvPr id="133" name="Shape 131"/>
          <p:cNvSpPr/>
          <p:nvPr/>
        </p:nvSpPr>
        <p:spPr>
          <a:xfrm>
            <a:off x="3488448" y="5519480"/>
            <a:ext cx="137160" cy="137160"/>
          </a:xfrm>
          <a:prstGeom prst="ellipse">
            <a:avLst/>
          </a:prstGeom>
          <a:solidFill>
            <a:srgbClr val="12A566"/>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8" name="Shape 136"/>
          <p:cNvSpPr/>
          <p:nvPr/>
        </p:nvSpPr>
        <p:spPr>
          <a:xfrm>
            <a:off x="3229189" y="5799179"/>
            <a:ext cx="67698" cy="27432"/>
          </a:xfrm>
          <a:prstGeom prst="rect">
            <a:avLst/>
          </a:prstGeom>
          <a:solidFill>
            <a:srgbClr val="D9D9D9"/>
          </a:solidFill>
          <a:ln/>
        </p:spPr>
      </p:sp>
      <p:sp>
        <p:nvSpPr>
          <p:cNvPr id="139" name="Shape 137"/>
          <p:cNvSpPr/>
          <p:nvPr/>
        </p:nvSpPr>
        <p:spPr>
          <a:xfrm>
            <a:off x="3228307" y="5744315"/>
            <a:ext cx="137160" cy="137160"/>
          </a:xfrm>
          <a:prstGeom prst="ellipse">
            <a:avLst/>
          </a:prstGeom>
          <a:solidFill>
            <a:srgbClr val="0B2C4A"/>
          </a:solidFill>
          <a:ln/>
        </p:spPr>
      </p:sp>
      <p:sp>
        <p:nvSpPr>
          <p:cNvPr id="140" name="Shape 138"/>
          <p:cNvSpPr/>
          <p:nvPr/>
        </p:nvSpPr>
        <p:spPr>
          <a:xfrm>
            <a:off x="3160609" y="5744315"/>
            <a:ext cx="137160" cy="137160"/>
          </a:xfrm>
          <a:prstGeom prst="ellipse">
            <a:avLst/>
          </a:prstGeom>
          <a:solidFill>
            <a:srgbClr val="12A566"/>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5" name="Shape 143"/>
          <p:cNvSpPr/>
          <p:nvPr/>
        </p:nvSpPr>
        <p:spPr>
          <a:xfrm>
            <a:off x="8912269" y="2201821"/>
            <a:ext cx="80862" cy="27432"/>
          </a:xfrm>
          <a:prstGeom prst="rect">
            <a:avLst/>
          </a:prstGeom>
          <a:solidFill>
            <a:srgbClr val="D9D9D9"/>
          </a:solidFill>
          <a:ln/>
        </p:spPr>
      </p:sp>
      <p:sp>
        <p:nvSpPr>
          <p:cNvPr id="146" name="Shape 144"/>
          <p:cNvSpPr/>
          <p:nvPr/>
        </p:nvSpPr>
        <p:spPr>
          <a:xfrm>
            <a:off x="8924551" y="2146957"/>
            <a:ext cx="137160" cy="137160"/>
          </a:xfrm>
          <a:prstGeom prst="ellipse">
            <a:avLst/>
          </a:prstGeom>
          <a:solidFill>
            <a:srgbClr val="0B2C4A"/>
          </a:solidFill>
          <a:ln/>
        </p:spPr>
      </p:sp>
      <p:sp>
        <p:nvSpPr>
          <p:cNvPr id="147" name="Shape 145"/>
          <p:cNvSpPr/>
          <p:nvPr/>
        </p:nvSpPr>
        <p:spPr>
          <a:xfrm>
            <a:off x="8843689" y="2146957"/>
            <a:ext cx="137160" cy="137160"/>
          </a:xfrm>
          <a:prstGeom prst="ellipse">
            <a:avLst/>
          </a:prstGeom>
          <a:solidFill>
            <a:srgbClr val="12A566"/>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3" name="Shape 151"/>
          <p:cNvSpPr/>
          <p:nvPr/>
        </p:nvSpPr>
        <p:spPr>
          <a:xfrm>
            <a:off x="9104456" y="2426656"/>
            <a:ext cx="85364" cy="27432"/>
          </a:xfrm>
          <a:prstGeom prst="rect">
            <a:avLst/>
          </a:prstGeom>
          <a:solidFill>
            <a:srgbClr val="D9D9D9"/>
          </a:solidFill>
          <a:ln/>
        </p:spPr>
      </p:sp>
      <p:sp>
        <p:nvSpPr>
          <p:cNvPr id="154" name="Shape 152"/>
          <p:cNvSpPr/>
          <p:nvPr/>
        </p:nvSpPr>
        <p:spPr>
          <a:xfrm>
            <a:off x="9121240" y="2371792"/>
            <a:ext cx="137160" cy="137160"/>
          </a:xfrm>
          <a:prstGeom prst="ellipse">
            <a:avLst/>
          </a:prstGeom>
          <a:solidFill>
            <a:srgbClr val="0B2C4A"/>
          </a:solidFill>
          <a:ln/>
        </p:spPr>
      </p:sp>
      <p:sp>
        <p:nvSpPr>
          <p:cNvPr id="155" name="Shape 153"/>
          <p:cNvSpPr/>
          <p:nvPr/>
        </p:nvSpPr>
        <p:spPr>
          <a:xfrm>
            <a:off x="9035876"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Shape 158"/>
          <p:cNvSpPr/>
          <p:nvPr/>
        </p:nvSpPr>
        <p:spPr>
          <a:xfrm>
            <a:off x="8801530" y="2651491"/>
            <a:ext cx="101285" cy="27432"/>
          </a:xfrm>
          <a:prstGeom prst="rect">
            <a:avLst/>
          </a:prstGeom>
          <a:solidFill>
            <a:srgbClr val="D9D9D9"/>
          </a:solidFill>
          <a:ln/>
        </p:spPr>
      </p:sp>
      <p:sp>
        <p:nvSpPr>
          <p:cNvPr id="161" name="Shape 159"/>
          <p:cNvSpPr/>
          <p:nvPr/>
        </p:nvSpPr>
        <p:spPr>
          <a:xfrm>
            <a:off x="8834235" y="2596627"/>
            <a:ext cx="137160" cy="137160"/>
          </a:xfrm>
          <a:prstGeom prst="ellipse">
            <a:avLst/>
          </a:prstGeom>
          <a:solidFill>
            <a:srgbClr val="0B2C4A"/>
          </a:solidFill>
          <a:ln/>
        </p:spPr>
      </p:sp>
      <p:sp>
        <p:nvSpPr>
          <p:cNvPr id="162" name="Shape 160"/>
          <p:cNvSpPr/>
          <p:nvPr/>
        </p:nvSpPr>
        <p:spPr>
          <a:xfrm>
            <a:off x="873295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68" name="Shape 166"/>
          <p:cNvSpPr/>
          <p:nvPr/>
        </p:nvSpPr>
        <p:spPr>
          <a:xfrm>
            <a:off x="9060644" y="2876326"/>
            <a:ext cx="107688" cy="27432"/>
          </a:xfrm>
          <a:prstGeom prst="rect">
            <a:avLst/>
          </a:prstGeom>
          <a:solidFill>
            <a:srgbClr val="D9D9D9"/>
          </a:solidFill>
          <a:ln/>
        </p:spPr>
      </p:sp>
      <p:sp>
        <p:nvSpPr>
          <p:cNvPr id="169" name="Shape 167"/>
          <p:cNvSpPr/>
          <p:nvPr/>
        </p:nvSpPr>
        <p:spPr>
          <a:xfrm>
            <a:off x="9099752" y="2821462"/>
            <a:ext cx="137160" cy="137160"/>
          </a:xfrm>
          <a:prstGeom prst="ellipse">
            <a:avLst/>
          </a:prstGeom>
          <a:solidFill>
            <a:srgbClr val="0B2C4A"/>
          </a:solidFill>
          <a:ln/>
        </p:spPr>
      </p:sp>
      <p:sp>
        <p:nvSpPr>
          <p:cNvPr id="170" name="Shape 168"/>
          <p:cNvSpPr/>
          <p:nvPr/>
        </p:nvSpPr>
        <p:spPr>
          <a:xfrm>
            <a:off x="8992064"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5" name="Shape 173"/>
          <p:cNvSpPr/>
          <p:nvPr/>
        </p:nvSpPr>
        <p:spPr>
          <a:xfrm>
            <a:off x="9185604" y="3101161"/>
            <a:ext cx="116115" cy="27432"/>
          </a:xfrm>
          <a:prstGeom prst="rect">
            <a:avLst/>
          </a:prstGeom>
          <a:solidFill>
            <a:srgbClr val="D9D9D9"/>
          </a:solidFill>
          <a:ln/>
        </p:spPr>
      </p:sp>
      <p:sp>
        <p:nvSpPr>
          <p:cNvPr id="176" name="Shape 174"/>
          <p:cNvSpPr/>
          <p:nvPr/>
        </p:nvSpPr>
        <p:spPr>
          <a:xfrm>
            <a:off x="9233139" y="3046297"/>
            <a:ext cx="137160" cy="137160"/>
          </a:xfrm>
          <a:prstGeom prst="ellipse">
            <a:avLst/>
          </a:prstGeom>
          <a:solidFill>
            <a:srgbClr val="0B2C4A"/>
          </a:solidFill>
          <a:ln/>
        </p:spPr>
      </p:sp>
      <p:sp>
        <p:nvSpPr>
          <p:cNvPr id="177" name="Shape 175"/>
          <p:cNvSpPr/>
          <p:nvPr/>
        </p:nvSpPr>
        <p:spPr>
          <a:xfrm>
            <a:off x="9117024"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83" name="Shape 181"/>
          <p:cNvSpPr/>
          <p:nvPr/>
        </p:nvSpPr>
        <p:spPr>
          <a:xfrm>
            <a:off x="8903365" y="3325996"/>
            <a:ext cx="118492" cy="27432"/>
          </a:xfrm>
          <a:prstGeom prst="rect">
            <a:avLst/>
          </a:prstGeom>
          <a:solidFill>
            <a:srgbClr val="D9D9D9"/>
          </a:solidFill>
          <a:ln/>
        </p:spPr>
      </p:sp>
      <p:sp>
        <p:nvSpPr>
          <p:cNvPr id="184" name="Shape 182"/>
          <p:cNvSpPr/>
          <p:nvPr/>
        </p:nvSpPr>
        <p:spPr>
          <a:xfrm>
            <a:off x="8953277" y="3271132"/>
            <a:ext cx="137160" cy="137160"/>
          </a:xfrm>
          <a:prstGeom prst="ellipse">
            <a:avLst/>
          </a:prstGeom>
          <a:solidFill>
            <a:srgbClr val="0B2C4A"/>
          </a:solidFill>
          <a:ln/>
        </p:spPr>
      </p:sp>
      <p:sp>
        <p:nvSpPr>
          <p:cNvPr id="185" name="Shape 183"/>
          <p:cNvSpPr/>
          <p:nvPr/>
        </p:nvSpPr>
        <p:spPr>
          <a:xfrm>
            <a:off x="8834785"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90" name="Shape 188"/>
          <p:cNvSpPr/>
          <p:nvPr/>
        </p:nvSpPr>
        <p:spPr>
          <a:xfrm>
            <a:off x="9029152" y="3550830"/>
            <a:ext cx="144120" cy="27432"/>
          </a:xfrm>
          <a:prstGeom prst="rect">
            <a:avLst/>
          </a:prstGeom>
          <a:solidFill>
            <a:srgbClr val="D9D9D9"/>
          </a:solidFill>
          <a:ln/>
        </p:spPr>
      </p:sp>
      <p:sp>
        <p:nvSpPr>
          <p:cNvPr id="191" name="Shape 189"/>
          <p:cNvSpPr/>
          <p:nvPr/>
        </p:nvSpPr>
        <p:spPr>
          <a:xfrm>
            <a:off x="9104691" y="3495966"/>
            <a:ext cx="137160" cy="137160"/>
          </a:xfrm>
          <a:prstGeom prst="ellipse">
            <a:avLst/>
          </a:prstGeom>
          <a:solidFill>
            <a:srgbClr val="0B2C4A"/>
          </a:solidFill>
          <a:ln/>
        </p:spPr>
      </p:sp>
      <p:sp>
        <p:nvSpPr>
          <p:cNvPr id="192" name="Shape 190"/>
          <p:cNvSpPr/>
          <p:nvPr/>
        </p:nvSpPr>
        <p:spPr>
          <a:xfrm>
            <a:off x="8960572"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8" name="Shape 196"/>
          <p:cNvSpPr/>
          <p:nvPr/>
        </p:nvSpPr>
        <p:spPr>
          <a:xfrm>
            <a:off x="8857207" y="3775665"/>
            <a:ext cx="152397" cy="27432"/>
          </a:xfrm>
          <a:prstGeom prst="rect">
            <a:avLst/>
          </a:prstGeom>
          <a:solidFill>
            <a:srgbClr val="D9D9D9"/>
          </a:solidFill>
          <a:ln/>
        </p:spPr>
      </p:sp>
      <p:sp>
        <p:nvSpPr>
          <p:cNvPr id="199" name="Shape 197"/>
          <p:cNvSpPr/>
          <p:nvPr/>
        </p:nvSpPr>
        <p:spPr>
          <a:xfrm>
            <a:off x="8941024" y="3720801"/>
            <a:ext cx="137160" cy="137160"/>
          </a:xfrm>
          <a:prstGeom prst="ellipse">
            <a:avLst/>
          </a:prstGeom>
          <a:solidFill>
            <a:srgbClr val="0B2C4A"/>
          </a:solidFill>
          <a:ln/>
        </p:spPr>
      </p:sp>
      <p:sp>
        <p:nvSpPr>
          <p:cNvPr id="200" name="Shape 198"/>
          <p:cNvSpPr/>
          <p:nvPr/>
        </p:nvSpPr>
        <p:spPr>
          <a:xfrm>
            <a:off x="8788627"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5" name="Shape 203"/>
          <p:cNvSpPr/>
          <p:nvPr/>
        </p:nvSpPr>
        <p:spPr>
          <a:xfrm>
            <a:off x="8890071" y="4000500"/>
            <a:ext cx="207231" cy="27432"/>
          </a:xfrm>
          <a:prstGeom prst="rect">
            <a:avLst/>
          </a:prstGeom>
          <a:solidFill>
            <a:srgbClr val="D9D9D9"/>
          </a:solidFill>
          <a:ln/>
        </p:spPr>
      </p:sp>
      <p:sp>
        <p:nvSpPr>
          <p:cNvPr id="206" name="Shape 204"/>
          <p:cNvSpPr/>
          <p:nvPr/>
        </p:nvSpPr>
        <p:spPr>
          <a:xfrm>
            <a:off x="9028721" y="3945636"/>
            <a:ext cx="137160" cy="137160"/>
          </a:xfrm>
          <a:prstGeom prst="ellipse">
            <a:avLst/>
          </a:prstGeom>
          <a:solidFill>
            <a:srgbClr val="0B2C4A"/>
          </a:solidFill>
          <a:ln/>
        </p:spPr>
      </p:sp>
      <p:sp>
        <p:nvSpPr>
          <p:cNvPr id="207" name="Shape 205"/>
          <p:cNvSpPr/>
          <p:nvPr/>
        </p:nvSpPr>
        <p:spPr>
          <a:xfrm>
            <a:off x="8821491"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13" name="Shape 211"/>
          <p:cNvSpPr/>
          <p:nvPr/>
        </p:nvSpPr>
        <p:spPr>
          <a:xfrm>
            <a:off x="9004765" y="4225335"/>
            <a:ext cx="215671" cy="27432"/>
          </a:xfrm>
          <a:prstGeom prst="rect">
            <a:avLst/>
          </a:prstGeom>
          <a:solidFill>
            <a:srgbClr val="D9D9D9"/>
          </a:solidFill>
          <a:ln/>
        </p:spPr>
      </p:sp>
      <p:sp>
        <p:nvSpPr>
          <p:cNvPr id="214" name="Shape 212"/>
          <p:cNvSpPr/>
          <p:nvPr/>
        </p:nvSpPr>
        <p:spPr>
          <a:xfrm>
            <a:off x="9151856" y="4170471"/>
            <a:ext cx="137160" cy="137160"/>
          </a:xfrm>
          <a:prstGeom prst="ellipse">
            <a:avLst/>
          </a:prstGeom>
          <a:solidFill>
            <a:srgbClr val="0B2C4A"/>
          </a:solidFill>
          <a:ln/>
        </p:spPr>
      </p:sp>
      <p:sp>
        <p:nvSpPr>
          <p:cNvPr id="215" name="Shape 213"/>
          <p:cNvSpPr/>
          <p:nvPr/>
        </p:nvSpPr>
        <p:spPr>
          <a:xfrm>
            <a:off x="8936185"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20" name="Shape 218"/>
          <p:cNvSpPr/>
          <p:nvPr/>
        </p:nvSpPr>
        <p:spPr>
          <a:xfrm>
            <a:off x="8898070" y="4450170"/>
            <a:ext cx="245847" cy="27432"/>
          </a:xfrm>
          <a:prstGeom prst="rect">
            <a:avLst/>
          </a:prstGeom>
          <a:solidFill>
            <a:srgbClr val="D9D9D9"/>
          </a:solidFill>
          <a:ln/>
        </p:spPr>
      </p:sp>
      <p:sp>
        <p:nvSpPr>
          <p:cNvPr id="221" name="Shape 219"/>
          <p:cNvSpPr/>
          <p:nvPr/>
        </p:nvSpPr>
        <p:spPr>
          <a:xfrm>
            <a:off x="9075337" y="4395306"/>
            <a:ext cx="137160" cy="137160"/>
          </a:xfrm>
          <a:prstGeom prst="ellipse">
            <a:avLst/>
          </a:prstGeom>
          <a:solidFill>
            <a:srgbClr val="0B2C4A"/>
          </a:solidFill>
          <a:ln/>
        </p:spPr>
      </p:sp>
      <p:sp>
        <p:nvSpPr>
          <p:cNvPr id="222" name="Shape 220"/>
          <p:cNvSpPr/>
          <p:nvPr/>
        </p:nvSpPr>
        <p:spPr>
          <a:xfrm>
            <a:off x="8829490"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28" name="Shape 226"/>
          <p:cNvSpPr/>
          <p:nvPr/>
        </p:nvSpPr>
        <p:spPr>
          <a:xfrm>
            <a:off x="8692698" y="4675004"/>
            <a:ext cx="277116" cy="27432"/>
          </a:xfrm>
          <a:prstGeom prst="rect">
            <a:avLst/>
          </a:prstGeom>
          <a:solidFill>
            <a:srgbClr val="D9D9D9"/>
          </a:solidFill>
          <a:ln/>
        </p:spPr>
      </p:sp>
      <p:sp>
        <p:nvSpPr>
          <p:cNvPr id="229" name="Shape 227"/>
          <p:cNvSpPr/>
          <p:nvPr/>
        </p:nvSpPr>
        <p:spPr>
          <a:xfrm>
            <a:off x="8901234" y="4620140"/>
            <a:ext cx="137160" cy="137160"/>
          </a:xfrm>
          <a:prstGeom prst="ellipse">
            <a:avLst/>
          </a:prstGeom>
          <a:solidFill>
            <a:srgbClr val="0B2C4A"/>
          </a:solidFill>
          <a:ln/>
        </p:spPr>
      </p:sp>
      <p:sp>
        <p:nvSpPr>
          <p:cNvPr id="230" name="Shape 228"/>
          <p:cNvSpPr/>
          <p:nvPr/>
        </p:nvSpPr>
        <p:spPr>
          <a:xfrm>
            <a:off x="8624118"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5" name="Shape 233"/>
          <p:cNvSpPr/>
          <p:nvPr/>
        </p:nvSpPr>
        <p:spPr>
          <a:xfrm>
            <a:off x="8659621" y="4899839"/>
            <a:ext cx="332360" cy="27432"/>
          </a:xfrm>
          <a:prstGeom prst="rect">
            <a:avLst/>
          </a:prstGeom>
          <a:solidFill>
            <a:srgbClr val="D9D9D9"/>
          </a:solidFill>
          <a:ln/>
        </p:spPr>
      </p:sp>
      <p:sp>
        <p:nvSpPr>
          <p:cNvPr id="236" name="Shape 234"/>
          <p:cNvSpPr/>
          <p:nvPr/>
        </p:nvSpPr>
        <p:spPr>
          <a:xfrm>
            <a:off x="8923402" y="4844975"/>
            <a:ext cx="137160" cy="137160"/>
          </a:xfrm>
          <a:prstGeom prst="ellipse">
            <a:avLst/>
          </a:prstGeom>
          <a:solidFill>
            <a:srgbClr val="0B2C4A"/>
          </a:solidFill>
          <a:ln/>
        </p:spPr>
      </p:sp>
      <p:sp>
        <p:nvSpPr>
          <p:cNvPr id="237" name="Shape 235"/>
          <p:cNvSpPr/>
          <p:nvPr/>
        </p:nvSpPr>
        <p:spPr>
          <a:xfrm>
            <a:off x="8591041"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43" name="Shape 241"/>
          <p:cNvSpPr/>
          <p:nvPr/>
        </p:nvSpPr>
        <p:spPr>
          <a:xfrm>
            <a:off x="8734634" y="5124674"/>
            <a:ext cx="376572" cy="27432"/>
          </a:xfrm>
          <a:prstGeom prst="rect">
            <a:avLst/>
          </a:prstGeom>
          <a:solidFill>
            <a:srgbClr val="D9D9D9"/>
          </a:solidFill>
          <a:ln/>
        </p:spPr>
      </p:sp>
      <p:sp>
        <p:nvSpPr>
          <p:cNvPr id="244" name="Shape 242"/>
          <p:cNvSpPr/>
          <p:nvPr/>
        </p:nvSpPr>
        <p:spPr>
          <a:xfrm>
            <a:off x="9042625" y="5069810"/>
            <a:ext cx="137160" cy="137160"/>
          </a:xfrm>
          <a:prstGeom prst="ellipse">
            <a:avLst/>
          </a:prstGeom>
          <a:solidFill>
            <a:srgbClr val="0B2C4A"/>
          </a:solidFill>
          <a:ln/>
        </p:spPr>
      </p:sp>
      <p:sp>
        <p:nvSpPr>
          <p:cNvPr id="245" name="Shape 243"/>
          <p:cNvSpPr/>
          <p:nvPr/>
        </p:nvSpPr>
        <p:spPr>
          <a:xfrm>
            <a:off x="8666054"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0" name="Shape 248"/>
          <p:cNvSpPr/>
          <p:nvPr/>
        </p:nvSpPr>
        <p:spPr>
          <a:xfrm>
            <a:off x="8728847" y="5349509"/>
            <a:ext cx="427819" cy="27432"/>
          </a:xfrm>
          <a:prstGeom prst="rect">
            <a:avLst/>
          </a:prstGeom>
          <a:solidFill>
            <a:srgbClr val="D9D9D9"/>
          </a:solidFill>
          <a:ln/>
        </p:spPr>
      </p:sp>
      <p:sp>
        <p:nvSpPr>
          <p:cNvPr id="251" name="Shape 249"/>
          <p:cNvSpPr/>
          <p:nvPr/>
        </p:nvSpPr>
        <p:spPr>
          <a:xfrm>
            <a:off x="9088086" y="5294645"/>
            <a:ext cx="137160" cy="137160"/>
          </a:xfrm>
          <a:prstGeom prst="ellipse">
            <a:avLst/>
          </a:prstGeom>
          <a:solidFill>
            <a:srgbClr val="0B2C4A"/>
          </a:solidFill>
          <a:ln/>
        </p:spPr>
      </p:sp>
      <p:sp>
        <p:nvSpPr>
          <p:cNvPr id="252" name="Shape 250"/>
          <p:cNvSpPr/>
          <p:nvPr/>
        </p:nvSpPr>
        <p:spPr>
          <a:xfrm>
            <a:off x="8660267"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58" name="Shape 256"/>
          <p:cNvSpPr/>
          <p:nvPr/>
        </p:nvSpPr>
        <p:spPr>
          <a:xfrm>
            <a:off x="8383021" y="5574344"/>
            <a:ext cx="615963" cy="27432"/>
          </a:xfrm>
          <a:prstGeom prst="rect">
            <a:avLst/>
          </a:prstGeom>
          <a:solidFill>
            <a:srgbClr val="D9D9D9"/>
          </a:solidFill>
          <a:ln/>
        </p:spPr>
      </p:sp>
      <p:sp>
        <p:nvSpPr>
          <p:cNvPr id="259" name="Shape 257"/>
          <p:cNvSpPr/>
          <p:nvPr/>
        </p:nvSpPr>
        <p:spPr>
          <a:xfrm>
            <a:off x="8930404" y="5519480"/>
            <a:ext cx="137160" cy="137160"/>
          </a:xfrm>
          <a:prstGeom prst="ellipse">
            <a:avLst/>
          </a:prstGeom>
          <a:solidFill>
            <a:srgbClr val="0B2C4A"/>
          </a:solidFill>
          <a:ln/>
        </p:spPr>
      </p:sp>
      <p:sp>
        <p:nvSpPr>
          <p:cNvPr id="260" name="Shape 258"/>
          <p:cNvSpPr/>
          <p:nvPr/>
        </p:nvSpPr>
        <p:spPr>
          <a:xfrm>
            <a:off x="83144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64" name="Shape 262"/>
          <p:cNvSpPr/>
          <p:nvPr/>
        </p:nvSpPr>
        <p:spPr>
          <a:xfrm>
            <a:off x="457200" y="6126480"/>
            <a:ext cx="11274552" cy="615696"/>
          </a:xfrm>
          <a:prstGeom prst="rect">
            <a:avLst/>
          </a:prstGeom>
          <a:solidFill>
            <a:srgbClr val="EDF4FA"/>
          </a:solidFill>
          <a:ln/>
        </p:spPr>
      </p:sp>
      <p:sp>
        <p:nvSpPr>
          <p:cNvPr id="265" name="Text 26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443130" y="2201821"/>
            <a:ext cx="176044" cy="27432"/>
          </a:xfrm>
          <a:prstGeom prst="rect">
            <a:avLst/>
          </a:prstGeom>
          <a:solidFill>
            <a:srgbClr val="D9D9D9"/>
          </a:solidFill>
          <a:ln/>
        </p:spPr>
      </p:sp>
      <p:sp>
        <p:nvSpPr>
          <p:cNvPr id="19" name="Shape 17"/>
          <p:cNvSpPr/>
          <p:nvPr/>
        </p:nvSpPr>
        <p:spPr>
          <a:xfrm>
            <a:off x="3374550" y="2146957"/>
            <a:ext cx="137160" cy="137160"/>
          </a:xfrm>
          <a:prstGeom prst="ellipse">
            <a:avLst/>
          </a:prstGeom>
          <a:solidFill>
            <a:srgbClr val="0B2C4A"/>
          </a:solidFill>
          <a:ln/>
        </p:spPr>
      </p:sp>
      <p:sp>
        <p:nvSpPr>
          <p:cNvPr id="20" name="Shape 18"/>
          <p:cNvSpPr/>
          <p:nvPr/>
        </p:nvSpPr>
        <p:spPr>
          <a:xfrm>
            <a:off x="355059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6" name="Shape 24"/>
          <p:cNvSpPr/>
          <p:nvPr/>
        </p:nvSpPr>
        <p:spPr>
          <a:xfrm>
            <a:off x="3246517" y="2426656"/>
            <a:ext cx="82136" cy="27432"/>
          </a:xfrm>
          <a:prstGeom prst="rect">
            <a:avLst/>
          </a:prstGeom>
          <a:solidFill>
            <a:srgbClr val="D9D9D9"/>
          </a:solidFill>
          <a:ln/>
        </p:spPr>
      </p:sp>
      <p:sp>
        <p:nvSpPr>
          <p:cNvPr id="27" name="Shape 25"/>
          <p:cNvSpPr/>
          <p:nvPr/>
        </p:nvSpPr>
        <p:spPr>
          <a:xfrm>
            <a:off x="3177937" y="2371792"/>
            <a:ext cx="137160" cy="137160"/>
          </a:xfrm>
          <a:prstGeom prst="ellipse">
            <a:avLst/>
          </a:prstGeom>
          <a:solidFill>
            <a:srgbClr val="0B2C4A"/>
          </a:solidFill>
          <a:ln/>
        </p:spPr>
      </p:sp>
      <p:sp>
        <p:nvSpPr>
          <p:cNvPr id="28" name="Shape 26"/>
          <p:cNvSpPr/>
          <p:nvPr/>
        </p:nvSpPr>
        <p:spPr>
          <a:xfrm>
            <a:off x="3260074"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510339" y="2651491"/>
            <a:ext cx="44616" cy="27432"/>
          </a:xfrm>
          <a:prstGeom prst="rect">
            <a:avLst/>
          </a:prstGeom>
          <a:solidFill>
            <a:srgbClr val="D9D9D9"/>
          </a:solidFill>
          <a:ln/>
        </p:spPr>
      </p:sp>
      <p:sp>
        <p:nvSpPr>
          <p:cNvPr id="34" name="Shape 32"/>
          <p:cNvSpPr/>
          <p:nvPr/>
        </p:nvSpPr>
        <p:spPr>
          <a:xfrm>
            <a:off x="3441759" y="2596627"/>
            <a:ext cx="137160" cy="137160"/>
          </a:xfrm>
          <a:prstGeom prst="ellipse">
            <a:avLst/>
          </a:prstGeom>
          <a:solidFill>
            <a:srgbClr val="0B2C4A"/>
          </a:solidFill>
          <a:ln/>
        </p:spPr>
      </p:sp>
      <p:sp>
        <p:nvSpPr>
          <p:cNvPr id="35" name="Shape 33"/>
          <p:cNvSpPr/>
          <p:nvPr/>
        </p:nvSpPr>
        <p:spPr>
          <a:xfrm>
            <a:off x="3486374"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1" name="Shape 39"/>
          <p:cNvSpPr/>
          <p:nvPr/>
        </p:nvSpPr>
        <p:spPr>
          <a:xfrm>
            <a:off x="3297045" y="2876326"/>
            <a:ext cx="24021" cy="27432"/>
          </a:xfrm>
          <a:prstGeom prst="rect">
            <a:avLst/>
          </a:prstGeom>
          <a:solidFill>
            <a:srgbClr val="D9D9D9"/>
          </a:solidFill>
          <a:ln/>
        </p:spPr>
      </p:sp>
      <p:sp>
        <p:nvSpPr>
          <p:cNvPr id="42" name="Shape 40"/>
          <p:cNvSpPr/>
          <p:nvPr/>
        </p:nvSpPr>
        <p:spPr>
          <a:xfrm>
            <a:off x="3228465" y="2821462"/>
            <a:ext cx="137160" cy="137160"/>
          </a:xfrm>
          <a:prstGeom prst="ellipse">
            <a:avLst/>
          </a:prstGeom>
          <a:solidFill>
            <a:srgbClr val="0B2C4A"/>
          </a:solidFill>
          <a:ln/>
        </p:spPr>
      </p:sp>
      <p:sp>
        <p:nvSpPr>
          <p:cNvPr id="43" name="Shape 41"/>
          <p:cNvSpPr/>
          <p:nvPr/>
        </p:nvSpPr>
        <p:spPr>
          <a:xfrm>
            <a:off x="3252486"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525560" y="3101161"/>
            <a:ext cx="9144" cy="27432"/>
          </a:xfrm>
          <a:prstGeom prst="rect">
            <a:avLst/>
          </a:prstGeom>
          <a:solidFill>
            <a:srgbClr val="D9D9D9"/>
          </a:solidFill>
          <a:ln/>
        </p:spPr>
      </p:sp>
      <p:sp>
        <p:nvSpPr>
          <p:cNvPr id="49" name="Shape 47"/>
          <p:cNvSpPr/>
          <p:nvPr/>
        </p:nvSpPr>
        <p:spPr>
          <a:xfrm>
            <a:off x="3456980" y="3046297"/>
            <a:ext cx="137160" cy="137160"/>
          </a:xfrm>
          <a:prstGeom prst="ellipse">
            <a:avLst/>
          </a:prstGeom>
          <a:solidFill>
            <a:srgbClr val="0B2C4A"/>
          </a:solidFill>
          <a:ln/>
        </p:spPr>
      </p:sp>
      <p:sp>
        <p:nvSpPr>
          <p:cNvPr id="50" name="Shape 48"/>
          <p:cNvSpPr/>
          <p:nvPr/>
        </p:nvSpPr>
        <p:spPr>
          <a:xfrm>
            <a:off x="3462180"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6" name="Shape 54"/>
          <p:cNvSpPr/>
          <p:nvPr/>
        </p:nvSpPr>
        <p:spPr>
          <a:xfrm>
            <a:off x="3293929" y="3325996"/>
            <a:ext cx="38732" cy="27432"/>
          </a:xfrm>
          <a:prstGeom prst="rect">
            <a:avLst/>
          </a:prstGeom>
          <a:solidFill>
            <a:srgbClr val="D9D9D9"/>
          </a:solidFill>
          <a:ln/>
        </p:spPr>
      </p:sp>
      <p:sp>
        <p:nvSpPr>
          <p:cNvPr id="57" name="Shape 55"/>
          <p:cNvSpPr/>
          <p:nvPr/>
        </p:nvSpPr>
        <p:spPr>
          <a:xfrm>
            <a:off x="3264081" y="3271132"/>
            <a:ext cx="137160" cy="137160"/>
          </a:xfrm>
          <a:prstGeom prst="ellipse">
            <a:avLst/>
          </a:prstGeom>
          <a:solidFill>
            <a:srgbClr val="0B2C4A"/>
          </a:solidFill>
          <a:ln/>
        </p:spPr>
      </p:sp>
      <p:sp>
        <p:nvSpPr>
          <p:cNvPr id="58" name="Shape 56"/>
          <p:cNvSpPr/>
          <p:nvPr/>
        </p:nvSpPr>
        <p:spPr>
          <a:xfrm>
            <a:off x="3225349"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3" name="Shape 61"/>
          <p:cNvSpPr/>
          <p:nvPr/>
        </p:nvSpPr>
        <p:spPr>
          <a:xfrm>
            <a:off x="3326510" y="3550830"/>
            <a:ext cx="88590" cy="27432"/>
          </a:xfrm>
          <a:prstGeom prst="rect">
            <a:avLst/>
          </a:prstGeom>
          <a:solidFill>
            <a:srgbClr val="D9D9D9"/>
          </a:solidFill>
          <a:ln/>
        </p:spPr>
      </p:sp>
      <p:sp>
        <p:nvSpPr>
          <p:cNvPr id="64" name="Shape 62"/>
          <p:cNvSpPr/>
          <p:nvPr/>
        </p:nvSpPr>
        <p:spPr>
          <a:xfrm>
            <a:off x="3346520" y="3495966"/>
            <a:ext cx="137160" cy="137160"/>
          </a:xfrm>
          <a:prstGeom prst="ellipse">
            <a:avLst/>
          </a:prstGeom>
          <a:solidFill>
            <a:srgbClr val="0B2C4A"/>
          </a:solidFill>
          <a:ln/>
        </p:spPr>
      </p:sp>
      <p:sp>
        <p:nvSpPr>
          <p:cNvPr id="65" name="Shape 63"/>
          <p:cNvSpPr/>
          <p:nvPr/>
        </p:nvSpPr>
        <p:spPr>
          <a:xfrm>
            <a:off x="325793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1" name="Shape 69"/>
          <p:cNvSpPr/>
          <p:nvPr/>
        </p:nvSpPr>
        <p:spPr>
          <a:xfrm>
            <a:off x="3236489" y="3775665"/>
            <a:ext cx="90065" cy="27432"/>
          </a:xfrm>
          <a:prstGeom prst="rect">
            <a:avLst/>
          </a:prstGeom>
          <a:solidFill>
            <a:srgbClr val="D9D9D9"/>
          </a:solidFill>
          <a:ln/>
        </p:spPr>
      </p:sp>
      <p:sp>
        <p:nvSpPr>
          <p:cNvPr id="72" name="Shape 70"/>
          <p:cNvSpPr/>
          <p:nvPr/>
        </p:nvSpPr>
        <p:spPr>
          <a:xfrm>
            <a:off x="3257974" y="3720801"/>
            <a:ext cx="137160" cy="137160"/>
          </a:xfrm>
          <a:prstGeom prst="ellipse">
            <a:avLst/>
          </a:prstGeom>
          <a:solidFill>
            <a:srgbClr val="0B2C4A"/>
          </a:solidFill>
          <a:ln/>
        </p:spPr>
      </p:sp>
      <p:sp>
        <p:nvSpPr>
          <p:cNvPr id="73" name="Shape 71"/>
          <p:cNvSpPr/>
          <p:nvPr/>
        </p:nvSpPr>
        <p:spPr>
          <a:xfrm>
            <a:off x="3167909"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78" name="Shape 76"/>
          <p:cNvSpPr/>
          <p:nvPr/>
        </p:nvSpPr>
        <p:spPr>
          <a:xfrm>
            <a:off x="3465703" y="4000500"/>
            <a:ext cx="91132" cy="27432"/>
          </a:xfrm>
          <a:prstGeom prst="rect">
            <a:avLst/>
          </a:prstGeom>
          <a:solidFill>
            <a:srgbClr val="D9D9D9"/>
          </a:solidFill>
          <a:ln/>
        </p:spPr>
      </p:sp>
      <p:sp>
        <p:nvSpPr>
          <p:cNvPr id="79" name="Shape 77"/>
          <p:cNvSpPr/>
          <p:nvPr/>
        </p:nvSpPr>
        <p:spPr>
          <a:xfrm>
            <a:off x="3488255" y="3945636"/>
            <a:ext cx="137160" cy="137160"/>
          </a:xfrm>
          <a:prstGeom prst="ellipse">
            <a:avLst/>
          </a:prstGeom>
          <a:solidFill>
            <a:srgbClr val="0B2C4A"/>
          </a:solidFill>
          <a:ln/>
        </p:spPr>
      </p:sp>
      <p:sp>
        <p:nvSpPr>
          <p:cNvPr id="80" name="Shape 78"/>
          <p:cNvSpPr/>
          <p:nvPr/>
        </p:nvSpPr>
        <p:spPr>
          <a:xfrm>
            <a:off x="3397123"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6" name="Shape 84"/>
          <p:cNvSpPr/>
          <p:nvPr/>
        </p:nvSpPr>
        <p:spPr>
          <a:xfrm>
            <a:off x="3309192" y="4225335"/>
            <a:ext cx="137893" cy="27432"/>
          </a:xfrm>
          <a:prstGeom prst="rect">
            <a:avLst/>
          </a:prstGeom>
          <a:solidFill>
            <a:srgbClr val="D9D9D9"/>
          </a:solidFill>
          <a:ln/>
        </p:spPr>
      </p:sp>
      <p:sp>
        <p:nvSpPr>
          <p:cNvPr id="87" name="Shape 85"/>
          <p:cNvSpPr/>
          <p:nvPr/>
        </p:nvSpPr>
        <p:spPr>
          <a:xfrm>
            <a:off x="3378505" y="4170471"/>
            <a:ext cx="137160" cy="137160"/>
          </a:xfrm>
          <a:prstGeom prst="ellipse">
            <a:avLst/>
          </a:prstGeom>
          <a:solidFill>
            <a:srgbClr val="0B2C4A"/>
          </a:solidFill>
          <a:ln/>
        </p:spPr>
      </p:sp>
      <p:sp>
        <p:nvSpPr>
          <p:cNvPr id="88" name="Shape 86"/>
          <p:cNvSpPr/>
          <p:nvPr/>
        </p:nvSpPr>
        <p:spPr>
          <a:xfrm>
            <a:off x="3240612"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3" name="Shape 91"/>
          <p:cNvSpPr/>
          <p:nvPr/>
        </p:nvSpPr>
        <p:spPr>
          <a:xfrm>
            <a:off x="3302099" y="4450170"/>
            <a:ext cx="138887" cy="27432"/>
          </a:xfrm>
          <a:prstGeom prst="rect">
            <a:avLst/>
          </a:prstGeom>
          <a:solidFill>
            <a:srgbClr val="D9D9D9"/>
          </a:solidFill>
          <a:ln/>
        </p:spPr>
      </p:sp>
      <p:sp>
        <p:nvSpPr>
          <p:cNvPr id="94" name="Shape 92"/>
          <p:cNvSpPr/>
          <p:nvPr/>
        </p:nvSpPr>
        <p:spPr>
          <a:xfrm>
            <a:off x="3372406" y="4395306"/>
            <a:ext cx="137160" cy="137160"/>
          </a:xfrm>
          <a:prstGeom prst="ellipse">
            <a:avLst/>
          </a:prstGeom>
          <a:solidFill>
            <a:srgbClr val="0B2C4A"/>
          </a:solidFill>
          <a:ln/>
        </p:spPr>
      </p:sp>
      <p:sp>
        <p:nvSpPr>
          <p:cNvPr id="95" name="Shape 93"/>
          <p:cNvSpPr/>
          <p:nvPr/>
        </p:nvSpPr>
        <p:spPr>
          <a:xfrm>
            <a:off x="3233519"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1" name="Shape 99"/>
          <p:cNvSpPr/>
          <p:nvPr/>
        </p:nvSpPr>
        <p:spPr>
          <a:xfrm>
            <a:off x="3317186" y="4675004"/>
            <a:ext cx="185749" cy="27432"/>
          </a:xfrm>
          <a:prstGeom prst="rect">
            <a:avLst/>
          </a:prstGeom>
          <a:solidFill>
            <a:srgbClr val="D9D9D9"/>
          </a:solidFill>
          <a:ln/>
        </p:spPr>
      </p:sp>
      <p:sp>
        <p:nvSpPr>
          <p:cNvPr id="102" name="Shape 100"/>
          <p:cNvSpPr/>
          <p:nvPr/>
        </p:nvSpPr>
        <p:spPr>
          <a:xfrm>
            <a:off x="3434355" y="4620140"/>
            <a:ext cx="137160" cy="137160"/>
          </a:xfrm>
          <a:prstGeom prst="ellipse">
            <a:avLst/>
          </a:prstGeom>
          <a:solidFill>
            <a:srgbClr val="0B2C4A"/>
          </a:solidFill>
          <a:ln/>
        </p:spPr>
      </p:sp>
      <p:sp>
        <p:nvSpPr>
          <p:cNvPr id="103" name="Shape 101"/>
          <p:cNvSpPr/>
          <p:nvPr/>
        </p:nvSpPr>
        <p:spPr>
          <a:xfrm>
            <a:off x="3248606" y="4620140"/>
            <a:ext cx="137160" cy="137160"/>
          </a:xfrm>
          <a:prstGeom prst="ellipse">
            <a:avLst/>
          </a:prstGeom>
          <a:solidFill>
            <a:srgbClr val="C2352F"/>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3123543" y="4899839"/>
            <a:ext cx="203752" cy="27432"/>
          </a:xfrm>
          <a:prstGeom prst="rect">
            <a:avLst/>
          </a:prstGeom>
          <a:solidFill>
            <a:srgbClr val="D9D9D9"/>
          </a:solidFill>
          <a:ln/>
        </p:spPr>
      </p:sp>
      <p:sp>
        <p:nvSpPr>
          <p:cNvPr id="109" name="Shape 107"/>
          <p:cNvSpPr/>
          <p:nvPr/>
        </p:nvSpPr>
        <p:spPr>
          <a:xfrm>
            <a:off x="3258715" y="4844975"/>
            <a:ext cx="137160" cy="137160"/>
          </a:xfrm>
          <a:prstGeom prst="ellipse">
            <a:avLst/>
          </a:prstGeom>
          <a:solidFill>
            <a:srgbClr val="0B2C4A"/>
          </a:solidFill>
          <a:ln/>
        </p:spPr>
      </p:sp>
      <p:sp>
        <p:nvSpPr>
          <p:cNvPr id="110" name="Shape 108"/>
          <p:cNvSpPr/>
          <p:nvPr/>
        </p:nvSpPr>
        <p:spPr>
          <a:xfrm>
            <a:off x="3054963" y="4844975"/>
            <a:ext cx="137160" cy="137160"/>
          </a:xfrm>
          <a:prstGeom prst="ellipse">
            <a:avLst/>
          </a:prstGeom>
          <a:solidFill>
            <a:srgbClr val="C2352F"/>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3323749" y="5124674"/>
            <a:ext cx="208184" cy="27432"/>
          </a:xfrm>
          <a:prstGeom prst="rect">
            <a:avLst/>
          </a:prstGeom>
          <a:solidFill>
            <a:srgbClr val="D9D9D9"/>
          </a:solidFill>
          <a:ln/>
        </p:spPr>
      </p:sp>
      <p:sp>
        <p:nvSpPr>
          <p:cNvPr id="117" name="Shape 115"/>
          <p:cNvSpPr/>
          <p:nvPr/>
        </p:nvSpPr>
        <p:spPr>
          <a:xfrm>
            <a:off x="3463352" y="5069810"/>
            <a:ext cx="137160" cy="137160"/>
          </a:xfrm>
          <a:prstGeom prst="ellipse">
            <a:avLst/>
          </a:prstGeom>
          <a:solidFill>
            <a:srgbClr val="0B2C4A"/>
          </a:solidFill>
          <a:ln/>
        </p:spPr>
      </p:sp>
      <p:sp>
        <p:nvSpPr>
          <p:cNvPr id="118" name="Shape 116"/>
          <p:cNvSpPr/>
          <p:nvPr/>
        </p:nvSpPr>
        <p:spPr>
          <a:xfrm>
            <a:off x="3255169" y="5069810"/>
            <a:ext cx="137160" cy="137160"/>
          </a:xfrm>
          <a:prstGeom prst="ellipse">
            <a:avLst/>
          </a:prstGeom>
          <a:solidFill>
            <a:srgbClr val="C2352F"/>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3196577" y="5349509"/>
            <a:ext cx="215767" cy="27432"/>
          </a:xfrm>
          <a:prstGeom prst="rect">
            <a:avLst/>
          </a:prstGeom>
          <a:solidFill>
            <a:srgbClr val="D9D9D9"/>
          </a:solidFill>
          <a:ln/>
        </p:spPr>
      </p:sp>
      <p:sp>
        <p:nvSpPr>
          <p:cNvPr id="124" name="Shape 122"/>
          <p:cNvSpPr/>
          <p:nvPr/>
        </p:nvSpPr>
        <p:spPr>
          <a:xfrm>
            <a:off x="3343763" y="5294645"/>
            <a:ext cx="137160" cy="137160"/>
          </a:xfrm>
          <a:prstGeom prst="ellipse">
            <a:avLst/>
          </a:prstGeom>
          <a:solidFill>
            <a:srgbClr val="0B2C4A"/>
          </a:solidFill>
          <a:ln/>
        </p:spPr>
      </p:sp>
      <p:sp>
        <p:nvSpPr>
          <p:cNvPr id="125" name="Shape 123"/>
          <p:cNvSpPr/>
          <p:nvPr/>
        </p:nvSpPr>
        <p:spPr>
          <a:xfrm>
            <a:off x="3127997" y="5294645"/>
            <a:ext cx="137160" cy="137160"/>
          </a:xfrm>
          <a:prstGeom prst="ellipse">
            <a:avLst/>
          </a:prstGeom>
          <a:solidFill>
            <a:srgbClr val="C2352F"/>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1" name="Shape 129"/>
          <p:cNvSpPr/>
          <p:nvPr/>
        </p:nvSpPr>
        <p:spPr>
          <a:xfrm>
            <a:off x="3094741" y="5574344"/>
            <a:ext cx="228552" cy="27432"/>
          </a:xfrm>
          <a:prstGeom prst="rect">
            <a:avLst/>
          </a:prstGeom>
          <a:solidFill>
            <a:srgbClr val="D9D9D9"/>
          </a:solidFill>
          <a:ln/>
        </p:spPr>
      </p:sp>
      <p:sp>
        <p:nvSpPr>
          <p:cNvPr id="132" name="Shape 130"/>
          <p:cNvSpPr/>
          <p:nvPr/>
        </p:nvSpPr>
        <p:spPr>
          <a:xfrm>
            <a:off x="3254713" y="5519480"/>
            <a:ext cx="137160" cy="137160"/>
          </a:xfrm>
          <a:prstGeom prst="ellipse">
            <a:avLst/>
          </a:prstGeom>
          <a:solidFill>
            <a:srgbClr val="0B2C4A"/>
          </a:solidFill>
          <a:ln/>
        </p:spPr>
      </p:sp>
      <p:sp>
        <p:nvSpPr>
          <p:cNvPr id="133" name="Shape 131"/>
          <p:cNvSpPr/>
          <p:nvPr/>
        </p:nvSpPr>
        <p:spPr>
          <a:xfrm>
            <a:off x="3026161" y="5519480"/>
            <a:ext cx="137160" cy="137160"/>
          </a:xfrm>
          <a:prstGeom prst="ellipse">
            <a:avLst/>
          </a:prstGeom>
          <a:solidFill>
            <a:srgbClr val="C2352F"/>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8" name="Shape 136"/>
          <p:cNvSpPr/>
          <p:nvPr/>
        </p:nvSpPr>
        <p:spPr>
          <a:xfrm>
            <a:off x="3425612" y="5799179"/>
            <a:ext cx="259829" cy="27432"/>
          </a:xfrm>
          <a:prstGeom prst="rect">
            <a:avLst/>
          </a:prstGeom>
          <a:solidFill>
            <a:srgbClr val="D9D9D9"/>
          </a:solidFill>
          <a:ln/>
        </p:spPr>
      </p:sp>
      <p:sp>
        <p:nvSpPr>
          <p:cNvPr id="139" name="Shape 137"/>
          <p:cNvSpPr/>
          <p:nvPr/>
        </p:nvSpPr>
        <p:spPr>
          <a:xfrm>
            <a:off x="3616861" y="5744315"/>
            <a:ext cx="137160" cy="137160"/>
          </a:xfrm>
          <a:prstGeom prst="ellipse">
            <a:avLst/>
          </a:prstGeom>
          <a:solidFill>
            <a:srgbClr val="0B2C4A"/>
          </a:solidFill>
          <a:ln/>
        </p:spPr>
      </p:sp>
      <p:sp>
        <p:nvSpPr>
          <p:cNvPr id="140" name="Shape 138"/>
          <p:cNvSpPr/>
          <p:nvPr/>
        </p:nvSpPr>
        <p:spPr>
          <a:xfrm>
            <a:off x="3357032" y="5744315"/>
            <a:ext cx="137160" cy="137160"/>
          </a:xfrm>
          <a:prstGeom prst="ellipse">
            <a:avLst/>
          </a:prstGeom>
          <a:solidFill>
            <a:srgbClr val="C2352F"/>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5" name="Shape 143"/>
          <p:cNvSpPr/>
          <p:nvPr/>
        </p:nvSpPr>
        <p:spPr>
          <a:xfrm>
            <a:off x="8487596" y="2201821"/>
            <a:ext cx="269238" cy="27432"/>
          </a:xfrm>
          <a:prstGeom prst="rect">
            <a:avLst/>
          </a:prstGeom>
          <a:solidFill>
            <a:srgbClr val="D9D9D9"/>
          </a:solidFill>
          <a:ln/>
        </p:spPr>
      </p:sp>
      <p:sp>
        <p:nvSpPr>
          <p:cNvPr id="146" name="Shape 144"/>
          <p:cNvSpPr/>
          <p:nvPr/>
        </p:nvSpPr>
        <p:spPr>
          <a:xfrm>
            <a:off x="8688254" y="2146957"/>
            <a:ext cx="137160" cy="137160"/>
          </a:xfrm>
          <a:prstGeom prst="ellipse">
            <a:avLst/>
          </a:prstGeom>
          <a:solidFill>
            <a:srgbClr val="0B2C4A"/>
          </a:solidFill>
          <a:ln/>
        </p:spPr>
      </p:sp>
      <p:sp>
        <p:nvSpPr>
          <p:cNvPr id="147" name="Shape 145"/>
          <p:cNvSpPr/>
          <p:nvPr/>
        </p:nvSpPr>
        <p:spPr>
          <a:xfrm>
            <a:off x="8419016" y="2146957"/>
            <a:ext cx="137160" cy="137160"/>
          </a:xfrm>
          <a:prstGeom prst="ellipse">
            <a:avLst/>
          </a:prstGeom>
          <a:solidFill>
            <a:srgbClr val="C2352F"/>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3" name="Shape 151"/>
          <p:cNvSpPr/>
          <p:nvPr/>
        </p:nvSpPr>
        <p:spPr>
          <a:xfrm>
            <a:off x="8864741" y="2426656"/>
            <a:ext cx="281040" cy="27432"/>
          </a:xfrm>
          <a:prstGeom prst="rect">
            <a:avLst/>
          </a:prstGeom>
          <a:solidFill>
            <a:srgbClr val="D9D9D9"/>
          </a:solidFill>
          <a:ln/>
        </p:spPr>
      </p:sp>
      <p:sp>
        <p:nvSpPr>
          <p:cNvPr id="154" name="Shape 152"/>
          <p:cNvSpPr/>
          <p:nvPr/>
        </p:nvSpPr>
        <p:spPr>
          <a:xfrm>
            <a:off x="9077201" y="2371792"/>
            <a:ext cx="137160" cy="137160"/>
          </a:xfrm>
          <a:prstGeom prst="ellipse">
            <a:avLst/>
          </a:prstGeom>
          <a:solidFill>
            <a:srgbClr val="0B2C4A"/>
          </a:solidFill>
          <a:ln/>
        </p:spPr>
      </p:sp>
      <p:sp>
        <p:nvSpPr>
          <p:cNvPr id="155" name="Shape 153"/>
          <p:cNvSpPr/>
          <p:nvPr/>
        </p:nvSpPr>
        <p:spPr>
          <a:xfrm>
            <a:off x="8796161"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60" name="Shape 158"/>
          <p:cNvSpPr/>
          <p:nvPr/>
        </p:nvSpPr>
        <p:spPr>
          <a:xfrm>
            <a:off x="9028280" y="2651491"/>
            <a:ext cx="281876" cy="27432"/>
          </a:xfrm>
          <a:prstGeom prst="rect">
            <a:avLst/>
          </a:prstGeom>
          <a:solidFill>
            <a:srgbClr val="D9D9D9"/>
          </a:solidFill>
          <a:ln/>
        </p:spPr>
      </p:sp>
      <p:sp>
        <p:nvSpPr>
          <p:cNvPr id="161" name="Shape 159"/>
          <p:cNvSpPr/>
          <p:nvPr/>
        </p:nvSpPr>
        <p:spPr>
          <a:xfrm>
            <a:off x="9241576" y="2596627"/>
            <a:ext cx="137160" cy="137160"/>
          </a:xfrm>
          <a:prstGeom prst="ellipse">
            <a:avLst/>
          </a:prstGeom>
          <a:solidFill>
            <a:srgbClr val="0B2C4A"/>
          </a:solidFill>
          <a:ln/>
        </p:spPr>
      </p:sp>
      <p:sp>
        <p:nvSpPr>
          <p:cNvPr id="162" name="Shape 160"/>
          <p:cNvSpPr/>
          <p:nvPr/>
        </p:nvSpPr>
        <p:spPr>
          <a:xfrm>
            <a:off x="895970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8" name="Shape 166"/>
          <p:cNvSpPr/>
          <p:nvPr/>
        </p:nvSpPr>
        <p:spPr>
          <a:xfrm>
            <a:off x="8809703" y="2876326"/>
            <a:ext cx="304317" cy="27432"/>
          </a:xfrm>
          <a:prstGeom prst="rect">
            <a:avLst/>
          </a:prstGeom>
          <a:solidFill>
            <a:srgbClr val="D9D9D9"/>
          </a:solidFill>
          <a:ln/>
        </p:spPr>
      </p:sp>
      <p:sp>
        <p:nvSpPr>
          <p:cNvPr id="169" name="Shape 167"/>
          <p:cNvSpPr/>
          <p:nvPr/>
        </p:nvSpPr>
        <p:spPr>
          <a:xfrm>
            <a:off x="9045441" y="2821462"/>
            <a:ext cx="137160" cy="137160"/>
          </a:xfrm>
          <a:prstGeom prst="ellipse">
            <a:avLst/>
          </a:prstGeom>
          <a:solidFill>
            <a:srgbClr val="0B2C4A"/>
          </a:solidFill>
          <a:ln/>
        </p:spPr>
      </p:sp>
      <p:sp>
        <p:nvSpPr>
          <p:cNvPr id="170" name="Shape 168"/>
          <p:cNvSpPr/>
          <p:nvPr/>
        </p:nvSpPr>
        <p:spPr>
          <a:xfrm>
            <a:off x="8741123"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5" name="Shape 173"/>
          <p:cNvSpPr/>
          <p:nvPr/>
        </p:nvSpPr>
        <p:spPr>
          <a:xfrm>
            <a:off x="8785895" y="3101161"/>
            <a:ext cx="309616" cy="27432"/>
          </a:xfrm>
          <a:prstGeom prst="rect">
            <a:avLst/>
          </a:prstGeom>
          <a:solidFill>
            <a:srgbClr val="D9D9D9"/>
          </a:solidFill>
          <a:ln/>
        </p:spPr>
      </p:sp>
      <p:sp>
        <p:nvSpPr>
          <p:cNvPr id="176" name="Shape 174"/>
          <p:cNvSpPr/>
          <p:nvPr/>
        </p:nvSpPr>
        <p:spPr>
          <a:xfrm>
            <a:off x="9026931" y="3046297"/>
            <a:ext cx="137160" cy="137160"/>
          </a:xfrm>
          <a:prstGeom prst="ellipse">
            <a:avLst/>
          </a:prstGeom>
          <a:solidFill>
            <a:srgbClr val="0B2C4A"/>
          </a:solidFill>
          <a:ln/>
        </p:spPr>
      </p:sp>
      <p:sp>
        <p:nvSpPr>
          <p:cNvPr id="177" name="Shape 175"/>
          <p:cNvSpPr/>
          <p:nvPr/>
        </p:nvSpPr>
        <p:spPr>
          <a:xfrm>
            <a:off x="8717315"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3" name="Shape 181"/>
          <p:cNvSpPr/>
          <p:nvPr/>
        </p:nvSpPr>
        <p:spPr>
          <a:xfrm>
            <a:off x="8728317" y="3325996"/>
            <a:ext cx="317185" cy="27432"/>
          </a:xfrm>
          <a:prstGeom prst="rect">
            <a:avLst/>
          </a:prstGeom>
          <a:solidFill>
            <a:srgbClr val="D9D9D9"/>
          </a:solidFill>
          <a:ln/>
        </p:spPr>
      </p:sp>
      <p:sp>
        <p:nvSpPr>
          <p:cNvPr id="184" name="Shape 182"/>
          <p:cNvSpPr/>
          <p:nvPr/>
        </p:nvSpPr>
        <p:spPr>
          <a:xfrm>
            <a:off x="8976922" y="3271132"/>
            <a:ext cx="137160" cy="137160"/>
          </a:xfrm>
          <a:prstGeom prst="ellipse">
            <a:avLst/>
          </a:prstGeom>
          <a:solidFill>
            <a:srgbClr val="0B2C4A"/>
          </a:solidFill>
          <a:ln/>
        </p:spPr>
      </p:sp>
      <p:sp>
        <p:nvSpPr>
          <p:cNvPr id="185" name="Shape 183"/>
          <p:cNvSpPr/>
          <p:nvPr/>
        </p:nvSpPr>
        <p:spPr>
          <a:xfrm>
            <a:off x="8659737"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717087" y="3550830"/>
            <a:ext cx="358717" cy="27432"/>
          </a:xfrm>
          <a:prstGeom prst="rect">
            <a:avLst/>
          </a:prstGeom>
          <a:solidFill>
            <a:srgbClr val="D9D9D9"/>
          </a:solidFill>
          <a:ln/>
        </p:spPr>
      </p:sp>
      <p:sp>
        <p:nvSpPr>
          <p:cNvPr id="191" name="Shape 189"/>
          <p:cNvSpPr/>
          <p:nvPr/>
        </p:nvSpPr>
        <p:spPr>
          <a:xfrm>
            <a:off x="9007225" y="3495966"/>
            <a:ext cx="137160" cy="137160"/>
          </a:xfrm>
          <a:prstGeom prst="ellipse">
            <a:avLst/>
          </a:prstGeom>
          <a:solidFill>
            <a:srgbClr val="0B2C4A"/>
          </a:solidFill>
          <a:ln/>
        </p:spPr>
      </p:sp>
      <p:sp>
        <p:nvSpPr>
          <p:cNvPr id="192" name="Shape 190"/>
          <p:cNvSpPr/>
          <p:nvPr/>
        </p:nvSpPr>
        <p:spPr>
          <a:xfrm>
            <a:off x="8648507"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98" name="Shape 196"/>
          <p:cNvSpPr/>
          <p:nvPr/>
        </p:nvSpPr>
        <p:spPr>
          <a:xfrm>
            <a:off x="8512041" y="3775665"/>
            <a:ext cx="362283" cy="27432"/>
          </a:xfrm>
          <a:prstGeom prst="rect">
            <a:avLst/>
          </a:prstGeom>
          <a:solidFill>
            <a:srgbClr val="D9D9D9"/>
          </a:solidFill>
          <a:ln/>
        </p:spPr>
      </p:sp>
      <p:sp>
        <p:nvSpPr>
          <p:cNvPr id="199" name="Shape 197"/>
          <p:cNvSpPr/>
          <p:nvPr/>
        </p:nvSpPr>
        <p:spPr>
          <a:xfrm>
            <a:off x="8805744" y="3720801"/>
            <a:ext cx="137160" cy="137160"/>
          </a:xfrm>
          <a:prstGeom prst="ellipse">
            <a:avLst/>
          </a:prstGeom>
          <a:solidFill>
            <a:srgbClr val="0B2C4A"/>
          </a:solidFill>
          <a:ln/>
        </p:spPr>
      </p:sp>
      <p:sp>
        <p:nvSpPr>
          <p:cNvPr id="200" name="Shape 198"/>
          <p:cNvSpPr/>
          <p:nvPr/>
        </p:nvSpPr>
        <p:spPr>
          <a:xfrm>
            <a:off x="8443461"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5" name="Shape 203"/>
          <p:cNvSpPr/>
          <p:nvPr/>
        </p:nvSpPr>
        <p:spPr>
          <a:xfrm>
            <a:off x="8687444" y="4000500"/>
            <a:ext cx="365880" cy="27432"/>
          </a:xfrm>
          <a:prstGeom prst="rect">
            <a:avLst/>
          </a:prstGeom>
          <a:solidFill>
            <a:srgbClr val="D9D9D9"/>
          </a:solidFill>
          <a:ln/>
        </p:spPr>
      </p:sp>
      <p:sp>
        <p:nvSpPr>
          <p:cNvPr id="206" name="Shape 204"/>
          <p:cNvSpPr/>
          <p:nvPr/>
        </p:nvSpPr>
        <p:spPr>
          <a:xfrm>
            <a:off x="8984744" y="3945636"/>
            <a:ext cx="137160" cy="137160"/>
          </a:xfrm>
          <a:prstGeom prst="ellipse">
            <a:avLst/>
          </a:prstGeom>
          <a:solidFill>
            <a:srgbClr val="0B2C4A"/>
          </a:solidFill>
          <a:ln/>
        </p:spPr>
      </p:sp>
      <p:sp>
        <p:nvSpPr>
          <p:cNvPr id="207" name="Shape 205"/>
          <p:cNvSpPr/>
          <p:nvPr/>
        </p:nvSpPr>
        <p:spPr>
          <a:xfrm>
            <a:off x="8618864"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13" name="Shape 211"/>
          <p:cNvSpPr/>
          <p:nvPr/>
        </p:nvSpPr>
        <p:spPr>
          <a:xfrm>
            <a:off x="8654442" y="4225335"/>
            <a:ext cx="367907" cy="27432"/>
          </a:xfrm>
          <a:prstGeom prst="rect">
            <a:avLst/>
          </a:prstGeom>
          <a:solidFill>
            <a:srgbClr val="D9D9D9"/>
          </a:solidFill>
          <a:ln/>
        </p:spPr>
      </p:sp>
      <p:sp>
        <p:nvSpPr>
          <p:cNvPr id="214" name="Shape 212"/>
          <p:cNvSpPr/>
          <p:nvPr/>
        </p:nvSpPr>
        <p:spPr>
          <a:xfrm>
            <a:off x="8953769" y="4170471"/>
            <a:ext cx="137160" cy="137160"/>
          </a:xfrm>
          <a:prstGeom prst="ellipse">
            <a:avLst/>
          </a:prstGeom>
          <a:solidFill>
            <a:srgbClr val="0B2C4A"/>
          </a:solidFill>
          <a:ln/>
        </p:spPr>
      </p:sp>
      <p:sp>
        <p:nvSpPr>
          <p:cNvPr id="215" name="Shape 213"/>
          <p:cNvSpPr/>
          <p:nvPr/>
        </p:nvSpPr>
        <p:spPr>
          <a:xfrm>
            <a:off x="8585862"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0" name="Shape 218"/>
          <p:cNvSpPr/>
          <p:nvPr/>
        </p:nvSpPr>
        <p:spPr>
          <a:xfrm>
            <a:off x="8770408" y="4450170"/>
            <a:ext cx="389809" cy="27432"/>
          </a:xfrm>
          <a:prstGeom prst="rect">
            <a:avLst/>
          </a:prstGeom>
          <a:solidFill>
            <a:srgbClr val="D9D9D9"/>
          </a:solidFill>
          <a:ln/>
        </p:spPr>
      </p:sp>
      <p:sp>
        <p:nvSpPr>
          <p:cNvPr id="221" name="Shape 219"/>
          <p:cNvSpPr/>
          <p:nvPr/>
        </p:nvSpPr>
        <p:spPr>
          <a:xfrm>
            <a:off x="9091637" y="4395306"/>
            <a:ext cx="137160" cy="137160"/>
          </a:xfrm>
          <a:prstGeom prst="ellipse">
            <a:avLst/>
          </a:prstGeom>
          <a:solidFill>
            <a:srgbClr val="0B2C4A"/>
          </a:solidFill>
          <a:ln/>
        </p:spPr>
      </p:sp>
      <p:sp>
        <p:nvSpPr>
          <p:cNvPr id="222" name="Shape 220"/>
          <p:cNvSpPr/>
          <p:nvPr/>
        </p:nvSpPr>
        <p:spPr>
          <a:xfrm>
            <a:off x="8701828"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28" name="Shape 226"/>
          <p:cNvSpPr/>
          <p:nvPr/>
        </p:nvSpPr>
        <p:spPr>
          <a:xfrm>
            <a:off x="8425794" y="4675004"/>
            <a:ext cx="402892" cy="27432"/>
          </a:xfrm>
          <a:prstGeom prst="rect">
            <a:avLst/>
          </a:prstGeom>
          <a:solidFill>
            <a:srgbClr val="D9D9D9"/>
          </a:solidFill>
          <a:ln/>
        </p:spPr>
      </p:sp>
      <p:sp>
        <p:nvSpPr>
          <p:cNvPr id="229" name="Shape 227"/>
          <p:cNvSpPr/>
          <p:nvPr/>
        </p:nvSpPr>
        <p:spPr>
          <a:xfrm>
            <a:off x="8760105" y="4620140"/>
            <a:ext cx="137160" cy="137160"/>
          </a:xfrm>
          <a:prstGeom prst="ellipse">
            <a:avLst/>
          </a:prstGeom>
          <a:solidFill>
            <a:srgbClr val="0B2C4A"/>
          </a:solidFill>
          <a:ln/>
        </p:spPr>
      </p:sp>
      <p:sp>
        <p:nvSpPr>
          <p:cNvPr id="230" name="Shape 228"/>
          <p:cNvSpPr/>
          <p:nvPr/>
        </p:nvSpPr>
        <p:spPr>
          <a:xfrm>
            <a:off x="8357214"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5" name="Shape 233"/>
          <p:cNvSpPr/>
          <p:nvPr/>
        </p:nvSpPr>
        <p:spPr>
          <a:xfrm>
            <a:off x="8627876" y="4899839"/>
            <a:ext cx="523192" cy="27432"/>
          </a:xfrm>
          <a:prstGeom prst="rect">
            <a:avLst/>
          </a:prstGeom>
          <a:solidFill>
            <a:srgbClr val="D9D9D9"/>
          </a:solidFill>
          <a:ln/>
        </p:spPr>
      </p:sp>
      <p:sp>
        <p:nvSpPr>
          <p:cNvPr id="236" name="Shape 234"/>
          <p:cNvSpPr/>
          <p:nvPr/>
        </p:nvSpPr>
        <p:spPr>
          <a:xfrm>
            <a:off x="9082487" y="4844975"/>
            <a:ext cx="137160" cy="137160"/>
          </a:xfrm>
          <a:prstGeom prst="ellipse">
            <a:avLst/>
          </a:prstGeom>
          <a:solidFill>
            <a:srgbClr val="0B2C4A"/>
          </a:solidFill>
          <a:ln/>
        </p:spPr>
      </p:sp>
      <p:sp>
        <p:nvSpPr>
          <p:cNvPr id="237" name="Shape 235"/>
          <p:cNvSpPr/>
          <p:nvPr/>
        </p:nvSpPr>
        <p:spPr>
          <a:xfrm>
            <a:off x="8559296"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3" name="Shape 241"/>
          <p:cNvSpPr/>
          <p:nvPr/>
        </p:nvSpPr>
        <p:spPr>
          <a:xfrm>
            <a:off x="8579382" y="5124674"/>
            <a:ext cx="529999" cy="27432"/>
          </a:xfrm>
          <a:prstGeom prst="rect">
            <a:avLst/>
          </a:prstGeom>
          <a:solidFill>
            <a:srgbClr val="D9D9D9"/>
          </a:solidFill>
          <a:ln/>
        </p:spPr>
      </p:sp>
      <p:sp>
        <p:nvSpPr>
          <p:cNvPr id="244" name="Shape 242"/>
          <p:cNvSpPr/>
          <p:nvPr/>
        </p:nvSpPr>
        <p:spPr>
          <a:xfrm>
            <a:off x="9040801" y="5069810"/>
            <a:ext cx="137160" cy="137160"/>
          </a:xfrm>
          <a:prstGeom prst="ellipse">
            <a:avLst/>
          </a:prstGeom>
          <a:solidFill>
            <a:srgbClr val="0B2C4A"/>
          </a:solidFill>
          <a:ln/>
        </p:spPr>
      </p:sp>
      <p:sp>
        <p:nvSpPr>
          <p:cNvPr id="245" name="Shape 243"/>
          <p:cNvSpPr/>
          <p:nvPr/>
        </p:nvSpPr>
        <p:spPr>
          <a:xfrm>
            <a:off x="8510802"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50" name="Shape 248"/>
          <p:cNvSpPr/>
          <p:nvPr/>
        </p:nvSpPr>
        <p:spPr>
          <a:xfrm>
            <a:off x="8614506" y="5349509"/>
            <a:ext cx="554833" cy="27432"/>
          </a:xfrm>
          <a:prstGeom prst="rect">
            <a:avLst/>
          </a:prstGeom>
          <a:solidFill>
            <a:srgbClr val="D9D9D9"/>
          </a:solidFill>
          <a:ln/>
        </p:spPr>
      </p:sp>
      <p:sp>
        <p:nvSpPr>
          <p:cNvPr id="251" name="Shape 249"/>
          <p:cNvSpPr/>
          <p:nvPr/>
        </p:nvSpPr>
        <p:spPr>
          <a:xfrm>
            <a:off x="9100759" y="5294645"/>
            <a:ext cx="137160" cy="137160"/>
          </a:xfrm>
          <a:prstGeom prst="ellipse">
            <a:avLst/>
          </a:prstGeom>
          <a:solidFill>
            <a:srgbClr val="0B2C4A"/>
          </a:solidFill>
          <a:ln/>
        </p:spPr>
      </p:sp>
      <p:sp>
        <p:nvSpPr>
          <p:cNvPr id="252" name="Shape 250"/>
          <p:cNvSpPr/>
          <p:nvPr/>
        </p:nvSpPr>
        <p:spPr>
          <a:xfrm>
            <a:off x="8545926"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8" name="Shape 256"/>
          <p:cNvSpPr/>
          <p:nvPr/>
        </p:nvSpPr>
        <p:spPr>
          <a:xfrm>
            <a:off x="8453821" y="5574344"/>
            <a:ext cx="631638" cy="27432"/>
          </a:xfrm>
          <a:prstGeom prst="rect">
            <a:avLst/>
          </a:prstGeom>
          <a:solidFill>
            <a:srgbClr val="D9D9D9"/>
          </a:solidFill>
          <a:ln/>
        </p:spPr>
      </p:sp>
      <p:sp>
        <p:nvSpPr>
          <p:cNvPr id="259" name="Shape 257"/>
          <p:cNvSpPr/>
          <p:nvPr/>
        </p:nvSpPr>
        <p:spPr>
          <a:xfrm>
            <a:off x="9016879" y="5519480"/>
            <a:ext cx="137160" cy="137160"/>
          </a:xfrm>
          <a:prstGeom prst="ellipse">
            <a:avLst/>
          </a:prstGeom>
          <a:solidFill>
            <a:srgbClr val="0B2C4A"/>
          </a:solidFill>
          <a:ln/>
        </p:spPr>
      </p:sp>
      <p:sp>
        <p:nvSpPr>
          <p:cNvPr id="260" name="Shape 258"/>
          <p:cNvSpPr/>
          <p:nvPr/>
        </p:nvSpPr>
        <p:spPr>
          <a:xfrm>
            <a:off x="83852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64" name="Shape 262"/>
          <p:cNvSpPr/>
          <p:nvPr/>
        </p:nvSpPr>
        <p:spPr>
          <a:xfrm>
            <a:off x="457200" y="6126480"/>
            <a:ext cx="11274552" cy="600456"/>
          </a:xfrm>
          <a:prstGeom prst="rect">
            <a:avLst/>
          </a:prstGeom>
          <a:solidFill>
            <a:srgbClr val="EDF4FA"/>
          </a:solidFill>
          <a:ln/>
        </p:spPr>
      </p:sp>
      <p:sp>
        <p:nvSpPr>
          <p:cNvPr id="265" name="Text 263"/>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HEADCOUNT TREND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January–September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2026 below 2025 in every month.</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Sep to Sep.</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2026-10-22T00:11:20Z</dcterms:created>
  <dcterms:modified xsi:type="dcterms:W3CDTF">2026-10-22T00:11:20Z</dcterms:modified>
</cp:coreProperties>
</file>