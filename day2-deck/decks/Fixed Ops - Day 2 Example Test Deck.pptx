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−$169K Jan-Sep at $90/service</a:t>
            </a:r>
          </a:p>
          <a:p>
            <a:r>
              <a:t>TOYOTA FLAGSTAFF: 9.7%, −$67K Jan-Sep at $84/service</a:t>
            </a:r>
          </a:p>
          <a:p>
            <a:r>
              <a:t>NISSAN: 7.4%, −$62K Jan-Sep at $119/service</a:t>
            </a:r>
          </a:p>
          <a:p>
            <a:r>
              <a:t>KIA LV: 9.7%, −$58K Jan-Sep at $135/service</a:t>
            </a:r>
          </a:p>
          <a:p>
            <a:r>
              <a:t>CHEVY LV: 12.8%, −$57K Jan-Sep at $136/service</a:t>
            </a:r>
          </a:p>
          <a:p>
            <a:r>
              <a:t>CDJR POST FALLS: 4.2%, −$43K Jan-Sep at $74/service</a:t>
            </a:r>
          </a:p>
          <a:p>
            <a:r>
              <a:t>TOYOTA PRESCOTT: 12.3%, −$37K Jan-Sep at $103/service</a:t>
            </a:r>
          </a:p>
          <a:p>
            <a:r>
              <a:t>KIA ST GEORGE: 8.0%, −$29K Jan-Sep at $105/service</a:t>
            </a:r>
          </a:p>
          <a:p>
            <a:r>
              <a:t>HONDA SPOKANE: 12.5%, −$27K Jan-Sep at $124/service</a:t>
            </a:r>
          </a:p>
          <a:p>
            <a:r>
              <a:t>AUDI RENO: 11.8%, −$26K Jan-Sep at $230/service</a:t>
            </a:r>
          </a:p>
          <a:p>
            <a:r>
              <a:t>TOYOTA HENDERSON: 14.5%, −$25K Jan-Sep at $102/service</a:t>
            </a:r>
          </a:p>
          <a:p>
            <a:r>
              <a:t>LEXUS: 11.3%, −$24K Jan-Sep at $147/service</a:t>
            </a:r>
          </a:p>
          <a:p>
            <a:r>
              <a:t>LINCOLN: 8.4%, −$20K Jan-Sep at $114/service</a:t>
            </a:r>
          </a:p>
          <a:p>
            <a:r>
              <a:t>CHEVY GMC BULLHEAD: 11.1%, −$19K Jan-Sep at $78/service</a:t>
            </a:r>
          </a:p>
          <a:p>
            <a:r>
              <a:t>VW HENDERSON: 13.6%, −$18K Jan-Sep at $245/service</a:t>
            </a:r>
          </a:p>
          <a:p>
            <a:r>
              <a:t>SUBARU ST GEORGE: 11.0%, −$17K Jan-Sep at $78/service</a:t>
            </a:r>
          </a:p>
          <a:p>
            <a:r>
              <a:t>HONDA FLAGSTAFF: 11.0%, −$16K Jan-Sep at $100/service</a:t>
            </a:r>
          </a:p>
          <a:p>
            <a:r>
              <a:t>VW ST GEORGE: 5.6%, −$13K Jan-Sep at $74/service</a:t>
            </a:r>
          </a:p>
          <a:p>
            <a:r>
              <a:t>SUBARU PRESCOTT: 12.5%, −$9K Jan-Sep at $73/service</a:t>
            </a:r>
          </a:p>
          <a:p>
            <a:r>
              <a:t>GMC PRESCOTT: 11.7%, −$9K Jan-Sep at $85/service</a:t>
            </a:r>
          </a:p>
          <a:p>
            <a:r>
              <a:t>LR RENO: 12.8%, −$8K Jan-Sep at $259/service (capped; raw $715/service)</a:t>
            </a:r>
          </a:p>
          <a:p>
            <a:r>
              <a:t>SUBARU LV: 14.5%, −$7K Jan-Sep at $117/service</a:t>
            </a:r>
          </a:p>
          <a:p>
            <a:r>
              <a:t>CADILLAC: 13.8%, −$7K Jan-Sep at $115/service</a:t>
            </a:r>
          </a:p>
          <a:p>
            <a:r>
              <a:t>VOLVO: 13.8%, −$5K Jan-Sep at $142/service</a:t>
            </a:r>
          </a:p>
          <a:p>
            <a:r>
              <a:t>HYUNDAI ST GEORGE: 14.8%, −$649 Jan-Sep at $121/service</a:t>
            </a:r>
          </a:p>
          <a:p>
            <a:r>
              <a:t>ACURA: 17.5%, +$11K Jan-Sep at $117/service</a:t>
            </a:r>
          </a:p>
          <a:p>
            <a:r>
              <a:t>MAZDA: 16.6%, +$13K Jan-Sep at $132/service</a:t>
            </a:r>
          </a:p>
          <a:p>
            <a:r>
              <a:t>LR LV: 17.3%, +$18K Jan-Sep at $210/service</a:t>
            </a:r>
          </a:p>
          <a:p>
            <a:r>
              <a:t>HONDA NORTH: 16.1%, +$20K Jan-Sep at $112/service</a:t>
            </a:r>
          </a:p>
          <a:p>
            <a:r>
              <a:t>LR HENDERSON: 24.4%, +$31K Jan-Sep at $209/service</a:t>
            </a:r>
          </a:p>
          <a:p>
            <a:r>
              <a:t>HYUNDAI PRESCOTT: 21.7%, +$31K Jan-Sep at $228/service</a:t>
            </a:r>
          </a:p>
          <a:p>
            <a:r>
              <a:t>AUDI HENDERSON: 27.5%, +$123K Jan-Sep at $259/service (capped; raw $390/service)</a:t>
            </a:r>
          </a:p>
          <a:p>
            <a:r>
              <a:t>HONDA HENDERSON: 21.3%,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−$135K Jan-Sep at $53/service</a:t>
            </a:r>
          </a:p>
          <a:p>
            <a:r>
              <a:t>TOYOTA HENDERSON: 11.2%, −$111K Jan-Sep at $55/service</a:t>
            </a:r>
          </a:p>
          <a:p>
            <a:r>
              <a:t>TOYOTA PRESCOTT: 6.1%, −$99K Jan-Sep at $83/service</a:t>
            </a:r>
          </a:p>
          <a:p>
            <a:r>
              <a:t>SUBARU ST GEORGE: 3.6%, −$94K Jan-Sep at $149/service (capped; raw $247/service)</a:t>
            </a:r>
          </a:p>
          <a:p>
            <a:r>
              <a:t>TOYOTA FLAGSTAFF: 4.9%, −$82K Jan-Sep at $54/service</a:t>
            </a:r>
          </a:p>
          <a:p>
            <a:r>
              <a:t>CHEVY LV: 7.3%, −$80K Jan-Sep at $53/service</a:t>
            </a:r>
          </a:p>
          <a:p>
            <a:r>
              <a:t>HONDA SPOKANE: 2.1%, −$60K Jan-Sep at $52/service</a:t>
            </a:r>
          </a:p>
          <a:p>
            <a:r>
              <a:t>NISSAN: 1.0%, −$58K Jan-Sep at $59/service</a:t>
            </a:r>
          </a:p>
          <a:p>
            <a:r>
              <a:t>CDJR POST FALLS: 1.2%, −$55K Jan-Sep at $75/service</a:t>
            </a:r>
          </a:p>
          <a:p>
            <a:r>
              <a:t>KIA LV: 5.2%, −$54K Jan-Sep at $68/service</a:t>
            </a:r>
          </a:p>
          <a:p>
            <a:r>
              <a:t>LEXUS: 0.0%, −$51K Jan-Sep at $75/service (group avg)</a:t>
            </a:r>
          </a:p>
          <a:p>
            <a:r>
              <a:t>SUBARU LV: 10.2%, −$51K Jan-Sep at $75/service</a:t>
            </a:r>
          </a:p>
          <a:p>
            <a:r>
              <a:t>AUDI HENDERSON: 0.0%, −$42K Jan-Sep at $75/service (group avg)</a:t>
            </a:r>
          </a:p>
          <a:p>
            <a:r>
              <a:t>AUDI RENO: 0.1%, −$39K Jan-Sep at $75/service (group avg)</a:t>
            </a:r>
          </a:p>
          <a:p>
            <a:r>
              <a:t>HONDA FLAGSTAFF: 1.3%, −$39K Jan-Sep at $70/service</a:t>
            </a:r>
          </a:p>
          <a:p>
            <a:r>
              <a:t>HONDA NORTH: 12.0%, −$29K Jan-Sep at $64/service</a:t>
            </a:r>
          </a:p>
          <a:p>
            <a:r>
              <a:t>HYUNDAI ST GEORGE: 1.2%, −$27K Jan-Sep at $58/service</a:t>
            </a:r>
          </a:p>
          <a:p>
            <a:r>
              <a:t>LINCOLN: 1.6%, −$23K Jan-Sep at $66/service</a:t>
            </a:r>
          </a:p>
          <a:p>
            <a:r>
              <a:t>VW ST GEORGE: 0.4%, −$21K Jan-Sep at $75/service (group avg)</a:t>
            </a:r>
          </a:p>
          <a:p>
            <a:r>
              <a:t>VW HENDERSON: 8.2%, −$21K Jan-Sep at $60/service</a:t>
            </a:r>
          </a:p>
          <a:p>
            <a:r>
              <a:t>GMC PRESCOTT: 7.7%, −$20K Jan-Sep at $90/service</a:t>
            </a:r>
          </a:p>
          <a:p>
            <a:r>
              <a:t>CHEVY GMC BULLHEAD: 9.0%, −$16K Jan-Sep at $42/service</a:t>
            </a:r>
          </a:p>
          <a:p>
            <a:r>
              <a:t>KIA ST GEORGE: 7.7%, −$14K Jan-Sep at $48/service</a:t>
            </a:r>
          </a:p>
          <a:p>
            <a:r>
              <a:t>CADILLAC: 5.9%, −$11K Jan-Sep at $22/service</a:t>
            </a:r>
          </a:p>
          <a:p>
            <a:r>
              <a:t>MAZDA: 13.1%, −$8K Jan-Sep at $79/service</a:t>
            </a:r>
          </a:p>
          <a:p>
            <a:r>
              <a:t>VOLVO: 11.7%, −$6K Jan-Sep at $51/service</a:t>
            </a:r>
          </a:p>
          <a:p>
            <a:r>
              <a:t>HYUNDAI PRESCOTT: 13.5%, −$4K Jan-Sep at $149/service (capped; raw $311/service)</a:t>
            </a:r>
          </a:p>
          <a:p>
            <a:r>
              <a:t>ACURA: 14.1%, −$2K Jan-Sep at $64/service</a:t>
            </a:r>
          </a:p>
          <a:p>
            <a:r>
              <a:t>SUBARU PRESCOTT: 14.9%, −$26 Jan-Sep at $34/service</a:t>
            </a:r>
          </a:p>
          <a:p>
            <a:r>
              <a:t>LR RENO: 16.9%, +$4K Jan-Sep at $149/service (capped; raw $647/service)</a:t>
            </a:r>
          </a:p>
          <a:p>
            <a:r>
              <a:t>LR LV: 16.9%, +$10K Jan-Sep at $149/service</a:t>
            </a:r>
          </a:p>
          <a:p>
            <a:r>
              <a:t>LR HENDERSON: 27.0%, +$23K Jan-Sep at $122/service</a:t>
            </a:r>
          </a:p>
          <a:p>
            <a:r>
              <a:t>HONDA HENDERSON: 18.4%,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−$113K Jan-Sep at $138/service</a:t>
            </a:r>
          </a:p>
          <a:p>
            <a:r>
              <a:t>TOYOTA SPOKANE: 7.0%, −$60K Jan-Sep at $117/service</a:t>
            </a:r>
          </a:p>
          <a:p>
            <a:r>
              <a:t>AUDI RENO: 1.9%, −$58K Jan-Sep at $206/service</a:t>
            </a:r>
          </a:p>
          <a:p>
            <a:r>
              <a:t>AUDI HENDERSON: 2.4%, −$56K Jan-Sep at $196/service</a:t>
            </a:r>
          </a:p>
          <a:p>
            <a:r>
              <a:t>HONDA FLAGSTAFF: 3.1%, −$51K Jan-Sep at $184/service</a:t>
            </a:r>
          </a:p>
          <a:p>
            <a:r>
              <a:t>CADILLAC: 4.6%, −$43K Jan-Sep at $150/service</a:t>
            </a:r>
          </a:p>
          <a:p>
            <a:r>
              <a:t>CDJR POST FALLS: 4.2%, −$39K Jan-Sep at $128/service</a:t>
            </a:r>
          </a:p>
          <a:p>
            <a:r>
              <a:t>TOYOTA FLAGSTAFF: 8.0%, −$36K Jan-Sep at $123/service</a:t>
            </a:r>
          </a:p>
          <a:p>
            <a:r>
              <a:t>TOYOTA PRESCOTT: 8.4%, −$24K Jan-Sep at $112/service</a:t>
            </a:r>
          </a:p>
          <a:p>
            <a:r>
              <a:t>HYUNDAI ST GEORGE: 4.7%, −$24K Jan-Sep at $134/service</a:t>
            </a:r>
          </a:p>
          <a:p>
            <a:r>
              <a:t>KIA ST GEORGE: 5.9%, −$19K Jan-Sep at $119/service</a:t>
            </a:r>
          </a:p>
          <a:p>
            <a:r>
              <a:t>KIA LV: 8.2%, −$17K Jan-Sep at $120/service</a:t>
            </a:r>
          </a:p>
          <a:p>
            <a:r>
              <a:t>CHEVY GMC BULLHEAD: 7.0%, −$16K Jan-Sep at $87/service</a:t>
            </a:r>
          </a:p>
          <a:p>
            <a:r>
              <a:t>GMC PRESCOTT: 6.0%, −$15K Jan-Sep at $127/service</a:t>
            </a:r>
          </a:p>
          <a:p>
            <a:r>
              <a:t>LR RENO: 7.2%, −$15K Jan-Sep at $377/service (capped; raw $1,380/service)</a:t>
            </a:r>
          </a:p>
          <a:p>
            <a:r>
              <a:t>MAZDA: 8.4%, −$13K Jan-Sep at $154/service</a:t>
            </a:r>
          </a:p>
          <a:p>
            <a:r>
              <a:t>LEXUS: 8.3%, −$11K Jan-Sep at $154/service</a:t>
            </a:r>
          </a:p>
          <a:p>
            <a:r>
              <a:t>VW ST GEORGE: 5.4%, −$10K Jan-Sep at $111/service</a:t>
            </a:r>
          </a:p>
          <a:p>
            <a:r>
              <a:t>LINCOLN: 7.5%, −$8K Jan-Sep at $126/service</a:t>
            </a:r>
          </a:p>
          <a:p>
            <a:r>
              <a:t>VW HENDERSON: 9.5%, −$3K Jan-Sep at $134/service</a:t>
            </a:r>
          </a:p>
          <a:p>
            <a:r>
              <a:t>HYUNDAI PRESCOTT: 9.6%, −$2K Jan-Sep at $354/service</a:t>
            </a:r>
          </a:p>
          <a:p>
            <a:r>
              <a:t>HONDA SPOKANE: 10.3%, +$4K Jan-Sep at $126/service</a:t>
            </a:r>
          </a:p>
          <a:p>
            <a:r>
              <a:t>TOYOTA HENDERSON: 10.0%, +$5K Jan-Sep at $141/service</a:t>
            </a:r>
          </a:p>
          <a:p>
            <a:r>
              <a:t>SUBARU LV: 10.1%, +$7K Jan-Sep at $333/service</a:t>
            </a:r>
          </a:p>
          <a:p>
            <a:r>
              <a:t>SUBARU PRESCOTT: 10.6%, +$12K Jan-Sep at $377/service (capped; raw $380/service)</a:t>
            </a:r>
          </a:p>
          <a:p>
            <a:r>
              <a:t>ACURA: 12.7%, +$15K Jan-Sep at $147/service</a:t>
            </a:r>
          </a:p>
          <a:p>
            <a:r>
              <a:t>SUBARU ST GEORGE: 10.7%, +$16K Jan-Sep at $377/service (capped; raw $489/service)</a:t>
            </a:r>
          </a:p>
          <a:p>
            <a:r>
              <a:t>NISSAN: 11.6%, +$18K Jan-Sep at $155/service</a:t>
            </a:r>
          </a:p>
          <a:p>
            <a:r>
              <a:t>VOLVO: 11.9%, +$24K Jan-Sep at $377/service (capped; raw $538/service)</a:t>
            </a:r>
          </a:p>
          <a:p>
            <a:r>
              <a:t>LR HENDERSON: 14.3%, +$25K Jan-Sep at $377/service (capped; raw $709/service)</a:t>
            </a:r>
          </a:p>
          <a:p>
            <a:r>
              <a:t>HONDA NORTH: 12.1%, +$51K Jan-Sep at $160/service</a:t>
            </a:r>
          </a:p>
          <a:p>
            <a:r>
              <a:t>LR LV: 20.6%, +$141K Jan-Sep at $377/service (capped; raw $424/service)</a:t>
            </a:r>
          </a:p>
          <a:p>
            <a:r>
              <a:t>HONDA HENDERSON: 15.5%,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−$107K Jan-Sep at $243/service</a:t>
            </a:r>
          </a:p>
          <a:p>
            <a:r>
              <a:t>TOYOTA HENDERSON: 6.0%, −$96K Jan-Sep at $122/service</a:t>
            </a:r>
          </a:p>
          <a:p>
            <a:r>
              <a:t>TOYOTA FLAGSTAFF: 1.6%, −$82K Jan-Sep at $93/service</a:t>
            </a:r>
          </a:p>
          <a:p>
            <a:r>
              <a:t>VW HENDERSON: 0.0%, −$63K Jan-Sep at $165/service (group avg)</a:t>
            </a:r>
          </a:p>
          <a:p>
            <a:r>
              <a:t>KIA LV: 3.2%, −$57K Jan-Sep at $163/service</a:t>
            </a:r>
          </a:p>
          <a:p>
            <a:r>
              <a:t>HONDA SPOKANE: 3.2%, −$56K Jan-Sep at $147/service</a:t>
            </a:r>
          </a:p>
          <a:p>
            <a:r>
              <a:t>CHEVY GMC BULLHEAD: 2.7%, −$49K Jan-Sep at $163/service</a:t>
            </a:r>
          </a:p>
          <a:p>
            <a:r>
              <a:t>NISSAN: 4.1%, −$48K Jan-Sep at $206/service</a:t>
            </a:r>
          </a:p>
          <a:p>
            <a:r>
              <a:t>AUDI HENDERSON: 0.0%, −$47K Jan-Sep at $165/service (group avg)</a:t>
            </a:r>
          </a:p>
          <a:p>
            <a:r>
              <a:t>CDJR POST FALLS: 3.0%, −$46K Jan-Sep at $192/service</a:t>
            </a:r>
          </a:p>
          <a:p>
            <a:r>
              <a:t>HONDA FLAGSTAFF: 0.7%, −$45K Jan-Sep at $165/service (group avg)</a:t>
            </a:r>
          </a:p>
          <a:p>
            <a:r>
              <a:t>TOYOTA SPOKANE: 5.8%, −$42K Jan-Sep at $145/service</a:t>
            </a:r>
          </a:p>
          <a:p>
            <a:r>
              <a:t>VOLVO: 0.0%, −$42K Jan-Sep at $165/service (group avg)</a:t>
            </a:r>
          </a:p>
          <a:p>
            <a:r>
              <a:t>AUDI RENO: 0.8%, −$39K Jan-Sep at $165/service (group avg)</a:t>
            </a:r>
          </a:p>
          <a:p>
            <a:r>
              <a:t>CADILLAC: 5.1%, −$34K Jan-Sep at $269/service</a:t>
            </a:r>
          </a:p>
          <a:p>
            <a:r>
              <a:t>LR HENDERSON: 2.5%, −$25K Jan-Sep at $329/service (capped; raw $774/service)</a:t>
            </a:r>
          </a:p>
          <a:p>
            <a:r>
              <a:t>VW ST GEORGE: 2.7%, −$22K Jan-Sep at $236/service</a:t>
            </a:r>
          </a:p>
          <a:p>
            <a:r>
              <a:t>MAZDA: 5.2%, −$20K Jan-Sep at $150/service</a:t>
            </a:r>
          </a:p>
          <a:p>
            <a:r>
              <a:t>LEXUS: 4.2%, −$19K Jan-Sep at $128/service</a:t>
            </a:r>
          </a:p>
          <a:p>
            <a:r>
              <a:t>LR LV: 5.5%, −$18K Jan-Sep at $258/service</a:t>
            </a:r>
          </a:p>
          <a:p>
            <a:r>
              <a:t>GMC PRESCOTT: 3.6%, −$16K Jan-Sep at $133/service</a:t>
            </a:r>
          </a:p>
          <a:p>
            <a:r>
              <a:t>TOYOTA PRESCOTT: 6.4%, −$14K Jan-Sep at $101/service</a:t>
            </a:r>
          </a:p>
          <a:p>
            <a:r>
              <a:t>LR RENO: 4.5%, −$14K Jan-Sep at $329/service (capped; raw $1,631/service)</a:t>
            </a:r>
          </a:p>
          <a:p>
            <a:r>
              <a:t>HYUNDAI ST GEORGE: 5.8%, −$10K Jan-Sep at $176/service</a:t>
            </a:r>
          </a:p>
          <a:p>
            <a:r>
              <a:t>SUBARU LV: 7.0%, −$8K Jan-Sep at $130/service</a:t>
            </a:r>
          </a:p>
          <a:p>
            <a:r>
              <a:t>HYUNDAI PRESCOTT: 7.3%, −$905 Jan-Sep at $329/service (capped; raw $459/service)</a:t>
            </a:r>
          </a:p>
          <a:p>
            <a:r>
              <a:t>HONDA NORTH: 7.6%, +$3K Jan-Sep at $118/service</a:t>
            </a:r>
          </a:p>
          <a:p>
            <a:r>
              <a:t>LINCOLN: 8.2%, +$3K Jan-Sep at $175/service</a:t>
            </a:r>
          </a:p>
          <a:p>
            <a:r>
              <a:t>KIA ST GEORGE: 8.9%, +$9K Jan-Sep at $154/service</a:t>
            </a:r>
          </a:p>
          <a:p>
            <a:r>
              <a:t>ACURA: 9.3%, +$10K Jan-Sep at $145/service</a:t>
            </a:r>
          </a:p>
          <a:p>
            <a:r>
              <a:t>SUBARU PRESCOTT: 9.7%, +$39K Jan-Sep at $329/service (capped; raw $406/service)</a:t>
            </a:r>
          </a:p>
          <a:p>
            <a:r>
              <a:t>SUBARU ST GEORGE: 13.8%, +$54K Jan-Sep at $153/service</a:t>
            </a:r>
          </a:p>
          <a:p>
            <a:r>
              <a:t>HONDA HENDERSON: 12.0%,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a:t>
            </a:r>
          </a:p>
          <a:p>
            <a:r>
              <a:t>CHEVY LV: −$356K Jan-Sep against the four benchmarks; under 4 of 4</a:t>
            </a:r>
          </a:p>
          <a:p>
            <a:r>
              <a:t>TOYOTA FLAGSTAFF: −$267K Jan-Sep against the four benchmarks; under 4 of 4</a:t>
            </a:r>
          </a:p>
          <a:p>
            <a:r>
              <a:t>TOYOTA HENDERSON: −$227K Jan-Sep against the four benchmarks; under 3 of 4</a:t>
            </a:r>
          </a:p>
          <a:p>
            <a:r>
              <a:t>KIA LV: −$185K Jan-Sep against the four benchmarks; under 4 of 4</a:t>
            </a:r>
          </a:p>
          <a:p>
            <a:r>
              <a:t>CDJR POST FALLS: −$184K Jan-Sep against the four benchmarks; under 4 of 4</a:t>
            </a:r>
          </a:p>
          <a:p>
            <a:r>
              <a:t>TOYOTA PRESCOTT: −$175K Jan-Sep against the four benchmarks; under 4 of 4</a:t>
            </a:r>
          </a:p>
          <a:p>
            <a:r>
              <a:t>AUDI RENO: −$162K Jan-Sep against the four benchmarks; under 4 of 4</a:t>
            </a:r>
          </a:p>
          <a:p>
            <a:r>
              <a:t>HONDA FLAGSTAFF: −$150K Jan-Sep against the four benchmarks; under 4 of 4</a:t>
            </a:r>
          </a:p>
          <a:p>
            <a:r>
              <a:t>NISSAN: −$150K Jan-Sep against the four benchmarks; under 3 of 4</a:t>
            </a:r>
          </a:p>
          <a:p>
            <a:r>
              <a:t>HONDA SPOKANE: −$140K Jan-Sep against the four benchmarks; under 3 of 4</a:t>
            </a:r>
          </a:p>
          <a:p>
            <a:r>
              <a:t>LEXUS: −$105K Jan-Sep against the four benchmarks; under 4 of 4</a:t>
            </a:r>
          </a:p>
          <a:p>
            <a:r>
              <a:t>VW HENDERSON: −$105K Jan-Sep against the four benchmarks; under 4 of 4</a:t>
            </a:r>
          </a:p>
          <a:p>
            <a:r>
              <a:t>CHEVY GMC BULLHEAD: −$100K Jan-Sep against the four benchmarks; under 4 of 4</a:t>
            </a:r>
          </a:p>
          <a:p>
            <a:r>
              <a:t>CADILLAC: −$94K Jan-Sep against the four benchmarks; under 4 of 4</a:t>
            </a:r>
          </a:p>
          <a:p>
            <a:r>
              <a:t>VW ST GEORGE: −$66K Jan-Sep against the four benchmarks; under 4 of 4</a:t>
            </a:r>
          </a:p>
          <a:p>
            <a:r>
              <a:t>HYUNDAI ST GEORGE: −$61K Jan-Sep against the four benchmarks; under 4 of 4</a:t>
            </a:r>
          </a:p>
          <a:p>
            <a:r>
              <a:t>GMC PRESCOTT: −$60K Jan-Sep against the four benchmarks; under 4 of 4</a:t>
            </a:r>
          </a:p>
          <a:p>
            <a:r>
              <a:t>SUBARU LV: −$59K Jan-Sep against the four benchmarks; under 3 of 4</a:t>
            </a:r>
          </a:p>
          <a:p>
            <a:r>
              <a:t>KIA ST GEORGE: −$53K Jan-Sep against the four benchmarks; under 3 of 4</a:t>
            </a:r>
          </a:p>
          <a:p>
            <a:r>
              <a:t>LINCOLN: −$48K Jan-Sep against the four benchmarks; under 3 of 4</a:t>
            </a:r>
          </a:p>
          <a:p>
            <a:r>
              <a:t>SUBARU ST GEORGE: −$41K Jan-Sep against the four benchmarks; under 2 of 4</a:t>
            </a:r>
          </a:p>
          <a:p>
            <a:r>
              <a:t>LR RENO: −$32K Jan-Sep against the four benchmarks; under 3 of 4</a:t>
            </a:r>
          </a:p>
          <a:p>
            <a:r>
              <a:t>VOLVO: −$29K Jan-Sep against the four benchmarks; under 3 of 4</a:t>
            </a:r>
          </a:p>
          <a:p>
            <a:r>
              <a:t>MAZDA: −$28K Jan-Sep against the four benchmarks; under 3 of 4</a:t>
            </a:r>
          </a:p>
          <a:p>
            <a:r>
              <a:t>AUDI HENDERSON: −$22K Jan-Sep against the four benchmarks; under 3 of 4</a:t>
            </a:r>
          </a:p>
          <a:p>
            <a:r>
              <a:t>HYUNDAI PRESCOTT: +$23K Jan-Sep against the four benchmarks; under 3 of 4</a:t>
            </a:r>
          </a:p>
          <a:p>
            <a:r>
              <a:t>ACURA: +$33K Jan-Sep against the four benchmarks; under 1 of 4</a:t>
            </a:r>
          </a:p>
          <a:p>
            <a:r>
              <a:t>SUBARU PRESCOTT: +$41K Jan-Sep against the four benchmarks; under 2 of 4</a:t>
            </a:r>
          </a:p>
          <a:p>
            <a:r>
              <a:t>HONDA NORTH: +$45K Jan-Sep against the four benchmarks; under 1 of 4</a:t>
            </a:r>
          </a:p>
          <a:p>
            <a:r>
              <a:t>LR HENDERSON: +$54K Jan-Sep against the four benchmarks; under 1 of 4</a:t>
            </a:r>
          </a:p>
          <a:p>
            <a:r>
              <a:t>LR LV: +$151K Jan-Sep against the four benchmarks; under 1 of 4</a:t>
            </a:r>
          </a:p>
          <a:p>
            <a:r>
              <a:t>HONDA HENDERSON: +$557K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about half of pay earned on performance. If the base is 6% of gross, another 6% is there to earn by hitting the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