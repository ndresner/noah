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52.xml" ContentType="application/vnd.openxmlformats-officedocument.drawingml.chart+xml"/>
  <Override PartName="/ppt/charts/chart653.xml" ContentType="application/vnd.openxmlformats-officedocument.drawingml.chart+xml"/>
  <Override PartName="/ppt/charts/chart654.xml" ContentType="application/vnd.openxmlformats-officedocument.drawingml.chart+xml"/>
  <Override PartName="/ppt/charts/chart655.xml" ContentType="application/vnd.openxmlformats-officedocument.drawingml.chart+xml"/>
  <Override PartName="/ppt/charts/chart656.xml" ContentType="application/vnd.openxmlformats-officedocument.drawingml.chart+xml"/>
  <Override PartName="/ppt/charts/chart657.xml" ContentType="application/vnd.openxmlformats-officedocument.drawingml.chart+xml"/>
  <Override PartName="/ppt/charts/chart658.xml" ContentType="application/vnd.openxmlformats-officedocument.drawingml.chart+xml"/>
  <Override PartName="/ppt/charts/chart659.xml" ContentType="application/vnd.openxmlformats-officedocument.drawingml.chart+xml"/>
  <Override PartName="/ppt/charts/chart66.xml" ContentType="application/vnd.openxmlformats-officedocument.drawingml.chart+xml"/>
  <Override PartName="/ppt/charts/chart660.xml" ContentType="application/vnd.openxmlformats-officedocument.drawingml.chart+xml"/>
  <Override PartName="/ppt/charts/chart661.xml" ContentType="application/vnd.openxmlformats-officedocument.drawingml.chart+xml"/>
  <Override PartName="/ppt/charts/chart662.xml" ContentType="application/vnd.openxmlformats-officedocument.drawingml.chart+xml"/>
  <Override PartName="/ppt/charts/chart663.xml" ContentType="application/vnd.openxmlformats-officedocument.drawingml.chart+xml"/>
  <Override PartName="/ppt/charts/chart664.xml" ContentType="application/vnd.openxmlformats-officedocument.drawingml.chart+xml"/>
  <Override PartName="/ppt/charts/chart665.xml" ContentType="application/vnd.openxmlformats-officedocument.drawingml.chart+xml"/>
  <Override PartName="/ppt/charts/chart666.xml" ContentType="application/vnd.openxmlformats-officedocument.drawingml.chart+xml"/>
  <Override PartName="/ppt/charts/chart667.xml" ContentType="application/vnd.openxmlformats-officedocument.drawingml.chart+xml"/>
  <Override PartName="/ppt/charts/chart668.xml" ContentType="application/vnd.openxmlformats-officedocument.drawingml.chart+xml"/>
  <Override PartName="/ppt/charts/chart669.xml" ContentType="application/vnd.openxmlformats-officedocument.drawingml.chart+xml"/>
  <Override PartName="/ppt/charts/chart67.xml" ContentType="application/vnd.openxmlformats-officedocument.drawingml.chart+xml"/>
  <Override PartName="/ppt/charts/chart670.xml" ContentType="application/vnd.openxmlformats-officedocument.drawingml.chart+xml"/>
  <Override PartName="/ppt/charts/chart671.xml" ContentType="application/vnd.openxmlformats-officedocument.drawingml.chart+xml"/>
  <Override PartName="/ppt/charts/chart672.xml" ContentType="application/vnd.openxmlformats-officedocument.drawingml.chart+xml"/>
  <Override PartName="/ppt/charts/chart673.xml" ContentType="application/vnd.openxmlformats-officedocument.drawingml.chart+xml"/>
  <Override PartName="/ppt/charts/chart674.xml" ContentType="application/vnd.openxmlformats-officedocument.drawingml.chart+xml"/>
  <Override PartName="/ppt/charts/chart675.xml" ContentType="application/vnd.openxmlformats-officedocument.drawingml.chart+xml"/>
  <Override PartName="/ppt/charts/chart676.xml" ContentType="application/vnd.openxmlformats-officedocument.drawingml.chart+xml"/>
  <Override PartName="/ppt/charts/chart677.xml" ContentType="application/vnd.openxmlformats-officedocument.drawingml.chart+xml"/>
  <Override PartName="/ppt/charts/chart678.xml" ContentType="application/vnd.openxmlformats-officedocument.drawingml.chart+xml"/>
  <Override PartName="/ppt/charts/chart679.xml" ContentType="application/vnd.openxmlformats-officedocument.drawingml.chart+xml"/>
  <Override PartName="/ppt/charts/chart68.xml" ContentType="application/vnd.openxmlformats-officedocument.drawingml.chart+xml"/>
  <Override PartName="/ppt/charts/chart680.xml" ContentType="application/vnd.openxmlformats-officedocument.drawingml.chart+xml"/>
  <Override PartName="/ppt/charts/chart681.xml" ContentType="application/vnd.openxmlformats-officedocument.drawingml.chart+xml"/>
  <Override PartName="/ppt/charts/chart682.xml" ContentType="application/vnd.openxmlformats-officedocument.drawingml.chart+xml"/>
  <Override PartName="/ppt/charts/chart683.xml" ContentType="application/vnd.openxmlformats-officedocument.drawingml.chart+xml"/>
  <Override PartName="/ppt/charts/chart684.xml" ContentType="application/vnd.openxmlformats-officedocument.drawingml.chart+xml"/>
  <Override PartName="/ppt/charts/chart685.xml" ContentType="application/vnd.openxmlformats-officedocument.drawingml.chart+xml"/>
  <Override PartName="/ppt/charts/chart686.xml" ContentType="application/vnd.openxmlformats-officedocument.drawingml.chart+xml"/>
  <Override PartName="/ppt/charts/chart687.xml" ContentType="application/vnd.openxmlformats-officedocument.drawingml.chart+xml"/>
  <Override PartName="/ppt/charts/chart688.xml" ContentType="application/vnd.openxmlformats-officedocument.drawingml.chart+xml"/>
  <Override PartName="/ppt/charts/chart689.xml" ContentType="application/vnd.openxmlformats-officedocument.drawingml.chart+xml"/>
  <Override PartName="/ppt/charts/chart69.xml" ContentType="application/vnd.openxmlformats-officedocument.drawingml.chart+xml"/>
  <Override PartName="/ppt/charts/chart690.xml" ContentType="application/vnd.openxmlformats-officedocument.drawingml.chart+xml"/>
  <Override PartName="/ppt/charts/chart691.xml" ContentType="application/vnd.openxmlformats-officedocument.drawingml.chart+xml"/>
  <Override PartName="/ppt/charts/chart692.xml" ContentType="application/vnd.openxmlformats-officedocument.drawingml.chart+xml"/>
  <Override PartName="/ppt/charts/chart693.xml" ContentType="application/vnd.openxmlformats-officedocument.drawingml.chart+xml"/>
  <Override PartName="/ppt/charts/chart694.xml" ContentType="application/vnd.openxmlformats-officedocument.drawingml.chart+xml"/>
  <Override PartName="/ppt/charts/chart695.xml" ContentType="application/vnd.openxmlformats-officedocument.drawingml.chart+xml"/>
  <Override PartName="/ppt/charts/chart696.xml" ContentType="application/vnd.openxmlformats-officedocument.drawingml.chart+xml"/>
  <Override PartName="/ppt/charts/chart697.xml" ContentType="application/vnd.openxmlformats-officedocument.drawingml.chart+xml"/>
  <Override PartName="/ppt/charts/chart698.xml" ContentType="application/vnd.openxmlformats-officedocument.drawingml.chart+xml"/>
  <Override PartName="/ppt/charts/chart69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00.xml" ContentType="application/vnd.openxmlformats-officedocument.drawingml.chart+xml"/>
  <Override PartName="/ppt/charts/chart701.xml" ContentType="application/vnd.openxmlformats-officedocument.drawingml.chart+xml"/>
  <Override PartName="/ppt/charts/chart702.xml" ContentType="application/vnd.openxmlformats-officedocument.drawingml.chart+xml"/>
  <Override PartName="/ppt/charts/chart703.xml" ContentType="application/vnd.openxmlformats-officedocument.drawingml.chart+xml"/>
  <Override PartName="/ppt/charts/chart704.xml" ContentType="application/vnd.openxmlformats-officedocument.drawingml.chart+xml"/>
  <Override PartName="/ppt/charts/chart705.xml" ContentType="application/vnd.openxmlformats-officedocument.drawingml.chart+xml"/>
  <Override PartName="/ppt/charts/chart706.xml" ContentType="application/vnd.openxmlformats-officedocument.drawingml.chart+xml"/>
  <Override PartName="/ppt/charts/chart707.xml" ContentType="application/vnd.openxmlformats-officedocument.drawingml.chart+xml"/>
  <Override PartName="/ppt/charts/chart708.xml" ContentType="application/vnd.openxmlformats-officedocument.drawingml.chart+xml"/>
  <Override PartName="/ppt/charts/chart709.xml" ContentType="application/vnd.openxmlformats-officedocument.drawingml.chart+xml"/>
  <Override PartName="/ppt/charts/chart71.xml" ContentType="application/vnd.openxmlformats-officedocument.drawingml.chart+xml"/>
  <Override PartName="/ppt/charts/chart710.xml" ContentType="application/vnd.openxmlformats-officedocument.drawingml.chart+xml"/>
  <Override PartName="/ppt/charts/chart711.xml" ContentType="application/vnd.openxmlformats-officedocument.drawingml.chart+xml"/>
  <Override PartName="/ppt/charts/chart712.xml" ContentType="application/vnd.openxmlformats-officedocument.drawingml.chart+xml"/>
  <Override PartName="/ppt/charts/chart713.xml" ContentType="application/vnd.openxmlformats-officedocument.drawingml.chart+xml"/>
  <Override PartName="/ppt/charts/chart714.xml" ContentType="application/vnd.openxmlformats-officedocument.drawingml.chart+xml"/>
  <Override PartName="/ppt/charts/chart715.xml" ContentType="application/vnd.openxmlformats-officedocument.drawingml.chart+xml"/>
  <Override PartName="/ppt/charts/chart716.xml" ContentType="application/vnd.openxmlformats-officedocument.drawingml.chart+xml"/>
  <Override PartName="/ppt/charts/chart717.xml" ContentType="application/vnd.openxmlformats-officedocument.drawingml.chart+xml"/>
  <Override PartName="/ppt/charts/chart718.xml" ContentType="application/vnd.openxmlformats-officedocument.drawingml.chart+xml"/>
  <Override PartName="/ppt/charts/chart719.xml" ContentType="application/vnd.openxmlformats-officedocument.drawingml.chart+xml"/>
  <Override PartName="/ppt/charts/chart72.xml" ContentType="application/vnd.openxmlformats-officedocument.drawingml.chart+xml"/>
  <Override PartName="/ppt/charts/chart720.xml" ContentType="application/vnd.openxmlformats-officedocument.drawingml.chart+xml"/>
  <Override PartName="/ppt/charts/chart721.xml" ContentType="application/vnd.openxmlformats-officedocument.drawingml.chart+xml"/>
  <Override PartName="/ppt/charts/chart722.xml" ContentType="application/vnd.openxmlformats-officedocument.drawingml.chart+xml"/>
  <Override PartName="/ppt/charts/chart723.xml" ContentType="application/vnd.openxmlformats-officedocument.drawingml.chart+xml"/>
  <Override PartName="/ppt/charts/chart724.xml" ContentType="application/vnd.openxmlformats-officedocument.drawingml.chart+xml"/>
  <Override PartName="/ppt/charts/chart725.xml" ContentType="application/vnd.openxmlformats-officedocument.drawingml.chart+xml"/>
  <Override PartName="/ppt/charts/chart726.xml" ContentType="application/vnd.openxmlformats-officedocument.drawingml.chart+xml"/>
  <Override PartName="/ppt/charts/chart727.xml" ContentType="application/vnd.openxmlformats-officedocument.drawingml.chart+xml"/>
  <Override PartName="/ppt/charts/chart728.xml" ContentType="application/vnd.openxmlformats-officedocument.drawingml.chart+xml"/>
  <Override PartName="/ppt/charts/chart729.xml" ContentType="application/vnd.openxmlformats-officedocument.drawingml.chart+xml"/>
  <Override PartName="/ppt/charts/chart73.xml" ContentType="application/vnd.openxmlformats-officedocument.drawingml.chart+xml"/>
  <Override PartName="/ppt/charts/chart730.xml" ContentType="application/vnd.openxmlformats-officedocument.drawingml.chart+xml"/>
  <Override PartName="/ppt/charts/chart731.xml" ContentType="application/vnd.openxmlformats-officedocument.drawingml.chart+xml"/>
  <Override PartName="/ppt/charts/chart732.xml" ContentType="application/vnd.openxmlformats-officedocument.drawingml.chart+xml"/>
  <Override PartName="/ppt/charts/chart733.xml" ContentType="application/vnd.openxmlformats-officedocument.drawingml.chart+xml"/>
  <Override PartName="/ppt/charts/chart734.xml" ContentType="application/vnd.openxmlformats-officedocument.drawingml.chart+xml"/>
  <Override PartName="/ppt/charts/chart735.xml" ContentType="application/vnd.openxmlformats-officedocument.drawingml.chart+xml"/>
  <Override PartName="/ppt/charts/chart736.xml" ContentType="application/vnd.openxmlformats-officedocument.drawingml.chart+xml"/>
  <Override PartName="/ppt/charts/chart737.xml" ContentType="application/vnd.openxmlformats-officedocument.drawingml.chart+xml"/>
  <Override PartName="/ppt/charts/chart738.xml" ContentType="application/vnd.openxmlformats-officedocument.drawingml.chart+xml"/>
  <Override PartName="/ppt/charts/chart739.xml" ContentType="application/vnd.openxmlformats-officedocument.drawingml.chart+xml"/>
  <Override PartName="/ppt/charts/chart74.xml" ContentType="application/vnd.openxmlformats-officedocument.drawingml.chart+xml"/>
  <Override PartName="/ppt/charts/chart740.xml" ContentType="application/vnd.openxmlformats-officedocument.drawingml.chart+xml"/>
  <Override PartName="/ppt/charts/chart741.xml" ContentType="application/vnd.openxmlformats-officedocument.drawingml.chart+xml"/>
  <Override PartName="/ppt/charts/chart742.xml" ContentType="application/vnd.openxmlformats-officedocument.drawingml.chart+xml"/>
  <Override PartName="/ppt/charts/chart743.xml" ContentType="application/vnd.openxmlformats-officedocument.drawingml.chart+xml"/>
  <Override PartName="/ppt/charts/chart744.xml" ContentType="application/vnd.openxmlformats-officedocument.drawingml.chart+xml"/>
  <Override PartName="/ppt/charts/chart745.xml" ContentType="application/vnd.openxmlformats-officedocument.drawingml.chart+xml"/>
  <Override PartName="/ppt/charts/chart746.xml" ContentType="application/vnd.openxmlformats-officedocument.drawingml.chart+xml"/>
  <Override PartName="/ppt/charts/chart747.xml" ContentType="application/vnd.openxmlformats-officedocument.drawingml.chart+xml"/>
  <Override PartName="/ppt/charts/chart748.xml" ContentType="application/vnd.openxmlformats-officedocument.drawingml.chart+xml"/>
  <Override PartName="/ppt/charts/chart749.xml" ContentType="application/vnd.openxmlformats-officedocument.drawingml.chart+xml"/>
  <Override PartName="/ppt/charts/chart75.xml" ContentType="application/vnd.openxmlformats-officedocument.drawingml.chart+xml"/>
  <Override PartName="/ppt/charts/chart750.xml" ContentType="application/vnd.openxmlformats-officedocument.drawingml.chart+xml"/>
  <Override PartName="/ppt/charts/chart751.xml" ContentType="application/vnd.openxmlformats-officedocument.drawingml.chart+xml"/>
  <Override PartName="/ppt/charts/chart752.xml" ContentType="application/vnd.openxmlformats-officedocument.drawingml.chart+xml"/>
  <Override PartName="/ppt/charts/chart753.xml" ContentType="application/vnd.openxmlformats-officedocument.drawingml.chart+xml"/>
  <Override PartName="/ppt/charts/chart754.xml" ContentType="application/vnd.openxmlformats-officedocument.drawingml.chart+xml"/>
  <Override PartName="/ppt/charts/chart755.xml" ContentType="application/vnd.openxmlformats-officedocument.drawingml.chart+xml"/>
  <Override PartName="/ppt/charts/chart756.xml" ContentType="application/vnd.openxmlformats-officedocument.drawingml.chart+xml"/>
  <Override PartName="/ppt/charts/chart757.xml" ContentType="application/vnd.openxmlformats-officedocument.drawingml.chart+xml"/>
  <Override PartName="/ppt/charts/chart758.xml" ContentType="application/vnd.openxmlformats-officedocument.drawingml.chart+xml"/>
  <Override PartName="/ppt/charts/chart759.xml" ContentType="application/vnd.openxmlformats-officedocument.drawingml.chart+xml"/>
  <Override PartName="/ppt/charts/chart76.xml" ContentType="application/vnd.openxmlformats-officedocument.drawingml.chart+xml"/>
  <Override PartName="/ppt/charts/chart760.xml" ContentType="application/vnd.openxmlformats-officedocument.drawingml.chart+xml"/>
  <Override PartName="/ppt/charts/chart761.xml" ContentType="application/vnd.openxmlformats-officedocument.drawingml.chart+xml"/>
  <Override PartName="/ppt/charts/chart762.xml" ContentType="application/vnd.openxmlformats-officedocument.drawingml.chart+xml"/>
  <Override PartName="/ppt/charts/chart763.xml" ContentType="application/vnd.openxmlformats-officedocument.drawingml.chart+xml"/>
  <Override PartName="/ppt/charts/chart764.xml" ContentType="application/vnd.openxmlformats-officedocument.drawingml.chart+xml"/>
  <Override PartName="/ppt/charts/chart765.xml" ContentType="application/vnd.openxmlformats-officedocument.drawingml.chart+xml"/>
  <Override PartName="/ppt/charts/chart766.xml" ContentType="application/vnd.openxmlformats-officedocument.drawingml.chart+xml"/>
  <Override PartName="/ppt/charts/chart767.xml" ContentType="application/vnd.openxmlformats-officedocument.drawingml.chart+xml"/>
  <Override PartName="/ppt/charts/chart768.xml" ContentType="application/vnd.openxmlformats-officedocument.drawingml.chart+xml"/>
  <Override PartName="/ppt/charts/chart769.xml" ContentType="application/vnd.openxmlformats-officedocument.drawingml.chart+xml"/>
  <Override PartName="/ppt/charts/chart77.xml" ContentType="application/vnd.openxmlformats-officedocument.drawingml.chart+xml"/>
  <Override PartName="/ppt/charts/chart770.xml" ContentType="application/vnd.openxmlformats-officedocument.drawingml.chart+xml"/>
  <Override PartName="/ppt/charts/chart771.xml" ContentType="application/vnd.openxmlformats-officedocument.drawingml.chart+xml"/>
  <Override PartName="/ppt/charts/chart772.xml" ContentType="application/vnd.openxmlformats-officedocument.drawingml.chart+xml"/>
  <Override PartName="/ppt/charts/chart773.xml" ContentType="application/vnd.openxmlformats-officedocument.drawingml.chart+xml"/>
  <Override PartName="/ppt/charts/chart774.xml" ContentType="application/vnd.openxmlformats-officedocument.drawingml.chart+xml"/>
  <Override PartName="/ppt/charts/chart775.xml" ContentType="application/vnd.openxmlformats-officedocument.drawingml.chart+xml"/>
  <Override PartName="/ppt/charts/chart776.xml" ContentType="application/vnd.openxmlformats-officedocument.drawingml.chart+xml"/>
  <Override PartName="/ppt/charts/chart777.xml" ContentType="application/vnd.openxmlformats-officedocument.drawingml.chart+xml"/>
  <Override PartName="/ppt/charts/chart778.xml" ContentType="application/vnd.openxmlformats-officedocument.drawingml.chart+xml"/>
  <Override PartName="/ppt/charts/chart779.xml" ContentType="application/vnd.openxmlformats-officedocument.drawingml.chart+xml"/>
  <Override PartName="/ppt/charts/chart78.xml" ContentType="application/vnd.openxmlformats-officedocument.drawingml.chart+xml"/>
  <Override PartName="/ppt/charts/chart780.xml" ContentType="application/vnd.openxmlformats-officedocument.drawingml.chart+xml"/>
  <Override PartName="/ppt/charts/chart781.xml" ContentType="application/vnd.openxmlformats-officedocument.drawingml.chart+xml"/>
  <Override PartName="/ppt/charts/chart782.xml" ContentType="application/vnd.openxmlformats-officedocument.drawingml.chart+xml"/>
  <Override PartName="/ppt/charts/chart783.xml" ContentType="application/vnd.openxmlformats-officedocument.drawingml.chart+xml"/>
  <Override PartName="/ppt/charts/chart784.xml" ContentType="application/vnd.openxmlformats-officedocument.drawingml.chart+xml"/>
  <Override PartName="/ppt/charts/chart785.xml" ContentType="application/vnd.openxmlformats-officedocument.drawingml.chart+xml"/>
  <Override PartName="/ppt/charts/chart786.xml" ContentType="application/vnd.openxmlformats-officedocument.drawingml.chart+xml"/>
  <Override PartName="/ppt/charts/chart787.xml" ContentType="application/vnd.openxmlformats-officedocument.drawingml.chart+xml"/>
  <Override PartName="/ppt/charts/chart788.xml" ContentType="application/vnd.openxmlformats-officedocument.drawingml.chart+xml"/>
  <Override PartName="/ppt/charts/chart789.xml" ContentType="application/vnd.openxmlformats-officedocument.drawingml.chart+xml"/>
  <Override PartName="/ppt/charts/chart79.xml" ContentType="application/vnd.openxmlformats-officedocument.drawingml.chart+xml"/>
  <Override PartName="/ppt/charts/chart790.xml" ContentType="application/vnd.openxmlformats-officedocument.drawingml.chart+xml"/>
  <Override PartName="/ppt/charts/chart791.xml" ContentType="application/vnd.openxmlformats-officedocument.drawingml.chart+xml"/>
  <Override PartName="/ppt/charts/chart792.xml" ContentType="application/vnd.openxmlformats-officedocument.drawingml.chart+xml"/>
  <Override PartName="/ppt/charts/chart793.xml" ContentType="application/vnd.openxmlformats-officedocument.drawingml.chart+xml"/>
  <Override PartName="/ppt/charts/chart794.xml" ContentType="application/vnd.openxmlformats-officedocument.drawingml.chart+xml"/>
  <Override PartName="/ppt/charts/chart795.xml" ContentType="application/vnd.openxmlformats-officedocument.drawingml.chart+xml"/>
  <Override PartName="/ppt/charts/chart796.xml" ContentType="application/vnd.openxmlformats-officedocument.drawingml.chart+xml"/>
  <Override PartName="/ppt/charts/chart797.xml" ContentType="application/vnd.openxmlformats-officedocument.drawingml.chart+xml"/>
  <Override PartName="/ppt/charts/chart798.xml" ContentType="application/vnd.openxmlformats-officedocument.drawingml.chart+xml"/>
  <Override PartName="/ppt/charts/chart79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00.xml" ContentType="application/vnd.openxmlformats-officedocument.drawingml.chart+xml"/>
  <Override PartName="/ppt/charts/chart801.xml" ContentType="application/vnd.openxmlformats-officedocument.drawingml.chart+xml"/>
  <Override PartName="/ppt/charts/chart802.xml" ContentType="application/vnd.openxmlformats-officedocument.drawingml.chart+xml"/>
  <Override PartName="/ppt/charts/chart803.xml" ContentType="application/vnd.openxmlformats-officedocument.drawingml.chart+xml"/>
  <Override PartName="/ppt/charts/chart804.xml" ContentType="application/vnd.openxmlformats-officedocument.drawingml.chart+xml"/>
  <Override PartName="/ppt/charts/chart805.xml" ContentType="application/vnd.openxmlformats-officedocument.drawingml.chart+xml"/>
  <Override PartName="/ppt/charts/chart806.xml" ContentType="application/vnd.openxmlformats-officedocument.drawingml.chart+xml"/>
  <Override PartName="/ppt/charts/chart807.xml" ContentType="application/vnd.openxmlformats-officedocument.drawingml.chart+xml"/>
  <Override PartName="/ppt/charts/chart808.xml" ContentType="application/vnd.openxmlformats-officedocument.drawingml.chart+xml"/>
  <Override PartName="/ppt/charts/chart809.xml" ContentType="application/vnd.openxmlformats-officedocument.drawingml.chart+xml"/>
  <Override PartName="/ppt/charts/chart81.xml" ContentType="application/vnd.openxmlformats-officedocument.drawingml.chart+xml"/>
  <Override PartName="/ppt/charts/chart810.xml" ContentType="application/vnd.openxmlformats-officedocument.drawingml.chart+xml"/>
  <Override PartName="/ppt/charts/chart811.xml" ContentType="application/vnd.openxmlformats-officedocument.drawingml.chart+xml"/>
  <Override PartName="/ppt/charts/chart812.xml" ContentType="application/vnd.openxmlformats-officedocument.drawingml.chart+xml"/>
  <Override PartName="/ppt/charts/chart813.xml" ContentType="application/vnd.openxmlformats-officedocument.drawingml.chart+xml"/>
  <Override PartName="/ppt/charts/chart814.xml" ContentType="application/vnd.openxmlformats-officedocument.drawingml.chart+xml"/>
  <Override PartName="/ppt/charts/chart815.xml" ContentType="application/vnd.openxmlformats-officedocument.drawingml.chart+xml"/>
  <Override PartName="/ppt/charts/chart816.xml" ContentType="application/vnd.openxmlformats-officedocument.drawingml.chart+xml"/>
  <Override PartName="/ppt/charts/chart817.xml" ContentType="application/vnd.openxmlformats-officedocument.drawingml.chart+xml"/>
  <Override PartName="/ppt/charts/chart818.xml" ContentType="application/vnd.openxmlformats-officedocument.drawingml.chart+xml"/>
  <Override PartName="/ppt/charts/chart819.xml" ContentType="application/vnd.openxmlformats-officedocument.drawingml.chart+xml"/>
  <Override PartName="/ppt/charts/chart82.xml" ContentType="application/vnd.openxmlformats-officedocument.drawingml.chart+xml"/>
  <Override PartName="/ppt/charts/chart820.xml" ContentType="application/vnd.openxmlformats-officedocument.drawingml.chart+xml"/>
  <Override PartName="/ppt/charts/chart821.xml" ContentType="application/vnd.openxmlformats-officedocument.drawingml.chart+xml"/>
  <Override PartName="/ppt/charts/chart822.xml" ContentType="application/vnd.openxmlformats-officedocument.drawingml.chart+xml"/>
  <Override PartName="/ppt/charts/chart823.xml" ContentType="application/vnd.openxmlformats-officedocument.drawingml.chart+xml"/>
  <Override PartName="/ppt/charts/chart824.xml" ContentType="application/vnd.openxmlformats-officedocument.drawingml.chart+xml"/>
  <Override PartName="/ppt/charts/chart825.xml" ContentType="application/vnd.openxmlformats-officedocument.drawingml.chart+xml"/>
  <Override PartName="/ppt/charts/chart826.xml" ContentType="application/vnd.openxmlformats-officedocument.drawingml.chart+xml"/>
  <Override PartName="/ppt/charts/chart827.xml" ContentType="application/vnd.openxmlformats-officedocument.drawingml.chart+xml"/>
  <Override PartName="/ppt/charts/chart828.xml" ContentType="application/vnd.openxmlformats-officedocument.drawingml.chart+xml"/>
  <Override PartName="/ppt/charts/chart829.xml" ContentType="application/vnd.openxmlformats-officedocument.drawingml.chart+xml"/>
  <Override PartName="/ppt/charts/chart83.xml" ContentType="application/vnd.openxmlformats-officedocument.drawingml.chart+xml"/>
  <Override PartName="/ppt/charts/chart830.xml" ContentType="application/vnd.openxmlformats-officedocument.drawingml.chart+xml"/>
  <Override PartName="/ppt/charts/chart831.xml" ContentType="application/vnd.openxmlformats-officedocument.drawingml.chart+xml"/>
  <Override PartName="/ppt/charts/chart832.xml" ContentType="application/vnd.openxmlformats-officedocument.drawingml.chart+xml"/>
  <Override PartName="/ppt/charts/chart833.xml" ContentType="application/vnd.openxmlformats-officedocument.drawingml.chart+xml"/>
  <Override PartName="/ppt/charts/chart834.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58" r:id="rId4"/>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59" r:id="rId5"/>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260" r:id="rId6"/>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261" r:id="rId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262" r:id="rId8"/>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263" r:id="rId9"/>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264" r:id="rId10"/>
    <p:sldId id="414" r:id="rId165"/>
    <p:sldId id="415" r:id="rId166"/>
    <p:sldId id="416" r:id="rId167"/>
    <p:sldId id="417" r:id="rId168"/>
    <p:sldId id="418" r:id="rId169"/>
    <p:sldId id="419" r:id="rId170"/>
    <p:sldId id="420" r:id="rId171"/>
    <p:sldId id="421" r:id="rId172"/>
    <p:sldId id="265" r:id="rId11"/>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266" r:id="rId12"/>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_rels/chart652.xml.rels><?xml version='1.0' encoding='UTF-8' standalone='yes'?>
<Relationships xmlns="http://schemas.openxmlformats.org/package/2006/relationships"><Relationship Id="rId1" Type="http://schemas.openxmlformats.org/officeDocument/2006/relationships/package" Target="../embeddings/Microsoft_Excel_Worksheet652.xlsx"/></Relationships>
</file>

<file path=ppt/charts/_rels/chart653.xml.rels><?xml version='1.0' encoding='UTF-8' standalone='yes'?>
<Relationships xmlns="http://schemas.openxmlformats.org/package/2006/relationships"><Relationship Id="rId1" Type="http://schemas.openxmlformats.org/officeDocument/2006/relationships/package" Target="../embeddings/Microsoft_Excel_Worksheet653.xlsx"/></Relationships>
</file>

<file path=ppt/charts/_rels/chart654.xml.rels><?xml version='1.0' encoding='UTF-8' standalone='yes'?>
<Relationships xmlns="http://schemas.openxmlformats.org/package/2006/relationships"><Relationship Id="rId1" Type="http://schemas.openxmlformats.org/officeDocument/2006/relationships/package" Target="../embeddings/Microsoft_Excel_Worksheet654.xlsx"/></Relationships>
</file>

<file path=ppt/charts/_rels/chart655.xml.rels><?xml version='1.0' encoding='UTF-8' standalone='yes'?>
<Relationships xmlns="http://schemas.openxmlformats.org/package/2006/relationships"><Relationship Id="rId1" Type="http://schemas.openxmlformats.org/officeDocument/2006/relationships/package" Target="../embeddings/Microsoft_Excel_Worksheet655.xlsx"/></Relationships>
</file>

<file path=ppt/charts/_rels/chart656.xml.rels><?xml version='1.0' encoding='UTF-8' standalone='yes'?>
<Relationships xmlns="http://schemas.openxmlformats.org/package/2006/relationships"><Relationship Id="rId1" Type="http://schemas.openxmlformats.org/officeDocument/2006/relationships/package" Target="../embeddings/Microsoft_Excel_Worksheet656.xlsx"/></Relationships>
</file>

<file path=ppt/charts/_rels/chart657.xml.rels><?xml version='1.0' encoding='UTF-8' standalone='yes'?>
<Relationships xmlns="http://schemas.openxmlformats.org/package/2006/relationships"><Relationship Id="rId1" Type="http://schemas.openxmlformats.org/officeDocument/2006/relationships/package" Target="../embeddings/Microsoft_Excel_Worksheet657.xlsx"/></Relationships>
</file>

<file path=ppt/charts/_rels/chart658.xml.rels><?xml version='1.0' encoding='UTF-8' standalone='yes'?>
<Relationships xmlns="http://schemas.openxmlformats.org/package/2006/relationships"><Relationship Id="rId1" Type="http://schemas.openxmlformats.org/officeDocument/2006/relationships/package" Target="../embeddings/Microsoft_Excel_Worksheet658.xlsx"/></Relationships>
</file>

<file path=ppt/charts/_rels/chart659.xml.rels><?xml version='1.0' encoding='UTF-8' standalone='yes'?>
<Relationships xmlns="http://schemas.openxmlformats.org/package/2006/relationships"><Relationship Id="rId1" Type="http://schemas.openxmlformats.org/officeDocument/2006/relationships/package" Target="../embeddings/Microsoft_Excel_Worksheet659.xlsx"/></Relationships>
</file>

<file path=ppt/charts/_rels/chart660.xml.rels><?xml version='1.0' encoding='UTF-8' standalone='yes'?>
<Relationships xmlns="http://schemas.openxmlformats.org/package/2006/relationships"><Relationship Id="rId1" Type="http://schemas.openxmlformats.org/officeDocument/2006/relationships/package" Target="../embeddings/Microsoft_Excel_Worksheet660.xlsx"/></Relationships>
</file>

<file path=ppt/charts/_rels/chart661.xml.rels><?xml version='1.0' encoding='UTF-8' standalone='yes'?>
<Relationships xmlns="http://schemas.openxmlformats.org/package/2006/relationships"><Relationship Id="rId1" Type="http://schemas.openxmlformats.org/officeDocument/2006/relationships/package" Target="../embeddings/Microsoft_Excel_Worksheet661.xlsx"/></Relationships>
</file>

<file path=ppt/charts/_rels/chart662.xml.rels><?xml version='1.0' encoding='UTF-8' standalone='yes'?>
<Relationships xmlns="http://schemas.openxmlformats.org/package/2006/relationships"><Relationship Id="rId1" Type="http://schemas.openxmlformats.org/officeDocument/2006/relationships/package" Target="../embeddings/Microsoft_Excel_Worksheet662.xlsx"/></Relationships>
</file>

<file path=ppt/charts/_rels/chart663.xml.rels><?xml version='1.0' encoding='UTF-8' standalone='yes'?>
<Relationships xmlns="http://schemas.openxmlformats.org/package/2006/relationships"><Relationship Id="rId1" Type="http://schemas.openxmlformats.org/officeDocument/2006/relationships/package" Target="../embeddings/Microsoft_Excel_Worksheet663.xlsx"/></Relationships>
</file>

<file path=ppt/charts/_rels/chart664.xml.rels><?xml version='1.0' encoding='UTF-8' standalone='yes'?>
<Relationships xmlns="http://schemas.openxmlformats.org/package/2006/relationships"><Relationship Id="rId1" Type="http://schemas.openxmlformats.org/officeDocument/2006/relationships/package" Target="../embeddings/Microsoft_Excel_Worksheet664.xlsx"/></Relationships>
</file>

<file path=ppt/charts/_rels/chart665.xml.rels><?xml version='1.0' encoding='UTF-8' standalone='yes'?>
<Relationships xmlns="http://schemas.openxmlformats.org/package/2006/relationships"><Relationship Id="rId1" Type="http://schemas.openxmlformats.org/officeDocument/2006/relationships/package" Target="../embeddings/Microsoft_Excel_Worksheet665.xlsx"/></Relationships>
</file>

<file path=ppt/charts/_rels/chart666.xml.rels><?xml version='1.0' encoding='UTF-8' standalone='yes'?>
<Relationships xmlns="http://schemas.openxmlformats.org/package/2006/relationships"><Relationship Id="rId1" Type="http://schemas.openxmlformats.org/officeDocument/2006/relationships/package" Target="../embeddings/Microsoft_Excel_Worksheet666.xlsx"/></Relationships>
</file>

<file path=ppt/charts/_rels/chart667.xml.rels><?xml version='1.0' encoding='UTF-8' standalone='yes'?>
<Relationships xmlns="http://schemas.openxmlformats.org/package/2006/relationships"><Relationship Id="rId1" Type="http://schemas.openxmlformats.org/officeDocument/2006/relationships/package" Target="../embeddings/Microsoft_Excel_Worksheet667.xlsx"/></Relationships>
</file>

<file path=ppt/charts/_rels/chart668.xml.rels><?xml version='1.0' encoding='UTF-8' standalone='yes'?>
<Relationships xmlns="http://schemas.openxmlformats.org/package/2006/relationships"><Relationship Id="rId1" Type="http://schemas.openxmlformats.org/officeDocument/2006/relationships/package" Target="../embeddings/Microsoft_Excel_Worksheet668.xlsx"/></Relationships>
</file>

<file path=ppt/charts/_rels/chart669.xml.rels><?xml version='1.0' encoding='UTF-8' standalone='yes'?>
<Relationships xmlns="http://schemas.openxmlformats.org/package/2006/relationships"><Relationship Id="rId1" Type="http://schemas.openxmlformats.org/officeDocument/2006/relationships/package" Target="../embeddings/Microsoft_Excel_Worksheet669.xlsx"/></Relationships>
</file>

<file path=ppt/charts/_rels/chart670.xml.rels><?xml version='1.0' encoding='UTF-8' standalone='yes'?>
<Relationships xmlns="http://schemas.openxmlformats.org/package/2006/relationships"><Relationship Id="rId1" Type="http://schemas.openxmlformats.org/officeDocument/2006/relationships/package" Target="../embeddings/Microsoft_Excel_Worksheet670.xlsx"/></Relationships>
</file>

<file path=ppt/charts/_rels/chart671.xml.rels><?xml version='1.0' encoding='UTF-8' standalone='yes'?>
<Relationships xmlns="http://schemas.openxmlformats.org/package/2006/relationships"><Relationship Id="rId1" Type="http://schemas.openxmlformats.org/officeDocument/2006/relationships/package" Target="../embeddings/Microsoft_Excel_Worksheet671.xlsx"/></Relationships>
</file>

<file path=ppt/charts/_rels/chart672.xml.rels><?xml version='1.0' encoding='UTF-8' standalone='yes'?>
<Relationships xmlns="http://schemas.openxmlformats.org/package/2006/relationships"><Relationship Id="rId1" Type="http://schemas.openxmlformats.org/officeDocument/2006/relationships/package" Target="../embeddings/Microsoft_Excel_Worksheet672.xlsx"/></Relationships>
</file>

<file path=ppt/charts/_rels/chart673.xml.rels><?xml version='1.0' encoding='UTF-8' standalone='yes'?>
<Relationships xmlns="http://schemas.openxmlformats.org/package/2006/relationships"><Relationship Id="rId1" Type="http://schemas.openxmlformats.org/officeDocument/2006/relationships/package" Target="../embeddings/Microsoft_Excel_Worksheet673.xlsx"/></Relationships>
</file>

<file path=ppt/charts/_rels/chart674.xml.rels><?xml version='1.0' encoding='UTF-8' standalone='yes'?>
<Relationships xmlns="http://schemas.openxmlformats.org/package/2006/relationships"><Relationship Id="rId1" Type="http://schemas.openxmlformats.org/officeDocument/2006/relationships/package" Target="../embeddings/Microsoft_Excel_Worksheet674.xlsx"/></Relationships>
</file>

<file path=ppt/charts/_rels/chart675.xml.rels><?xml version='1.0' encoding='UTF-8' standalone='yes'?>
<Relationships xmlns="http://schemas.openxmlformats.org/package/2006/relationships"><Relationship Id="rId1" Type="http://schemas.openxmlformats.org/officeDocument/2006/relationships/package" Target="../embeddings/Microsoft_Excel_Worksheet675.xlsx"/></Relationships>
</file>

<file path=ppt/charts/_rels/chart676.xml.rels><?xml version='1.0' encoding='UTF-8' standalone='yes'?>
<Relationships xmlns="http://schemas.openxmlformats.org/package/2006/relationships"><Relationship Id="rId1" Type="http://schemas.openxmlformats.org/officeDocument/2006/relationships/package" Target="../embeddings/Microsoft_Excel_Worksheet676.xlsx"/></Relationships>
</file>

<file path=ppt/charts/_rels/chart677.xml.rels><?xml version='1.0' encoding='UTF-8' standalone='yes'?>
<Relationships xmlns="http://schemas.openxmlformats.org/package/2006/relationships"><Relationship Id="rId1" Type="http://schemas.openxmlformats.org/officeDocument/2006/relationships/package" Target="../embeddings/Microsoft_Excel_Worksheet677.xlsx"/></Relationships>
</file>

<file path=ppt/charts/_rels/chart678.xml.rels><?xml version='1.0' encoding='UTF-8' standalone='yes'?>
<Relationships xmlns="http://schemas.openxmlformats.org/package/2006/relationships"><Relationship Id="rId1" Type="http://schemas.openxmlformats.org/officeDocument/2006/relationships/package" Target="../embeddings/Microsoft_Excel_Worksheet678.xlsx"/></Relationships>
</file>

<file path=ppt/charts/_rels/chart679.xml.rels><?xml version='1.0' encoding='UTF-8' standalone='yes'?>
<Relationships xmlns="http://schemas.openxmlformats.org/package/2006/relationships"><Relationship Id="rId1" Type="http://schemas.openxmlformats.org/officeDocument/2006/relationships/package" Target="../embeddings/Microsoft_Excel_Worksheet679.xlsx"/></Relationships>
</file>

<file path=ppt/charts/_rels/chart680.xml.rels><?xml version='1.0' encoding='UTF-8' standalone='yes'?>
<Relationships xmlns="http://schemas.openxmlformats.org/package/2006/relationships"><Relationship Id="rId1" Type="http://schemas.openxmlformats.org/officeDocument/2006/relationships/package" Target="../embeddings/Microsoft_Excel_Worksheet680.xlsx"/></Relationships>
</file>

<file path=ppt/charts/_rels/chart681.xml.rels><?xml version='1.0' encoding='UTF-8' standalone='yes'?>
<Relationships xmlns="http://schemas.openxmlformats.org/package/2006/relationships"><Relationship Id="rId1" Type="http://schemas.openxmlformats.org/officeDocument/2006/relationships/package" Target="../embeddings/Microsoft_Excel_Worksheet681.xlsx"/></Relationships>
</file>

<file path=ppt/charts/_rels/chart682.xml.rels><?xml version='1.0' encoding='UTF-8' standalone='yes'?>
<Relationships xmlns="http://schemas.openxmlformats.org/package/2006/relationships"><Relationship Id="rId1" Type="http://schemas.openxmlformats.org/officeDocument/2006/relationships/package" Target="../embeddings/Microsoft_Excel_Worksheet682.xlsx"/></Relationships>
</file>

<file path=ppt/charts/_rels/chart683.xml.rels><?xml version='1.0' encoding='UTF-8' standalone='yes'?>
<Relationships xmlns="http://schemas.openxmlformats.org/package/2006/relationships"><Relationship Id="rId1" Type="http://schemas.openxmlformats.org/officeDocument/2006/relationships/package" Target="../embeddings/Microsoft_Excel_Worksheet683.xlsx"/></Relationships>
</file>

<file path=ppt/charts/_rels/chart684.xml.rels><?xml version='1.0' encoding='UTF-8' standalone='yes'?>
<Relationships xmlns="http://schemas.openxmlformats.org/package/2006/relationships"><Relationship Id="rId1" Type="http://schemas.openxmlformats.org/officeDocument/2006/relationships/package" Target="../embeddings/Microsoft_Excel_Worksheet684.xlsx"/></Relationships>
</file>

<file path=ppt/charts/_rels/chart685.xml.rels><?xml version='1.0' encoding='UTF-8' standalone='yes'?>
<Relationships xmlns="http://schemas.openxmlformats.org/package/2006/relationships"><Relationship Id="rId1" Type="http://schemas.openxmlformats.org/officeDocument/2006/relationships/package" Target="../embeddings/Microsoft_Excel_Worksheet685.xlsx"/></Relationships>
</file>

<file path=ppt/charts/_rels/chart686.xml.rels><?xml version='1.0' encoding='UTF-8' standalone='yes'?>
<Relationships xmlns="http://schemas.openxmlformats.org/package/2006/relationships"><Relationship Id="rId1" Type="http://schemas.openxmlformats.org/officeDocument/2006/relationships/package" Target="../embeddings/Microsoft_Excel_Worksheet686.xlsx"/></Relationships>
</file>

<file path=ppt/charts/_rels/chart687.xml.rels><?xml version='1.0' encoding='UTF-8' standalone='yes'?>
<Relationships xmlns="http://schemas.openxmlformats.org/package/2006/relationships"><Relationship Id="rId1" Type="http://schemas.openxmlformats.org/officeDocument/2006/relationships/package" Target="../embeddings/Microsoft_Excel_Worksheet687.xlsx"/></Relationships>
</file>

<file path=ppt/charts/_rels/chart688.xml.rels><?xml version='1.0' encoding='UTF-8' standalone='yes'?>
<Relationships xmlns="http://schemas.openxmlformats.org/package/2006/relationships"><Relationship Id="rId1" Type="http://schemas.openxmlformats.org/officeDocument/2006/relationships/package" Target="../embeddings/Microsoft_Excel_Worksheet688.xlsx"/></Relationships>
</file>

<file path=ppt/charts/_rels/chart689.xml.rels><?xml version='1.0' encoding='UTF-8' standalone='yes'?>
<Relationships xmlns="http://schemas.openxmlformats.org/package/2006/relationships"><Relationship Id="rId1" Type="http://schemas.openxmlformats.org/officeDocument/2006/relationships/package" Target="../embeddings/Microsoft_Excel_Worksheet689.xlsx"/></Relationships>
</file>

<file path=ppt/charts/_rels/chart690.xml.rels><?xml version='1.0' encoding='UTF-8' standalone='yes'?>
<Relationships xmlns="http://schemas.openxmlformats.org/package/2006/relationships"><Relationship Id="rId1" Type="http://schemas.openxmlformats.org/officeDocument/2006/relationships/package" Target="../embeddings/Microsoft_Excel_Worksheet690.xlsx"/></Relationships>
</file>

<file path=ppt/charts/_rels/chart691.xml.rels><?xml version='1.0' encoding='UTF-8' standalone='yes'?>
<Relationships xmlns="http://schemas.openxmlformats.org/package/2006/relationships"><Relationship Id="rId1" Type="http://schemas.openxmlformats.org/officeDocument/2006/relationships/package" Target="../embeddings/Microsoft_Excel_Worksheet691.xlsx"/></Relationships>
</file>

<file path=ppt/charts/_rels/chart692.xml.rels><?xml version='1.0' encoding='UTF-8' standalone='yes'?>
<Relationships xmlns="http://schemas.openxmlformats.org/package/2006/relationships"><Relationship Id="rId1" Type="http://schemas.openxmlformats.org/officeDocument/2006/relationships/package" Target="../embeddings/Microsoft_Excel_Worksheet692.xlsx"/></Relationships>
</file>

<file path=ppt/charts/_rels/chart693.xml.rels><?xml version='1.0' encoding='UTF-8' standalone='yes'?>
<Relationships xmlns="http://schemas.openxmlformats.org/package/2006/relationships"><Relationship Id="rId1" Type="http://schemas.openxmlformats.org/officeDocument/2006/relationships/package" Target="../embeddings/Microsoft_Excel_Worksheet693.xlsx"/></Relationships>
</file>

<file path=ppt/charts/_rels/chart694.xml.rels><?xml version='1.0' encoding='UTF-8' standalone='yes'?>
<Relationships xmlns="http://schemas.openxmlformats.org/package/2006/relationships"><Relationship Id="rId1" Type="http://schemas.openxmlformats.org/officeDocument/2006/relationships/package" Target="../embeddings/Microsoft_Excel_Worksheet694.xlsx"/></Relationships>
</file>

<file path=ppt/charts/_rels/chart695.xml.rels><?xml version='1.0' encoding='UTF-8' standalone='yes'?>
<Relationships xmlns="http://schemas.openxmlformats.org/package/2006/relationships"><Relationship Id="rId1" Type="http://schemas.openxmlformats.org/officeDocument/2006/relationships/package" Target="../embeddings/Microsoft_Excel_Worksheet695.xlsx"/></Relationships>
</file>

<file path=ppt/charts/_rels/chart696.xml.rels><?xml version='1.0' encoding='UTF-8' standalone='yes'?>
<Relationships xmlns="http://schemas.openxmlformats.org/package/2006/relationships"><Relationship Id="rId1" Type="http://schemas.openxmlformats.org/officeDocument/2006/relationships/package" Target="../embeddings/Microsoft_Excel_Worksheet696.xlsx"/></Relationships>
</file>

<file path=ppt/charts/_rels/chart697.xml.rels><?xml version='1.0' encoding='UTF-8' standalone='yes'?>
<Relationships xmlns="http://schemas.openxmlformats.org/package/2006/relationships"><Relationship Id="rId1" Type="http://schemas.openxmlformats.org/officeDocument/2006/relationships/package" Target="../embeddings/Microsoft_Excel_Worksheet697.xlsx"/></Relationships>
</file>

<file path=ppt/charts/_rels/chart698.xml.rels><?xml version='1.0' encoding='UTF-8' standalone='yes'?>
<Relationships xmlns="http://schemas.openxmlformats.org/package/2006/relationships"><Relationship Id="rId1" Type="http://schemas.openxmlformats.org/officeDocument/2006/relationships/package" Target="../embeddings/Microsoft_Excel_Worksheet698.xlsx"/></Relationships>
</file>

<file path=ppt/charts/_rels/chart699.xml.rels><?xml version='1.0' encoding='UTF-8' standalone='yes'?>
<Relationships xmlns="http://schemas.openxmlformats.org/package/2006/relationships"><Relationship Id="rId1" Type="http://schemas.openxmlformats.org/officeDocument/2006/relationships/package" Target="../embeddings/Microsoft_Excel_Worksheet699.xlsx"/></Relationships>
</file>

<file path=ppt/charts/_rels/chart700.xml.rels><?xml version='1.0' encoding='UTF-8' standalone='yes'?>
<Relationships xmlns="http://schemas.openxmlformats.org/package/2006/relationships"><Relationship Id="rId1" Type="http://schemas.openxmlformats.org/officeDocument/2006/relationships/package" Target="../embeddings/Microsoft_Excel_Worksheet700.xlsx"/></Relationships>
</file>

<file path=ppt/charts/_rels/chart701.xml.rels><?xml version='1.0' encoding='UTF-8' standalone='yes'?>
<Relationships xmlns="http://schemas.openxmlformats.org/package/2006/relationships"><Relationship Id="rId1" Type="http://schemas.openxmlformats.org/officeDocument/2006/relationships/package" Target="../embeddings/Microsoft_Excel_Worksheet701.xlsx"/></Relationships>
</file>

<file path=ppt/charts/_rels/chart702.xml.rels><?xml version='1.0' encoding='UTF-8' standalone='yes'?>
<Relationships xmlns="http://schemas.openxmlformats.org/package/2006/relationships"><Relationship Id="rId1" Type="http://schemas.openxmlformats.org/officeDocument/2006/relationships/package" Target="../embeddings/Microsoft_Excel_Worksheet702.xlsx"/></Relationships>
</file>

<file path=ppt/charts/_rels/chart703.xml.rels><?xml version='1.0' encoding='UTF-8' standalone='yes'?>
<Relationships xmlns="http://schemas.openxmlformats.org/package/2006/relationships"><Relationship Id="rId1" Type="http://schemas.openxmlformats.org/officeDocument/2006/relationships/package" Target="../embeddings/Microsoft_Excel_Worksheet703.xlsx"/></Relationships>
</file>

<file path=ppt/charts/_rels/chart704.xml.rels><?xml version='1.0' encoding='UTF-8' standalone='yes'?>
<Relationships xmlns="http://schemas.openxmlformats.org/package/2006/relationships"><Relationship Id="rId1" Type="http://schemas.openxmlformats.org/officeDocument/2006/relationships/package" Target="../embeddings/Microsoft_Excel_Worksheet704.xlsx"/></Relationships>
</file>

<file path=ppt/charts/_rels/chart705.xml.rels><?xml version='1.0' encoding='UTF-8' standalone='yes'?>
<Relationships xmlns="http://schemas.openxmlformats.org/package/2006/relationships"><Relationship Id="rId1" Type="http://schemas.openxmlformats.org/officeDocument/2006/relationships/package" Target="../embeddings/Microsoft_Excel_Worksheet705.xlsx"/></Relationships>
</file>

<file path=ppt/charts/_rels/chart706.xml.rels><?xml version='1.0' encoding='UTF-8' standalone='yes'?>
<Relationships xmlns="http://schemas.openxmlformats.org/package/2006/relationships"><Relationship Id="rId1" Type="http://schemas.openxmlformats.org/officeDocument/2006/relationships/package" Target="../embeddings/Microsoft_Excel_Worksheet706.xlsx"/></Relationships>
</file>

<file path=ppt/charts/_rels/chart707.xml.rels><?xml version='1.0' encoding='UTF-8' standalone='yes'?>
<Relationships xmlns="http://schemas.openxmlformats.org/package/2006/relationships"><Relationship Id="rId1" Type="http://schemas.openxmlformats.org/officeDocument/2006/relationships/package" Target="../embeddings/Microsoft_Excel_Worksheet707.xlsx"/></Relationships>
</file>

<file path=ppt/charts/_rels/chart708.xml.rels><?xml version='1.0' encoding='UTF-8' standalone='yes'?>
<Relationships xmlns="http://schemas.openxmlformats.org/package/2006/relationships"><Relationship Id="rId1" Type="http://schemas.openxmlformats.org/officeDocument/2006/relationships/package" Target="../embeddings/Microsoft_Excel_Worksheet708.xlsx"/></Relationships>
</file>

<file path=ppt/charts/_rels/chart709.xml.rels><?xml version='1.0' encoding='UTF-8' standalone='yes'?>
<Relationships xmlns="http://schemas.openxmlformats.org/package/2006/relationships"><Relationship Id="rId1" Type="http://schemas.openxmlformats.org/officeDocument/2006/relationships/package" Target="../embeddings/Microsoft_Excel_Worksheet709.xlsx"/></Relationships>
</file>

<file path=ppt/charts/_rels/chart710.xml.rels><?xml version='1.0' encoding='UTF-8' standalone='yes'?>
<Relationships xmlns="http://schemas.openxmlformats.org/package/2006/relationships"><Relationship Id="rId1" Type="http://schemas.openxmlformats.org/officeDocument/2006/relationships/package" Target="../embeddings/Microsoft_Excel_Worksheet710.xlsx"/></Relationships>
</file>

<file path=ppt/charts/_rels/chart711.xml.rels><?xml version='1.0' encoding='UTF-8' standalone='yes'?>
<Relationships xmlns="http://schemas.openxmlformats.org/package/2006/relationships"><Relationship Id="rId1" Type="http://schemas.openxmlformats.org/officeDocument/2006/relationships/package" Target="../embeddings/Microsoft_Excel_Worksheet711.xlsx"/></Relationships>
</file>

<file path=ppt/charts/_rels/chart712.xml.rels><?xml version='1.0' encoding='UTF-8' standalone='yes'?>
<Relationships xmlns="http://schemas.openxmlformats.org/package/2006/relationships"><Relationship Id="rId1" Type="http://schemas.openxmlformats.org/officeDocument/2006/relationships/package" Target="../embeddings/Microsoft_Excel_Worksheet712.xlsx"/></Relationships>
</file>

<file path=ppt/charts/_rels/chart713.xml.rels><?xml version='1.0' encoding='UTF-8' standalone='yes'?>
<Relationships xmlns="http://schemas.openxmlformats.org/package/2006/relationships"><Relationship Id="rId1" Type="http://schemas.openxmlformats.org/officeDocument/2006/relationships/package" Target="../embeddings/Microsoft_Excel_Worksheet713.xlsx"/></Relationships>
</file>

<file path=ppt/charts/_rels/chart714.xml.rels><?xml version='1.0' encoding='UTF-8' standalone='yes'?>
<Relationships xmlns="http://schemas.openxmlformats.org/package/2006/relationships"><Relationship Id="rId1" Type="http://schemas.openxmlformats.org/officeDocument/2006/relationships/package" Target="../embeddings/Microsoft_Excel_Worksheet714.xlsx"/></Relationships>
</file>

<file path=ppt/charts/_rels/chart715.xml.rels><?xml version='1.0' encoding='UTF-8' standalone='yes'?>
<Relationships xmlns="http://schemas.openxmlformats.org/package/2006/relationships"><Relationship Id="rId1" Type="http://schemas.openxmlformats.org/officeDocument/2006/relationships/package" Target="../embeddings/Microsoft_Excel_Worksheet715.xlsx"/></Relationships>
</file>

<file path=ppt/charts/_rels/chart716.xml.rels><?xml version='1.0' encoding='UTF-8' standalone='yes'?>
<Relationships xmlns="http://schemas.openxmlformats.org/package/2006/relationships"><Relationship Id="rId1" Type="http://schemas.openxmlformats.org/officeDocument/2006/relationships/package" Target="../embeddings/Microsoft_Excel_Worksheet716.xlsx"/></Relationships>
</file>

<file path=ppt/charts/_rels/chart717.xml.rels><?xml version='1.0' encoding='UTF-8' standalone='yes'?>
<Relationships xmlns="http://schemas.openxmlformats.org/package/2006/relationships"><Relationship Id="rId1" Type="http://schemas.openxmlformats.org/officeDocument/2006/relationships/package" Target="../embeddings/Microsoft_Excel_Worksheet717.xlsx"/></Relationships>
</file>

<file path=ppt/charts/_rels/chart718.xml.rels><?xml version='1.0' encoding='UTF-8' standalone='yes'?>
<Relationships xmlns="http://schemas.openxmlformats.org/package/2006/relationships"><Relationship Id="rId1" Type="http://schemas.openxmlformats.org/officeDocument/2006/relationships/package" Target="../embeddings/Microsoft_Excel_Worksheet718.xlsx"/></Relationships>
</file>

<file path=ppt/charts/_rels/chart719.xml.rels><?xml version='1.0' encoding='UTF-8' standalone='yes'?>
<Relationships xmlns="http://schemas.openxmlformats.org/package/2006/relationships"><Relationship Id="rId1" Type="http://schemas.openxmlformats.org/officeDocument/2006/relationships/package" Target="../embeddings/Microsoft_Excel_Worksheet719.xlsx"/></Relationships>
</file>

<file path=ppt/charts/_rels/chart720.xml.rels><?xml version='1.0' encoding='UTF-8' standalone='yes'?>
<Relationships xmlns="http://schemas.openxmlformats.org/package/2006/relationships"><Relationship Id="rId1" Type="http://schemas.openxmlformats.org/officeDocument/2006/relationships/package" Target="../embeddings/Microsoft_Excel_Worksheet720.xlsx"/></Relationships>
</file>

<file path=ppt/charts/_rels/chart721.xml.rels><?xml version='1.0' encoding='UTF-8' standalone='yes'?>
<Relationships xmlns="http://schemas.openxmlformats.org/package/2006/relationships"><Relationship Id="rId1" Type="http://schemas.openxmlformats.org/officeDocument/2006/relationships/package" Target="../embeddings/Microsoft_Excel_Worksheet721.xlsx"/></Relationships>
</file>

<file path=ppt/charts/_rels/chart722.xml.rels><?xml version='1.0' encoding='UTF-8' standalone='yes'?>
<Relationships xmlns="http://schemas.openxmlformats.org/package/2006/relationships"><Relationship Id="rId1" Type="http://schemas.openxmlformats.org/officeDocument/2006/relationships/package" Target="../embeddings/Microsoft_Excel_Worksheet722.xlsx"/></Relationships>
</file>

<file path=ppt/charts/_rels/chart723.xml.rels><?xml version='1.0' encoding='UTF-8' standalone='yes'?>
<Relationships xmlns="http://schemas.openxmlformats.org/package/2006/relationships"><Relationship Id="rId1" Type="http://schemas.openxmlformats.org/officeDocument/2006/relationships/package" Target="../embeddings/Microsoft_Excel_Worksheet723.xlsx"/></Relationships>
</file>

<file path=ppt/charts/_rels/chart724.xml.rels><?xml version='1.0' encoding='UTF-8' standalone='yes'?>
<Relationships xmlns="http://schemas.openxmlformats.org/package/2006/relationships"><Relationship Id="rId1" Type="http://schemas.openxmlformats.org/officeDocument/2006/relationships/package" Target="../embeddings/Microsoft_Excel_Worksheet724.xlsx"/></Relationships>
</file>

<file path=ppt/charts/_rels/chart725.xml.rels><?xml version='1.0' encoding='UTF-8' standalone='yes'?>
<Relationships xmlns="http://schemas.openxmlformats.org/package/2006/relationships"><Relationship Id="rId1" Type="http://schemas.openxmlformats.org/officeDocument/2006/relationships/package" Target="../embeddings/Microsoft_Excel_Worksheet725.xlsx"/></Relationships>
</file>

<file path=ppt/charts/_rels/chart726.xml.rels><?xml version='1.0' encoding='UTF-8' standalone='yes'?>
<Relationships xmlns="http://schemas.openxmlformats.org/package/2006/relationships"><Relationship Id="rId1" Type="http://schemas.openxmlformats.org/officeDocument/2006/relationships/package" Target="../embeddings/Microsoft_Excel_Worksheet726.xlsx"/></Relationships>
</file>

<file path=ppt/charts/_rels/chart727.xml.rels><?xml version='1.0' encoding='UTF-8' standalone='yes'?>
<Relationships xmlns="http://schemas.openxmlformats.org/package/2006/relationships"><Relationship Id="rId1" Type="http://schemas.openxmlformats.org/officeDocument/2006/relationships/package" Target="../embeddings/Microsoft_Excel_Worksheet727.xlsx"/></Relationships>
</file>

<file path=ppt/charts/_rels/chart728.xml.rels><?xml version='1.0' encoding='UTF-8' standalone='yes'?>
<Relationships xmlns="http://schemas.openxmlformats.org/package/2006/relationships"><Relationship Id="rId1" Type="http://schemas.openxmlformats.org/officeDocument/2006/relationships/package" Target="../embeddings/Microsoft_Excel_Worksheet728.xlsx"/></Relationships>
</file>

<file path=ppt/charts/_rels/chart729.xml.rels><?xml version='1.0' encoding='UTF-8' standalone='yes'?>
<Relationships xmlns="http://schemas.openxmlformats.org/package/2006/relationships"><Relationship Id="rId1" Type="http://schemas.openxmlformats.org/officeDocument/2006/relationships/package" Target="../embeddings/Microsoft_Excel_Worksheet729.xlsx"/></Relationships>
</file>

<file path=ppt/charts/_rels/chart730.xml.rels><?xml version='1.0' encoding='UTF-8' standalone='yes'?>
<Relationships xmlns="http://schemas.openxmlformats.org/package/2006/relationships"><Relationship Id="rId1" Type="http://schemas.openxmlformats.org/officeDocument/2006/relationships/package" Target="../embeddings/Microsoft_Excel_Worksheet730.xlsx"/></Relationships>
</file>

<file path=ppt/charts/_rels/chart731.xml.rels><?xml version='1.0' encoding='UTF-8' standalone='yes'?>
<Relationships xmlns="http://schemas.openxmlformats.org/package/2006/relationships"><Relationship Id="rId1" Type="http://schemas.openxmlformats.org/officeDocument/2006/relationships/package" Target="../embeddings/Microsoft_Excel_Worksheet731.xlsx"/></Relationships>
</file>

<file path=ppt/charts/_rels/chart732.xml.rels><?xml version='1.0' encoding='UTF-8' standalone='yes'?>
<Relationships xmlns="http://schemas.openxmlformats.org/package/2006/relationships"><Relationship Id="rId1" Type="http://schemas.openxmlformats.org/officeDocument/2006/relationships/package" Target="../embeddings/Microsoft_Excel_Worksheet732.xlsx"/></Relationships>
</file>

<file path=ppt/charts/_rels/chart733.xml.rels><?xml version='1.0' encoding='UTF-8' standalone='yes'?>
<Relationships xmlns="http://schemas.openxmlformats.org/package/2006/relationships"><Relationship Id="rId1" Type="http://schemas.openxmlformats.org/officeDocument/2006/relationships/package" Target="../embeddings/Microsoft_Excel_Worksheet733.xlsx"/></Relationships>
</file>

<file path=ppt/charts/_rels/chart734.xml.rels><?xml version='1.0' encoding='UTF-8' standalone='yes'?>
<Relationships xmlns="http://schemas.openxmlformats.org/package/2006/relationships"><Relationship Id="rId1" Type="http://schemas.openxmlformats.org/officeDocument/2006/relationships/package" Target="../embeddings/Microsoft_Excel_Worksheet734.xlsx"/></Relationships>
</file>

<file path=ppt/charts/_rels/chart735.xml.rels><?xml version='1.0' encoding='UTF-8' standalone='yes'?>
<Relationships xmlns="http://schemas.openxmlformats.org/package/2006/relationships"><Relationship Id="rId1" Type="http://schemas.openxmlformats.org/officeDocument/2006/relationships/package" Target="../embeddings/Microsoft_Excel_Worksheet735.xlsx"/></Relationships>
</file>

<file path=ppt/charts/_rels/chart736.xml.rels><?xml version='1.0' encoding='UTF-8' standalone='yes'?>
<Relationships xmlns="http://schemas.openxmlformats.org/package/2006/relationships"><Relationship Id="rId1" Type="http://schemas.openxmlformats.org/officeDocument/2006/relationships/package" Target="../embeddings/Microsoft_Excel_Worksheet736.xlsx"/></Relationships>
</file>

<file path=ppt/charts/_rels/chart737.xml.rels><?xml version='1.0' encoding='UTF-8' standalone='yes'?>
<Relationships xmlns="http://schemas.openxmlformats.org/package/2006/relationships"><Relationship Id="rId1" Type="http://schemas.openxmlformats.org/officeDocument/2006/relationships/package" Target="../embeddings/Microsoft_Excel_Worksheet737.xlsx"/></Relationships>
</file>

<file path=ppt/charts/_rels/chart738.xml.rels><?xml version='1.0' encoding='UTF-8' standalone='yes'?>
<Relationships xmlns="http://schemas.openxmlformats.org/package/2006/relationships"><Relationship Id="rId1" Type="http://schemas.openxmlformats.org/officeDocument/2006/relationships/package" Target="../embeddings/Microsoft_Excel_Worksheet738.xlsx"/></Relationships>
</file>

<file path=ppt/charts/_rels/chart739.xml.rels><?xml version='1.0' encoding='UTF-8' standalone='yes'?>
<Relationships xmlns="http://schemas.openxmlformats.org/package/2006/relationships"><Relationship Id="rId1" Type="http://schemas.openxmlformats.org/officeDocument/2006/relationships/package" Target="../embeddings/Microsoft_Excel_Worksheet739.xlsx"/></Relationships>
</file>

<file path=ppt/charts/_rels/chart740.xml.rels><?xml version='1.0' encoding='UTF-8' standalone='yes'?>
<Relationships xmlns="http://schemas.openxmlformats.org/package/2006/relationships"><Relationship Id="rId1" Type="http://schemas.openxmlformats.org/officeDocument/2006/relationships/package" Target="../embeddings/Microsoft_Excel_Worksheet740.xlsx"/></Relationships>
</file>

<file path=ppt/charts/_rels/chart741.xml.rels><?xml version='1.0' encoding='UTF-8' standalone='yes'?>
<Relationships xmlns="http://schemas.openxmlformats.org/package/2006/relationships"><Relationship Id="rId1" Type="http://schemas.openxmlformats.org/officeDocument/2006/relationships/package" Target="../embeddings/Microsoft_Excel_Worksheet741.xlsx"/></Relationships>
</file>

<file path=ppt/charts/_rels/chart742.xml.rels><?xml version='1.0' encoding='UTF-8' standalone='yes'?>
<Relationships xmlns="http://schemas.openxmlformats.org/package/2006/relationships"><Relationship Id="rId1" Type="http://schemas.openxmlformats.org/officeDocument/2006/relationships/package" Target="../embeddings/Microsoft_Excel_Worksheet742.xlsx"/></Relationships>
</file>

<file path=ppt/charts/_rels/chart743.xml.rels><?xml version='1.0' encoding='UTF-8' standalone='yes'?>
<Relationships xmlns="http://schemas.openxmlformats.org/package/2006/relationships"><Relationship Id="rId1" Type="http://schemas.openxmlformats.org/officeDocument/2006/relationships/package" Target="../embeddings/Microsoft_Excel_Worksheet743.xlsx"/></Relationships>
</file>

<file path=ppt/charts/_rels/chart744.xml.rels><?xml version='1.0' encoding='UTF-8' standalone='yes'?>
<Relationships xmlns="http://schemas.openxmlformats.org/package/2006/relationships"><Relationship Id="rId1" Type="http://schemas.openxmlformats.org/officeDocument/2006/relationships/package" Target="../embeddings/Microsoft_Excel_Worksheet744.xlsx"/></Relationships>
</file>

<file path=ppt/charts/_rels/chart745.xml.rels><?xml version='1.0' encoding='UTF-8' standalone='yes'?>
<Relationships xmlns="http://schemas.openxmlformats.org/package/2006/relationships"><Relationship Id="rId1" Type="http://schemas.openxmlformats.org/officeDocument/2006/relationships/package" Target="../embeddings/Microsoft_Excel_Worksheet745.xlsx"/></Relationships>
</file>

<file path=ppt/charts/_rels/chart746.xml.rels><?xml version='1.0' encoding='UTF-8' standalone='yes'?>
<Relationships xmlns="http://schemas.openxmlformats.org/package/2006/relationships"><Relationship Id="rId1" Type="http://schemas.openxmlformats.org/officeDocument/2006/relationships/package" Target="../embeddings/Microsoft_Excel_Worksheet746.xlsx"/></Relationships>
</file>

<file path=ppt/charts/_rels/chart747.xml.rels><?xml version='1.0' encoding='UTF-8' standalone='yes'?>
<Relationships xmlns="http://schemas.openxmlformats.org/package/2006/relationships"><Relationship Id="rId1" Type="http://schemas.openxmlformats.org/officeDocument/2006/relationships/package" Target="../embeddings/Microsoft_Excel_Worksheet747.xlsx"/></Relationships>
</file>

<file path=ppt/charts/_rels/chart748.xml.rels><?xml version='1.0' encoding='UTF-8' standalone='yes'?>
<Relationships xmlns="http://schemas.openxmlformats.org/package/2006/relationships"><Relationship Id="rId1" Type="http://schemas.openxmlformats.org/officeDocument/2006/relationships/package" Target="../embeddings/Microsoft_Excel_Worksheet748.xlsx"/></Relationships>
</file>

<file path=ppt/charts/_rels/chart749.xml.rels><?xml version='1.0' encoding='UTF-8' standalone='yes'?>
<Relationships xmlns="http://schemas.openxmlformats.org/package/2006/relationships"><Relationship Id="rId1" Type="http://schemas.openxmlformats.org/officeDocument/2006/relationships/package" Target="../embeddings/Microsoft_Excel_Worksheet749.xlsx"/></Relationships>
</file>

<file path=ppt/charts/_rels/chart750.xml.rels><?xml version='1.0' encoding='UTF-8' standalone='yes'?>
<Relationships xmlns="http://schemas.openxmlformats.org/package/2006/relationships"><Relationship Id="rId1" Type="http://schemas.openxmlformats.org/officeDocument/2006/relationships/package" Target="../embeddings/Microsoft_Excel_Worksheet750.xlsx"/></Relationships>
</file>

<file path=ppt/charts/_rels/chart751.xml.rels><?xml version='1.0' encoding='UTF-8' standalone='yes'?>
<Relationships xmlns="http://schemas.openxmlformats.org/package/2006/relationships"><Relationship Id="rId1" Type="http://schemas.openxmlformats.org/officeDocument/2006/relationships/package" Target="../embeddings/Microsoft_Excel_Worksheet751.xlsx"/></Relationships>
</file>

<file path=ppt/charts/_rels/chart752.xml.rels><?xml version='1.0' encoding='UTF-8' standalone='yes'?>
<Relationships xmlns="http://schemas.openxmlformats.org/package/2006/relationships"><Relationship Id="rId1" Type="http://schemas.openxmlformats.org/officeDocument/2006/relationships/package" Target="../embeddings/Microsoft_Excel_Worksheet752.xlsx"/></Relationships>
</file>

<file path=ppt/charts/_rels/chart753.xml.rels><?xml version='1.0' encoding='UTF-8' standalone='yes'?>
<Relationships xmlns="http://schemas.openxmlformats.org/package/2006/relationships"><Relationship Id="rId1" Type="http://schemas.openxmlformats.org/officeDocument/2006/relationships/package" Target="../embeddings/Microsoft_Excel_Worksheet753.xlsx"/></Relationships>
</file>

<file path=ppt/charts/_rels/chart754.xml.rels><?xml version='1.0' encoding='UTF-8' standalone='yes'?>
<Relationships xmlns="http://schemas.openxmlformats.org/package/2006/relationships"><Relationship Id="rId1" Type="http://schemas.openxmlformats.org/officeDocument/2006/relationships/package" Target="../embeddings/Microsoft_Excel_Worksheet754.xlsx"/></Relationships>
</file>

<file path=ppt/charts/_rels/chart755.xml.rels><?xml version='1.0' encoding='UTF-8' standalone='yes'?>
<Relationships xmlns="http://schemas.openxmlformats.org/package/2006/relationships"><Relationship Id="rId1" Type="http://schemas.openxmlformats.org/officeDocument/2006/relationships/package" Target="../embeddings/Microsoft_Excel_Worksheet755.xlsx"/></Relationships>
</file>

<file path=ppt/charts/_rels/chart756.xml.rels><?xml version='1.0' encoding='UTF-8' standalone='yes'?>
<Relationships xmlns="http://schemas.openxmlformats.org/package/2006/relationships"><Relationship Id="rId1" Type="http://schemas.openxmlformats.org/officeDocument/2006/relationships/package" Target="../embeddings/Microsoft_Excel_Worksheet756.xlsx"/></Relationships>
</file>

<file path=ppt/charts/_rels/chart757.xml.rels><?xml version='1.0' encoding='UTF-8' standalone='yes'?>
<Relationships xmlns="http://schemas.openxmlformats.org/package/2006/relationships"><Relationship Id="rId1" Type="http://schemas.openxmlformats.org/officeDocument/2006/relationships/package" Target="../embeddings/Microsoft_Excel_Worksheet757.xlsx"/></Relationships>
</file>

<file path=ppt/charts/_rels/chart758.xml.rels><?xml version='1.0' encoding='UTF-8' standalone='yes'?>
<Relationships xmlns="http://schemas.openxmlformats.org/package/2006/relationships"><Relationship Id="rId1" Type="http://schemas.openxmlformats.org/officeDocument/2006/relationships/package" Target="../embeddings/Microsoft_Excel_Worksheet758.xlsx"/></Relationships>
</file>

<file path=ppt/charts/_rels/chart759.xml.rels><?xml version='1.0' encoding='UTF-8' standalone='yes'?>
<Relationships xmlns="http://schemas.openxmlformats.org/package/2006/relationships"><Relationship Id="rId1" Type="http://schemas.openxmlformats.org/officeDocument/2006/relationships/package" Target="../embeddings/Microsoft_Excel_Worksheet759.xlsx"/></Relationships>
</file>

<file path=ppt/charts/_rels/chart760.xml.rels><?xml version='1.0' encoding='UTF-8' standalone='yes'?>
<Relationships xmlns="http://schemas.openxmlformats.org/package/2006/relationships"><Relationship Id="rId1" Type="http://schemas.openxmlformats.org/officeDocument/2006/relationships/package" Target="../embeddings/Microsoft_Excel_Worksheet760.xlsx"/></Relationships>
</file>

<file path=ppt/charts/_rels/chart761.xml.rels><?xml version='1.0' encoding='UTF-8' standalone='yes'?>
<Relationships xmlns="http://schemas.openxmlformats.org/package/2006/relationships"><Relationship Id="rId1" Type="http://schemas.openxmlformats.org/officeDocument/2006/relationships/package" Target="../embeddings/Microsoft_Excel_Worksheet761.xlsx"/></Relationships>
</file>

<file path=ppt/charts/_rels/chart762.xml.rels><?xml version='1.0' encoding='UTF-8' standalone='yes'?>
<Relationships xmlns="http://schemas.openxmlformats.org/package/2006/relationships"><Relationship Id="rId1" Type="http://schemas.openxmlformats.org/officeDocument/2006/relationships/package" Target="../embeddings/Microsoft_Excel_Worksheet762.xlsx"/></Relationships>
</file>

<file path=ppt/charts/_rels/chart763.xml.rels><?xml version='1.0' encoding='UTF-8' standalone='yes'?>
<Relationships xmlns="http://schemas.openxmlformats.org/package/2006/relationships"><Relationship Id="rId1" Type="http://schemas.openxmlformats.org/officeDocument/2006/relationships/package" Target="../embeddings/Microsoft_Excel_Worksheet763.xlsx"/></Relationships>
</file>

<file path=ppt/charts/_rels/chart764.xml.rels><?xml version='1.0' encoding='UTF-8' standalone='yes'?>
<Relationships xmlns="http://schemas.openxmlformats.org/package/2006/relationships"><Relationship Id="rId1" Type="http://schemas.openxmlformats.org/officeDocument/2006/relationships/package" Target="../embeddings/Microsoft_Excel_Worksheet764.xlsx"/></Relationships>
</file>

<file path=ppt/charts/_rels/chart765.xml.rels><?xml version='1.0' encoding='UTF-8' standalone='yes'?>
<Relationships xmlns="http://schemas.openxmlformats.org/package/2006/relationships"><Relationship Id="rId1" Type="http://schemas.openxmlformats.org/officeDocument/2006/relationships/package" Target="../embeddings/Microsoft_Excel_Worksheet765.xlsx"/></Relationships>
</file>

<file path=ppt/charts/_rels/chart766.xml.rels><?xml version='1.0' encoding='UTF-8' standalone='yes'?>
<Relationships xmlns="http://schemas.openxmlformats.org/package/2006/relationships"><Relationship Id="rId1" Type="http://schemas.openxmlformats.org/officeDocument/2006/relationships/package" Target="../embeddings/Microsoft_Excel_Worksheet766.xlsx"/></Relationships>
</file>

<file path=ppt/charts/_rels/chart767.xml.rels><?xml version='1.0' encoding='UTF-8' standalone='yes'?>
<Relationships xmlns="http://schemas.openxmlformats.org/package/2006/relationships"><Relationship Id="rId1" Type="http://schemas.openxmlformats.org/officeDocument/2006/relationships/package" Target="../embeddings/Microsoft_Excel_Worksheet767.xlsx"/></Relationships>
</file>

<file path=ppt/charts/_rels/chart768.xml.rels><?xml version='1.0' encoding='UTF-8' standalone='yes'?>
<Relationships xmlns="http://schemas.openxmlformats.org/package/2006/relationships"><Relationship Id="rId1" Type="http://schemas.openxmlformats.org/officeDocument/2006/relationships/package" Target="../embeddings/Microsoft_Excel_Worksheet768.xlsx"/></Relationships>
</file>

<file path=ppt/charts/_rels/chart769.xml.rels><?xml version='1.0' encoding='UTF-8' standalone='yes'?>
<Relationships xmlns="http://schemas.openxmlformats.org/package/2006/relationships"><Relationship Id="rId1" Type="http://schemas.openxmlformats.org/officeDocument/2006/relationships/package" Target="../embeddings/Microsoft_Excel_Worksheet769.xlsx"/></Relationships>
</file>

<file path=ppt/charts/_rels/chart770.xml.rels><?xml version='1.0' encoding='UTF-8' standalone='yes'?>
<Relationships xmlns="http://schemas.openxmlformats.org/package/2006/relationships"><Relationship Id="rId1" Type="http://schemas.openxmlformats.org/officeDocument/2006/relationships/package" Target="../embeddings/Microsoft_Excel_Worksheet770.xlsx"/></Relationships>
</file>

<file path=ppt/charts/_rels/chart771.xml.rels><?xml version='1.0' encoding='UTF-8' standalone='yes'?>
<Relationships xmlns="http://schemas.openxmlformats.org/package/2006/relationships"><Relationship Id="rId1" Type="http://schemas.openxmlformats.org/officeDocument/2006/relationships/package" Target="../embeddings/Microsoft_Excel_Worksheet771.xlsx"/></Relationships>
</file>

<file path=ppt/charts/_rels/chart772.xml.rels><?xml version='1.0' encoding='UTF-8' standalone='yes'?>
<Relationships xmlns="http://schemas.openxmlformats.org/package/2006/relationships"><Relationship Id="rId1" Type="http://schemas.openxmlformats.org/officeDocument/2006/relationships/package" Target="../embeddings/Microsoft_Excel_Worksheet772.xlsx"/></Relationships>
</file>

<file path=ppt/charts/_rels/chart773.xml.rels><?xml version='1.0' encoding='UTF-8' standalone='yes'?>
<Relationships xmlns="http://schemas.openxmlformats.org/package/2006/relationships"><Relationship Id="rId1" Type="http://schemas.openxmlformats.org/officeDocument/2006/relationships/package" Target="../embeddings/Microsoft_Excel_Worksheet773.xlsx"/></Relationships>
</file>

<file path=ppt/charts/_rels/chart774.xml.rels><?xml version='1.0' encoding='UTF-8' standalone='yes'?>
<Relationships xmlns="http://schemas.openxmlformats.org/package/2006/relationships"><Relationship Id="rId1" Type="http://schemas.openxmlformats.org/officeDocument/2006/relationships/package" Target="../embeddings/Microsoft_Excel_Worksheet774.xlsx"/></Relationships>
</file>

<file path=ppt/charts/_rels/chart775.xml.rels><?xml version='1.0' encoding='UTF-8' standalone='yes'?>
<Relationships xmlns="http://schemas.openxmlformats.org/package/2006/relationships"><Relationship Id="rId1" Type="http://schemas.openxmlformats.org/officeDocument/2006/relationships/package" Target="../embeddings/Microsoft_Excel_Worksheet775.xlsx"/></Relationships>
</file>

<file path=ppt/charts/_rels/chart776.xml.rels><?xml version='1.0' encoding='UTF-8' standalone='yes'?>
<Relationships xmlns="http://schemas.openxmlformats.org/package/2006/relationships"><Relationship Id="rId1" Type="http://schemas.openxmlformats.org/officeDocument/2006/relationships/package" Target="../embeddings/Microsoft_Excel_Worksheet776.xlsx"/></Relationships>
</file>

<file path=ppt/charts/_rels/chart777.xml.rels><?xml version='1.0' encoding='UTF-8' standalone='yes'?>
<Relationships xmlns="http://schemas.openxmlformats.org/package/2006/relationships"><Relationship Id="rId1" Type="http://schemas.openxmlformats.org/officeDocument/2006/relationships/package" Target="../embeddings/Microsoft_Excel_Worksheet777.xlsx"/></Relationships>
</file>

<file path=ppt/charts/_rels/chart778.xml.rels><?xml version='1.0' encoding='UTF-8' standalone='yes'?>
<Relationships xmlns="http://schemas.openxmlformats.org/package/2006/relationships"><Relationship Id="rId1" Type="http://schemas.openxmlformats.org/officeDocument/2006/relationships/package" Target="../embeddings/Microsoft_Excel_Worksheet778.xlsx"/></Relationships>
</file>

<file path=ppt/charts/_rels/chart779.xml.rels><?xml version='1.0' encoding='UTF-8' standalone='yes'?>
<Relationships xmlns="http://schemas.openxmlformats.org/package/2006/relationships"><Relationship Id="rId1" Type="http://schemas.openxmlformats.org/officeDocument/2006/relationships/package" Target="../embeddings/Microsoft_Excel_Worksheet779.xlsx"/></Relationships>
</file>

<file path=ppt/charts/_rels/chart780.xml.rels><?xml version='1.0' encoding='UTF-8' standalone='yes'?>
<Relationships xmlns="http://schemas.openxmlformats.org/package/2006/relationships"><Relationship Id="rId1" Type="http://schemas.openxmlformats.org/officeDocument/2006/relationships/package" Target="../embeddings/Microsoft_Excel_Worksheet780.xlsx"/></Relationships>
</file>

<file path=ppt/charts/_rels/chart781.xml.rels><?xml version='1.0' encoding='UTF-8' standalone='yes'?>
<Relationships xmlns="http://schemas.openxmlformats.org/package/2006/relationships"><Relationship Id="rId1" Type="http://schemas.openxmlformats.org/officeDocument/2006/relationships/package" Target="../embeddings/Microsoft_Excel_Worksheet781.xlsx"/></Relationships>
</file>

<file path=ppt/charts/_rels/chart782.xml.rels><?xml version='1.0' encoding='UTF-8' standalone='yes'?>
<Relationships xmlns="http://schemas.openxmlformats.org/package/2006/relationships"><Relationship Id="rId1" Type="http://schemas.openxmlformats.org/officeDocument/2006/relationships/package" Target="../embeddings/Microsoft_Excel_Worksheet782.xlsx"/></Relationships>
</file>

<file path=ppt/charts/_rels/chart783.xml.rels><?xml version='1.0' encoding='UTF-8' standalone='yes'?>
<Relationships xmlns="http://schemas.openxmlformats.org/package/2006/relationships"><Relationship Id="rId1" Type="http://schemas.openxmlformats.org/officeDocument/2006/relationships/package" Target="../embeddings/Microsoft_Excel_Worksheet783.xlsx"/></Relationships>
</file>

<file path=ppt/charts/_rels/chart784.xml.rels><?xml version='1.0' encoding='UTF-8' standalone='yes'?>
<Relationships xmlns="http://schemas.openxmlformats.org/package/2006/relationships"><Relationship Id="rId1" Type="http://schemas.openxmlformats.org/officeDocument/2006/relationships/package" Target="../embeddings/Microsoft_Excel_Worksheet784.xlsx"/></Relationships>
</file>

<file path=ppt/charts/_rels/chart785.xml.rels><?xml version='1.0' encoding='UTF-8' standalone='yes'?>
<Relationships xmlns="http://schemas.openxmlformats.org/package/2006/relationships"><Relationship Id="rId1" Type="http://schemas.openxmlformats.org/officeDocument/2006/relationships/package" Target="../embeddings/Microsoft_Excel_Worksheet785.xlsx"/></Relationships>
</file>

<file path=ppt/charts/_rels/chart786.xml.rels><?xml version='1.0' encoding='UTF-8' standalone='yes'?>
<Relationships xmlns="http://schemas.openxmlformats.org/package/2006/relationships"><Relationship Id="rId1" Type="http://schemas.openxmlformats.org/officeDocument/2006/relationships/package" Target="../embeddings/Microsoft_Excel_Worksheet786.xlsx"/></Relationships>
</file>

<file path=ppt/charts/_rels/chart787.xml.rels><?xml version='1.0' encoding='UTF-8' standalone='yes'?>
<Relationships xmlns="http://schemas.openxmlformats.org/package/2006/relationships"><Relationship Id="rId1" Type="http://schemas.openxmlformats.org/officeDocument/2006/relationships/package" Target="../embeddings/Microsoft_Excel_Worksheet787.xlsx"/></Relationships>
</file>

<file path=ppt/charts/_rels/chart788.xml.rels><?xml version='1.0' encoding='UTF-8' standalone='yes'?>
<Relationships xmlns="http://schemas.openxmlformats.org/package/2006/relationships"><Relationship Id="rId1" Type="http://schemas.openxmlformats.org/officeDocument/2006/relationships/package" Target="../embeddings/Microsoft_Excel_Worksheet788.xlsx"/></Relationships>
</file>

<file path=ppt/charts/_rels/chart789.xml.rels><?xml version='1.0' encoding='UTF-8' standalone='yes'?>
<Relationships xmlns="http://schemas.openxmlformats.org/package/2006/relationships"><Relationship Id="rId1" Type="http://schemas.openxmlformats.org/officeDocument/2006/relationships/package" Target="../embeddings/Microsoft_Excel_Worksheet789.xlsx"/></Relationships>
</file>

<file path=ppt/charts/_rels/chart790.xml.rels><?xml version='1.0' encoding='UTF-8' standalone='yes'?>
<Relationships xmlns="http://schemas.openxmlformats.org/package/2006/relationships"><Relationship Id="rId1" Type="http://schemas.openxmlformats.org/officeDocument/2006/relationships/package" Target="../embeddings/Microsoft_Excel_Worksheet790.xlsx"/></Relationships>
</file>

<file path=ppt/charts/_rels/chart791.xml.rels><?xml version='1.0' encoding='UTF-8' standalone='yes'?>
<Relationships xmlns="http://schemas.openxmlformats.org/package/2006/relationships"><Relationship Id="rId1" Type="http://schemas.openxmlformats.org/officeDocument/2006/relationships/package" Target="../embeddings/Microsoft_Excel_Worksheet791.xlsx"/></Relationships>
</file>

<file path=ppt/charts/_rels/chart792.xml.rels><?xml version='1.0' encoding='UTF-8' standalone='yes'?>
<Relationships xmlns="http://schemas.openxmlformats.org/package/2006/relationships"><Relationship Id="rId1" Type="http://schemas.openxmlformats.org/officeDocument/2006/relationships/package" Target="../embeddings/Microsoft_Excel_Worksheet792.xlsx"/></Relationships>
</file>

<file path=ppt/charts/_rels/chart793.xml.rels><?xml version='1.0' encoding='UTF-8' standalone='yes'?>
<Relationships xmlns="http://schemas.openxmlformats.org/package/2006/relationships"><Relationship Id="rId1" Type="http://schemas.openxmlformats.org/officeDocument/2006/relationships/package" Target="../embeddings/Microsoft_Excel_Worksheet793.xlsx"/></Relationships>
</file>

<file path=ppt/charts/_rels/chart794.xml.rels><?xml version='1.0' encoding='UTF-8' standalone='yes'?>
<Relationships xmlns="http://schemas.openxmlformats.org/package/2006/relationships"><Relationship Id="rId1" Type="http://schemas.openxmlformats.org/officeDocument/2006/relationships/package" Target="../embeddings/Microsoft_Excel_Worksheet794.xlsx"/></Relationships>
</file>

<file path=ppt/charts/_rels/chart795.xml.rels><?xml version='1.0' encoding='UTF-8' standalone='yes'?>
<Relationships xmlns="http://schemas.openxmlformats.org/package/2006/relationships"><Relationship Id="rId1" Type="http://schemas.openxmlformats.org/officeDocument/2006/relationships/package" Target="../embeddings/Microsoft_Excel_Worksheet795.xlsx"/></Relationships>
</file>

<file path=ppt/charts/_rels/chart796.xml.rels><?xml version='1.0' encoding='UTF-8' standalone='yes'?>
<Relationships xmlns="http://schemas.openxmlformats.org/package/2006/relationships"><Relationship Id="rId1" Type="http://schemas.openxmlformats.org/officeDocument/2006/relationships/package" Target="../embeddings/Microsoft_Excel_Worksheet796.xlsx"/></Relationships>
</file>

<file path=ppt/charts/_rels/chart797.xml.rels><?xml version='1.0' encoding='UTF-8' standalone='yes'?>
<Relationships xmlns="http://schemas.openxmlformats.org/package/2006/relationships"><Relationship Id="rId1" Type="http://schemas.openxmlformats.org/officeDocument/2006/relationships/package" Target="../embeddings/Microsoft_Excel_Worksheet797.xlsx"/></Relationships>
</file>

<file path=ppt/charts/_rels/chart798.xml.rels><?xml version='1.0' encoding='UTF-8' standalone='yes'?>
<Relationships xmlns="http://schemas.openxmlformats.org/package/2006/relationships"><Relationship Id="rId1" Type="http://schemas.openxmlformats.org/officeDocument/2006/relationships/package" Target="../embeddings/Microsoft_Excel_Worksheet798.xlsx"/></Relationships>
</file>

<file path=ppt/charts/_rels/chart799.xml.rels><?xml version='1.0' encoding='UTF-8' standalone='yes'?>
<Relationships xmlns="http://schemas.openxmlformats.org/package/2006/relationships"><Relationship Id="rId1" Type="http://schemas.openxmlformats.org/officeDocument/2006/relationships/package" Target="../embeddings/Microsoft_Excel_Worksheet799.xlsx"/></Relationships>
</file>

<file path=ppt/charts/_rels/chart800.xml.rels><?xml version='1.0' encoding='UTF-8' standalone='yes'?>
<Relationships xmlns="http://schemas.openxmlformats.org/package/2006/relationships"><Relationship Id="rId1" Type="http://schemas.openxmlformats.org/officeDocument/2006/relationships/package" Target="../embeddings/Microsoft_Excel_Worksheet800.xlsx"/></Relationships>
</file>

<file path=ppt/charts/_rels/chart801.xml.rels><?xml version='1.0' encoding='UTF-8' standalone='yes'?>
<Relationships xmlns="http://schemas.openxmlformats.org/package/2006/relationships"><Relationship Id="rId1" Type="http://schemas.openxmlformats.org/officeDocument/2006/relationships/package" Target="../embeddings/Microsoft_Excel_Worksheet801.xlsx"/></Relationships>
</file>

<file path=ppt/charts/_rels/chart802.xml.rels><?xml version='1.0' encoding='UTF-8' standalone='yes'?>
<Relationships xmlns="http://schemas.openxmlformats.org/package/2006/relationships"><Relationship Id="rId1" Type="http://schemas.openxmlformats.org/officeDocument/2006/relationships/package" Target="../embeddings/Microsoft_Excel_Worksheet802.xlsx"/></Relationships>
</file>

<file path=ppt/charts/_rels/chart803.xml.rels><?xml version='1.0' encoding='UTF-8' standalone='yes'?>
<Relationships xmlns="http://schemas.openxmlformats.org/package/2006/relationships"><Relationship Id="rId1" Type="http://schemas.openxmlformats.org/officeDocument/2006/relationships/package" Target="../embeddings/Microsoft_Excel_Worksheet803.xlsx"/></Relationships>
</file>

<file path=ppt/charts/_rels/chart804.xml.rels><?xml version='1.0' encoding='UTF-8' standalone='yes'?>
<Relationships xmlns="http://schemas.openxmlformats.org/package/2006/relationships"><Relationship Id="rId1" Type="http://schemas.openxmlformats.org/officeDocument/2006/relationships/package" Target="../embeddings/Microsoft_Excel_Worksheet804.xlsx"/></Relationships>
</file>

<file path=ppt/charts/_rels/chart805.xml.rels><?xml version='1.0' encoding='UTF-8' standalone='yes'?>
<Relationships xmlns="http://schemas.openxmlformats.org/package/2006/relationships"><Relationship Id="rId1" Type="http://schemas.openxmlformats.org/officeDocument/2006/relationships/package" Target="../embeddings/Microsoft_Excel_Worksheet805.xlsx"/></Relationships>
</file>

<file path=ppt/charts/_rels/chart806.xml.rels><?xml version='1.0' encoding='UTF-8' standalone='yes'?>
<Relationships xmlns="http://schemas.openxmlformats.org/package/2006/relationships"><Relationship Id="rId1" Type="http://schemas.openxmlformats.org/officeDocument/2006/relationships/package" Target="../embeddings/Microsoft_Excel_Worksheet806.xlsx"/></Relationships>
</file>

<file path=ppt/charts/_rels/chart807.xml.rels><?xml version='1.0' encoding='UTF-8' standalone='yes'?>
<Relationships xmlns="http://schemas.openxmlformats.org/package/2006/relationships"><Relationship Id="rId1" Type="http://schemas.openxmlformats.org/officeDocument/2006/relationships/package" Target="../embeddings/Microsoft_Excel_Worksheet807.xlsx"/></Relationships>
</file>

<file path=ppt/charts/_rels/chart808.xml.rels><?xml version='1.0' encoding='UTF-8' standalone='yes'?>
<Relationships xmlns="http://schemas.openxmlformats.org/package/2006/relationships"><Relationship Id="rId1" Type="http://schemas.openxmlformats.org/officeDocument/2006/relationships/package" Target="../embeddings/Microsoft_Excel_Worksheet808.xlsx"/></Relationships>
</file>

<file path=ppt/charts/_rels/chart809.xml.rels><?xml version='1.0' encoding='UTF-8' standalone='yes'?>
<Relationships xmlns="http://schemas.openxmlformats.org/package/2006/relationships"><Relationship Id="rId1" Type="http://schemas.openxmlformats.org/officeDocument/2006/relationships/package" Target="../embeddings/Microsoft_Excel_Worksheet809.xlsx"/></Relationships>
</file>

<file path=ppt/charts/_rels/chart810.xml.rels><?xml version='1.0' encoding='UTF-8' standalone='yes'?>
<Relationships xmlns="http://schemas.openxmlformats.org/package/2006/relationships"><Relationship Id="rId1" Type="http://schemas.openxmlformats.org/officeDocument/2006/relationships/package" Target="../embeddings/Microsoft_Excel_Worksheet810.xlsx"/></Relationships>
</file>

<file path=ppt/charts/_rels/chart811.xml.rels><?xml version='1.0' encoding='UTF-8' standalone='yes'?>
<Relationships xmlns="http://schemas.openxmlformats.org/package/2006/relationships"><Relationship Id="rId1" Type="http://schemas.openxmlformats.org/officeDocument/2006/relationships/package" Target="../embeddings/Microsoft_Excel_Worksheet811.xlsx"/></Relationships>
</file>

<file path=ppt/charts/_rels/chart812.xml.rels><?xml version='1.0' encoding='UTF-8' standalone='yes'?>
<Relationships xmlns="http://schemas.openxmlformats.org/package/2006/relationships"><Relationship Id="rId1" Type="http://schemas.openxmlformats.org/officeDocument/2006/relationships/package" Target="../embeddings/Microsoft_Excel_Worksheet812.xlsx"/></Relationships>
</file>

<file path=ppt/charts/_rels/chart813.xml.rels><?xml version='1.0' encoding='UTF-8' standalone='yes'?>
<Relationships xmlns="http://schemas.openxmlformats.org/package/2006/relationships"><Relationship Id="rId1" Type="http://schemas.openxmlformats.org/officeDocument/2006/relationships/package" Target="../embeddings/Microsoft_Excel_Worksheet813.xlsx"/></Relationships>
</file>

<file path=ppt/charts/_rels/chart814.xml.rels><?xml version='1.0' encoding='UTF-8' standalone='yes'?>
<Relationships xmlns="http://schemas.openxmlformats.org/package/2006/relationships"><Relationship Id="rId1" Type="http://schemas.openxmlformats.org/officeDocument/2006/relationships/package" Target="../embeddings/Microsoft_Excel_Worksheet814.xlsx"/></Relationships>
</file>

<file path=ppt/charts/_rels/chart815.xml.rels><?xml version='1.0' encoding='UTF-8' standalone='yes'?>
<Relationships xmlns="http://schemas.openxmlformats.org/package/2006/relationships"><Relationship Id="rId1" Type="http://schemas.openxmlformats.org/officeDocument/2006/relationships/package" Target="../embeddings/Microsoft_Excel_Worksheet815.xlsx"/></Relationships>
</file>

<file path=ppt/charts/_rels/chart816.xml.rels><?xml version='1.0' encoding='UTF-8' standalone='yes'?>
<Relationships xmlns="http://schemas.openxmlformats.org/package/2006/relationships"><Relationship Id="rId1" Type="http://schemas.openxmlformats.org/officeDocument/2006/relationships/package" Target="../embeddings/Microsoft_Excel_Worksheet816.xlsx"/></Relationships>
</file>

<file path=ppt/charts/_rels/chart817.xml.rels><?xml version='1.0' encoding='UTF-8' standalone='yes'?>
<Relationships xmlns="http://schemas.openxmlformats.org/package/2006/relationships"><Relationship Id="rId1" Type="http://schemas.openxmlformats.org/officeDocument/2006/relationships/package" Target="../embeddings/Microsoft_Excel_Worksheet817.xlsx"/></Relationships>
</file>

<file path=ppt/charts/_rels/chart818.xml.rels><?xml version='1.0' encoding='UTF-8' standalone='yes'?>
<Relationships xmlns="http://schemas.openxmlformats.org/package/2006/relationships"><Relationship Id="rId1" Type="http://schemas.openxmlformats.org/officeDocument/2006/relationships/package" Target="../embeddings/Microsoft_Excel_Worksheet818.xlsx"/></Relationships>
</file>

<file path=ppt/charts/_rels/chart819.xml.rels><?xml version='1.0' encoding='UTF-8' standalone='yes'?>
<Relationships xmlns="http://schemas.openxmlformats.org/package/2006/relationships"><Relationship Id="rId1" Type="http://schemas.openxmlformats.org/officeDocument/2006/relationships/package" Target="../embeddings/Microsoft_Excel_Worksheet819.xlsx"/></Relationships>
</file>

<file path=ppt/charts/_rels/chart820.xml.rels><?xml version='1.0' encoding='UTF-8' standalone='yes'?>
<Relationships xmlns="http://schemas.openxmlformats.org/package/2006/relationships"><Relationship Id="rId1" Type="http://schemas.openxmlformats.org/officeDocument/2006/relationships/package" Target="../embeddings/Microsoft_Excel_Worksheet820.xlsx"/></Relationships>
</file>

<file path=ppt/charts/_rels/chart821.xml.rels><?xml version='1.0' encoding='UTF-8' standalone='yes'?>
<Relationships xmlns="http://schemas.openxmlformats.org/package/2006/relationships"><Relationship Id="rId1" Type="http://schemas.openxmlformats.org/officeDocument/2006/relationships/package" Target="../embeddings/Microsoft_Excel_Worksheet821.xlsx"/></Relationships>
</file>

<file path=ppt/charts/_rels/chart822.xml.rels><?xml version='1.0' encoding='UTF-8' standalone='yes'?>
<Relationships xmlns="http://schemas.openxmlformats.org/package/2006/relationships"><Relationship Id="rId1" Type="http://schemas.openxmlformats.org/officeDocument/2006/relationships/package" Target="../embeddings/Microsoft_Excel_Worksheet822.xlsx"/></Relationships>
</file>

<file path=ppt/charts/_rels/chart823.xml.rels><?xml version='1.0' encoding='UTF-8' standalone='yes'?>
<Relationships xmlns="http://schemas.openxmlformats.org/package/2006/relationships"><Relationship Id="rId1" Type="http://schemas.openxmlformats.org/officeDocument/2006/relationships/package" Target="../embeddings/Microsoft_Excel_Worksheet823.xlsx"/></Relationships>
</file>

<file path=ppt/charts/_rels/chart824.xml.rels><?xml version='1.0' encoding='UTF-8' standalone='yes'?>
<Relationships xmlns="http://schemas.openxmlformats.org/package/2006/relationships"><Relationship Id="rId1" Type="http://schemas.openxmlformats.org/officeDocument/2006/relationships/package" Target="../embeddings/Microsoft_Excel_Worksheet824.xlsx"/></Relationships>
</file>

<file path=ppt/charts/_rels/chart825.xml.rels><?xml version='1.0' encoding='UTF-8' standalone='yes'?>
<Relationships xmlns="http://schemas.openxmlformats.org/package/2006/relationships"><Relationship Id="rId1" Type="http://schemas.openxmlformats.org/officeDocument/2006/relationships/package" Target="../embeddings/Microsoft_Excel_Worksheet825.xlsx"/></Relationships>
</file>

<file path=ppt/charts/_rels/chart826.xml.rels><?xml version='1.0' encoding='UTF-8' standalone='yes'?>
<Relationships xmlns="http://schemas.openxmlformats.org/package/2006/relationships"><Relationship Id="rId1" Type="http://schemas.openxmlformats.org/officeDocument/2006/relationships/package" Target="../embeddings/Microsoft_Excel_Worksheet826.xlsx"/></Relationships>
</file>

<file path=ppt/charts/_rels/chart827.xml.rels><?xml version='1.0' encoding='UTF-8' standalone='yes'?>
<Relationships xmlns="http://schemas.openxmlformats.org/package/2006/relationships"><Relationship Id="rId1" Type="http://schemas.openxmlformats.org/officeDocument/2006/relationships/package" Target="../embeddings/Microsoft_Excel_Worksheet827.xlsx"/></Relationships>
</file>

<file path=ppt/charts/_rels/chart828.xml.rels><?xml version='1.0' encoding='UTF-8' standalone='yes'?>
<Relationships xmlns="http://schemas.openxmlformats.org/package/2006/relationships"><Relationship Id="rId1" Type="http://schemas.openxmlformats.org/officeDocument/2006/relationships/package" Target="../embeddings/Microsoft_Excel_Worksheet828.xlsx"/></Relationships>
</file>

<file path=ppt/charts/_rels/chart829.xml.rels><?xml version='1.0' encoding='UTF-8' standalone='yes'?>
<Relationships xmlns="http://schemas.openxmlformats.org/package/2006/relationships"><Relationship Id="rId1" Type="http://schemas.openxmlformats.org/officeDocument/2006/relationships/package" Target="../embeddings/Microsoft_Excel_Worksheet829.xlsx"/></Relationships>
</file>

<file path=ppt/charts/_rels/chart830.xml.rels><?xml version='1.0' encoding='UTF-8' standalone='yes'?>
<Relationships xmlns="http://schemas.openxmlformats.org/package/2006/relationships"><Relationship Id="rId1" Type="http://schemas.openxmlformats.org/officeDocument/2006/relationships/package" Target="../embeddings/Microsoft_Excel_Worksheet830.xlsx"/></Relationships>
</file>

<file path=ppt/charts/_rels/chart831.xml.rels><?xml version='1.0' encoding='UTF-8' standalone='yes'?>
<Relationships xmlns="http://schemas.openxmlformats.org/package/2006/relationships"><Relationship Id="rId1" Type="http://schemas.openxmlformats.org/officeDocument/2006/relationships/package" Target="../embeddings/Microsoft_Excel_Worksheet831.xlsx"/></Relationships>
</file>

<file path=ppt/charts/_rels/chart832.xml.rels><?xml version='1.0' encoding='UTF-8' standalone='yes'?>
<Relationships xmlns="http://schemas.openxmlformats.org/package/2006/relationships"><Relationship Id="rId1" Type="http://schemas.openxmlformats.org/officeDocument/2006/relationships/package" Target="../embeddings/Microsoft_Excel_Worksheet832.xlsx"/></Relationships>
</file>

<file path=ppt/charts/_rels/chart833.xml.rels><?xml version='1.0' encoding='UTF-8' standalone='yes'?>
<Relationships xmlns="http://schemas.openxmlformats.org/package/2006/relationships"><Relationship Id="rId1" Type="http://schemas.openxmlformats.org/officeDocument/2006/relationships/package" Target="../embeddings/Microsoft_Excel_Worksheet833.xlsx"/></Relationships>
</file>

<file path=ppt/charts/_rels/chart834.xml.rels><?xml version='1.0' encoding='UTF-8' standalone='yes'?>
<Relationships xmlns="http://schemas.openxmlformats.org/package/2006/relationships"><Relationship Id="rId1" Type="http://schemas.openxmlformats.org/officeDocument/2006/relationships/package" Target="../embeddings/Microsoft_Excel_Worksheet83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17589.42</c:v>
                </c:pt>
                <c:pt idx="1">
                  <c:v>35525.65</c:v>
                </c:pt>
                <c:pt idx="2">
                  <c:v>19584.51</c:v>
                </c:pt>
                <c:pt idx="3">
                  <c:v>52854.74</c:v>
                </c:pt>
                <c:pt idx="4">
                  <c:v>59597.54</c:v>
                </c:pt>
                <c:pt idx="5">
                  <c:v>50019.62</c:v>
                </c:pt>
                <c:pt idx="6">
                  <c:v>48650.8</c:v>
                </c:pt>
                <c:pt idx="7">
                  <c:v>42561.33</c:v>
                </c:pt>
                <c:pt idx="8">
                  <c:v>29640.6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48576.86</c:v>
                </c:pt>
                <c:pt idx="1">
                  <c:v>83209.45</c:v>
                </c:pt>
                <c:pt idx="2">
                  <c:v>80953.47</c:v>
                </c:pt>
                <c:pt idx="3">
                  <c:v>115975.73</c:v>
                </c:pt>
                <c:pt idx="4">
                  <c:v>93331.13</c:v>
                </c:pt>
                <c:pt idx="5">
                  <c:v>81497.9</c:v>
                </c:pt>
                <c:pt idx="6">
                  <c:v>95432.62</c:v>
                </c:pt>
                <c:pt idx="7">
                  <c:v>74389.37</c:v>
                </c:pt>
                <c:pt idx="8">
                  <c:v>59261.43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846.6348"/>
          <c:min val="9718.5151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-32541.88</c:v>
                </c:pt>
                <c:pt idx="1">
                  <c:v>-39371.54</c:v>
                </c:pt>
                <c:pt idx="2">
                  <c:v>-15968.48</c:v>
                </c:pt>
                <c:pt idx="3">
                  <c:v>-36489.05</c:v>
                </c:pt>
                <c:pt idx="4">
                  <c:v>-30268.56</c:v>
                </c:pt>
                <c:pt idx="5">
                  <c:v>-65947.82</c:v>
                </c:pt>
                <c:pt idx="6">
                  <c:v>-62537.18</c:v>
                </c:pt>
                <c:pt idx="7">
                  <c:v>-42445.23</c:v>
                </c:pt>
                <c:pt idx="8">
                  <c:v>-87703.46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-25134.32</c:v>
                </c:pt>
                <c:pt idx="1">
                  <c:v>-18928.46</c:v>
                </c:pt>
                <c:pt idx="2">
                  <c:v>-1794.83</c:v>
                </c:pt>
                <c:pt idx="3">
                  <c:v>-11749.32</c:v>
                </c:pt>
                <c:pt idx="4">
                  <c:v>-24257.93</c:v>
                </c:pt>
                <c:pt idx="5">
                  <c:v>-25293.4</c:v>
                </c:pt>
                <c:pt idx="6">
                  <c:v>8767.79</c:v>
                </c:pt>
                <c:pt idx="7">
                  <c:v>13670.42</c:v>
                </c:pt>
                <c:pt idx="8">
                  <c:v>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134.5168"/>
          <c:min val="-96209.97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11779.22</c:v>
                </c:pt>
                <c:pt idx="1">
                  <c:v>-5066.73</c:v>
                </c:pt>
                <c:pt idx="2">
                  <c:v>-1793.58</c:v>
                </c:pt>
                <c:pt idx="3">
                  <c:v>19736.6</c:v>
                </c:pt>
                <c:pt idx="4">
                  <c:v>1278.94</c:v>
                </c:pt>
                <c:pt idx="5">
                  <c:v>186.48999999999</c:v>
                </c:pt>
                <c:pt idx="6">
                  <c:v>-8854.69</c:v>
                </c:pt>
                <c:pt idx="7">
                  <c:v>3606.24</c:v>
                </c:pt>
                <c:pt idx="8">
                  <c:v>-9184.38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-3189.55</c:v>
                </c:pt>
                <c:pt idx="1">
                  <c:v>-22237.25</c:v>
                </c:pt>
                <c:pt idx="2">
                  <c:v>-4203.13</c:v>
                </c:pt>
                <c:pt idx="3">
                  <c:v>-7805.55</c:v>
                </c:pt>
                <c:pt idx="4">
                  <c:v>-37733.95</c:v>
                </c:pt>
                <c:pt idx="5">
                  <c:v>-2784.64</c:v>
                </c:pt>
                <c:pt idx="6">
                  <c:v>-11296.39</c:v>
                </c:pt>
                <c:pt idx="7">
                  <c:v>-41449.98</c:v>
                </c:pt>
                <c:pt idx="8">
                  <c:v>-17585.2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631.5264"/>
          <c:min val="-46344.90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10085.66</c:v>
                </c:pt>
                <c:pt idx="1">
                  <c:v>25784.56</c:v>
                </c:pt>
                <c:pt idx="2">
                  <c:v>30502.7</c:v>
                </c:pt>
                <c:pt idx="3">
                  <c:v>21383.29</c:v>
                </c:pt>
                <c:pt idx="4">
                  <c:v>29102.34</c:v>
                </c:pt>
                <c:pt idx="5">
                  <c:v>24403.39</c:v>
                </c:pt>
                <c:pt idx="6">
                  <c:v>33878.51</c:v>
                </c:pt>
                <c:pt idx="7">
                  <c:v>15819.91</c:v>
                </c:pt>
                <c:pt idx="8">
                  <c:v>6336.05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-3752.42</c:v>
                </c:pt>
                <c:pt idx="1">
                  <c:v>-3270.05</c:v>
                </c:pt>
                <c:pt idx="2">
                  <c:v>-1165.61</c:v>
                </c:pt>
                <c:pt idx="3">
                  <c:v>14392.76</c:v>
                </c:pt>
                <c:pt idx="4">
                  <c:v>14497.02</c:v>
                </c:pt>
                <c:pt idx="5">
                  <c:v>12321.7</c:v>
                </c:pt>
                <c:pt idx="6">
                  <c:v>33878.7</c:v>
                </c:pt>
                <c:pt idx="7">
                  <c:v>3858.83</c:v>
                </c:pt>
                <c:pt idx="8">
                  <c:v>1067.26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889.1896"/>
          <c:min val="-6762.9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43086.926666666666</c:v>
                </c:pt>
                <c:pt idx="1">
                  <c:v>43086.926666666666</c:v>
                </c:pt>
                <c:pt idx="2">
                  <c:v>43086.926666666666</c:v>
                </c:pt>
                <c:pt idx="3">
                  <c:v>43086.926666666666</c:v>
                </c:pt>
                <c:pt idx="4">
                  <c:v>43086.926666666666</c:v>
                </c:pt>
                <c:pt idx="5">
                  <c:v>43086.926666666666</c:v>
                </c:pt>
                <c:pt idx="6">
                  <c:v>43086.926666666666</c:v>
                </c:pt>
                <c:pt idx="7">
                  <c:v>43086.926666666666</c:v>
                </c:pt>
                <c:pt idx="8">
                  <c:v>43086.926666666666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595696.1966666667</c:v>
                </c:pt>
                <c:pt idx="1">
                  <c:v>595696.1966666667</c:v>
                </c:pt>
                <c:pt idx="2">
                  <c:v>595696.1966666667</c:v>
                </c:pt>
                <c:pt idx="3">
                  <c:v>595696.1966666667</c:v>
                </c:pt>
                <c:pt idx="4">
                  <c:v>595696.1966666667</c:v>
                </c:pt>
                <c:pt idx="5">
                  <c:v>595696.1966666667</c:v>
                </c:pt>
                <c:pt idx="6">
                  <c:v>595696.1966666667</c:v>
                </c:pt>
                <c:pt idx="7">
                  <c:v>595696.1966666667</c:v>
                </c:pt>
                <c:pt idx="8">
                  <c:v>595696.1966666667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134413.76</c:v>
                </c:pt>
                <c:pt idx="1">
                  <c:v>136166.98</c:v>
                </c:pt>
                <c:pt idx="2">
                  <c:v>142112.21</c:v>
                </c:pt>
                <c:pt idx="3">
                  <c:v>113010.98</c:v>
                </c:pt>
                <c:pt idx="4">
                  <c:v>146326.63</c:v>
                </c:pt>
                <c:pt idx="5">
                  <c:v>146038.82</c:v>
                </c:pt>
                <c:pt idx="6">
                  <c:v>191991.01</c:v>
                </c:pt>
                <c:pt idx="7">
                  <c:v>187453.94</c:v>
                </c:pt>
                <c:pt idx="8">
                  <c:v>131852.86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55321.72</c:v>
                </c:pt>
                <c:pt idx="1">
                  <c:v>54548.56</c:v>
                </c:pt>
                <c:pt idx="2">
                  <c:v>47454.96</c:v>
                </c:pt>
                <c:pt idx="3">
                  <c:v>92027.64</c:v>
                </c:pt>
                <c:pt idx="4">
                  <c:v>63683.07</c:v>
                </c:pt>
                <c:pt idx="5">
                  <c:v>68067.68</c:v>
                </c:pt>
                <c:pt idx="6">
                  <c:v>75466.91</c:v>
                </c:pt>
                <c:pt idx="7">
                  <c:v>72641.58</c:v>
                </c:pt>
                <c:pt idx="8">
                  <c:v>62078.61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76050.03</c:v>
                </c:pt>
                <c:pt idx="1">
                  <c:v>73273.59</c:v>
                </c:pt>
                <c:pt idx="2">
                  <c:v>81634.74</c:v>
                </c:pt>
                <c:pt idx="3">
                  <c:v>94249.5</c:v>
                </c:pt>
                <c:pt idx="4">
                  <c:v>67981.64</c:v>
                </c:pt>
                <c:pt idx="5">
                  <c:v>108381.83</c:v>
                </c:pt>
                <c:pt idx="6">
                  <c:v>109246.03</c:v>
                </c:pt>
                <c:pt idx="7">
                  <c:v>81026.75</c:v>
                </c:pt>
                <c:pt idx="8">
                  <c:v>79296.99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4189.3156"/>
          <c:min val="42511.6743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120336.79</c:v>
                </c:pt>
                <c:pt idx="1">
                  <c:v>99641.21</c:v>
                </c:pt>
                <c:pt idx="2">
                  <c:v>72810.24</c:v>
                </c:pt>
                <c:pt idx="3">
                  <c:v>115223.2</c:v>
                </c:pt>
                <c:pt idx="4">
                  <c:v>93203.85</c:v>
                </c:pt>
                <c:pt idx="5">
                  <c:v>114670.06</c:v>
                </c:pt>
                <c:pt idx="6">
                  <c:v>108656.19</c:v>
                </c:pt>
                <c:pt idx="7">
                  <c:v>74005.2</c:v>
                </c:pt>
                <c:pt idx="8">
                  <c:v>122291.01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68736.62</c:v>
                </c:pt>
                <c:pt idx="1">
                  <c:v>93035.19</c:v>
                </c:pt>
                <c:pt idx="2">
                  <c:v>83390.54</c:v>
                </c:pt>
                <c:pt idx="3">
                  <c:v>54122</c:v>
                </c:pt>
                <c:pt idx="4">
                  <c:v>75146.85</c:v>
                </c:pt>
                <c:pt idx="5">
                  <c:v>97428.29</c:v>
                </c:pt>
                <c:pt idx="6">
                  <c:v>76205.69</c:v>
                </c:pt>
                <c:pt idx="7">
                  <c:v>82008.78</c:v>
                </c:pt>
                <c:pt idx="8">
                  <c:v>58643.86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7744.5308"/>
          <c:min val="48668.4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67269.28</c:v>
                </c:pt>
                <c:pt idx="1">
                  <c:v>38966.85</c:v>
                </c:pt>
                <c:pt idx="2">
                  <c:v>40788.52</c:v>
                </c:pt>
                <c:pt idx="3">
                  <c:v>48717.99</c:v>
                </c:pt>
                <c:pt idx="4">
                  <c:v>86983.88</c:v>
                </c:pt>
                <c:pt idx="5">
                  <c:v>50432.82</c:v>
                </c:pt>
                <c:pt idx="6">
                  <c:v>58049.4</c:v>
                </c:pt>
                <c:pt idx="7">
                  <c:v>62697.4</c:v>
                </c:pt>
                <c:pt idx="8">
                  <c:v>65157.71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39781.29</c:v>
                </c:pt>
                <c:pt idx="1">
                  <c:v>20862.86</c:v>
                </c:pt>
                <c:pt idx="2">
                  <c:v>34330.16</c:v>
                </c:pt>
                <c:pt idx="3">
                  <c:v>47611.18</c:v>
                </c:pt>
                <c:pt idx="4">
                  <c:v>39832</c:v>
                </c:pt>
                <c:pt idx="5">
                  <c:v>23262.07</c:v>
                </c:pt>
                <c:pt idx="6">
                  <c:v>18770.66</c:v>
                </c:pt>
                <c:pt idx="7">
                  <c:v>41045</c:v>
                </c:pt>
                <c:pt idx="8">
                  <c:v>44226.97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2440.9376"/>
          <c:min val="13313.6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148278.74666666667</c:v>
                </c:pt>
                <c:pt idx="1">
                  <c:v>148278.74666666667</c:v>
                </c:pt>
                <c:pt idx="2">
                  <c:v>148278.74666666667</c:v>
                </c:pt>
                <c:pt idx="3">
                  <c:v>148278.74666666667</c:v>
                </c:pt>
                <c:pt idx="4">
                  <c:v>148278.74666666667</c:v>
                </c:pt>
                <c:pt idx="5">
                  <c:v>148278.74666666667</c:v>
                </c:pt>
                <c:pt idx="6">
                  <c:v>148278.74666666667</c:v>
                </c:pt>
                <c:pt idx="7">
                  <c:v>148278.74666666667</c:v>
                </c:pt>
                <c:pt idx="8">
                  <c:v>148278.74666666667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98169.88</c:v>
                </c:pt>
                <c:pt idx="1">
                  <c:v>98169.88</c:v>
                </c:pt>
                <c:pt idx="2">
                  <c:v>98169.88</c:v>
                </c:pt>
                <c:pt idx="3">
                  <c:v>98169.88</c:v>
                </c:pt>
                <c:pt idx="4">
                  <c:v>98169.88</c:v>
                </c:pt>
                <c:pt idx="5">
                  <c:v>98169.88</c:v>
                </c:pt>
                <c:pt idx="6">
                  <c:v>98169.88</c:v>
                </c:pt>
                <c:pt idx="7">
                  <c:v>98169.88</c:v>
                </c:pt>
                <c:pt idx="8">
                  <c:v>98169.88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93325.96</c:v>
                </c:pt>
                <c:pt idx="1">
                  <c:v>94528.78</c:v>
                </c:pt>
                <c:pt idx="2">
                  <c:v>106654.9</c:v>
                </c:pt>
                <c:pt idx="3">
                  <c:v>126886.18</c:v>
                </c:pt>
                <c:pt idx="4">
                  <c:v>97428.77</c:v>
                </c:pt>
                <c:pt idx="5">
                  <c:v>132940.31</c:v>
                </c:pt>
                <c:pt idx="6">
                  <c:v>138855.27</c:v>
                </c:pt>
                <c:pt idx="7">
                  <c:v>120322.7</c:v>
                </c:pt>
                <c:pt idx="8">
                  <c:v>150283.99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c:v>
                </c:pt>
                <c:pt idx="1">
                  <c:v>164</c:v>
                </c:pt>
                <c:pt idx="2">
                  <c:v>194.33333333333334</c:v>
                </c:pt>
                <c:pt idx="3">
                  <c:v>178</c:v>
                </c:pt>
                <c:pt idx="4">
                  <c:v>189.75</c:v>
                </c:pt>
                <c:pt idx="5">
                  <c:v>174.75</c:v>
                </c:pt>
                <c:pt idx="6">
                  <c:v>189.75</c:v>
                </c:pt>
                <c:pt idx="7">
                  <c:v>160.75</c:v>
                </c:pt>
                <c:pt idx="8">
                  <c:v>129.25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197.33333333333334</c:v>
                </c:pt>
                <c:pt idx="1">
                  <c:v>176</c:v>
                </c:pt>
                <c:pt idx="2">
                  <c:v>208.66666666666666</c:v>
                </c:pt>
                <c:pt idx="3">
                  <c:v>212</c:v>
                </c:pt>
                <c:pt idx="4">
                  <c:v>179.66666666666666</c:v>
                </c:pt>
                <c:pt idx="5">
                  <c:v>204.66666666666666</c:v>
                </c:pt>
                <c:pt idx="6">
                  <c:v>196.33333333333334</c:v>
                </c:pt>
                <c:pt idx="7">
                  <c:v>186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8.62"/>
          <c:min val="12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153.28571428571428</c:v>
                </c:pt>
                <c:pt idx="1">
                  <c:v>145.42857142857142</c:v>
                </c:pt>
                <c:pt idx="2">
                  <c:v>169</c:v>
                </c:pt>
                <c:pt idx="3">
                  <c:v>149.14285714285714</c:v>
                </c:pt>
                <c:pt idx="4">
                  <c:v>152.57142857142858</c:v>
                </c:pt>
                <c:pt idx="5">
                  <c:v>188.83333333333334</c:v>
                </c:pt>
                <c:pt idx="6">
                  <c:v>185.5</c:v>
                </c:pt>
                <c:pt idx="7">
                  <c:v>191.83333333333334</c:v>
                </c:pt>
                <c:pt idx="8">
                  <c:v>165.66666666666666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187.8</c:v>
                </c:pt>
                <c:pt idx="1">
                  <c:v>165.6</c:v>
                </c:pt>
                <c:pt idx="2">
                  <c:v>201.2</c:v>
                </c:pt>
                <c:pt idx="3">
                  <c:v>164.66666666666666</c:v>
                </c:pt>
                <c:pt idx="4">
                  <c:v>153.66666666666666</c:v>
                </c:pt>
                <c:pt idx="5">
                  <c:v>187.33333333333334</c:v>
                </c:pt>
                <c:pt idx="6">
                  <c:v>202.2</c:v>
                </c:pt>
                <c:pt idx="7">
                  <c:v>198.8</c:v>
                </c:pt>
                <c:pt idx="8">
                  <c:v>169.16666666666666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4171428571427"/>
          <c:min val="140.886857142857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186</c:v>
                </c:pt>
                <c:pt idx="1">
                  <c:v>202</c:v>
                </c:pt>
                <c:pt idx="2">
                  <c:v>201.33333333333334</c:v>
                </c:pt>
                <c:pt idx="3">
                  <c:v>227</c:v>
                </c:pt>
                <c:pt idx="4">
                  <c:v>230</c:v>
                </c:pt>
                <c:pt idx="5">
                  <c:v>267</c:v>
                </c:pt>
                <c:pt idx="6">
                  <c:v>199.5</c:v>
                </c:pt>
                <c:pt idx="7">
                  <c:v>170.25</c:v>
                </c:pt>
                <c:pt idx="8">
                  <c:v>161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165</c:v>
                </c:pt>
                <c:pt idx="1">
                  <c:v>135.25</c:v>
                </c:pt>
                <c:pt idx="2">
                  <c:v>169.75</c:v>
                </c:pt>
                <c:pt idx="3">
                  <c:v>166.25</c:v>
                </c:pt>
                <c:pt idx="4">
                  <c:v>175.75</c:v>
                </c:pt>
                <c:pt idx="5">
                  <c:v>166.75</c:v>
                </c:pt>
                <c:pt idx="6">
                  <c:v>155.25</c:v>
                </c:pt>
                <c:pt idx="7">
                  <c:v>163.75</c:v>
                </c:pt>
                <c:pt idx="8">
                  <c:v>150.25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7.54"/>
          <c:min val="124.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c:v>
                </c:pt>
                <c:pt idx="1">
                  <c:v>263</c:v>
                </c:pt>
                <c:pt idx="2">
                  <c:v>272.6666666666667</c:v>
                </c:pt>
                <c:pt idx="3">
                  <c:v>297.6666666666667</c:v>
                </c:pt>
                <c:pt idx="4">
                  <c:v>294.3333333333333</c:v>
                </c:pt>
                <c:pt idx="5">
                  <c:v>275.3333333333333</c:v>
                </c:pt>
                <c:pt idx="6">
                  <c:v>285.6666666666667</c:v>
                </c:pt>
                <c:pt idx="7">
                  <c:v>201</c:v>
                </c:pt>
                <c:pt idx="8">
                  <c:v>202.25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217.25</c:v>
                </c:pt>
                <c:pt idx="1">
                  <c:v>203.25</c:v>
                </c:pt>
                <c:pt idx="2">
                  <c:v>237.75</c:v>
                </c:pt>
                <c:pt idx="3">
                  <c:v>236.25</c:v>
                </c:pt>
                <c:pt idx="4">
                  <c:v>213.5</c:v>
                </c:pt>
                <c:pt idx="5">
                  <c:v>235.75</c:v>
                </c:pt>
                <c:pt idx="6">
                  <c:v>244.25</c:v>
                </c:pt>
                <c:pt idx="7">
                  <c:v>218.25</c:v>
                </c:pt>
                <c:pt idx="8">
                  <c:v>214.75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5.40000000000003"/>
          <c:min val="193.2666666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117.41176470588235</c:v>
                </c:pt>
                <c:pt idx="1">
                  <c:v>117.41176470588235</c:v>
                </c:pt>
                <c:pt idx="2">
                  <c:v>117.41176470588235</c:v>
                </c:pt>
                <c:pt idx="3">
                  <c:v>117.41176470588235</c:v>
                </c:pt>
                <c:pt idx="4">
                  <c:v>117.41176470588235</c:v>
                </c:pt>
                <c:pt idx="5">
                  <c:v>117.41176470588235</c:v>
                </c:pt>
                <c:pt idx="6">
                  <c:v>117.41176470588235</c:v>
                </c:pt>
                <c:pt idx="7">
                  <c:v>117.41176470588235</c:v>
                </c:pt>
                <c:pt idx="8">
                  <c:v>117.41176470588235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165.43589743589743</c:v>
                </c:pt>
                <c:pt idx="1">
                  <c:v>165.43589743589743</c:v>
                </c:pt>
                <c:pt idx="2">
                  <c:v>165.43589743589743</c:v>
                </c:pt>
                <c:pt idx="3">
                  <c:v>165.43589743589743</c:v>
                </c:pt>
                <c:pt idx="4">
                  <c:v>165.43589743589743</c:v>
                </c:pt>
                <c:pt idx="5">
                  <c:v>165.43589743589743</c:v>
                </c:pt>
                <c:pt idx="6">
                  <c:v>165.43589743589743</c:v>
                </c:pt>
                <c:pt idx="7">
                  <c:v>165.43589743589743</c:v>
                </c:pt>
                <c:pt idx="8">
                  <c:v>165.43589743589743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211.2</c:v>
                </c:pt>
                <c:pt idx="1">
                  <c:v>211.2</c:v>
                </c:pt>
                <c:pt idx="2">
                  <c:v>211.2</c:v>
                </c:pt>
                <c:pt idx="3">
                  <c:v>211.2</c:v>
                </c:pt>
                <c:pt idx="4">
                  <c:v>211.2</c:v>
                </c:pt>
                <c:pt idx="5">
                  <c:v>211.2</c:v>
                </c:pt>
                <c:pt idx="6">
                  <c:v>211.2</c:v>
                </c:pt>
                <c:pt idx="7">
                  <c:v>211.2</c:v>
                </c:pt>
                <c:pt idx="8">
                  <c:v>211.2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160.8</c:v>
                </c:pt>
                <c:pt idx="1">
                  <c:v>160.8</c:v>
                </c:pt>
                <c:pt idx="2">
                  <c:v>160.8</c:v>
                </c:pt>
                <c:pt idx="3">
                  <c:v>160.8</c:v>
                </c:pt>
                <c:pt idx="4">
                  <c:v>160.8</c:v>
                </c:pt>
                <c:pt idx="5">
                  <c:v>160.8</c:v>
                </c:pt>
                <c:pt idx="6">
                  <c:v>160.8</c:v>
                </c:pt>
                <c:pt idx="7">
                  <c:v>160.8</c:v>
                </c:pt>
                <c:pt idx="8">
                  <c:v>160.8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158.6</c:v>
                </c:pt>
                <c:pt idx="1">
                  <c:v>150.6</c:v>
                </c:pt>
                <c:pt idx="2">
                  <c:v>173.2</c:v>
                </c:pt>
                <c:pt idx="3">
                  <c:v>157.2</c:v>
                </c:pt>
                <c:pt idx="4">
                  <c:v>155.2</c:v>
                </c:pt>
                <c:pt idx="5">
                  <c:v>188.4</c:v>
                </c:pt>
                <c:pt idx="6">
                  <c:v>171.83333333333334</c:v>
                </c:pt>
                <c:pt idx="7">
                  <c:v>197.16666666666666</c:v>
                </c:pt>
                <c:pt idx="8">
                  <c:v>190.8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161.58333333333334</c:v>
                </c:pt>
                <c:pt idx="1">
                  <c:v>161.58333333333334</c:v>
                </c:pt>
                <c:pt idx="2">
                  <c:v>161.58333333333334</c:v>
                </c:pt>
                <c:pt idx="3">
                  <c:v>161.58333333333334</c:v>
                </c:pt>
                <c:pt idx="4">
                  <c:v>161.58333333333334</c:v>
                </c:pt>
                <c:pt idx="5">
                  <c:v>161.58333333333334</c:v>
                </c:pt>
                <c:pt idx="6">
                  <c:v>161.58333333333334</c:v>
                </c:pt>
                <c:pt idx="7">
                  <c:v>161.58333333333334</c:v>
                </c:pt>
                <c:pt idx="8">
                  <c:v>161.58333333333334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c:v>
                </c:pt>
                <c:pt idx="1">
                  <c:v>157</c:v>
                </c:pt>
                <c:pt idx="2">
                  <c:v>163</c:v>
                </c:pt>
                <c:pt idx="3">
                  <c:v>226</c:v>
                </c:pt>
                <c:pt idx="4">
                  <c:v>165.5</c:v>
                </c:pt>
                <c:pt idx="5">
                  <c:v>178.75</c:v>
                </c:pt>
                <c:pt idx="6">
                  <c:v>177</c:v>
                </c:pt>
                <c:pt idx="7">
                  <c:v>216</c:v>
                </c:pt>
                <c:pt idx="8">
                  <c:v>175.5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432.75</c:v>
                </c:pt>
                <c:pt idx="1">
                  <c:v>366</c:v>
                </c:pt>
                <c:pt idx="2">
                  <c:v>395</c:v>
                </c:pt>
                <c:pt idx="3">
                  <c:v>446.75</c:v>
                </c:pt>
                <c:pt idx="4">
                  <c:v>439.25</c:v>
                </c:pt>
                <c:pt idx="5">
                  <c:v>555.6666666666666</c:v>
                </c:pt>
                <c:pt idx="6">
                  <c:v>594.6666666666666</c:v>
                </c:pt>
                <c:pt idx="7">
                  <c:v>574</c:v>
                </c:pt>
                <c:pt idx="8">
                  <c:v>525.6666666666666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567.6666666666666</c:v>
                </c:pt>
                <c:pt idx="1">
                  <c:v>481.6666666666667</c:v>
                </c:pt>
                <c:pt idx="2">
                  <c:v>620.3333333333334</c:v>
                </c:pt>
                <c:pt idx="3">
                  <c:v>573</c:v>
                </c:pt>
                <c:pt idx="4">
                  <c:v>588</c:v>
                </c:pt>
                <c:pt idx="5">
                  <c:v>638.6666666666666</c:v>
                </c:pt>
                <c:pt idx="6">
                  <c:v>637.6666666666666</c:v>
                </c:pt>
                <c:pt idx="7">
                  <c:v>596.6666666666666</c:v>
                </c:pt>
                <c:pt idx="8">
                  <c:v>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0.4799999999999"/>
          <c:min val="344.186666666666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639</c:v>
                </c:pt>
                <c:pt idx="1">
                  <c:v>652</c:v>
                </c:pt>
                <c:pt idx="2">
                  <c:v>692.5</c:v>
                </c:pt>
                <c:pt idx="3">
                  <c:v>612.75</c:v>
                </c:pt>
                <c:pt idx="4">
                  <c:v>615.5</c:v>
                </c:pt>
                <c:pt idx="5">
                  <c:v>627.75</c:v>
                </c:pt>
                <c:pt idx="6">
                  <c:v>661.5</c:v>
                </c:pt>
                <c:pt idx="7">
                  <c:v>640</c:v>
                </c:pt>
                <c:pt idx="8">
                  <c:v>713.6666666666666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1.86"/>
          <c:min val="593.55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472.125</c:v>
                </c:pt>
                <c:pt idx="1">
                  <c:v>440.5</c:v>
                </c:pt>
                <c:pt idx="2">
                  <c:v>501.625</c:v>
                </c:pt>
                <c:pt idx="3">
                  <c:v>434.75</c:v>
                </c:pt>
                <c:pt idx="4">
                  <c:v>435.5</c:v>
                </c:pt>
                <c:pt idx="5">
                  <c:v>436.75</c:v>
                </c:pt>
                <c:pt idx="6">
                  <c:v>444.75</c:v>
                </c:pt>
                <c:pt idx="7">
                  <c:v>462.125</c:v>
                </c:pt>
                <c:pt idx="8">
                  <c:v>401.75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409.375</c:v>
                </c:pt>
                <c:pt idx="1">
                  <c:v>331.5</c:v>
                </c:pt>
                <c:pt idx="2">
                  <c:v>389.5</c:v>
                </c:pt>
                <c:pt idx="3">
                  <c:v>368.625</c:v>
                </c:pt>
                <c:pt idx="4">
                  <c:v>387.125</c:v>
                </c:pt>
                <c:pt idx="5">
                  <c:v>415.125</c:v>
                </c:pt>
                <c:pt idx="6">
                  <c:v>417.25</c:v>
                </c:pt>
                <c:pt idx="7">
                  <c:v>403.625</c:v>
                </c:pt>
                <c:pt idx="8">
                  <c:v>406.125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5.235"/>
          <c:min val="31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369.75</c:v>
                </c:pt>
                <c:pt idx="2">
                  <c:v>406</c:v>
                </c:pt>
                <c:pt idx="3">
                  <c:v>389.75</c:v>
                </c:pt>
                <c:pt idx="4">
                  <c:v>479</c:v>
                </c:pt>
                <c:pt idx="5">
                  <c:v>473</c:v>
                </c:pt>
                <c:pt idx="6">
                  <c:v>473.3333333333333</c:v>
                </c:pt>
                <c:pt idx="7">
                  <c:v>407</c:v>
                </c:pt>
                <c:pt idx="8">
                  <c:v>334.5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494</c:v>
                </c:pt>
                <c:pt idx="1">
                  <c:v>343.75</c:v>
                </c:pt>
                <c:pt idx="2">
                  <c:v>404</c:v>
                </c:pt>
                <c:pt idx="3">
                  <c:v>387</c:v>
                </c:pt>
                <c:pt idx="4">
                  <c:v>344.25</c:v>
                </c:pt>
                <c:pt idx="5">
                  <c:v>369.25</c:v>
                </c:pt>
                <c:pt idx="6">
                  <c:v>301.6</c:v>
                </c:pt>
                <c:pt idx="7">
                  <c:v>283.6</c:v>
                </c:pt>
                <c:pt idx="8">
                  <c:v>309.6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0.832"/>
          <c:min val="266.768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515.1111111111112</c:v>
                </c:pt>
                <c:pt idx="1">
                  <c:v>515.1111111111112</c:v>
                </c:pt>
                <c:pt idx="2">
                  <c:v>515.1111111111112</c:v>
                </c:pt>
                <c:pt idx="3">
                  <c:v>515.1111111111112</c:v>
                </c:pt>
                <c:pt idx="4">
                  <c:v>515.1111111111112</c:v>
                </c:pt>
                <c:pt idx="5">
                  <c:v>515.1111111111112</c:v>
                </c:pt>
                <c:pt idx="6">
                  <c:v>515.1111111111112</c:v>
                </c:pt>
                <c:pt idx="7">
                  <c:v>515.1111111111112</c:v>
                </c:pt>
                <c:pt idx="8">
                  <c:v>515.1111111111112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899.1904761904763</c:v>
                </c:pt>
                <c:pt idx="1">
                  <c:v>899.1904761904763</c:v>
                </c:pt>
                <c:pt idx="2">
                  <c:v>899.1904761904763</c:v>
                </c:pt>
                <c:pt idx="3">
                  <c:v>899.1904761904763</c:v>
                </c:pt>
                <c:pt idx="4">
                  <c:v>899.1904761904763</c:v>
                </c:pt>
                <c:pt idx="5">
                  <c:v>899.1904761904763</c:v>
                </c:pt>
                <c:pt idx="6">
                  <c:v>899.1904761904763</c:v>
                </c:pt>
                <c:pt idx="7">
                  <c:v>899.1904761904763</c:v>
                </c:pt>
                <c:pt idx="8">
                  <c:v>899.1904761904763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157.66666666666666</c:v>
                </c:pt>
                <c:pt idx="1">
                  <c:v>157.66666666666666</c:v>
                </c:pt>
                <c:pt idx="2">
                  <c:v>157.66666666666666</c:v>
                </c:pt>
                <c:pt idx="3">
                  <c:v>157.66666666666666</c:v>
                </c:pt>
                <c:pt idx="4">
                  <c:v>157.66666666666666</c:v>
                </c:pt>
                <c:pt idx="5">
                  <c:v>157.66666666666666</c:v>
                </c:pt>
                <c:pt idx="6">
                  <c:v>157.66666666666666</c:v>
                </c:pt>
                <c:pt idx="7">
                  <c:v>157.66666666666666</c:v>
                </c:pt>
                <c:pt idx="8">
                  <c:v>157.66666666666666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141.88235294117646</c:v>
                </c:pt>
                <c:pt idx="1">
                  <c:v>141.88235294117646</c:v>
                </c:pt>
                <c:pt idx="2">
                  <c:v>141.88235294117646</c:v>
                </c:pt>
                <c:pt idx="3">
                  <c:v>141.88235294117646</c:v>
                </c:pt>
                <c:pt idx="4">
                  <c:v>141.88235294117646</c:v>
                </c:pt>
                <c:pt idx="5">
                  <c:v>141.88235294117646</c:v>
                </c:pt>
                <c:pt idx="6">
                  <c:v>141.88235294117646</c:v>
                </c:pt>
                <c:pt idx="7">
                  <c:v>141.88235294117646</c:v>
                </c:pt>
                <c:pt idx="8">
                  <c:v>141.88235294117646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132.16666666666666</c:v>
                </c:pt>
                <c:pt idx="1">
                  <c:v>125.5</c:v>
                </c:pt>
                <c:pt idx="2">
                  <c:v>173.2</c:v>
                </c:pt>
                <c:pt idx="3">
                  <c:v>157.2</c:v>
                </c:pt>
                <c:pt idx="4">
                  <c:v>194</c:v>
                </c:pt>
                <c:pt idx="5">
                  <c:v>235.5</c:v>
                </c:pt>
                <c:pt idx="6">
                  <c:v>257.75</c:v>
                </c:pt>
                <c:pt idx="7">
                  <c:v>295.75</c:v>
                </c:pt>
                <c:pt idx="8">
                  <c:v>238.5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716.8888888888888</c:v>
                </c:pt>
                <c:pt idx="1">
                  <c:v>716.8888888888888</c:v>
                </c:pt>
                <c:pt idx="2">
                  <c:v>716.8888888888888</c:v>
                </c:pt>
                <c:pt idx="3">
                  <c:v>716.8888888888888</c:v>
                </c:pt>
                <c:pt idx="4">
                  <c:v>716.8888888888888</c:v>
                </c:pt>
                <c:pt idx="5">
                  <c:v>716.8888888888888</c:v>
                </c:pt>
                <c:pt idx="6">
                  <c:v>716.8888888888888</c:v>
                </c:pt>
                <c:pt idx="7">
                  <c:v>716.8888888888888</c:v>
                </c:pt>
                <c:pt idx="8">
                  <c:v>716.8888888888888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33.54838709677419</c:v>
                </c:pt>
                <c:pt idx="1">
                  <c:v>33.86666666666667</c:v>
                </c:pt>
                <c:pt idx="2">
                  <c:v>31.774193548387096</c:v>
                </c:pt>
                <c:pt idx="3">
                  <c:v>35.2</c:v>
                </c:pt>
                <c:pt idx="4">
                  <c:v>30.612903225806452</c:v>
                </c:pt>
                <c:pt idx="5">
                  <c:v>36.48148148148148</c:v>
                </c:pt>
                <c:pt idx="6">
                  <c:v>32.464285714285715</c:v>
                </c:pt>
                <c:pt idx="7">
                  <c:v>33.51724137931034</c:v>
                </c:pt>
                <c:pt idx="8">
                  <c:v>31.666666666666668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16.24137931034483</c:v>
                </c:pt>
                <c:pt idx="1">
                  <c:v>14.147540983606557</c:v>
                </c:pt>
                <c:pt idx="2">
                  <c:v>15.6</c:v>
                </c:pt>
                <c:pt idx="3">
                  <c:v>16.879310344827587</c:v>
                </c:pt>
                <c:pt idx="4">
                  <c:v>16.05263157894737</c:v>
                </c:pt>
                <c:pt idx="5">
                  <c:v>16.54385964912281</c:v>
                </c:pt>
                <c:pt idx="6">
                  <c:v>15.60344827586207</c:v>
                </c:pt>
                <c:pt idx="7">
                  <c:v>15.857142857142858</c:v>
                </c:pt>
                <c:pt idx="8">
                  <c:v>16.589285714285715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18.372549019607842</c:v>
                </c:pt>
                <c:pt idx="1">
                  <c:v>17.632653061224488</c:v>
                </c:pt>
                <c:pt idx="2">
                  <c:v>21.395833333333332</c:v>
                </c:pt>
                <c:pt idx="3">
                  <c:v>19.916666666666668</c:v>
                </c:pt>
                <c:pt idx="4">
                  <c:v>18.4375</c:v>
                </c:pt>
                <c:pt idx="5">
                  <c:v>19.145833333333332</c:v>
                </c:pt>
                <c:pt idx="6">
                  <c:v>20.520833333333332</c:v>
                </c:pt>
                <c:pt idx="7">
                  <c:v>18.958333333333332</c:v>
                </c:pt>
                <c:pt idx="8">
                  <c:v>18.416666666666668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975696721311476"/>
          <c:min val="13.567677595628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36.66990291262136</c:v>
                </c:pt>
                <c:pt idx="1">
                  <c:v>33.88461538461539</c:v>
                </c:pt>
                <c:pt idx="2">
                  <c:v>38.21904761904762</c:v>
                </c:pt>
                <c:pt idx="3">
                  <c:v>33.12380952380953</c:v>
                </c:pt>
                <c:pt idx="4">
                  <c:v>33.180952380952384</c:v>
                </c:pt>
                <c:pt idx="5">
                  <c:v>33.59615384615385</c:v>
                </c:pt>
                <c:pt idx="6">
                  <c:v>34.21153846153846</c:v>
                </c:pt>
                <c:pt idx="7">
                  <c:v>35.20952380952381</c:v>
                </c:pt>
                <c:pt idx="8">
                  <c:v>30.60952380952381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32.42574257425743</c:v>
                </c:pt>
                <c:pt idx="1">
                  <c:v>27.06122448979592</c:v>
                </c:pt>
                <c:pt idx="2">
                  <c:v>32.8</c:v>
                </c:pt>
                <c:pt idx="3">
                  <c:v>30.4020618556701</c:v>
                </c:pt>
                <c:pt idx="4">
                  <c:v>30.97</c:v>
                </c:pt>
                <c:pt idx="5">
                  <c:v>32.24271844660194</c:v>
                </c:pt>
                <c:pt idx="6">
                  <c:v>32.407766990291265</c:v>
                </c:pt>
                <c:pt idx="7">
                  <c:v>32.61616161616162</c:v>
                </c:pt>
                <c:pt idx="8">
                  <c:v>31.852941176470587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11167346938776"/>
          <c:min val="26.168598639455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21.32</c:v>
                </c:pt>
                <c:pt idx="1">
                  <c:v>20.565217391304348</c:v>
                </c:pt>
                <c:pt idx="2">
                  <c:v>26.347826086956523</c:v>
                </c:pt>
                <c:pt idx="3">
                  <c:v>26.916666666666668</c:v>
                </c:pt>
                <c:pt idx="4">
                  <c:v>28.727272727272727</c:v>
                </c:pt>
                <c:pt idx="5">
                  <c:v>24.91304347826087</c:v>
                </c:pt>
                <c:pt idx="6">
                  <c:v>31</c:v>
                </c:pt>
                <c:pt idx="7">
                  <c:v>26.115384615384617</c:v>
                </c:pt>
                <c:pt idx="8">
                  <c:v>26.77777777777778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23.074074074074073</c:v>
                </c:pt>
                <c:pt idx="1">
                  <c:v>21.037037037037038</c:v>
                </c:pt>
                <c:pt idx="2">
                  <c:v>23.51851851851852</c:v>
                </c:pt>
                <c:pt idx="3">
                  <c:v>25.77777777777778</c:v>
                </c:pt>
                <c:pt idx="4">
                  <c:v>24.384615384615383</c:v>
                </c:pt>
                <c:pt idx="5">
                  <c:v>25.321428571428573</c:v>
                </c:pt>
                <c:pt idx="6">
                  <c:v>26.296296296296298</c:v>
                </c:pt>
                <c:pt idx="7">
                  <c:v>25.25</c:v>
                </c:pt>
                <c:pt idx="8">
                  <c:v>25.321428571428573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83478260869565"/>
          <c:min val="19.730434782608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29.893617021276597</c:v>
                </c:pt>
                <c:pt idx="1">
                  <c:v>29.893617021276597</c:v>
                </c:pt>
                <c:pt idx="2">
                  <c:v>29.893617021276597</c:v>
                </c:pt>
                <c:pt idx="3">
                  <c:v>29.893617021276597</c:v>
                </c:pt>
                <c:pt idx="4">
                  <c:v>29.893617021276597</c:v>
                </c:pt>
                <c:pt idx="5">
                  <c:v>29.893617021276597</c:v>
                </c:pt>
                <c:pt idx="6">
                  <c:v>29.893617021276597</c:v>
                </c:pt>
                <c:pt idx="7">
                  <c:v>29.893617021276597</c:v>
                </c:pt>
                <c:pt idx="8">
                  <c:v>29.893617021276597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18.843749999999996</c:v>
                </c:pt>
                <c:pt idx="1">
                  <c:v>18.843749999999996</c:v>
                </c:pt>
                <c:pt idx="2">
                  <c:v>18.843749999999996</c:v>
                </c:pt>
                <c:pt idx="3">
                  <c:v>18.843749999999996</c:v>
                </c:pt>
                <c:pt idx="4">
                  <c:v>18.843749999999996</c:v>
                </c:pt>
                <c:pt idx="5">
                  <c:v>18.843749999999996</c:v>
                </c:pt>
                <c:pt idx="6">
                  <c:v>18.843749999999996</c:v>
                </c:pt>
                <c:pt idx="7">
                  <c:v>18.843749999999996</c:v>
                </c:pt>
                <c:pt idx="8">
                  <c:v>18.843749999999996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27.08695652173913</c:v>
                </c:pt>
                <c:pt idx="1">
                  <c:v>27.08695652173913</c:v>
                </c:pt>
                <c:pt idx="2">
                  <c:v>27.08695652173913</c:v>
                </c:pt>
                <c:pt idx="3">
                  <c:v>27.08695652173913</c:v>
                </c:pt>
                <c:pt idx="4">
                  <c:v>27.08695652173913</c:v>
                </c:pt>
                <c:pt idx="5">
                  <c:v>27.08695652173913</c:v>
                </c:pt>
                <c:pt idx="6">
                  <c:v>27.08695652173913</c:v>
                </c:pt>
                <c:pt idx="7">
                  <c:v>27.08695652173913</c:v>
                </c:pt>
                <c:pt idx="8">
                  <c:v>27.08695652173913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32.91836734693877</c:v>
                </c:pt>
                <c:pt idx="1">
                  <c:v>32.91836734693877</c:v>
                </c:pt>
                <c:pt idx="2">
                  <c:v>32.91836734693877</c:v>
                </c:pt>
                <c:pt idx="3">
                  <c:v>32.91836734693877</c:v>
                </c:pt>
                <c:pt idx="4">
                  <c:v>32.91836734693877</c:v>
                </c:pt>
                <c:pt idx="5">
                  <c:v>32.91836734693877</c:v>
                </c:pt>
                <c:pt idx="6">
                  <c:v>32.91836734693877</c:v>
                </c:pt>
                <c:pt idx="7">
                  <c:v>32.91836734693877</c:v>
                </c:pt>
                <c:pt idx="8">
                  <c:v>32.91836734693877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33.68181818181818</c:v>
                </c:pt>
                <c:pt idx="1">
                  <c:v>30.545454545454547</c:v>
                </c:pt>
                <c:pt idx="2">
                  <c:v>34.578125</c:v>
                </c:pt>
                <c:pt idx="3">
                  <c:v>31.925373134328357</c:v>
                </c:pt>
                <c:pt idx="4">
                  <c:v>35.738461538461536</c:v>
                </c:pt>
                <c:pt idx="5">
                  <c:v>36.68181818181818</c:v>
                </c:pt>
                <c:pt idx="6">
                  <c:v>35.22727272727273</c:v>
                </c:pt>
                <c:pt idx="7">
                  <c:v>38.75757575757576</c:v>
                </c:pt>
                <c:pt idx="8">
                  <c:v>38.15625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13.142857142857142</c:v>
                </c:pt>
                <c:pt idx="1">
                  <c:v>13.142857142857142</c:v>
                </c:pt>
                <c:pt idx="2">
                  <c:v>13.142857142857142</c:v>
                </c:pt>
                <c:pt idx="3">
                  <c:v>13.142857142857142</c:v>
                </c:pt>
                <c:pt idx="4">
                  <c:v>13.142857142857142</c:v>
                </c:pt>
                <c:pt idx="5">
                  <c:v>13.142857142857142</c:v>
                </c:pt>
                <c:pt idx="6">
                  <c:v>13.142857142857142</c:v>
                </c:pt>
                <c:pt idx="7">
                  <c:v>13.142857142857142</c:v>
                </c:pt>
                <c:pt idx="8">
                  <c:v>13.142857142857142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14.117647058823529</c:v>
                </c:pt>
                <c:pt idx="1">
                  <c:v>12.6</c:v>
                </c:pt>
                <c:pt idx="2">
                  <c:v>12.647058823529411</c:v>
                </c:pt>
                <c:pt idx="3">
                  <c:v>13.764705882352942</c:v>
                </c:pt>
                <c:pt idx="4">
                  <c:v>11.647058823529411</c:v>
                </c:pt>
                <c:pt idx="5">
                  <c:v>16.8125</c:v>
                </c:pt>
                <c:pt idx="6">
                  <c:v>16.375</c:v>
                </c:pt>
                <c:pt idx="7">
                  <c:v>20</c:v>
                </c:pt>
                <c:pt idx="8">
                  <c:v>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included.PLACE: right after the Fixed Ops Net Profit block (Noah, Oct 29: service and parts broken out, same slides as the other categories). DEPARTMENT PROFIT OR LOSS - Mechanical Dept as the P&amp;L Detail statement reports it. Jan-Sep 2026 gross $126,872,257, department expenses $99,175,043, profit $27,697,214; 2025 $120,574,871 / $97,800,650 / $22,774,222. Sales per $1 of profit: Mechanical net sales $182,131,162 / $27,697,214 = $6.58. Service sales are labor sales on the Mechanical department; parts sold on service ROs are parts department sales.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five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included.PLACE: right after the Fixed Ops Net Profit block (Noah, Oct 29: service and parts broken out, same slides as the other categories). DEPARTMENT PROFIT OR LOSS - P&amp;A Dept as the P&amp;L Detail statement reports it. Jan-Sep 2026 gross $61,927,467, department expenses $39,174,787, profit $22,752,680; 2025 $60,756,286 / $38,194,373 / $22,561,913. Sales per $1 of profit: P&amp;A net sales $165,675,400 / $22,752,680 = $7.28. Parts sales include parts sold to the service department on ROs.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five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chart" Target="../charts/chart36.xml"/><Relationship Id="rId7" Type="http://schemas.openxmlformats.org/officeDocument/2006/relationships/chart" Target="../charts/chart37.xml"/><Relationship Id="rId8" Type="http://schemas.openxmlformats.org/officeDocument/2006/relationships/chart" Target="../charts/chart38.xml"/><Relationship Id="rId9" Type="http://schemas.openxmlformats.org/officeDocument/2006/relationships/chart" Target="../charts/chart39.xml"/><Relationship Id="rId10" Type="http://schemas.openxmlformats.org/officeDocument/2006/relationships/chart" Target="../charts/chart40.xml"/><Relationship Id="rId11" Type="http://schemas.openxmlformats.org/officeDocument/2006/relationships/chart" Target="../charts/chart41.xml"/><Relationship Id="rId12" Type="http://schemas.openxmlformats.org/officeDocument/2006/relationships/chart" Target="../charts/chart42.xml"/><Relationship Id="rId13" Type="http://schemas.openxmlformats.org/officeDocument/2006/relationships/chart" Target="../charts/chart43.xml"/><Relationship Id="rId14" Type="http://schemas.openxmlformats.org/officeDocument/2006/relationships/chart" Target="../charts/chart44.xml"/><Relationship Id="rId15" Type="http://schemas.openxmlformats.org/officeDocument/2006/relationships/chart" Target="../charts/chart45.xml"/><Relationship Id="rId16" Type="http://schemas.openxmlformats.org/officeDocument/2006/relationships/chart" Target="../charts/chart46.xml"/><Relationship Id="rId17" Type="http://schemas.openxmlformats.org/officeDocument/2006/relationships/chart" Target="../charts/chart47.xml"/><Relationship Id="rId18" Type="http://schemas.openxmlformats.org/officeDocument/2006/relationships/chart" Target="../charts/chart48.xml"/><Relationship Id="rId19" Type="http://schemas.openxmlformats.org/officeDocument/2006/relationships/chart" Target="../charts/chart49.xml"/><Relationship Id="rId20" Type="http://schemas.openxmlformats.org/officeDocument/2006/relationships/chart" Target="../charts/chart50.xml"/><Relationship Id="rId21" Type="http://schemas.openxmlformats.org/officeDocument/2006/relationships/chart" Target="../charts/chart51.xml"/><Relationship Id="rId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chart" Target="../charts/chart57.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9.xml"/><Relationship Id="rId3" Type="http://schemas.openxmlformats.org/officeDocument/2006/relationships/chart" Target="../charts/chart110.xml"/><Relationship Id="rId4" Type="http://schemas.openxmlformats.org/officeDocument/2006/relationships/chart" Target="../charts/chart111.xml"/><Relationship Id="rId5" Type="http://schemas.openxmlformats.org/officeDocument/2006/relationships/chart" Target="../charts/chart112.xml"/><Relationship Id="rId6" Type="http://schemas.openxmlformats.org/officeDocument/2006/relationships/chart" Target="../charts/chart113.xml"/><Relationship Id="rId7" Type="http://schemas.openxmlformats.org/officeDocument/2006/relationships/chart" Target="../charts/chart114.xml"/><Relationship Id="rId8" Type="http://schemas.openxmlformats.org/officeDocument/2006/relationships/chart" Target="../charts/chart115.xml"/><Relationship Id="rId9" Type="http://schemas.openxmlformats.org/officeDocument/2006/relationships/chart" Target="../charts/chart116.xml"/><Relationship Id="rId10" Type="http://schemas.openxmlformats.org/officeDocument/2006/relationships/chart" Target="../charts/chart117.xml"/><Relationship Id="rId11" Type="http://schemas.openxmlformats.org/officeDocument/2006/relationships/chart" Target="../charts/chart118.xml"/><Relationship Id="rId12" Type="http://schemas.openxmlformats.org/officeDocument/2006/relationships/chart" Target="../charts/chart119.xml"/><Relationship Id="rId13" Type="http://schemas.openxmlformats.org/officeDocument/2006/relationships/chart" Target="../charts/chart120.xml"/><Relationship Id="rId14" Type="http://schemas.openxmlformats.org/officeDocument/2006/relationships/chart" Target="../charts/chart121.xml"/><Relationship Id="rId15" Type="http://schemas.openxmlformats.org/officeDocument/2006/relationships/chart" Target="../charts/chart122.xml"/><Relationship Id="rId16" Type="http://schemas.openxmlformats.org/officeDocument/2006/relationships/chart" Target="../charts/chart123.xml"/><Relationship Id="rId17" Type="http://schemas.openxmlformats.org/officeDocument/2006/relationships/chart" Target="../charts/chart124.xml"/><Relationship Id="rId18" Type="http://schemas.openxmlformats.org/officeDocument/2006/relationships/chart" Target="../charts/chart125.xml"/><Relationship Id="rId19" Type="http://schemas.openxmlformats.org/officeDocument/2006/relationships/chart" Target="../charts/chart126.xml"/><Relationship Id="rId20" Type="http://schemas.openxmlformats.org/officeDocument/2006/relationships/chart" Target="../charts/chart127.xml"/><Relationship Id="rId21" Type="http://schemas.openxmlformats.org/officeDocument/2006/relationships/chart" Target="../charts/chart128.xml"/><Relationship Id="rId2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6.xml"/><Relationship Id="rId3" Type="http://schemas.openxmlformats.org/officeDocument/2006/relationships/chart" Target="../charts/chart187.xml"/><Relationship Id="rId4" Type="http://schemas.openxmlformats.org/officeDocument/2006/relationships/chart" Target="../charts/chart188.xml"/><Relationship Id="rId5" Type="http://schemas.openxmlformats.org/officeDocument/2006/relationships/chart" Target="../charts/chart189.xml"/><Relationship Id="rId6" Type="http://schemas.openxmlformats.org/officeDocument/2006/relationships/chart" Target="../charts/chart190.xml"/><Relationship Id="rId7" Type="http://schemas.openxmlformats.org/officeDocument/2006/relationships/chart" Target="../charts/chart191.xml"/><Relationship Id="rId8" Type="http://schemas.openxmlformats.org/officeDocument/2006/relationships/chart" Target="../charts/chart192.xml"/><Relationship Id="rId9" Type="http://schemas.openxmlformats.org/officeDocument/2006/relationships/chart" Target="../charts/chart193.xml"/><Relationship Id="rId10" Type="http://schemas.openxmlformats.org/officeDocument/2006/relationships/chart" Target="../charts/chart194.xml"/><Relationship Id="rId11" Type="http://schemas.openxmlformats.org/officeDocument/2006/relationships/chart" Target="../charts/chart195.xml"/><Relationship Id="rId12" Type="http://schemas.openxmlformats.org/officeDocument/2006/relationships/chart" Target="../charts/chart196.xml"/><Relationship Id="rId13" Type="http://schemas.openxmlformats.org/officeDocument/2006/relationships/chart" Target="../charts/chart197.xml"/><Relationship Id="rId14" Type="http://schemas.openxmlformats.org/officeDocument/2006/relationships/chart" Target="../charts/chart198.xml"/><Relationship Id="rId15" Type="http://schemas.openxmlformats.org/officeDocument/2006/relationships/chart" Target="../charts/chart199.xml"/><Relationship Id="rId16" Type="http://schemas.openxmlformats.org/officeDocument/2006/relationships/chart" Target="../charts/chart200.xml"/><Relationship Id="rId17" Type="http://schemas.openxmlformats.org/officeDocument/2006/relationships/chart" Target="../charts/chart201.xml"/><Relationship Id="rId18" Type="http://schemas.openxmlformats.org/officeDocument/2006/relationships/chart" Target="../charts/chart202.xml"/><Relationship Id="rId19" Type="http://schemas.openxmlformats.org/officeDocument/2006/relationships/chart" Target="../charts/chart203.xml"/><Relationship Id="rId20" Type="http://schemas.openxmlformats.org/officeDocument/2006/relationships/chart" Target="../charts/chart204.xml"/><Relationship Id="rId21" Type="http://schemas.openxmlformats.org/officeDocument/2006/relationships/chart" Target="../charts/chart205.xml"/><Relationship Id="rId2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chart" Target="../charts/chart211.xml"/><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chart" Target="../charts/chart222.xml"/><Relationship Id="rId13" Type="http://schemas.openxmlformats.org/officeDocument/2006/relationships/chart" Target="../charts/chart223.xml"/><Relationship Id="rId14" Type="http://schemas.openxmlformats.org/officeDocument/2006/relationships/chart" Target="../charts/chart224.xml"/><Relationship Id="rId15" Type="http://schemas.openxmlformats.org/officeDocument/2006/relationships/chart" Target="../charts/chart225.xml"/><Relationship Id="rId16" Type="http://schemas.openxmlformats.org/officeDocument/2006/relationships/chart" Target="../charts/chart226.xml"/><Relationship Id="rId17" Type="http://schemas.openxmlformats.org/officeDocument/2006/relationships/chart" Target="../charts/chart227.xml"/><Relationship Id="rId18" Type="http://schemas.openxmlformats.org/officeDocument/2006/relationships/chart" Target="../charts/chart228.xml"/><Relationship Id="rId19" Type="http://schemas.openxmlformats.org/officeDocument/2006/relationships/chart" Target="../charts/chart229.xml"/><Relationship Id="rId20" Type="http://schemas.openxmlformats.org/officeDocument/2006/relationships/chart" Target="../charts/chart230.xml"/><Relationship Id="rId21" Type="http://schemas.openxmlformats.org/officeDocument/2006/relationships/chart" Target="../charts/chart231.xml"/><Relationship Id="rId2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chart" Target="../charts/chart263.xml"/><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4.xml"/><Relationship Id="rId3" Type="http://schemas.openxmlformats.org/officeDocument/2006/relationships/chart" Target="../charts/chart265.xml"/><Relationship Id="rId4" Type="http://schemas.openxmlformats.org/officeDocument/2006/relationships/chart" Target="../charts/chart266.xml"/><Relationship Id="rId5" Type="http://schemas.openxmlformats.org/officeDocument/2006/relationships/chart" Target="../charts/chart267.xml"/><Relationship Id="rId6" Type="http://schemas.openxmlformats.org/officeDocument/2006/relationships/chart" Target="../charts/chart268.xml"/><Relationship Id="rId7" Type="http://schemas.openxmlformats.org/officeDocument/2006/relationships/chart" Target="../charts/chart269.xml"/><Relationship Id="rId8" Type="http://schemas.openxmlformats.org/officeDocument/2006/relationships/chart" Target="../charts/chart270.xml"/><Relationship Id="rId9" Type="http://schemas.openxmlformats.org/officeDocument/2006/relationships/chart" Target="../charts/chart271.xml"/><Relationship Id="rId10" Type="http://schemas.openxmlformats.org/officeDocument/2006/relationships/chart" Target="../charts/chart272.xml"/><Relationship Id="rId11" Type="http://schemas.openxmlformats.org/officeDocument/2006/relationships/chart" Target="../charts/chart273.xml"/><Relationship Id="rId12" Type="http://schemas.openxmlformats.org/officeDocument/2006/relationships/chart" Target="../charts/chart274.xml"/><Relationship Id="rId13" Type="http://schemas.openxmlformats.org/officeDocument/2006/relationships/chart" Target="../charts/chart275.xml"/><Relationship Id="rId14" Type="http://schemas.openxmlformats.org/officeDocument/2006/relationships/chart" Target="../charts/chart276.xml"/><Relationship Id="rId15" Type="http://schemas.openxmlformats.org/officeDocument/2006/relationships/chart" Target="../charts/chart277.xml"/><Relationship Id="rId16" Type="http://schemas.openxmlformats.org/officeDocument/2006/relationships/chart" Target="../charts/chart278.xml"/><Relationship Id="rId17" Type="http://schemas.openxmlformats.org/officeDocument/2006/relationships/chart" Target="../charts/chart279.xml"/><Relationship Id="rId18" Type="http://schemas.openxmlformats.org/officeDocument/2006/relationships/chart" Target="../charts/chart280.xml"/><Relationship Id="rId19" Type="http://schemas.openxmlformats.org/officeDocument/2006/relationships/chart" Target="../charts/chart281.xml"/><Relationship Id="rId20" Type="http://schemas.openxmlformats.org/officeDocument/2006/relationships/chart" Target="../charts/chart282.xml"/><Relationship Id="rId21" Type="http://schemas.openxmlformats.org/officeDocument/2006/relationships/chart" Target="../charts/chart283.xml"/><Relationship Id="rId2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4.xml"/><Relationship Id="rId3" Type="http://schemas.openxmlformats.org/officeDocument/2006/relationships/chart" Target="../charts/chart285.xml"/><Relationship Id="rId4" Type="http://schemas.openxmlformats.org/officeDocument/2006/relationships/chart" Target="../charts/chart286.xml"/><Relationship Id="rId5" Type="http://schemas.openxmlformats.org/officeDocument/2006/relationships/chart" Target="../charts/chart287.xml"/><Relationship Id="rId6" Type="http://schemas.openxmlformats.org/officeDocument/2006/relationships/chart" Target="../charts/chart288.xml"/><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9.xml"/><Relationship Id="rId3" Type="http://schemas.openxmlformats.org/officeDocument/2006/relationships/chart" Target="../charts/chart290.xml"/><Relationship Id="rId4" Type="http://schemas.openxmlformats.org/officeDocument/2006/relationships/chart" Target="../charts/chart291.xml"/><Relationship Id="rId5" Type="http://schemas.openxmlformats.org/officeDocument/2006/relationships/chart" Target="../charts/chart292.xml"/><Relationship Id="rId6" Type="http://schemas.openxmlformats.org/officeDocument/2006/relationships/chart" Target="../charts/chart293.xml"/><Relationship Id="rId7" Type="http://schemas.openxmlformats.org/officeDocument/2006/relationships/chart" Target="../charts/chart294.xml"/><Relationship Id="rId8" Type="http://schemas.openxmlformats.org/officeDocument/2006/relationships/chart" Target="../charts/chart295.xml"/><Relationship Id="rId9" Type="http://schemas.openxmlformats.org/officeDocument/2006/relationships/chart" Target="../charts/chart296.xml"/><Relationship Id="rId10" Type="http://schemas.openxmlformats.org/officeDocument/2006/relationships/chart" Target="../charts/chart297.xml"/><Relationship Id="rId11" Type="http://schemas.openxmlformats.org/officeDocument/2006/relationships/chart" Target="../charts/chart298.xml"/><Relationship Id="rId12" Type="http://schemas.openxmlformats.org/officeDocument/2006/relationships/chart" Target="../charts/chart299.xml"/><Relationship Id="rId13" Type="http://schemas.openxmlformats.org/officeDocument/2006/relationships/chart" Target="../charts/chart300.xml"/><Relationship Id="rId14" Type="http://schemas.openxmlformats.org/officeDocument/2006/relationships/chart" Target="../charts/chart301.xml"/><Relationship Id="rId15" Type="http://schemas.openxmlformats.org/officeDocument/2006/relationships/chart" Target="../charts/chart302.xml"/><Relationship Id="rId16" Type="http://schemas.openxmlformats.org/officeDocument/2006/relationships/chart" Target="../charts/chart303.xml"/><Relationship Id="rId17" Type="http://schemas.openxmlformats.org/officeDocument/2006/relationships/chart" Target="../charts/chart304.xml"/><Relationship Id="rId18" Type="http://schemas.openxmlformats.org/officeDocument/2006/relationships/chart" Target="../charts/chart305.xml"/><Relationship Id="rId19" Type="http://schemas.openxmlformats.org/officeDocument/2006/relationships/chart" Target="../charts/chart306.xml"/><Relationship Id="rId20" Type="http://schemas.openxmlformats.org/officeDocument/2006/relationships/chart" Target="../charts/chart307.xml"/><Relationship Id="rId21" Type="http://schemas.openxmlformats.org/officeDocument/2006/relationships/chart" Target="../charts/chart308.xml"/><Relationship Id="rId2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9.xml"/><Relationship Id="rId3" Type="http://schemas.openxmlformats.org/officeDocument/2006/relationships/chart" Target="../charts/chart310.xml"/><Relationship Id="rId4" Type="http://schemas.openxmlformats.org/officeDocument/2006/relationships/chart" Target="../charts/chart311.xml"/><Relationship Id="rId5" Type="http://schemas.openxmlformats.org/officeDocument/2006/relationships/chart" Target="../charts/chart312.xml"/><Relationship Id="rId6" Type="http://schemas.openxmlformats.org/officeDocument/2006/relationships/chart" Target="../charts/chart313.xml"/><Relationship Id="rId7"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4.xml"/><Relationship Id="rId3" Type="http://schemas.openxmlformats.org/officeDocument/2006/relationships/chart" Target="../charts/chart315.xml"/><Relationship Id="rId4" Type="http://schemas.openxmlformats.org/officeDocument/2006/relationships/chart" Target="../charts/chart316.xml"/><Relationship Id="rId5" Type="http://schemas.openxmlformats.org/officeDocument/2006/relationships/chart" Target="../charts/chart317.xml"/><Relationship Id="rId6" Type="http://schemas.openxmlformats.org/officeDocument/2006/relationships/chart" Target="../charts/chart318.xml"/><Relationship Id="rId7" Type="http://schemas.openxmlformats.org/officeDocument/2006/relationships/chart" Target="../charts/chart319.xml"/><Relationship Id="rId8" Type="http://schemas.openxmlformats.org/officeDocument/2006/relationships/chart" Target="../charts/chart320.xml"/><Relationship Id="rId9" Type="http://schemas.openxmlformats.org/officeDocument/2006/relationships/chart" Target="../charts/chart321.xml"/><Relationship Id="rId10" Type="http://schemas.openxmlformats.org/officeDocument/2006/relationships/chart" Target="../charts/chart322.xml"/><Relationship Id="rId11" Type="http://schemas.openxmlformats.org/officeDocument/2006/relationships/chart" Target="../charts/chart323.xml"/><Relationship Id="rId12" Type="http://schemas.openxmlformats.org/officeDocument/2006/relationships/chart" Target="../charts/chart324.xml"/><Relationship Id="rId13" Type="http://schemas.openxmlformats.org/officeDocument/2006/relationships/chart" Target="../charts/chart325.xml"/><Relationship Id="rId14" Type="http://schemas.openxmlformats.org/officeDocument/2006/relationships/chart" Target="../charts/chart326.xml"/><Relationship Id="rId15" Type="http://schemas.openxmlformats.org/officeDocument/2006/relationships/chart" Target="../charts/chart327.xml"/><Relationship Id="rId16" Type="http://schemas.openxmlformats.org/officeDocument/2006/relationships/chart" Target="../charts/chart328.xml"/><Relationship Id="rId17" Type="http://schemas.openxmlformats.org/officeDocument/2006/relationships/chart" Target="../charts/chart329.xml"/><Relationship Id="rId18" Type="http://schemas.openxmlformats.org/officeDocument/2006/relationships/chart" Target="../charts/chart330.xml"/><Relationship Id="rId19" Type="http://schemas.openxmlformats.org/officeDocument/2006/relationships/chart" Target="../charts/chart331.xml"/><Relationship Id="rId20" Type="http://schemas.openxmlformats.org/officeDocument/2006/relationships/chart" Target="../charts/chart332.xml"/><Relationship Id="rId21" Type="http://schemas.openxmlformats.org/officeDocument/2006/relationships/chart" Target="../charts/chart333.xml"/><Relationship Id="rId2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4.xml"/><Relationship Id="rId3" Type="http://schemas.openxmlformats.org/officeDocument/2006/relationships/chart" Target="../charts/chart335.xml"/><Relationship Id="rId4" Type="http://schemas.openxmlformats.org/officeDocument/2006/relationships/chart" Target="../charts/chart336.xml"/><Relationship Id="rId5" Type="http://schemas.openxmlformats.org/officeDocument/2006/relationships/chart" Target="../charts/chart337.xml"/><Relationship Id="rId6" Type="http://schemas.openxmlformats.org/officeDocument/2006/relationships/chart" Target="../charts/chart338.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9.xml"/><Relationship Id="rId3" Type="http://schemas.openxmlformats.org/officeDocument/2006/relationships/chart" Target="../charts/chart340.xml"/><Relationship Id="rId4" Type="http://schemas.openxmlformats.org/officeDocument/2006/relationships/chart" Target="../charts/chart341.xml"/><Relationship Id="rId5" Type="http://schemas.openxmlformats.org/officeDocument/2006/relationships/chart" Target="../charts/chart342.xml"/><Relationship Id="rId6" Type="http://schemas.openxmlformats.org/officeDocument/2006/relationships/chart" Target="../charts/chart343.xml"/><Relationship Id="rId7" Type="http://schemas.openxmlformats.org/officeDocument/2006/relationships/chart" Target="../charts/chart344.xml"/><Relationship Id="rId8" Type="http://schemas.openxmlformats.org/officeDocument/2006/relationships/chart" Target="../charts/chart345.xml"/><Relationship Id="rId9" Type="http://schemas.openxmlformats.org/officeDocument/2006/relationships/chart" Target="../charts/chart346.xml"/><Relationship Id="rId10" Type="http://schemas.openxmlformats.org/officeDocument/2006/relationships/chart" Target="../charts/chart347.xml"/><Relationship Id="rId11" Type="http://schemas.openxmlformats.org/officeDocument/2006/relationships/chart" Target="../charts/chart348.xml"/><Relationship Id="rId12" Type="http://schemas.openxmlformats.org/officeDocument/2006/relationships/chart" Target="../charts/chart349.xml"/><Relationship Id="rId13" Type="http://schemas.openxmlformats.org/officeDocument/2006/relationships/chart" Target="../charts/chart350.xml"/><Relationship Id="rId14" Type="http://schemas.openxmlformats.org/officeDocument/2006/relationships/chart" Target="../charts/chart351.xml"/><Relationship Id="rId15" Type="http://schemas.openxmlformats.org/officeDocument/2006/relationships/chart" Target="../charts/chart352.xml"/><Relationship Id="rId16" Type="http://schemas.openxmlformats.org/officeDocument/2006/relationships/chart" Target="../charts/chart353.xml"/><Relationship Id="rId17" Type="http://schemas.openxmlformats.org/officeDocument/2006/relationships/chart" Target="../charts/chart354.xml"/><Relationship Id="rId18" Type="http://schemas.openxmlformats.org/officeDocument/2006/relationships/chart" Target="../charts/chart355.xml"/><Relationship Id="rId19" Type="http://schemas.openxmlformats.org/officeDocument/2006/relationships/chart" Target="../charts/chart356.xml"/><Relationship Id="rId20" Type="http://schemas.openxmlformats.org/officeDocument/2006/relationships/chart" Target="../charts/chart357.xml"/><Relationship Id="rId21" Type="http://schemas.openxmlformats.org/officeDocument/2006/relationships/chart" Target="../charts/chart358.xml"/><Relationship Id="rId2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9.xml"/><Relationship Id="rId3" Type="http://schemas.openxmlformats.org/officeDocument/2006/relationships/chart" Target="../charts/chart360.xml"/><Relationship Id="rId4" Type="http://schemas.openxmlformats.org/officeDocument/2006/relationships/chart" Target="../charts/chart361.xml"/><Relationship Id="rId5" Type="http://schemas.openxmlformats.org/officeDocument/2006/relationships/chart" Target="../charts/chart362.xml"/><Relationship Id="rId6" Type="http://schemas.openxmlformats.org/officeDocument/2006/relationships/chart" Target="../charts/chart363.xml"/><Relationship Id="rId7" Type="http://schemas.openxmlformats.org/officeDocument/2006/relationships/chart" Target="../charts/chart364.xml"/><Relationship Id="rId8" Type="http://schemas.openxmlformats.org/officeDocument/2006/relationships/chart" Target="../charts/chart365.xml"/><Relationship Id="rId9" Type="http://schemas.openxmlformats.org/officeDocument/2006/relationships/chart" Target="../charts/chart366.xml"/><Relationship Id="rId10"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2.xml"/><Relationship Id="rId3" Type="http://schemas.openxmlformats.org/officeDocument/2006/relationships/chart" Target="../charts/chart393.xml"/><Relationship Id="rId4" Type="http://schemas.openxmlformats.org/officeDocument/2006/relationships/chart" Target="../charts/chart394.xml"/><Relationship Id="rId5" Type="http://schemas.openxmlformats.org/officeDocument/2006/relationships/chart" Target="../charts/chart395.xml"/><Relationship Id="rId6" Type="http://schemas.openxmlformats.org/officeDocument/2006/relationships/chart" Target="../charts/chart396.xml"/><Relationship Id="rId7" Type="http://schemas.openxmlformats.org/officeDocument/2006/relationships/chart" Target="../charts/chart397.xml"/><Relationship Id="rId8" Type="http://schemas.openxmlformats.org/officeDocument/2006/relationships/chart" Target="../charts/chart398.xml"/><Relationship Id="rId9" Type="http://schemas.openxmlformats.org/officeDocument/2006/relationships/chart" Target="../charts/chart399.xml"/><Relationship Id="rId10" Type="http://schemas.openxmlformats.org/officeDocument/2006/relationships/chart" Target="../charts/chart400.xml"/><Relationship Id="rId11" Type="http://schemas.openxmlformats.org/officeDocument/2006/relationships/chart" Target="../charts/chart401.xml"/><Relationship Id="rId12" Type="http://schemas.openxmlformats.org/officeDocument/2006/relationships/chart" Target="../charts/chart402.xml"/><Relationship Id="rId13" Type="http://schemas.openxmlformats.org/officeDocument/2006/relationships/chart" Target="../charts/chart403.xml"/><Relationship Id="rId14" Type="http://schemas.openxmlformats.org/officeDocument/2006/relationships/chart" Target="../charts/chart404.xml"/><Relationship Id="rId15" Type="http://schemas.openxmlformats.org/officeDocument/2006/relationships/chart" Target="../charts/chart405.xml"/><Relationship Id="rId16" Type="http://schemas.openxmlformats.org/officeDocument/2006/relationships/chart" Target="../charts/chart406.xml"/><Relationship Id="rId17" Type="http://schemas.openxmlformats.org/officeDocument/2006/relationships/chart" Target="../charts/chart407.xml"/><Relationship Id="rId18" Type="http://schemas.openxmlformats.org/officeDocument/2006/relationships/chart" Target="../charts/chart408.xml"/><Relationship Id="rId19" Type="http://schemas.openxmlformats.org/officeDocument/2006/relationships/chart" Target="../charts/chart409.xml"/><Relationship Id="rId20" Type="http://schemas.openxmlformats.org/officeDocument/2006/relationships/chart" Target="../charts/chart410.xml"/><Relationship Id="rId21" Type="http://schemas.openxmlformats.org/officeDocument/2006/relationships/chart" Target="../charts/chart411.xml"/><Relationship Id="rId2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2.xml"/><Relationship Id="rId3" Type="http://schemas.openxmlformats.org/officeDocument/2006/relationships/chart" Target="../charts/chart413.xml"/><Relationship Id="rId4" Type="http://schemas.openxmlformats.org/officeDocument/2006/relationships/chart" Target="../charts/chart414.xml"/><Relationship Id="rId5" Type="http://schemas.openxmlformats.org/officeDocument/2006/relationships/chart" Target="../charts/chart415.xml"/><Relationship Id="rId6" Type="http://schemas.openxmlformats.org/officeDocument/2006/relationships/chart" Target="../charts/chart416.xml"/><Relationship Id="rId7" Type="http://schemas.openxmlformats.org/officeDocument/2006/relationships/chart" Target="../charts/chart417.xml"/><Relationship Id="rId8"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8.xml"/><Relationship Id="rId3" Type="http://schemas.openxmlformats.org/officeDocument/2006/relationships/chart" Target="../charts/chart419.xml"/><Relationship Id="rId4" Type="http://schemas.openxmlformats.org/officeDocument/2006/relationships/chart" Target="../charts/chart420.xml"/><Relationship Id="rId5" Type="http://schemas.openxmlformats.org/officeDocument/2006/relationships/chart" Target="../charts/chart421.xml"/><Relationship Id="rId6" Type="http://schemas.openxmlformats.org/officeDocument/2006/relationships/chart" Target="../charts/chart422.xml"/><Relationship Id="rId7" Type="http://schemas.openxmlformats.org/officeDocument/2006/relationships/chart" Target="../charts/chart423.xml"/><Relationship Id="rId8" Type="http://schemas.openxmlformats.org/officeDocument/2006/relationships/chart" Target="../charts/chart424.xml"/><Relationship Id="rId9" Type="http://schemas.openxmlformats.org/officeDocument/2006/relationships/chart" Target="../charts/chart425.xml"/><Relationship Id="rId10" Type="http://schemas.openxmlformats.org/officeDocument/2006/relationships/chart" Target="../charts/chart426.xml"/><Relationship Id="rId11" Type="http://schemas.openxmlformats.org/officeDocument/2006/relationships/chart" Target="../charts/chart427.xml"/><Relationship Id="rId12" Type="http://schemas.openxmlformats.org/officeDocument/2006/relationships/chart" Target="../charts/chart428.xml"/><Relationship Id="rId13" Type="http://schemas.openxmlformats.org/officeDocument/2006/relationships/chart" Target="../charts/chart429.xml"/><Relationship Id="rId14" Type="http://schemas.openxmlformats.org/officeDocument/2006/relationships/chart" Target="../charts/chart430.xml"/><Relationship Id="rId15" Type="http://schemas.openxmlformats.org/officeDocument/2006/relationships/chart" Target="../charts/chart431.xml"/><Relationship Id="rId16" Type="http://schemas.openxmlformats.org/officeDocument/2006/relationships/chart" Target="../charts/chart432.xml"/><Relationship Id="rId17" Type="http://schemas.openxmlformats.org/officeDocument/2006/relationships/chart" Target="../charts/chart433.xml"/><Relationship Id="rId18" Type="http://schemas.openxmlformats.org/officeDocument/2006/relationships/chart" Target="../charts/chart434.xml"/><Relationship Id="rId19" Type="http://schemas.openxmlformats.org/officeDocument/2006/relationships/chart" Target="../charts/chart435.xml"/><Relationship Id="rId20" Type="http://schemas.openxmlformats.org/officeDocument/2006/relationships/chart" Target="../charts/chart436.xml"/><Relationship Id="rId21" Type="http://schemas.openxmlformats.org/officeDocument/2006/relationships/chart" Target="../charts/chart437.xml"/><Relationship Id="rId2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8.xml"/><Relationship Id="rId3" Type="http://schemas.openxmlformats.org/officeDocument/2006/relationships/chart" Target="../charts/chart439.xml"/><Relationship Id="rId4" Type="http://schemas.openxmlformats.org/officeDocument/2006/relationships/chart" Target="../charts/chart440.xml"/><Relationship Id="rId5" Type="http://schemas.openxmlformats.org/officeDocument/2006/relationships/chart" Target="../charts/chart441.xml"/><Relationship Id="rId6" Type="http://schemas.openxmlformats.org/officeDocument/2006/relationships/chart" Target="../charts/chart442.xml"/><Relationship Id="rId7" Type="http://schemas.openxmlformats.org/officeDocument/2006/relationships/chart" Target="../charts/chart443.xml"/><Relationship Id="rId8"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4.xml"/><Relationship Id="rId3" Type="http://schemas.openxmlformats.org/officeDocument/2006/relationships/chart" Target="../charts/chart445.xml"/><Relationship Id="rId4" Type="http://schemas.openxmlformats.org/officeDocument/2006/relationships/chart" Target="../charts/chart446.xml"/><Relationship Id="rId5" Type="http://schemas.openxmlformats.org/officeDocument/2006/relationships/chart" Target="../charts/chart447.xml"/><Relationship Id="rId6" Type="http://schemas.openxmlformats.org/officeDocument/2006/relationships/chart" Target="../charts/chart448.xml"/><Relationship Id="rId7" Type="http://schemas.openxmlformats.org/officeDocument/2006/relationships/chart" Target="../charts/chart449.xml"/><Relationship Id="rId8" Type="http://schemas.openxmlformats.org/officeDocument/2006/relationships/chart" Target="../charts/chart450.xml"/><Relationship Id="rId9" Type="http://schemas.openxmlformats.org/officeDocument/2006/relationships/chart" Target="../charts/chart451.xml"/><Relationship Id="rId10" Type="http://schemas.openxmlformats.org/officeDocument/2006/relationships/chart" Target="../charts/chart452.xml"/><Relationship Id="rId11" Type="http://schemas.openxmlformats.org/officeDocument/2006/relationships/chart" Target="../charts/chart453.xml"/><Relationship Id="rId12" Type="http://schemas.openxmlformats.org/officeDocument/2006/relationships/chart" Target="../charts/chart454.xml"/><Relationship Id="rId13" Type="http://schemas.openxmlformats.org/officeDocument/2006/relationships/chart" Target="../charts/chart455.xml"/><Relationship Id="rId14" Type="http://schemas.openxmlformats.org/officeDocument/2006/relationships/chart" Target="../charts/chart456.xml"/><Relationship Id="rId15" Type="http://schemas.openxmlformats.org/officeDocument/2006/relationships/chart" Target="../charts/chart457.xml"/><Relationship Id="rId16" Type="http://schemas.openxmlformats.org/officeDocument/2006/relationships/chart" Target="../charts/chart458.xml"/><Relationship Id="rId17" Type="http://schemas.openxmlformats.org/officeDocument/2006/relationships/chart" Target="../charts/chart459.xml"/><Relationship Id="rId18" Type="http://schemas.openxmlformats.org/officeDocument/2006/relationships/chart" Target="../charts/chart460.xml"/><Relationship Id="rId19" Type="http://schemas.openxmlformats.org/officeDocument/2006/relationships/chart" Target="../charts/chart461.xml"/><Relationship Id="rId20" Type="http://schemas.openxmlformats.org/officeDocument/2006/relationships/chart" Target="../charts/chart462.xml"/><Relationship Id="rId21" Type="http://schemas.openxmlformats.org/officeDocument/2006/relationships/chart" Target="../charts/chart463.xml"/><Relationship Id="rId2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4.xml"/><Relationship Id="rId3" Type="http://schemas.openxmlformats.org/officeDocument/2006/relationships/chart" Target="../charts/chart465.xml"/><Relationship Id="rId4" Type="http://schemas.openxmlformats.org/officeDocument/2006/relationships/chart" Target="../charts/chart466.xml"/><Relationship Id="rId5" Type="http://schemas.openxmlformats.org/officeDocument/2006/relationships/chart" Target="../charts/chart467.xml"/><Relationship Id="rId6" Type="http://schemas.openxmlformats.org/officeDocument/2006/relationships/chart" Target="../charts/chart468.xml"/><Relationship Id="rId7" Type="http://schemas.openxmlformats.org/officeDocument/2006/relationships/chart" Target="../charts/chart469.xml"/><Relationship Id="rId8"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0.xml"/><Relationship Id="rId3" Type="http://schemas.openxmlformats.org/officeDocument/2006/relationships/chart" Target="../charts/chart471.xml"/><Relationship Id="rId4" Type="http://schemas.openxmlformats.org/officeDocument/2006/relationships/chart" Target="../charts/chart472.xml"/><Relationship Id="rId5" Type="http://schemas.openxmlformats.org/officeDocument/2006/relationships/chart" Target="../charts/chart473.xml"/><Relationship Id="rId6" Type="http://schemas.openxmlformats.org/officeDocument/2006/relationships/chart" Target="../charts/chart474.xml"/><Relationship Id="rId7" Type="http://schemas.openxmlformats.org/officeDocument/2006/relationships/chart" Target="../charts/chart475.xml"/><Relationship Id="rId8" Type="http://schemas.openxmlformats.org/officeDocument/2006/relationships/chart" Target="../charts/chart476.xml"/><Relationship Id="rId9" Type="http://schemas.openxmlformats.org/officeDocument/2006/relationships/chart" Target="../charts/chart477.xml"/><Relationship Id="rId10" Type="http://schemas.openxmlformats.org/officeDocument/2006/relationships/chart" Target="../charts/chart478.xml"/><Relationship Id="rId11" Type="http://schemas.openxmlformats.org/officeDocument/2006/relationships/chart" Target="../charts/chart479.xml"/><Relationship Id="rId12" Type="http://schemas.openxmlformats.org/officeDocument/2006/relationships/chart" Target="../charts/chart480.xml"/><Relationship Id="rId13" Type="http://schemas.openxmlformats.org/officeDocument/2006/relationships/chart" Target="../charts/chart481.xml"/><Relationship Id="rId14" Type="http://schemas.openxmlformats.org/officeDocument/2006/relationships/chart" Target="../charts/chart482.xml"/><Relationship Id="rId15" Type="http://schemas.openxmlformats.org/officeDocument/2006/relationships/chart" Target="../charts/chart483.xml"/><Relationship Id="rId16" Type="http://schemas.openxmlformats.org/officeDocument/2006/relationships/chart" Target="../charts/chart484.xml"/><Relationship Id="rId17" Type="http://schemas.openxmlformats.org/officeDocument/2006/relationships/chart" Target="../charts/chart485.xml"/><Relationship Id="rId18" Type="http://schemas.openxmlformats.org/officeDocument/2006/relationships/chart" Target="../charts/chart486.xml"/><Relationship Id="rId19" Type="http://schemas.openxmlformats.org/officeDocument/2006/relationships/chart" Target="../charts/chart487.xml"/><Relationship Id="rId20" Type="http://schemas.openxmlformats.org/officeDocument/2006/relationships/chart" Target="../charts/chart488.xml"/><Relationship Id="rId21" Type="http://schemas.openxmlformats.org/officeDocument/2006/relationships/chart" Target="../charts/chart489.xml"/><Relationship Id="rId2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0.xml"/><Relationship Id="rId3" Type="http://schemas.openxmlformats.org/officeDocument/2006/relationships/chart" Target="../charts/chart491.xml"/><Relationship Id="rId4" Type="http://schemas.openxmlformats.org/officeDocument/2006/relationships/chart" Target="../charts/chart492.xml"/><Relationship Id="rId5" Type="http://schemas.openxmlformats.org/officeDocument/2006/relationships/chart" Target="../charts/chart493.xml"/><Relationship Id="rId6" Type="http://schemas.openxmlformats.org/officeDocument/2006/relationships/chart" Target="../charts/chart494.xml"/><Relationship Id="rId7" Type="http://schemas.openxmlformats.org/officeDocument/2006/relationships/chart" Target="../charts/chart495.xml"/><Relationship Id="rId8"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6.xml"/><Relationship Id="rId3" Type="http://schemas.openxmlformats.org/officeDocument/2006/relationships/chart" Target="../charts/chart497.xml"/><Relationship Id="rId4" Type="http://schemas.openxmlformats.org/officeDocument/2006/relationships/chart" Target="../charts/chart498.xml"/><Relationship Id="rId5" Type="http://schemas.openxmlformats.org/officeDocument/2006/relationships/chart" Target="../charts/chart499.xml"/><Relationship Id="rId6" Type="http://schemas.openxmlformats.org/officeDocument/2006/relationships/chart" Target="../charts/chart500.xml"/><Relationship Id="rId7" Type="http://schemas.openxmlformats.org/officeDocument/2006/relationships/chart" Target="../charts/chart501.xml"/><Relationship Id="rId8" Type="http://schemas.openxmlformats.org/officeDocument/2006/relationships/chart" Target="../charts/chart502.xml"/><Relationship Id="rId9" Type="http://schemas.openxmlformats.org/officeDocument/2006/relationships/chart" Target="../charts/chart503.xml"/><Relationship Id="rId10" Type="http://schemas.openxmlformats.org/officeDocument/2006/relationships/chart" Target="../charts/chart504.xml"/><Relationship Id="rId11" Type="http://schemas.openxmlformats.org/officeDocument/2006/relationships/chart" Target="../charts/chart505.xml"/><Relationship Id="rId12" Type="http://schemas.openxmlformats.org/officeDocument/2006/relationships/chart" Target="../charts/chart506.xml"/><Relationship Id="rId13" Type="http://schemas.openxmlformats.org/officeDocument/2006/relationships/chart" Target="../charts/chart507.xml"/><Relationship Id="rId14" Type="http://schemas.openxmlformats.org/officeDocument/2006/relationships/chart" Target="../charts/chart508.xml"/><Relationship Id="rId15" Type="http://schemas.openxmlformats.org/officeDocument/2006/relationships/chart" Target="../charts/chart509.xml"/><Relationship Id="rId16" Type="http://schemas.openxmlformats.org/officeDocument/2006/relationships/chart" Target="../charts/chart510.xml"/><Relationship Id="rId17" Type="http://schemas.openxmlformats.org/officeDocument/2006/relationships/chart" Target="../charts/chart511.xml"/><Relationship Id="rId18" Type="http://schemas.openxmlformats.org/officeDocument/2006/relationships/chart" Target="../charts/chart512.xml"/><Relationship Id="rId19" Type="http://schemas.openxmlformats.org/officeDocument/2006/relationships/chart" Target="../charts/chart513.xml"/><Relationship Id="rId20" Type="http://schemas.openxmlformats.org/officeDocument/2006/relationships/chart" Target="../charts/chart514.xml"/><Relationship Id="rId21" Type="http://schemas.openxmlformats.org/officeDocument/2006/relationships/chart" Target="../charts/chart515.xml"/><Relationship Id="rId2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6.xml"/><Relationship Id="rId3" Type="http://schemas.openxmlformats.org/officeDocument/2006/relationships/chart" Target="../charts/chart517.xml"/><Relationship Id="rId4" Type="http://schemas.openxmlformats.org/officeDocument/2006/relationships/chart" Target="../charts/chart518.xml"/><Relationship Id="rId5" Type="http://schemas.openxmlformats.org/officeDocument/2006/relationships/chart" Target="../charts/chart519.xml"/><Relationship Id="rId6" Type="http://schemas.openxmlformats.org/officeDocument/2006/relationships/chart" Target="../charts/chart520.xml"/><Relationship Id="rId7" Type="http://schemas.openxmlformats.org/officeDocument/2006/relationships/chart" Target="../charts/chart521.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2.xml"/><Relationship Id="rId3" Type="http://schemas.openxmlformats.org/officeDocument/2006/relationships/chart" Target="../charts/chart523.xml"/><Relationship Id="rId4" Type="http://schemas.openxmlformats.org/officeDocument/2006/relationships/chart" Target="../charts/chart524.xml"/><Relationship Id="rId5" Type="http://schemas.openxmlformats.org/officeDocument/2006/relationships/chart" Target="../charts/chart525.xml"/><Relationship Id="rId6" Type="http://schemas.openxmlformats.org/officeDocument/2006/relationships/chart" Target="../charts/chart526.xml"/><Relationship Id="rId7" Type="http://schemas.openxmlformats.org/officeDocument/2006/relationships/chart" Target="../charts/chart527.xml"/><Relationship Id="rId8" Type="http://schemas.openxmlformats.org/officeDocument/2006/relationships/chart" Target="../charts/chart528.xml"/><Relationship Id="rId9" Type="http://schemas.openxmlformats.org/officeDocument/2006/relationships/chart" Target="../charts/chart529.xml"/><Relationship Id="rId10" Type="http://schemas.openxmlformats.org/officeDocument/2006/relationships/chart" Target="../charts/chart530.xml"/><Relationship Id="rId11" Type="http://schemas.openxmlformats.org/officeDocument/2006/relationships/chart" Target="../charts/chart531.xml"/><Relationship Id="rId12" Type="http://schemas.openxmlformats.org/officeDocument/2006/relationships/chart" Target="../charts/chart532.xml"/><Relationship Id="rId13" Type="http://schemas.openxmlformats.org/officeDocument/2006/relationships/chart" Target="../charts/chart533.xml"/><Relationship Id="rId14" Type="http://schemas.openxmlformats.org/officeDocument/2006/relationships/chart" Target="../charts/chart534.xml"/><Relationship Id="rId15" Type="http://schemas.openxmlformats.org/officeDocument/2006/relationships/chart" Target="../charts/chart535.xml"/><Relationship Id="rId16" Type="http://schemas.openxmlformats.org/officeDocument/2006/relationships/chart" Target="../charts/chart536.xml"/><Relationship Id="rId17" Type="http://schemas.openxmlformats.org/officeDocument/2006/relationships/chart" Target="../charts/chart537.xml"/><Relationship Id="rId18" Type="http://schemas.openxmlformats.org/officeDocument/2006/relationships/chart" Target="../charts/chart538.xml"/><Relationship Id="rId19" Type="http://schemas.openxmlformats.org/officeDocument/2006/relationships/chart" Target="../charts/chart539.xml"/><Relationship Id="rId20" Type="http://schemas.openxmlformats.org/officeDocument/2006/relationships/chart" Target="../charts/chart540.xml"/><Relationship Id="rId21" Type="http://schemas.openxmlformats.org/officeDocument/2006/relationships/chart" Target="../charts/chart541.xml"/><Relationship Id="rId2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2.xml"/><Relationship Id="rId3" Type="http://schemas.openxmlformats.org/officeDocument/2006/relationships/chart" Target="../charts/chart543.xml"/><Relationship Id="rId4" Type="http://schemas.openxmlformats.org/officeDocument/2006/relationships/chart" Target="../charts/chart544.xml"/><Relationship Id="rId5" Type="http://schemas.openxmlformats.org/officeDocument/2006/relationships/chart" Target="../charts/chart545.xml"/><Relationship Id="rId6" Type="http://schemas.openxmlformats.org/officeDocument/2006/relationships/chart" Target="../charts/chart546.xml"/><Relationship Id="rId7" Type="http://schemas.openxmlformats.org/officeDocument/2006/relationships/chart" Target="../charts/chart547.xml"/><Relationship Id="rId8"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chart" Target="../charts/chart553.xml"/><Relationship Id="rId8" Type="http://schemas.openxmlformats.org/officeDocument/2006/relationships/chart" Target="../charts/chart554.xml"/><Relationship Id="rId9" Type="http://schemas.openxmlformats.org/officeDocument/2006/relationships/chart" Target="../charts/chart555.xml"/><Relationship Id="rId10" Type="http://schemas.openxmlformats.org/officeDocument/2006/relationships/chart" Target="../charts/chart556.xml"/><Relationship Id="rId11" Type="http://schemas.openxmlformats.org/officeDocument/2006/relationships/chart" Target="../charts/chart557.xml"/><Relationship Id="rId12" Type="http://schemas.openxmlformats.org/officeDocument/2006/relationships/chart" Target="../charts/chart558.xml"/><Relationship Id="rId13" Type="http://schemas.openxmlformats.org/officeDocument/2006/relationships/chart" Target="../charts/chart559.xml"/><Relationship Id="rId14" Type="http://schemas.openxmlformats.org/officeDocument/2006/relationships/chart" Target="../charts/chart560.xml"/><Relationship Id="rId15" Type="http://schemas.openxmlformats.org/officeDocument/2006/relationships/chart" Target="../charts/chart561.xml"/><Relationship Id="rId16" Type="http://schemas.openxmlformats.org/officeDocument/2006/relationships/chart" Target="../charts/chart562.xml"/><Relationship Id="rId17" Type="http://schemas.openxmlformats.org/officeDocument/2006/relationships/chart" Target="../charts/chart563.xml"/><Relationship Id="rId18" Type="http://schemas.openxmlformats.org/officeDocument/2006/relationships/chart" Target="../charts/chart564.xml"/><Relationship Id="rId19" Type="http://schemas.openxmlformats.org/officeDocument/2006/relationships/chart" Target="../charts/chart565.xml"/><Relationship Id="rId20" Type="http://schemas.openxmlformats.org/officeDocument/2006/relationships/chart" Target="../charts/chart566.xml"/><Relationship Id="rId21" Type="http://schemas.openxmlformats.org/officeDocument/2006/relationships/chart" Target="../charts/chart567.xml"/><Relationship Id="rId2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68.xml"/><Relationship Id="rId3" Type="http://schemas.openxmlformats.org/officeDocument/2006/relationships/chart" Target="../charts/chart569.xml"/><Relationship Id="rId4" Type="http://schemas.openxmlformats.org/officeDocument/2006/relationships/chart" Target="../charts/chart570.xml"/><Relationship Id="rId5" Type="http://schemas.openxmlformats.org/officeDocument/2006/relationships/chart" Target="../charts/chart571.xml"/><Relationship Id="rId6" Type="http://schemas.openxmlformats.org/officeDocument/2006/relationships/chart" Target="../charts/chart572.xml"/><Relationship Id="rId7" Type="http://schemas.openxmlformats.org/officeDocument/2006/relationships/chart" Target="../charts/chart573.xml"/><Relationship Id="rId8"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4.xml"/><Relationship Id="rId3" Type="http://schemas.openxmlformats.org/officeDocument/2006/relationships/chart" Target="../charts/chart575.xml"/><Relationship Id="rId4" Type="http://schemas.openxmlformats.org/officeDocument/2006/relationships/chart" Target="../charts/chart576.xml"/><Relationship Id="rId5" Type="http://schemas.openxmlformats.org/officeDocument/2006/relationships/chart" Target="../charts/chart577.xml"/><Relationship Id="rId6" Type="http://schemas.openxmlformats.org/officeDocument/2006/relationships/chart" Target="../charts/chart578.xml"/><Relationship Id="rId7" Type="http://schemas.openxmlformats.org/officeDocument/2006/relationships/chart" Target="../charts/chart579.xml"/><Relationship Id="rId8" Type="http://schemas.openxmlformats.org/officeDocument/2006/relationships/chart" Target="../charts/chart580.xml"/><Relationship Id="rId9" Type="http://schemas.openxmlformats.org/officeDocument/2006/relationships/chart" Target="../charts/chart581.xml"/><Relationship Id="rId10" Type="http://schemas.openxmlformats.org/officeDocument/2006/relationships/chart" Target="../charts/chart582.xml"/><Relationship Id="rId11" Type="http://schemas.openxmlformats.org/officeDocument/2006/relationships/chart" Target="../charts/chart583.xml"/><Relationship Id="rId12" Type="http://schemas.openxmlformats.org/officeDocument/2006/relationships/chart" Target="../charts/chart584.xml"/><Relationship Id="rId13" Type="http://schemas.openxmlformats.org/officeDocument/2006/relationships/chart" Target="../charts/chart585.xml"/><Relationship Id="rId14" Type="http://schemas.openxmlformats.org/officeDocument/2006/relationships/chart" Target="../charts/chart586.xml"/><Relationship Id="rId15" Type="http://schemas.openxmlformats.org/officeDocument/2006/relationships/chart" Target="../charts/chart587.xml"/><Relationship Id="rId16" Type="http://schemas.openxmlformats.org/officeDocument/2006/relationships/chart" Target="../charts/chart588.xml"/><Relationship Id="rId17" Type="http://schemas.openxmlformats.org/officeDocument/2006/relationships/chart" Target="../charts/chart589.xml"/><Relationship Id="rId18" Type="http://schemas.openxmlformats.org/officeDocument/2006/relationships/chart" Target="../charts/chart590.xml"/><Relationship Id="rId19" Type="http://schemas.openxmlformats.org/officeDocument/2006/relationships/chart" Target="../charts/chart591.xml"/><Relationship Id="rId20" Type="http://schemas.openxmlformats.org/officeDocument/2006/relationships/chart" Target="../charts/chart592.xml"/><Relationship Id="rId21" Type="http://schemas.openxmlformats.org/officeDocument/2006/relationships/chart" Target="../charts/chart593.xml"/><Relationship Id="rId2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4.xml"/><Relationship Id="rId3" Type="http://schemas.openxmlformats.org/officeDocument/2006/relationships/chart" Target="../charts/chart595.xml"/><Relationship Id="rId4" Type="http://schemas.openxmlformats.org/officeDocument/2006/relationships/chart" Target="../charts/chart596.xml"/><Relationship Id="rId5" Type="http://schemas.openxmlformats.org/officeDocument/2006/relationships/chart" Target="../charts/chart597.xml"/><Relationship Id="rId6" Type="http://schemas.openxmlformats.org/officeDocument/2006/relationships/chart" Target="../charts/chart598.xml"/><Relationship Id="rId7"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9.xml"/><Relationship Id="rId3" Type="http://schemas.openxmlformats.org/officeDocument/2006/relationships/chart" Target="../charts/chart600.xml"/><Relationship Id="rId4" Type="http://schemas.openxmlformats.org/officeDocument/2006/relationships/chart" Target="../charts/chart601.xml"/><Relationship Id="rId5" Type="http://schemas.openxmlformats.org/officeDocument/2006/relationships/chart" Target="../charts/chart602.xml"/><Relationship Id="rId6" Type="http://schemas.openxmlformats.org/officeDocument/2006/relationships/chart" Target="../charts/chart603.xml"/><Relationship Id="rId7"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4.xml"/><Relationship Id="rId3" Type="http://schemas.openxmlformats.org/officeDocument/2006/relationships/chart" Target="../charts/chart605.xml"/><Relationship Id="rId4" Type="http://schemas.openxmlformats.org/officeDocument/2006/relationships/chart" Target="../charts/chart606.xml"/><Relationship Id="rId5" Type="http://schemas.openxmlformats.org/officeDocument/2006/relationships/chart" Target="../charts/chart607.xml"/><Relationship Id="rId6" Type="http://schemas.openxmlformats.org/officeDocument/2006/relationships/chart" Target="../charts/chart608.xml"/><Relationship Id="rId7" Type="http://schemas.openxmlformats.org/officeDocument/2006/relationships/chart" Target="../charts/chart609.xml"/><Relationship Id="rId8" Type="http://schemas.openxmlformats.org/officeDocument/2006/relationships/chart" Target="../charts/chart610.xml"/><Relationship Id="rId9" Type="http://schemas.openxmlformats.org/officeDocument/2006/relationships/chart" Target="../charts/chart611.xml"/><Relationship Id="rId10" Type="http://schemas.openxmlformats.org/officeDocument/2006/relationships/chart" Target="../charts/chart612.xml"/><Relationship Id="rId11" Type="http://schemas.openxmlformats.org/officeDocument/2006/relationships/chart" Target="../charts/chart613.xml"/><Relationship Id="rId12" Type="http://schemas.openxmlformats.org/officeDocument/2006/relationships/chart" Target="../charts/chart614.xml"/><Relationship Id="rId13" Type="http://schemas.openxmlformats.org/officeDocument/2006/relationships/chart" Target="../charts/chart615.xml"/><Relationship Id="rId14" Type="http://schemas.openxmlformats.org/officeDocument/2006/relationships/chart" Target="../charts/chart616.xml"/><Relationship Id="rId15" Type="http://schemas.openxmlformats.org/officeDocument/2006/relationships/chart" Target="../charts/chart617.xml"/><Relationship Id="rId16" Type="http://schemas.openxmlformats.org/officeDocument/2006/relationships/chart" Target="../charts/chart618.xml"/><Relationship Id="rId17" Type="http://schemas.openxmlformats.org/officeDocument/2006/relationships/chart" Target="../charts/chart619.xml"/><Relationship Id="rId18" Type="http://schemas.openxmlformats.org/officeDocument/2006/relationships/chart" Target="../charts/chart620.xml"/><Relationship Id="rId19" Type="http://schemas.openxmlformats.org/officeDocument/2006/relationships/chart" Target="../charts/chart621.xml"/><Relationship Id="rId20" Type="http://schemas.openxmlformats.org/officeDocument/2006/relationships/chart" Target="../charts/chart622.xml"/><Relationship Id="rId21" Type="http://schemas.openxmlformats.org/officeDocument/2006/relationships/chart" Target="../charts/chart623.xml"/><Relationship Id="rId2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4.xml"/><Relationship Id="rId3" Type="http://schemas.openxmlformats.org/officeDocument/2006/relationships/chart" Target="../charts/chart625.xml"/><Relationship Id="rId4"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6.xml"/><Relationship Id="rId3" Type="http://schemas.openxmlformats.org/officeDocument/2006/relationships/chart" Target="../charts/chart627.xml"/><Relationship Id="rId4" Type="http://schemas.openxmlformats.org/officeDocument/2006/relationships/chart" Target="../charts/chart628.xml"/><Relationship Id="rId5" Type="http://schemas.openxmlformats.org/officeDocument/2006/relationships/chart" Target="../charts/chart629.xml"/><Relationship Id="rId6" Type="http://schemas.openxmlformats.org/officeDocument/2006/relationships/chart" Target="../charts/chart630.xml"/><Relationship Id="rId7" Type="http://schemas.openxmlformats.org/officeDocument/2006/relationships/chart" Target="../charts/chart631.xml"/><Relationship Id="rId8"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2.xml"/><Relationship Id="rId3" Type="http://schemas.openxmlformats.org/officeDocument/2006/relationships/chart" Target="../charts/chart633.xml"/><Relationship Id="rId4" Type="http://schemas.openxmlformats.org/officeDocument/2006/relationships/chart" Target="../charts/chart634.xml"/><Relationship Id="rId5" Type="http://schemas.openxmlformats.org/officeDocument/2006/relationships/chart" Target="../charts/chart635.xml"/><Relationship Id="rId6" Type="http://schemas.openxmlformats.org/officeDocument/2006/relationships/chart" Target="../charts/chart636.xml"/><Relationship Id="rId7" Type="http://schemas.openxmlformats.org/officeDocument/2006/relationships/chart" Target="../charts/chart637.xml"/><Relationship Id="rId8" Type="http://schemas.openxmlformats.org/officeDocument/2006/relationships/chart" Target="../charts/chart638.xml"/><Relationship Id="rId9" Type="http://schemas.openxmlformats.org/officeDocument/2006/relationships/chart" Target="../charts/chart639.xml"/><Relationship Id="rId10" Type="http://schemas.openxmlformats.org/officeDocument/2006/relationships/chart" Target="../charts/chart640.xml"/><Relationship Id="rId11" Type="http://schemas.openxmlformats.org/officeDocument/2006/relationships/chart" Target="../charts/chart641.xml"/><Relationship Id="rId12" Type="http://schemas.openxmlformats.org/officeDocument/2006/relationships/chart" Target="../charts/chart642.xml"/><Relationship Id="rId13" Type="http://schemas.openxmlformats.org/officeDocument/2006/relationships/chart" Target="../charts/chart643.xml"/><Relationship Id="rId14" Type="http://schemas.openxmlformats.org/officeDocument/2006/relationships/chart" Target="../charts/chart644.xml"/><Relationship Id="rId15" Type="http://schemas.openxmlformats.org/officeDocument/2006/relationships/chart" Target="../charts/chart645.xml"/><Relationship Id="rId16" Type="http://schemas.openxmlformats.org/officeDocument/2006/relationships/chart" Target="../charts/chart646.xml"/><Relationship Id="rId17" Type="http://schemas.openxmlformats.org/officeDocument/2006/relationships/chart" Target="../charts/chart647.xml"/><Relationship Id="rId18" Type="http://schemas.openxmlformats.org/officeDocument/2006/relationships/chart" Target="../charts/chart648.xml"/><Relationship Id="rId19" Type="http://schemas.openxmlformats.org/officeDocument/2006/relationships/chart" Target="../charts/chart649.xml"/><Relationship Id="rId20" Type="http://schemas.openxmlformats.org/officeDocument/2006/relationships/chart" Target="../charts/chart650.xml"/><Relationship Id="rId21" Type="http://schemas.openxmlformats.org/officeDocument/2006/relationships/chart" Target="../charts/chart651.xml"/><Relationship Id="rId2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2.xml"/><Relationship Id="rId3" Type="http://schemas.openxmlformats.org/officeDocument/2006/relationships/chart" Target="../charts/chart653.xml"/><Relationship Id="rId4" Type="http://schemas.openxmlformats.org/officeDocument/2006/relationships/chart" Target="../charts/chart654.xml"/><Relationship Id="rId5" Type="http://schemas.openxmlformats.org/officeDocument/2006/relationships/chart" Target="../charts/chart655.xml"/><Relationship Id="rId6" Type="http://schemas.openxmlformats.org/officeDocument/2006/relationships/chart" Target="../charts/chart656.xml"/><Relationship Id="rId7" Type="http://schemas.openxmlformats.org/officeDocument/2006/relationships/chart" Target="../charts/chart657.xml"/><Relationship Id="rId8"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8.xml"/><Relationship Id="rId3" Type="http://schemas.openxmlformats.org/officeDocument/2006/relationships/chart" Target="../charts/chart659.xml"/><Relationship Id="rId4" Type="http://schemas.openxmlformats.org/officeDocument/2006/relationships/chart" Target="../charts/chart660.xml"/><Relationship Id="rId5" Type="http://schemas.openxmlformats.org/officeDocument/2006/relationships/chart" Target="../charts/chart661.xml"/><Relationship Id="rId6" Type="http://schemas.openxmlformats.org/officeDocument/2006/relationships/chart" Target="../charts/chart662.xml"/><Relationship Id="rId7" Type="http://schemas.openxmlformats.org/officeDocument/2006/relationships/chart" Target="../charts/chart663.xml"/><Relationship Id="rId8" Type="http://schemas.openxmlformats.org/officeDocument/2006/relationships/chart" Target="../charts/chart664.xml"/><Relationship Id="rId9" Type="http://schemas.openxmlformats.org/officeDocument/2006/relationships/chart" Target="../charts/chart665.xml"/><Relationship Id="rId10" Type="http://schemas.openxmlformats.org/officeDocument/2006/relationships/chart" Target="../charts/chart666.xml"/><Relationship Id="rId11" Type="http://schemas.openxmlformats.org/officeDocument/2006/relationships/chart" Target="../charts/chart667.xml"/><Relationship Id="rId12" Type="http://schemas.openxmlformats.org/officeDocument/2006/relationships/chart" Target="../charts/chart668.xml"/><Relationship Id="rId13" Type="http://schemas.openxmlformats.org/officeDocument/2006/relationships/chart" Target="../charts/chart669.xml"/><Relationship Id="rId14" Type="http://schemas.openxmlformats.org/officeDocument/2006/relationships/chart" Target="../charts/chart670.xml"/><Relationship Id="rId15" Type="http://schemas.openxmlformats.org/officeDocument/2006/relationships/chart" Target="../charts/chart671.xml"/><Relationship Id="rId16" Type="http://schemas.openxmlformats.org/officeDocument/2006/relationships/chart" Target="../charts/chart672.xml"/><Relationship Id="rId17" Type="http://schemas.openxmlformats.org/officeDocument/2006/relationships/chart" Target="../charts/chart673.xml"/><Relationship Id="rId18" Type="http://schemas.openxmlformats.org/officeDocument/2006/relationships/chart" Target="../charts/chart674.xml"/><Relationship Id="rId19" Type="http://schemas.openxmlformats.org/officeDocument/2006/relationships/chart" Target="../charts/chart675.xml"/><Relationship Id="rId20" Type="http://schemas.openxmlformats.org/officeDocument/2006/relationships/chart" Target="../charts/chart676.xml"/><Relationship Id="rId21" Type="http://schemas.openxmlformats.org/officeDocument/2006/relationships/chart" Target="../charts/chart677.xml"/><Relationship Id="rId2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8.xml"/><Relationship Id="rId3" Type="http://schemas.openxmlformats.org/officeDocument/2006/relationships/chart" Target="../charts/chart679.xml"/><Relationship Id="rId4" Type="http://schemas.openxmlformats.org/officeDocument/2006/relationships/chart" Target="../charts/chart680.xml"/><Relationship Id="rId5" Type="http://schemas.openxmlformats.org/officeDocument/2006/relationships/chart" Target="../charts/chart681.xml"/><Relationship Id="rId6" Type="http://schemas.openxmlformats.org/officeDocument/2006/relationships/chart" Target="../charts/chart682.xml"/><Relationship Id="rId7" Type="http://schemas.openxmlformats.org/officeDocument/2006/relationships/chart" Target="../charts/chart683.xml"/><Relationship Id="rId8"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4.xml"/><Relationship Id="rId3" Type="http://schemas.openxmlformats.org/officeDocument/2006/relationships/chart" Target="../charts/chart685.xml"/><Relationship Id="rId4" Type="http://schemas.openxmlformats.org/officeDocument/2006/relationships/chart" Target="../charts/chart686.xml"/><Relationship Id="rId5" Type="http://schemas.openxmlformats.org/officeDocument/2006/relationships/chart" Target="../charts/chart687.xml"/><Relationship Id="rId6" Type="http://schemas.openxmlformats.org/officeDocument/2006/relationships/chart" Target="../charts/chart688.xml"/><Relationship Id="rId7" Type="http://schemas.openxmlformats.org/officeDocument/2006/relationships/chart" Target="../charts/chart689.xml"/><Relationship Id="rId8" Type="http://schemas.openxmlformats.org/officeDocument/2006/relationships/chart" Target="../charts/chart690.xml"/><Relationship Id="rId9" Type="http://schemas.openxmlformats.org/officeDocument/2006/relationships/chart" Target="../charts/chart691.xml"/><Relationship Id="rId10" Type="http://schemas.openxmlformats.org/officeDocument/2006/relationships/chart" Target="../charts/chart692.xml"/><Relationship Id="rId11" Type="http://schemas.openxmlformats.org/officeDocument/2006/relationships/chart" Target="../charts/chart693.xml"/><Relationship Id="rId12" Type="http://schemas.openxmlformats.org/officeDocument/2006/relationships/chart" Target="../charts/chart694.xml"/><Relationship Id="rId13" Type="http://schemas.openxmlformats.org/officeDocument/2006/relationships/chart" Target="../charts/chart695.xml"/><Relationship Id="rId14" Type="http://schemas.openxmlformats.org/officeDocument/2006/relationships/chart" Target="../charts/chart696.xml"/><Relationship Id="rId15" Type="http://schemas.openxmlformats.org/officeDocument/2006/relationships/chart" Target="../charts/chart697.xml"/><Relationship Id="rId16" Type="http://schemas.openxmlformats.org/officeDocument/2006/relationships/chart" Target="../charts/chart698.xml"/><Relationship Id="rId17" Type="http://schemas.openxmlformats.org/officeDocument/2006/relationships/chart" Target="../charts/chart699.xml"/><Relationship Id="rId18" Type="http://schemas.openxmlformats.org/officeDocument/2006/relationships/chart" Target="../charts/chart700.xml"/><Relationship Id="rId19" Type="http://schemas.openxmlformats.org/officeDocument/2006/relationships/chart" Target="../charts/chart701.xml"/><Relationship Id="rId20" Type="http://schemas.openxmlformats.org/officeDocument/2006/relationships/chart" Target="../charts/chart702.xml"/><Relationship Id="rId21" Type="http://schemas.openxmlformats.org/officeDocument/2006/relationships/chart" Target="../charts/chart703.xml"/><Relationship Id="rId2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4.xml"/><Relationship Id="rId3" Type="http://schemas.openxmlformats.org/officeDocument/2006/relationships/chart" Target="../charts/chart705.xml"/><Relationship Id="rId4" Type="http://schemas.openxmlformats.org/officeDocument/2006/relationships/chart" Target="../charts/chart706.xml"/><Relationship Id="rId5" Type="http://schemas.openxmlformats.org/officeDocument/2006/relationships/chart" Target="../charts/chart707.xml"/><Relationship Id="rId6" Type="http://schemas.openxmlformats.org/officeDocument/2006/relationships/chart" Target="../charts/chart708.xml"/><Relationship Id="rId7" Type="http://schemas.openxmlformats.org/officeDocument/2006/relationships/chart" Target="../charts/chart709.xml"/><Relationship Id="rId8"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0.xml"/><Relationship Id="rId3" Type="http://schemas.openxmlformats.org/officeDocument/2006/relationships/chart" Target="../charts/chart711.xml"/><Relationship Id="rId4" Type="http://schemas.openxmlformats.org/officeDocument/2006/relationships/chart" Target="../charts/chart712.xml"/><Relationship Id="rId5" Type="http://schemas.openxmlformats.org/officeDocument/2006/relationships/chart" Target="../charts/chart713.xml"/><Relationship Id="rId6" Type="http://schemas.openxmlformats.org/officeDocument/2006/relationships/chart" Target="../charts/chart714.xml"/><Relationship Id="rId7" Type="http://schemas.openxmlformats.org/officeDocument/2006/relationships/chart" Target="../charts/chart715.xml"/><Relationship Id="rId8" Type="http://schemas.openxmlformats.org/officeDocument/2006/relationships/chart" Target="../charts/chart716.xml"/><Relationship Id="rId9" Type="http://schemas.openxmlformats.org/officeDocument/2006/relationships/chart" Target="../charts/chart717.xml"/><Relationship Id="rId10" Type="http://schemas.openxmlformats.org/officeDocument/2006/relationships/chart" Target="../charts/chart718.xml"/><Relationship Id="rId11" Type="http://schemas.openxmlformats.org/officeDocument/2006/relationships/chart" Target="../charts/chart719.xml"/><Relationship Id="rId12" Type="http://schemas.openxmlformats.org/officeDocument/2006/relationships/chart" Target="../charts/chart720.xml"/><Relationship Id="rId13" Type="http://schemas.openxmlformats.org/officeDocument/2006/relationships/chart" Target="../charts/chart721.xml"/><Relationship Id="rId14" Type="http://schemas.openxmlformats.org/officeDocument/2006/relationships/chart" Target="../charts/chart722.xml"/><Relationship Id="rId15" Type="http://schemas.openxmlformats.org/officeDocument/2006/relationships/chart" Target="../charts/chart723.xml"/><Relationship Id="rId16" Type="http://schemas.openxmlformats.org/officeDocument/2006/relationships/chart" Target="../charts/chart724.xml"/><Relationship Id="rId17" Type="http://schemas.openxmlformats.org/officeDocument/2006/relationships/chart" Target="../charts/chart725.xml"/><Relationship Id="rId18" Type="http://schemas.openxmlformats.org/officeDocument/2006/relationships/chart" Target="../charts/chart726.xml"/><Relationship Id="rId19" Type="http://schemas.openxmlformats.org/officeDocument/2006/relationships/chart" Target="../charts/chart727.xml"/><Relationship Id="rId20" Type="http://schemas.openxmlformats.org/officeDocument/2006/relationships/chart" Target="../charts/chart728.xml"/><Relationship Id="rId21" Type="http://schemas.openxmlformats.org/officeDocument/2006/relationships/chart" Target="../charts/chart729.xml"/><Relationship Id="rId2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0.xml"/><Relationship Id="rId3" Type="http://schemas.openxmlformats.org/officeDocument/2006/relationships/chart" Target="../charts/chart731.xml"/><Relationship Id="rId4" Type="http://schemas.openxmlformats.org/officeDocument/2006/relationships/chart" Target="../charts/chart732.xml"/><Relationship Id="rId5" Type="http://schemas.openxmlformats.org/officeDocument/2006/relationships/chart" Target="../charts/chart733.xml"/><Relationship Id="rId6" Type="http://schemas.openxmlformats.org/officeDocument/2006/relationships/chart" Target="../charts/chart734.xml"/><Relationship Id="rId7" Type="http://schemas.openxmlformats.org/officeDocument/2006/relationships/chart" Target="../charts/chart735.xml"/><Relationship Id="rId8" Type="http://schemas.openxmlformats.org/officeDocument/2006/relationships/chart" Target="../charts/chart736.xml"/><Relationship Id="rId9" Type="http://schemas.openxmlformats.org/officeDocument/2006/relationships/chart" Target="../charts/chart737.xml"/><Relationship Id="rId10" Type="http://schemas.openxmlformats.org/officeDocument/2006/relationships/chart" Target="../charts/chart738.xml"/><Relationship Id="rId11" Type="http://schemas.openxmlformats.org/officeDocument/2006/relationships/chart" Target="../charts/chart739.xml"/><Relationship Id="rId1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0.xml"/><Relationship Id="rId3" Type="http://schemas.openxmlformats.org/officeDocument/2006/relationships/chart" Target="../charts/chart741.xml"/><Relationship Id="rId4" Type="http://schemas.openxmlformats.org/officeDocument/2006/relationships/chart" Target="../charts/chart742.xml"/><Relationship Id="rId5" Type="http://schemas.openxmlformats.org/officeDocument/2006/relationships/chart" Target="../charts/chart743.xml"/><Relationship Id="rId6" Type="http://schemas.openxmlformats.org/officeDocument/2006/relationships/chart" Target="../charts/chart744.xml"/><Relationship Id="rId7" Type="http://schemas.openxmlformats.org/officeDocument/2006/relationships/chart" Target="../charts/chart745.xml"/><Relationship Id="rId8" Type="http://schemas.openxmlformats.org/officeDocument/2006/relationships/chart" Target="../charts/chart746.xml"/><Relationship Id="rId9" Type="http://schemas.openxmlformats.org/officeDocument/2006/relationships/chart" Target="../charts/chart747.xml"/><Relationship Id="rId10" Type="http://schemas.openxmlformats.org/officeDocument/2006/relationships/chart" Target="../charts/chart748.xml"/><Relationship Id="rId11" Type="http://schemas.openxmlformats.org/officeDocument/2006/relationships/chart" Target="../charts/chart749.xml"/><Relationship Id="rId1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0.xml"/><Relationship Id="rId3" Type="http://schemas.openxmlformats.org/officeDocument/2006/relationships/chart" Target="../charts/chart751.xml"/><Relationship Id="rId4" Type="http://schemas.openxmlformats.org/officeDocument/2006/relationships/chart" Target="../charts/chart752.xml"/><Relationship Id="rId5" Type="http://schemas.openxmlformats.org/officeDocument/2006/relationships/chart" Target="../charts/chart753.xml"/><Relationship Id="rId6" Type="http://schemas.openxmlformats.org/officeDocument/2006/relationships/chart" Target="../charts/chart754.xml"/><Relationship Id="rId7" Type="http://schemas.openxmlformats.org/officeDocument/2006/relationships/chart" Target="../charts/chart755.xml"/><Relationship Id="rId8" Type="http://schemas.openxmlformats.org/officeDocument/2006/relationships/chart" Target="../charts/chart756.xml"/><Relationship Id="rId9" Type="http://schemas.openxmlformats.org/officeDocument/2006/relationships/chart" Target="../charts/chart757.xml"/><Relationship Id="rId10" Type="http://schemas.openxmlformats.org/officeDocument/2006/relationships/chart" Target="../charts/chart758.xml"/><Relationship Id="rId11" Type="http://schemas.openxmlformats.org/officeDocument/2006/relationships/chart" Target="../charts/chart759.xml"/><Relationship Id="rId1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0.xml"/><Relationship Id="rId3" Type="http://schemas.openxmlformats.org/officeDocument/2006/relationships/chart" Target="../charts/chart761.xml"/><Relationship Id="rId4" Type="http://schemas.openxmlformats.org/officeDocument/2006/relationships/chart" Target="../charts/chart762.xml"/><Relationship Id="rId5" Type="http://schemas.openxmlformats.org/officeDocument/2006/relationships/chart" Target="../charts/chart763.xml"/><Relationship Id="rId6" Type="http://schemas.openxmlformats.org/officeDocument/2006/relationships/chart" Target="../charts/chart764.xml"/><Relationship Id="rId7" Type="http://schemas.openxmlformats.org/officeDocument/2006/relationships/chart" Target="../charts/chart765.xml"/><Relationship Id="rId8" Type="http://schemas.openxmlformats.org/officeDocument/2006/relationships/chart" Target="../charts/chart766.xml"/><Relationship Id="rId9" Type="http://schemas.openxmlformats.org/officeDocument/2006/relationships/chart" Target="../charts/chart767.xml"/><Relationship Id="rId10" Type="http://schemas.openxmlformats.org/officeDocument/2006/relationships/chart" Target="../charts/chart768.xml"/><Relationship Id="rId11" Type="http://schemas.openxmlformats.org/officeDocument/2006/relationships/chart" Target="../charts/chart769.xml"/><Relationship Id="rId1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0.xml"/><Relationship Id="rId3" Type="http://schemas.openxmlformats.org/officeDocument/2006/relationships/chart" Target="../charts/chart771.xml"/><Relationship Id="rId4" Type="http://schemas.openxmlformats.org/officeDocument/2006/relationships/chart" Target="../charts/chart772.xml"/><Relationship Id="rId5" Type="http://schemas.openxmlformats.org/officeDocument/2006/relationships/chart" Target="../charts/chart773.xml"/><Relationship Id="rId6" Type="http://schemas.openxmlformats.org/officeDocument/2006/relationships/chart" Target="../charts/chart774.xml"/><Relationship Id="rId7" Type="http://schemas.openxmlformats.org/officeDocument/2006/relationships/chart" Target="../charts/chart775.xml"/><Relationship Id="rId8" Type="http://schemas.openxmlformats.org/officeDocument/2006/relationships/chart" Target="../charts/chart776.xml"/><Relationship Id="rId9" Type="http://schemas.openxmlformats.org/officeDocument/2006/relationships/chart" Target="../charts/chart777.xml"/><Relationship Id="rId10" Type="http://schemas.openxmlformats.org/officeDocument/2006/relationships/chart" Target="../charts/chart778.xml"/><Relationship Id="rId11" Type="http://schemas.openxmlformats.org/officeDocument/2006/relationships/chart" Target="../charts/chart779.xml"/><Relationship Id="rId1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0.xml"/><Relationship Id="rId3" Type="http://schemas.openxmlformats.org/officeDocument/2006/relationships/chart" Target="../charts/chart781.xml"/><Relationship Id="rId4" Type="http://schemas.openxmlformats.org/officeDocument/2006/relationships/chart" Target="../charts/chart782.xml"/><Relationship Id="rId5" Type="http://schemas.openxmlformats.org/officeDocument/2006/relationships/chart" Target="../charts/chart783.xml"/><Relationship Id="rId6" Type="http://schemas.openxmlformats.org/officeDocument/2006/relationships/chart" Target="../charts/chart784.xml"/><Relationship Id="rId7" Type="http://schemas.openxmlformats.org/officeDocument/2006/relationships/chart" Target="../charts/chart785.xml"/><Relationship Id="rId8" Type="http://schemas.openxmlformats.org/officeDocument/2006/relationships/chart" Target="../charts/chart786.xml"/><Relationship Id="rId9" Type="http://schemas.openxmlformats.org/officeDocument/2006/relationships/chart" Target="../charts/chart787.xml"/><Relationship Id="rId10" Type="http://schemas.openxmlformats.org/officeDocument/2006/relationships/chart" Target="../charts/chart788.xml"/><Relationship Id="rId11" Type="http://schemas.openxmlformats.org/officeDocument/2006/relationships/chart" Target="../charts/chart789.xml"/><Relationship Id="rId1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0.xml"/><Relationship Id="rId3" Type="http://schemas.openxmlformats.org/officeDocument/2006/relationships/chart" Target="../charts/chart791.xml"/><Relationship Id="rId4" Type="http://schemas.openxmlformats.org/officeDocument/2006/relationships/chart" Target="../charts/chart792.xml"/><Relationship Id="rId5" Type="http://schemas.openxmlformats.org/officeDocument/2006/relationships/chart" Target="../charts/chart793.xml"/><Relationship Id="rId6" Type="http://schemas.openxmlformats.org/officeDocument/2006/relationships/chart" Target="../charts/chart794.xml"/><Relationship Id="rId7"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5.xml"/><Relationship Id="rId3" Type="http://schemas.openxmlformats.org/officeDocument/2006/relationships/chart" Target="../charts/chart796.xml"/><Relationship Id="rId4" Type="http://schemas.openxmlformats.org/officeDocument/2006/relationships/chart" Target="../charts/chart797.xml"/><Relationship Id="rId5" Type="http://schemas.openxmlformats.org/officeDocument/2006/relationships/chart" Target="../charts/chart798.xml"/><Relationship Id="rId6" Type="http://schemas.openxmlformats.org/officeDocument/2006/relationships/chart" Target="../charts/chart799.xml"/><Relationship Id="rId7"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00.xml"/><Relationship Id="rId3" Type="http://schemas.openxmlformats.org/officeDocument/2006/relationships/chart" Target="../charts/chart801.xml"/><Relationship Id="rId4" Type="http://schemas.openxmlformats.org/officeDocument/2006/relationships/chart" Target="../charts/chart802.xml"/><Relationship Id="rId5" Type="http://schemas.openxmlformats.org/officeDocument/2006/relationships/chart" Target="../charts/chart803.xml"/><Relationship Id="rId6" Type="http://schemas.openxmlformats.org/officeDocument/2006/relationships/chart" Target="../charts/chart804.xml"/><Relationship Id="rId7"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05.xml"/><Relationship Id="rId3" Type="http://schemas.openxmlformats.org/officeDocument/2006/relationships/chart" Target="../charts/chart806.xml"/><Relationship Id="rId4" Type="http://schemas.openxmlformats.org/officeDocument/2006/relationships/chart" Target="../charts/chart807.xml"/><Relationship Id="rId5" Type="http://schemas.openxmlformats.org/officeDocument/2006/relationships/chart" Target="../charts/chart808.xml"/><Relationship Id="rId6" Type="http://schemas.openxmlformats.org/officeDocument/2006/relationships/chart" Target="../charts/chart809.xml"/><Relationship Id="rId7"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0.xml"/><Relationship Id="rId3" Type="http://schemas.openxmlformats.org/officeDocument/2006/relationships/chart" Target="../charts/chart811.xml"/><Relationship Id="rId4" Type="http://schemas.openxmlformats.org/officeDocument/2006/relationships/chart" Target="../charts/chart812.xml"/><Relationship Id="rId5" Type="http://schemas.openxmlformats.org/officeDocument/2006/relationships/chart" Target="../charts/chart813.xml"/><Relationship Id="rId6" Type="http://schemas.openxmlformats.org/officeDocument/2006/relationships/chart" Target="../charts/chart814.xml"/><Relationship Id="rId7"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5.xml"/><Relationship Id="rId3" Type="http://schemas.openxmlformats.org/officeDocument/2006/relationships/chart" Target="../charts/chart816.xml"/><Relationship Id="rId4" Type="http://schemas.openxmlformats.org/officeDocument/2006/relationships/chart" Target="../charts/chart817.xml"/><Relationship Id="rId5" Type="http://schemas.openxmlformats.org/officeDocument/2006/relationships/chart" Target="../charts/chart818.xml"/><Relationship Id="rId6" Type="http://schemas.openxmlformats.org/officeDocument/2006/relationships/chart" Target="../charts/chart819.xml"/><Relationship Id="rId7"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20.xml"/><Relationship Id="rId3" Type="http://schemas.openxmlformats.org/officeDocument/2006/relationships/chart" Target="../charts/chart821.xml"/><Relationship Id="rId4" Type="http://schemas.openxmlformats.org/officeDocument/2006/relationships/chart" Target="../charts/chart822.xml"/><Relationship Id="rId5" Type="http://schemas.openxmlformats.org/officeDocument/2006/relationships/chart" Target="../charts/chart823.xml"/><Relationship Id="rId6" Type="http://schemas.openxmlformats.org/officeDocument/2006/relationships/chart" Target="../charts/chart824.xml"/><Relationship Id="rId7"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25.xml"/><Relationship Id="rId3" Type="http://schemas.openxmlformats.org/officeDocument/2006/relationships/chart" Target="../charts/chart826.xml"/><Relationship Id="rId4" Type="http://schemas.openxmlformats.org/officeDocument/2006/relationships/chart" Target="../charts/chart827.xml"/><Relationship Id="rId5" Type="http://schemas.openxmlformats.org/officeDocument/2006/relationships/chart" Target="../charts/chart828.xml"/><Relationship Id="rId6" Type="http://schemas.openxmlformats.org/officeDocument/2006/relationships/chart" Target="../charts/chart829.xml"/><Relationship Id="rId7"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0.xml"/><Relationship Id="rId3" Type="http://schemas.openxmlformats.org/officeDocument/2006/relationships/chart" Target="../charts/chart831.xml"/><Relationship Id="rId4" Type="http://schemas.openxmlformats.org/officeDocument/2006/relationships/chart" Target="../charts/chart832.xml"/><Relationship Id="rId5" Type="http://schemas.openxmlformats.org/officeDocument/2006/relationships/chart" Target="../charts/chart833.xml"/><Relationship Id="rId6" Type="http://schemas.openxmlformats.org/officeDocument/2006/relationships/chart" Target="../charts/chart834.xml"/><Relationship Id="rId7"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store's expenses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compliance, and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Service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the service department generates after its own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$99.18M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$27.70M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service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Technicians and advisors: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Proficiency: more sold hours from the same techs and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loaners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$27.70M service net profit, +21.6%. Gross grew +5.2%; department expenses +1.4%.</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$733K</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+$377K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+105.8%</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+$347K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Shape 44"/>
          <p:cNvSpPr/>
          <p:nvPr/>
        </p:nvSpPr>
        <p:spPr>
          <a:xfrm>
            <a:off x="7775448" y="3621024"/>
            <a:ext cx="64008" cy="813816"/>
          </a:xfrm>
          <a:prstGeom prst="rect">
            <a:avLst/>
          </a:prstGeom>
          <a:solidFill>
            <a:srgbClr val="2587C5"/>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−$148K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−$160K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−1368.7%</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−63.6%</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Text 7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8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1" name="Text 73"/>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92" name="Text 74"/>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
        <p:nvSpPr>
          <p:cNvPr id="93" name="Shape 75"/>
          <p:cNvSpPr/>
          <p:nvPr/>
        </p:nvSpPr>
        <p:spPr>
          <a:xfrm>
            <a:off x="11466576" y="4507992"/>
            <a:ext cx="64008" cy="813816"/>
          </a:xfrm>
          <a:prstGeom prst="rect">
            <a:avLst/>
          </a:prstGeom>
          <a:solidFill>
            <a:srgbClr val="2587C5"/>
          </a:solidFill>
          <a:ln/>
        </p:spPr>
      </p:sp>
      <p:sp>
        <p:nvSpPr>
          <p:cNvPr id="94" name="Text 76"/>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5" name="Text 77"/>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96"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7"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8" name="Text 78"/>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+$51K</a:t>
            </a:r>
            <a:endParaRPr lang="en-US" sz="1600" dirty="0"/>
          </a:p>
        </p:txBody>
      </p:sp>
      <p:sp>
        <p:nvSpPr>
          <p:cNvPr id="99" name="Text 79"/>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+118.4%</a:t>
            </a:r>
            <a:endParaRPr lang="en-US" sz="1300" dirty="0"/>
          </a:p>
        </p:txBody>
      </p:sp>
      <p:sp>
        <p:nvSpPr>
          <p:cNvPr id="100" name="Shape 80"/>
          <p:cNvSpPr/>
          <p:nvPr/>
        </p:nvSpPr>
        <p:spPr>
          <a:xfrm>
            <a:off x="8040624" y="5358384"/>
            <a:ext cx="3489960" cy="886968"/>
          </a:xfrm>
          <a:prstGeom prst="rect">
            <a:avLst/>
          </a:prstGeom>
          <a:solidFill>
            <a:srgbClr val="F7F7F7"/>
          </a:solidFill>
          <a:ln/>
        </p:spPr>
      </p:sp>
      <p:sp>
        <p:nvSpPr>
          <p:cNvPr id="101" name="Shape 81"/>
          <p:cNvSpPr/>
          <p:nvPr/>
        </p:nvSpPr>
        <p:spPr>
          <a:xfrm>
            <a:off x="11466576" y="5394960"/>
            <a:ext cx="64008" cy="813816"/>
          </a:xfrm>
          <a:prstGeom prst="rect">
            <a:avLst/>
          </a:prstGeom>
          <a:solidFill>
            <a:srgbClr val="12A566"/>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$646K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Parts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the parts department generates after its own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$39.17M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$22.75M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parts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on every RO, matrix pricing, wholesale that covers its own cost</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wholesale and drivers: staffing to the workload, pay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Inventory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Fill rate, obsolescence and carrying cost</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Freight, delivery vehicles, supplies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$22.75M parts net profit, +0.8%. Gross grew +1.9%; department expenses +2.6%.</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+$191K (+0.8%) year to date; 6 of nine months ahead of 2025, largest gain in September, +$506K.</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+$206K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$771K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+$180K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+30.4%</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$689K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−$232K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$519K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$310K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−$209K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−40.3%</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Text 6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7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7" name="Text 63"/>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78" name="Text 64"/>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79" name="Shape 65"/>
          <p:cNvSpPr/>
          <p:nvPr/>
        </p:nvSpPr>
        <p:spPr>
          <a:xfrm>
            <a:off x="11466576" y="2734056"/>
            <a:ext cx="64008" cy="813816"/>
          </a:xfrm>
          <a:prstGeom prst="rect">
            <a:avLst/>
          </a:prstGeom>
          <a:solidFill>
            <a:srgbClr val="12A566"/>
          </a:solidFill>
          <a:ln/>
        </p:spPr>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Shape 71"/>
          <p:cNvSpPr/>
          <p:nvPr/>
        </p:nvSpPr>
        <p:spPr>
          <a:xfrm>
            <a:off x="11466576" y="3621024"/>
            <a:ext cx="64008" cy="813816"/>
          </a:xfrm>
          <a:prstGeom prst="rect">
            <a:avLst/>
          </a:prstGeom>
          <a:solidFill>
            <a:srgbClr val="2587C5"/>
          </a:solidFill>
          <a:ln/>
        </p:spPr>
      </p:sp>
      <p:sp>
        <p:nvSpPr>
          <p:cNvPr id="88" name="Text 72"/>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9" name="Text 73"/>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90"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1"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2" name="Text 74"/>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93" name="Text 75"/>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94" name="Shape 76"/>
          <p:cNvSpPr/>
          <p:nvPr/>
        </p:nvSpPr>
        <p:spPr>
          <a:xfrm>
            <a:off x="11466576" y="4507992"/>
            <a:ext cx="64008" cy="813816"/>
          </a:xfrm>
          <a:prstGeom prst="rect">
            <a:avLst/>
          </a:prstGeom>
          <a:solidFill>
            <a:srgbClr val="12A566"/>
          </a:solidFill>
          <a:ln/>
        </p:spPr>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$202K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+39.0%</a:t>
            </a:r>
            <a:endParaRPr lang="en-US" sz="13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Shape 16"/>
          <p:cNvSpPr/>
          <p:nvPr/>
        </p:nvSpPr>
        <p:spPr>
          <a:xfrm>
            <a:off x="4084320" y="3621024"/>
            <a:ext cx="64008" cy="813816"/>
          </a:xfrm>
          <a:prstGeom prst="rect">
            <a:avLst/>
          </a:prstGeom>
          <a:solidFill>
            <a:srgbClr val="12A566"/>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Shape 24"/>
          <p:cNvSpPr/>
          <p:nvPr/>
        </p:nvSpPr>
        <p:spPr>
          <a:xfrm>
            <a:off x="4084320" y="5394960"/>
            <a:ext cx="64008" cy="813816"/>
          </a:xfrm>
          <a:prstGeom prst="rect">
            <a:avLst/>
          </a:prstGeom>
          <a:solidFill>
            <a:srgbClr val="12A566"/>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Shape 51"/>
          <p:cNvSpPr/>
          <p:nvPr/>
        </p:nvSpPr>
        <p:spPr>
          <a:xfrm>
            <a:off x="11466576" y="1847088"/>
            <a:ext cx="64008" cy="813816"/>
          </a:xfrm>
          <a:prstGeom prst="rect">
            <a:avLst/>
          </a:prstGeom>
          <a:solidFill>
            <a:srgbClr val="12A566"/>
          </a:solidFill>
          <a:ln/>
        </p:spPr>
      </p:sp>
      <p:sp>
        <p:nvSpPr>
          <p:cNvPr id="6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5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6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8"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69" name="Shape 55"/>
          <p:cNvSpPr/>
          <p:nvPr/>
        </p:nvSpPr>
        <p:spPr>
          <a:xfrm>
            <a:off x="11466576" y="2734056"/>
            <a:ext cx="64008" cy="813816"/>
          </a:xfrm>
          <a:prstGeom prst="rect">
            <a:avLst/>
          </a:prstGeom>
          <a:solidFill>
            <a:srgbClr val="12A566"/>
          </a:solidFill>
          <a:ln/>
        </p:spPr>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7" name="Text 6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7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0"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12A566"/>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2026-10-29T04:52:04Z</dcterms:created>
  <dcterms:modified xsi:type="dcterms:W3CDTF">2026-10-29T04:52:04Z</dcterms:modified>
</cp:coreProperties>
</file>