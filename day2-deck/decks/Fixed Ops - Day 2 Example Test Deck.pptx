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264" r:id="rId10"/>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5" r:id="rId11"/>
    <p:sldId id="403" r:id="rId154"/>
    <p:sldId id="404" r:id="rId155"/>
    <p:sldId id="405" r:id="rId156"/>
    <p:sldId id="406" r:id="rId157"/>
    <p:sldId id="407" r:id="rId158"/>
    <p:sldId id="408" r:id="rId159"/>
    <p:sldId id="266" r:id="rId12"/>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A-E, Internal GP %,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xml"/><Relationship Id="rId3" Type="http://schemas.openxmlformats.org/officeDocument/2006/relationships/chart" Target="../charts/chart22.xml"/><Relationship Id="rId4" Type="http://schemas.openxmlformats.org/officeDocument/2006/relationships/chart" Target="../charts/chart23.xml"/><Relationship Id="rId5" Type="http://schemas.openxmlformats.org/officeDocument/2006/relationships/chart" Target="../charts/chart24.xml"/><Relationship Id="rId6" Type="http://schemas.openxmlformats.org/officeDocument/2006/relationships/chart" Target="../charts/chart25.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 Id="rId3" Type="http://schemas.openxmlformats.org/officeDocument/2006/relationships/chart" Target="../charts/chart32.xml"/><Relationship Id="rId4" Type="http://schemas.openxmlformats.org/officeDocument/2006/relationships/chart" Target="../charts/chart33.xml"/><Relationship Id="rId5" Type="http://schemas.openxmlformats.org/officeDocument/2006/relationships/chart" Target="../charts/chart34.xml"/><Relationship Id="rId6" Type="http://schemas.openxmlformats.org/officeDocument/2006/relationships/chart" Target="../charts/chart35.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0.xml"/><Relationship Id="rId3" Type="http://schemas.openxmlformats.org/officeDocument/2006/relationships/chart" Target="../charts/chart41.xml"/><Relationship Id="rId4" Type="http://schemas.openxmlformats.org/officeDocument/2006/relationships/chart" Target="../charts/chart42.xml"/><Relationship Id="rId5" Type="http://schemas.openxmlformats.org/officeDocument/2006/relationships/chart" Target="../charts/chart43.xml"/><Relationship Id="rId6" Type="http://schemas.openxmlformats.org/officeDocument/2006/relationships/chart" Target="../charts/chart44.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4.xml"/><Relationship Id="rId3" Type="http://schemas.openxmlformats.org/officeDocument/2006/relationships/chart" Target="../charts/chart65.xml"/><Relationship Id="rId4" Type="http://schemas.openxmlformats.org/officeDocument/2006/relationships/chart" Target="../charts/chart66.xml"/><Relationship Id="rId5" Type="http://schemas.openxmlformats.org/officeDocument/2006/relationships/chart" Target="../charts/chart67.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xml"/><Relationship Id="rId3" Type="http://schemas.openxmlformats.org/officeDocument/2006/relationships/chart" Target="../charts/chart74.xml"/><Relationship Id="rId4" Type="http://schemas.openxmlformats.org/officeDocument/2006/relationships/chart" Target="../charts/chart75.xml"/><Relationship Id="rId5" Type="http://schemas.openxmlformats.org/officeDocument/2006/relationships/chart" Target="../charts/chart76.xml"/><Relationship Id="rId6" Type="http://schemas.openxmlformats.org/officeDocument/2006/relationships/chart" Target="../charts/chart77.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8.xml"/><Relationship Id="rId3" Type="http://schemas.openxmlformats.org/officeDocument/2006/relationships/chart" Target="../charts/chart89.xml"/><Relationship Id="rId4" Type="http://schemas.openxmlformats.org/officeDocument/2006/relationships/chart" Target="../charts/chart90.xml"/><Relationship Id="rId5" Type="http://schemas.openxmlformats.org/officeDocument/2006/relationships/chart" Target="../charts/chart91.xml"/><Relationship Id="rId6" Type="http://schemas.openxmlformats.org/officeDocument/2006/relationships/chart" Target="../charts/chart92.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7.xml"/><Relationship Id="rId3" Type="http://schemas.openxmlformats.org/officeDocument/2006/relationships/chart" Target="../charts/chart98.xml"/><Relationship Id="rId4" Type="http://schemas.openxmlformats.org/officeDocument/2006/relationships/chart" Target="../charts/chart99.xml"/><Relationship Id="rId5" Type="http://schemas.openxmlformats.org/officeDocument/2006/relationships/chart" Target="../charts/chart100.xml"/><Relationship Id="rId6" Type="http://schemas.openxmlformats.org/officeDocument/2006/relationships/chart" Target="../charts/chart101.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2.xml"/><Relationship Id="rId3" Type="http://schemas.openxmlformats.org/officeDocument/2006/relationships/chart" Target="../charts/chart103.xml"/><Relationship Id="rId4" Type="http://schemas.openxmlformats.org/officeDocument/2006/relationships/chart" Target="../charts/chart104.xml"/><Relationship Id="rId5" Type="http://schemas.openxmlformats.org/officeDocument/2006/relationships/chart" Target="../charts/chart105.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6.xml"/><Relationship Id="rId3" Type="http://schemas.openxmlformats.org/officeDocument/2006/relationships/chart" Target="../charts/chart107.xml"/><Relationship Id="rId4" Type="http://schemas.openxmlformats.org/officeDocument/2006/relationships/chart" Target="../charts/chart108.xml"/><Relationship Id="rId5" Type="http://schemas.openxmlformats.org/officeDocument/2006/relationships/chart" Target="../charts/chart109.xml"/><Relationship Id="rId6" Type="http://schemas.openxmlformats.org/officeDocument/2006/relationships/chart" Target="../charts/chart110.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5.xml"/><Relationship Id="rId3" Type="http://schemas.openxmlformats.org/officeDocument/2006/relationships/chart" Target="../charts/chart116.xml"/><Relationship Id="rId4" Type="http://schemas.openxmlformats.org/officeDocument/2006/relationships/chart" Target="../charts/chart117.xml"/><Relationship Id="rId5" Type="http://schemas.openxmlformats.org/officeDocument/2006/relationships/chart" Target="../charts/chart118.xml"/><Relationship Id="rId6" Type="http://schemas.openxmlformats.org/officeDocument/2006/relationships/chart" Target="../charts/chart119.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1.xml"/><Relationship Id="rId3" Type="http://schemas.openxmlformats.org/officeDocument/2006/relationships/chart" Target="../charts/chart122.xml"/><Relationship Id="rId4" Type="http://schemas.openxmlformats.org/officeDocument/2006/relationships/chart" Target="../charts/chart123.xml"/><Relationship Id="rId5" Type="http://schemas.openxmlformats.org/officeDocument/2006/relationships/chart" Target="../charts/chart124.xml"/><Relationship Id="rId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chart" Target="../charts/chart129.xml"/><Relationship Id="rId7" Type="http://schemas.openxmlformats.org/officeDocument/2006/relationships/chart" Target="../charts/chart13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4.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8.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2.xml"/><Relationship Id="rId3" Type="http://schemas.openxmlformats.org/officeDocument/2006/relationships/chart" Target="../charts/chart163.xml"/><Relationship Id="rId4" Type="http://schemas.openxmlformats.org/officeDocument/2006/relationships/chart" Target="../charts/chart164.xml"/><Relationship Id="rId5" Type="http://schemas.openxmlformats.org/officeDocument/2006/relationships/chart" Target="../charts/chart165.xml"/><Relationship Id="rId6" Type="http://schemas.openxmlformats.org/officeDocument/2006/relationships/chart" Target="../charts/chart166.xml"/><Relationship Id="rId7" Type="http://schemas.openxmlformats.org/officeDocument/2006/relationships/chart" Target="../charts/chart167.xml"/><Relationship Id="rId8"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8.xml"/><Relationship Id="rId3" Type="http://schemas.openxmlformats.org/officeDocument/2006/relationships/chart" Target="../charts/chart169.xml"/><Relationship Id="rId4" Type="http://schemas.openxmlformats.org/officeDocument/2006/relationships/chart" Target="../charts/chart170.xml"/><Relationship Id="rId5" Type="http://schemas.openxmlformats.org/officeDocument/2006/relationships/chart" Target="../charts/chart171.xml"/><Relationship Id="rId6" Type="http://schemas.openxmlformats.org/officeDocument/2006/relationships/chart" Target="../charts/chart172.xml"/><Relationship Id="rId7" Type="http://schemas.openxmlformats.org/officeDocument/2006/relationships/chart" Target="../charts/chart173.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4.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chart" Target="../charts/chart181.xml"/><Relationship Id="rId9" Type="http://schemas.openxmlformats.org/officeDocument/2006/relationships/chart" Target="../charts/chart182.xml"/><Relationship Id="rId10" Type="http://schemas.openxmlformats.org/officeDocument/2006/relationships/chart" Target="../charts/chart183.xml"/><Relationship Id="rId11" Type="http://schemas.openxmlformats.org/officeDocument/2006/relationships/chart" Target="../charts/chart184.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chart" Target="../charts/chart191.xml"/><Relationship Id="rId9" Type="http://schemas.openxmlformats.org/officeDocument/2006/relationships/chart" Target="../charts/chart192.xml"/><Relationship Id="rId10" Type="http://schemas.openxmlformats.org/officeDocument/2006/relationships/chart" Target="../charts/chart193.xml"/><Relationship Id="rId11" Type="http://schemas.openxmlformats.org/officeDocument/2006/relationships/chart" Target="../charts/chart194.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chart" Target="../charts/chart196.xml"/><Relationship Id="rId4" Type="http://schemas.openxmlformats.org/officeDocument/2006/relationships/chart" Target="../charts/chart197.xml"/><Relationship Id="rId5" Type="http://schemas.openxmlformats.org/officeDocument/2006/relationships/chart" Target="../charts/chart198.xml"/><Relationship Id="rId6" Type="http://schemas.openxmlformats.org/officeDocument/2006/relationships/chart" Target="../charts/chart199.xml"/><Relationship Id="rId7" Type="http://schemas.openxmlformats.org/officeDocument/2006/relationships/chart" Target="../charts/chart200.xml"/><Relationship Id="rId8" Type="http://schemas.openxmlformats.org/officeDocument/2006/relationships/chart" Target="../charts/chart201.xml"/><Relationship Id="rId9" Type="http://schemas.openxmlformats.org/officeDocument/2006/relationships/chart" Target="../charts/chart202.xml"/><Relationship Id="rId10" Type="http://schemas.openxmlformats.org/officeDocument/2006/relationships/chart" Target="../charts/chart203.xml"/><Relationship Id="rId11" Type="http://schemas.openxmlformats.org/officeDocument/2006/relationships/chart" Target="../charts/chart204.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chart" Target="../charts/chart206.xml"/><Relationship Id="rId4" Type="http://schemas.openxmlformats.org/officeDocument/2006/relationships/chart" Target="../charts/chart207.xml"/><Relationship Id="rId5" Type="http://schemas.openxmlformats.org/officeDocument/2006/relationships/chart" Target="../charts/chart208.xml"/><Relationship Id="rId6" Type="http://schemas.openxmlformats.org/officeDocument/2006/relationships/chart" Target="../charts/chart209.xml"/><Relationship Id="rId7" Type="http://schemas.openxmlformats.org/officeDocument/2006/relationships/chart" Target="../charts/chart210.xml"/><Relationship Id="rId8" Type="http://schemas.openxmlformats.org/officeDocument/2006/relationships/chart" Target="../charts/chart211.xml"/><Relationship Id="rId9" Type="http://schemas.openxmlformats.org/officeDocument/2006/relationships/chart" Target="../charts/chart212.xml"/><Relationship Id="rId10" Type="http://schemas.openxmlformats.org/officeDocument/2006/relationships/chart" Target="../charts/chart213.xml"/><Relationship Id="rId11" Type="http://schemas.openxmlformats.org/officeDocument/2006/relationships/chart" Target="../charts/chart214.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5.xml"/><Relationship Id="rId3" Type="http://schemas.openxmlformats.org/officeDocument/2006/relationships/chart" Target="../charts/chart216.xml"/><Relationship Id="rId4" Type="http://schemas.openxmlformats.org/officeDocument/2006/relationships/chart" Target="../charts/chart217.xml"/><Relationship Id="rId5" Type="http://schemas.openxmlformats.org/officeDocument/2006/relationships/chart" Target="../charts/chart218.xml"/><Relationship Id="rId6" Type="http://schemas.openxmlformats.org/officeDocument/2006/relationships/chart" Target="../charts/chart219.xml"/><Relationship Id="rId7" Type="http://schemas.openxmlformats.org/officeDocument/2006/relationships/chart" Target="../charts/chart220.xml"/><Relationship Id="rId8" Type="http://schemas.openxmlformats.org/officeDocument/2006/relationships/chart" Target="../charts/chart221.xml"/><Relationship Id="rId9" Type="http://schemas.openxmlformats.org/officeDocument/2006/relationships/chart" Target="../charts/chart222.xml"/><Relationship Id="rId10" Type="http://schemas.openxmlformats.org/officeDocument/2006/relationships/chart" Target="../charts/chart223.xml"/><Relationship Id="rId11" Type="http://schemas.openxmlformats.org/officeDocument/2006/relationships/chart" Target="../charts/chart224.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5.xml"/><Relationship Id="rId3" Type="http://schemas.openxmlformats.org/officeDocument/2006/relationships/chart" Target="../charts/chart226.xml"/><Relationship Id="rId4" Type="http://schemas.openxmlformats.org/officeDocument/2006/relationships/chart" Target="../charts/chart227.xml"/><Relationship Id="rId5" Type="http://schemas.openxmlformats.org/officeDocument/2006/relationships/chart" Target="../charts/chart228.xml"/><Relationship Id="rId6" Type="http://schemas.openxmlformats.org/officeDocument/2006/relationships/chart" Target="../charts/chart229.xml"/><Relationship Id="rId7" Type="http://schemas.openxmlformats.org/officeDocument/2006/relationships/chart" Target="../charts/chart230.xml"/><Relationship Id="rId8" Type="http://schemas.openxmlformats.org/officeDocument/2006/relationships/chart" Target="../charts/chart231.xml"/><Relationship Id="rId9" Type="http://schemas.openxmlformats.org/officeDocument/2006/relationships/chart" Target="../charts/chart232.xml"/><Relationship Id="rId10" Type="http://schemas.openxmlformats.org/officeDocument/2006/relationships/chart" Target="../charts/chart233.xml"/><Relationship Id="rId11" Type="http://schemas.openxmlformats.org/officeDocument/2006/relationships/chart" Target="../charts/chart234.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ROs and rate,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Internal GP %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FBEBEA"/>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2026-10-21T23:52:58Z</dcterms:created>
  <dcterms:modified xsi:type="dcterms:W3CDTF">2026-10-21T23:52:58Z</dcterms:modified>
</cp:coreProperties>
</file>