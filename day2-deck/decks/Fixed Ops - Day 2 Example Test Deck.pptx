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264" r:id="rId10"/>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31531</c:v>
                </c:pt>
                <c:pt idx="3">
                  <c:v/>
                </c:pt>
                <c:pt idx="4">
                  <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
                </c:pt>
                <c:pt idx="3">
                  <c:v>30786</c:v>
                </c:pt>
                <c:pt idx="4">
                  <c:v>30636</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
                </c:pt>
                <c:pt idx="3">
                  <c:v>31754</c:v>
                </c:pt>
                <c:pt idx="4">
                  <c:v>31740</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31247</c:v>
                </c:pt>
                <c:pt idx="3">
                  <c:v/>
                </c:pt>
                <c:pt idx="4">
                  <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57788.84</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57794.35</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6.xml"/><Relationship Id="rId3" Type="http://schemas.openxmlformats.org/officeDocument/2006/relationships/chart" Target="../charts/chart117.xml"/><Relationship Id="rId4" Type="http://schemas.openxmlformats.org/officeDocument/2006/relationships/chart" Target="../charts/chart118.xml"/><Relationship Id="rId5" Type="http://schemas.openxmlformats.org/officeDocument/2006/relationships/chart" Target="../charts/chart119.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chart" Target="../charts/chart121.xml"/><Relationship Id="rId4" Type="http://schemas.openxmlformats.org/officeDocument/2006/relationships/chart" Target="../charts/chart122.xml"/><Relationship Id="rId5" Type="http://schemas.openxmlformats.org/officeDocument/2006/relationships/chart" Target="../charts/chart123.xml"/><Relationship Id="rId6" Type="http://schemas.openxmlformats.org/officeDocument/2006/relationships/chart" Target="../charts/chart124.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chart" Target="../charts/chart169.xml"/><Relationship Id="rId7" Type="http://schemas.openxmlformats.org/officeDocument/2006/relationships/chart" Target="../charts/chart170.xml"/><Relationship Id="rId8"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4.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6.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chart" Target="../charts/chart228.xml"/><Relationship Id="rId8" Type="http://schemas.openxmlformats.org/officeDocument/2006/relationships/chart" Target="../charts/chart229.xml"/><Relationship Id="rId9" Type="http://schemas.openxmlformats.org/officeDocument/2006/relationships/chart" Target="../charts/chart230.xml"/><Relationship Id="rId10" Type="http://schemas.openxmlformats.org/officeDocument/2006/relationships/chart" Target="../charts/chart231.xml"/><Relationship Id="rId11" Type="http://schemas.openxmlformats.org/officeDocument/2006/relationships/chart" Target="../charts/chart232.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chart" Target="../charts/chart238.xml"/><Relationship Id="rId8" Type="http://schemas.openxmlformats.org/officeDocument/2006/relationships/chart" Target="../charts/chart239.xml"/><Relationship Id="rId9" Type="http://schemas.openxmlformats.org/officeDocument/2006/relationships/chart" Target="../charts/chart240.xml"/><Relationship Id="rId10" Type="http://schemas.openxmlformats.org/officeDocument/2006/relationships/chart" Target="../charts/chart241.xml"/><Relationship Id="rId11" Type="http://schemas.openxmlformats.org/officeDocument/2006/relationships/chart" Target="../charts/chart242.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chart" Target="../charts/chart248.xml"/><Relationship Id="rId8" Type="http://schemas.openxmlformats.org/officeDocument/2006/relationships/chart" Target="../charts/chart249.xml"/><Relationship Id="rId9" Type="http://schemas.openxmlformats.org/officeDocument/2006/relationships/chart" Target="../charts/chart250.xml"/><Relationship Id="rId10" Type="http://schemas.openxmlformats.org/officeDocument/2006/relationships/chart" Target="../charts/chart251.xml"/><Relationship Id="rId11" Type="http://schemas.openxmlformats.org/officeDocument/2006/relationships/chart" Target="../charts/chart252.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chart" Target="../charts/chart258.xml"/><Relationship Id="rId8" Type="http://schemas.openxmlformats.org/officeDocument/2006/relationships/chart" Target="../charts/chart259.xml"/><Relationship Id="rId9" Type="http://schemas.openxmlformats.org/officeDocument/2006/relationships/chart" Target="../charts/chart260.xml"/><Relationship Id="rId10" Type="http://schemas.openxmlformats.org/officeDocument/2006/relationships/chart" Target="../charts/chart261.xml"/><Relationship Id="rId11" Type="http://schemas.openxmlformats.org/officeDocument/2006/relationships/chart" Target="../charts/chart262.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 increases, audits and compliance,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audits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CP vs internal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$463,396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2026-10-22T00:25:07Z</dcterms:created>
  <dcterms:modified xsi:type="dcterms:W3CDTF">2026-10-22T00:25:07Z</dcterms:modified>
</cp:coreProperties>
</file>