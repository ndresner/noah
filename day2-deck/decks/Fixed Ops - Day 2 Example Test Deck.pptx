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266" r:id="rId1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SUBARU PRESCOTT −$55K → $129K; LR RENO $136K → $428K; HONDA FLAGSTAFF $26K → $79K. Bottom VW HENDERSON $1.55M → $1.09M; HYUNDAI ST GEORGE $204K → $108K; VW ST GEORGE $153K → −$59K.</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VW Henderson and VW St George (2 of 4).Source: Fixed ops net profit: Qlik - Profit &amp; Loss, service + parts department profit (% change = $ change / |2025 profit|).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each store's prescription.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64236"/>
          </a:xfrm>
          <a:prstGeom prst="rect">
            <a:avLst/>
          </a:prstGeom>
          <a:solidFill>
            <a:srgbClr val="FBEBEA"/>
          </a:solidFill>
          <a:ln/>
        </p:spPr>
      </p:sp>
      <p:sp>
        <p:nvSpPr>
          <p:cNvPr id="186" name="Text 18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7 of 33 stores are ahead of benchmark on net across the four services. 15 stores are under all four.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+11.3%</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+335.3%</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+215.4%</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+200.6%</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−29.6%</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−47.1%</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−138.2%</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