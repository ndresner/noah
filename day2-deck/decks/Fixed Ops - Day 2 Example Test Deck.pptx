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262" r:id="rId8"/>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264" r:id="rId10"/>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chart" Target="../charts/chart118.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chart" Target="../charts/chart141.xml"/><Relationship Id="rId7" Type="http://schemas.openxmlformats.org/officeDocument/2006/relationships/chart" Target="../charts/chart142.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chart" Target="../charts/chart147.xml"/><Relationship Id="rId7" Type="http://schemas.openxmlformats.org/officeDocument/2006/relationships/chart" Target="../charts/chart148.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9.xml"/><Relationship Id="rId3" Type="http://schemas.openxmlformats.org/officeDocument/2006/relationships/chart" Target="../charts/chart150.xml"/><Relationship Id="rId4" Type="http://schemas.openxmlformats.org/officeDocument/2006/relationships/chart" Target="../charts/chart151.xml"/><Relationship Id="rId5" Type="http://schemas.openxmlformats.org/officeDocument/2006/relationships/chart" Target="../charts/chart152.xml"/><Relationship Id="rId6" Type="http://schemas.openxmlformats.org/officeDocument/2006/relationships/chart" Target="../charts/chart153.xml"/><Relationship Id="rId7" Type="http://schemas.openxmlformats.org/officeDocument/2006/relationships/chart" Target="../charts/chart154.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chart" Target="../charts/chart169.xml"/><Relationship Id="rId7" Type="http://schemas.openxmlformats.org/officeDocument/2006/relationships/chart" Target="../charts/chart170.xml"/><Relationship Id="rId8"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2026-10-23T15:52:35Z</dcterms:created>
  <dcterms:modified xsi:type="dcterms:W3CDTF">2026-10-23T15:52:35Z</dcterms:modified>
</cp:coreProperties>
</file>