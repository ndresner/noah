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261" r:id="rId7"/>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262" r:id="rId8"/>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263" r:id="rId9"/>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264" r:id="rId10"/>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265" r:id="rId11"/>
    <p:sldId id="442" r:id="rId193"/>
    <p:sldId id="443" r:id="rId194"/>
    <p:sldId id="444" r:id="rId195"/>
    <p:sldId id="445" r:id="rId196"/>
    <p:sldId id="446" r:id="rId197"/>
    <p:sldId id="447" r:id="rId198"/>
    <p:sldId id="266" r:id="rId12"/>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 A parts table and option B+Q4, Store Records (five designs), Door Rate option A, CP vs Internal GP % option A, Photo completion % (optional measure),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Guarantees and bonuses paid off the RO post as unapplied labor, a cost-of-sale adjustment against service gross.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chart" Target="../charts/chart111.xml"/><Relationship Id="rId7" Type="http://schemas.openxmlformats.org/officeDocument/2006/relationships/chart" Target="../charts/chart112.xm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3.xml"/><Relationship Id="rId3" Type="http://schemas.openxmlformats.org/officeDocument/2006/relationships/chart" Target="../charts/chart114.xml"/><Relationship Id="rId4" Type="http://schemas.openxmlformats.org/officeDocument/2006/relationships/chart" Target="../charts/chart115.xml"/><Relationship Id="rId5" Type="http://schemas.openxmlformats.org/officeDocument/2006/relationships/chart" Target="../charts/chart116.xml"/><Relationship Id="rId6" Type="http://schemas.openxmlformats.org/officeDocument/2006/relationships/chart" Target="../charts/chart117.xml"/><Relationship Id="rId7" Type="http://schemas.openxmlformats.org/officeDocument/2006/relationships/chart" Target="../charts/chart118.xm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chart" Target="../charts/chart123.xml"/><Relationship Id="rId7" Type="http://schemas.openxmlformats.org/officeDocument/2006/relationships/chart" Target="../charts/chart124.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2.xml"/><Relationship Id="rId3" Type="http://schemas.openxmlformats.org/officeDocument/2006/relationships/chart" Target="../charts/chart153.xml"/><Relationship Id="rId4" Type="http://schemas.openxmlformats.org/officeDocument/2006/relationships/chart" Target="../charts/chart154.xml"/><Relationship Id="rId5" Type="http://schemas.openxmlformats.org/officeDocument/2006/relationships/chart" Target="../charts/chart155.xml"/><Relationship Id="rId6"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chart" Target="../charts/chart160.xml"/><Relationship Id="rId7"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2.xml"/><Relationship Id="rId3" Type="http://schemas.openxmlformats.org/officeDocument/2006/relationships/chart" Target="../charts/chart203.xml"/><Relationship Id="rId4" Type="http://schemas.openxmlformats.org/officeDocument/2006/relationships/chart" Target="../charts/chart204.xml"/><Relationship Id="rId5" Type="http://schemas.openxmlformats.org/officeDocument/2006/relationships/chart" Target="../charts/chart205.xml"/><Relationship Id="rId6" Type="http://schemas.openxmlformats.org/officeDocument/2006/relationships/chart" Target="../charts/chart206.xml"/><Relationship Id="rId7" Type="http://schemas.openxmlformats.org/officeDocument/2006/relationships/chart" Target="../charts/chart207.xml"/><Relationship Id="rId8" Type="http://schemas.openxmlformats.org/officeDocument/2006/relationships/chart" Target="../charts/chart208.xml"/><Relationship Id="rId9" Type="http://schemas.openxmlformats.org/officeDocument/2006/relationships/chart" Target="../charts/chart209.xml"/><Relationship Id="rId10" Type="http://schemas.openxmlformats.org/officeDocument/2006/relationships/chart" Target="../charts/chart210.xml"/><Relationship Id="rId11" Type="http://schemas.openxmlformats.org/officeDocument/2006/relationships/chart" Target="../charts/chart211.xml"/><Relationship Id="rId1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chart" Target="../charts/chart217.xml"/><Relationship Id="rId8" Type="http://schemas.openxmlformats.org/officeDocument/2006/relationships/chart" Target="../charts/chart218.xml"/><Relationship Id="rId9" Type="http://schemas.openxmlformats.org/officeDocument/2006/relationships/chart" Target="../charts/chart219.xml"/><Relationship Id="rId10" Type="http://schemas.openxmlformats.org/officeDocument/2006/relationships/chart" Target="../charts/chart220.xml"/><Relationship Id="rId11" Type="http://schemas.openxmlformats.org/officeDocument/2006/relationships/chart" Target="../charts/chart221.xml"/><Relationship Id="rId1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2.xml"/><Relationship Id="rId3" Type="http://schemas.openxmlformats.org/officeDocument/2006/relationships/chart" Target="../charts/chart223.xml"/><Relationship Id="rId4" Type="http://schemas.openxmlformats.org/officeDocument/2006/relationships/chart" Target="../charts/chart224.xml"/><Relationship Id="rId5" Type="http://schemas.openxmlformats.org/officeDocument/2006/relationships/chart" Target="../charts/chart225.xml"/><Relationship Id="rId6" Type="http://schemas.openxmlformats.org/officeDocument/2006/relationships/chart" Target="../charts/chart226.xml"/><Relationship Id="rId7" Type="http://schemas.openxmlformats.org/officeDocument/2006/relationships/chart" Target="../charts/chart227.xml"/><Relationship Id="rId8" Type="http://schemas.openxmlformats.org/officeDocument/2006/relationships/chart" Target="../charts/chart228.xml"/><Relationship Id="rId9" Type="http://schemas.openxmlformats.org/officeDocument/2006/relationships/chart" Target="../charts/chart229.xml"/><Relationship Id="rId10" Type="http://schemas.openxmlformats.org/officeDocument/2006/relationships/chart" Target="../charts/chart230.xml"/><Relationship Id="rId11" Type="http://schemas.openxmlformats.org/officeDocument/2006/relationships/chart" Target="../charts/chart231.xml"/><Relationship Id="rId1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chart" Target="../charts/chart237.xml"/><Relationship Id="rId8" Type="http://schemas.openxmlformats.org/officeDocument/2006/relationships/chart" Target="../charts/chart238.xml"/><Relationship Id="rId9" Type="http://schemas.openxmlformats.org/officeDocument/2006/relationships/chart" Target="../charts/chart239.xml"/><Relationship Id="rId10" Type="http://schemas.openxmlformats.org/officeDocument/2006/relationships/chart" Target="../charts/chart240.xml"/><Relationship Id="rId11" Type="http://schemas.openxmlformats.org/officeDocument/2006/relationships/chart" Target="../charts/chart241.xml"/><Relationship Id="rId1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2.xml"/><Relationship Id="rId3" Type="http://schemas.openxmlformats.org/officeDocument/2006/relationships/chart" Target="../charts/chart243.xml"/><Relationship Id="rId4" Type="http://schemas.openxmlformats.org/officeDocument/2006/relationships/chart" Target="../charts/chart244.xml"/><Relationship Id="rId5" Type="http://schemas.openxmlformats.org/officeDocument/2006/relationships/chart" Target="../charts/chart245.xml"/><Relationship Id="rId6" Type="http://schemas.openxmlformats.org/officeDocument/2006/relationships/chart" Target="../charts/chart246.xml"/><Relationship Id="rId7" Type="http://schemas.openxmlformats.org/officeDocument/2006/relationships/chart" Target="../charts/chart247.xml"/><Relationship Id="rId8" Type="http://schemas.openxmlformats.org/officeDocument/2006/relationships/chart" Target="../charts/chart248.xml"/><Relationship Id="rId9" Type="http://schemas.openxmlformats.org/officeDocument/2006/relationships/chart" Target="../charts/chart249.xml"/><Relationship Id="rId10" Type="http://schemas.openxmlformats.org/officeDocument/2006/relationships/chart" Target="../charts/chart250.xml"/><Relationship Id="rId11" Type="http://schemas.openxmlformats.org/officeDocument/2006/relationships/chart" Target="../charts/chart251.xml"/><Relationship Id="rId1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2.xml"/><Relationship Id="rId3" Type="http://schemas.openxmlformats.org/officeDocument/2006/relationships/chart" Target="../charts/chart253.xml"/><Relationship Id="rId4" Type="http://schemas.openxmlformats.org/officeDocument/2006/relationships/chart" Target="../charts/chart254.xml"/><Relationship Id="rId5" Type="http://schemas.openxmlformats.org/officeDocument/2006/relationships/chart" Target="../charts/chart255.xml"/><Relationship Id="rId6" Type="http://schemas.openxmlformats.org/officeDocument/2006/relationships/chart" Target="../charts/chart256.xml"/><Relationship Id="rId7" Type="http://schemas.openxmlformats.org/officeDocument/2006/relationships/chart" Target="../charts/chart257.xml"/><Relationship Id="rId8" Type="http://schemas.openxmlformats.org/officeDocument/2006/relationships/chart" Target="../charts/chart258.xml"/><Relationship Id="rId9" Type="http://schemas.openxmlformats.org/officeDocument/2006/relationships/chart" Target="../charts/chart259.xml"/><Relationship Id="rId10" Type="http://schemas.openxmlformats.org/officeDocument/2006/relationships/chart" Target="../charts/chart260.xml"/><Relationship Id="rId11" Type="http://schemas.openxmlformats.org/officeDocument/2006/relationships/chart" Target="../charts/chart261.xml"/><Relationship Id="rId1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Trends &amp; records   ·   Door rate   ·   CP vs internal   ·   Photo %   ·   Best techs</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guarantees and bonuses paid off the RO come out of gross too</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$120.57M → $126.87M (+5.2%).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$648K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$993K</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$2.09M</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$2.95M</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$1.14M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$1.46M</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$3.63M</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$2.33M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$1.89M</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$724K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$588K</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$3.50M</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$6.61M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$5.92M</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$3.23M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$3.04M</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$60.76M → $61.93M (+1.9%).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$896K</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$2.42M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$3.11M</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$1.04M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$1.31M</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$932K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$1.09M</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$1.10M</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$827K</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$1.42M</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$1.29M</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$1.40M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$1.26M</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$2.10M</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76.0% → 78.1% (+2.1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86.1%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75.6%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54.1%</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65.8%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93.5%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83.8%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103.6%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63.1%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18.9% → 21.8% (+2.9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-14.4%</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-25.2%</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18.1%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29.3%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25.3%</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37.1% → 36.7% (−0.4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44.4%</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37.5%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23.6%</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279,300 → 279,756 (+0.2%).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8,133</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1,784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2,010</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3,107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5,042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1,421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1,919</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3,349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4,379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3,917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8,930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504,019 → 523,142 (+3.8%).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12,766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12,757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5,045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6,328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8,154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3,287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4,394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3,276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12,611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10,684</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7,749</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17,926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48,486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44,883</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 → 1.87 (+0.07).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$158.86 → $162.42 (+$3.56).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$222.12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$167.64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$143.89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$184.36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$149.23</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$266.32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$221.78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$210.50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$148.84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$138.48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$287 → $304 (+$17).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$928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a:t>
            </a:r>
            <a:endParaRPr lang="en-US" sz="145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$228 → $238 (+$9).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$926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$504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a:t>
            </a:r>
            <a:endParaRPr lang="en-US" sz="15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$692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80.9% → 80.8% (−0.1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79.4%</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83.2%</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39.4% → 40.7% (+1.2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42.7%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34.8%</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39.4%</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52.8% → 52.5% (−0.3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56.6%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47.2%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48.7%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50.8%</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61.5%</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28.5%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63.8%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57.3%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$126.09 → $129.84 (+$3.75).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$158.44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$205.15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$167.46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$207.05</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$138.70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$165.81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$134.46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$114.97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$166.97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$182.66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$141.76</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$119.81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$87.21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$172.28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$151.53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$157.10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$139.36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a:t>
            </a:r>
            <a:endParaRPr lang="en-US" sz="15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77.9% → 78.1% (+0.3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78.8%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82.8%</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70.0%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79.7%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1" name="Shape 59"/>
          <p:cNvSpPr/>
          <p:nvPr/>
        </p:nvSpPr>
        <p:spPr>
          <a:xfrm>
            <a:off x="457200" y="6126480"/>
            <a:ext cx="11274552" cy="371856"/>
          </a:xfrm>
          <a:prstGeom prst="rect">
            <a:avLst/>
          </a:prstGeom>
          <a:solidFill>
            <a:srgbClr val="EDF4FA"/>
          </a:solidFill>
          <a:ln/>
        </p:spPr>
      </p:sp>
      <p:sp>
        <p:nvSpPr>
          <p:cNvPr id="62" name="Text 6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36.0% → 36.5% (+0.5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33.4%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11.9% → 13.2%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14.8%</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9.7%</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14.5%</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6.9% → 8.3%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16.9%</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10.2%</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11.2%</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1" name="Shape 59"/>
          <p:cNvSpPr/>
          <p:nvPr/>
        </p:nvSpPr>
        <p:spPr>
          <a:xfrm>
            <a:off x="457200" y="6126480"/>
            <a:ext cx="11274552" cy="341376"/>
          </a:xfrm>
          <a:prstGeom prst="rect">
            <a:avLst/>
          </a:prstGeom>
          <a:solidFill>
            <a:srgbClr val="EDF4FA"/>
          </a:solidFill>
          <a:ln/>
        </p:spPr>
      </p:sp>
      <p:sp>
        <p:nvSpPr>
          <p:cNvPr id="62" name="Text 6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a:t>
            </a:r>
            <a:endParaRPr lang="en-US" sz="14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7.9% → 9.2%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20.6%</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7.5%</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7.2%</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4.5% → 5.8% (+1.2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0.0%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12A566"/>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12A566"/>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12A566"/>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12A566"/>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12A566"/>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12A566"/>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12A566"/>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12A566"/>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12A566"/>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12A566"/>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12A566"/>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12A566"/>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12A566"/>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12A566"/>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12A566"/>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12A566"/>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12A566"/>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12A566"/>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12A566"/>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6F6EE"/>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$180.25 → $197.17 (+$16.93).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$274.91</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$269.02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$308.88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$236.81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$263.19</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$150.71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$171.25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$142.73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$229.98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$228.39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$212.46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$212.39</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$120.55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$121.50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$154.85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$155.88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a:t>
            </a:r>
            <a:endParaRPr lang="en-US" sz="14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135,764 → 126,891 (−6.5%).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1,895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3,655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2,263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11,211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2,545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1,365</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1,512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13,040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7,885</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1,997</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1,235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$12,410 → $13,617 (+$1,207).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$15,556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$11,631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$8,419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$10,963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$13,289</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$23,461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$11,197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$9,878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$13,334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$12,103</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$14,765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$14,260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$12,419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$12,006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$16,088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$15,966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173 → 166 (−7).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180</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244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161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26.0 → 26.8 (+0.8).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31.4</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30.6</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19.2</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46.4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32.4</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24.5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377 → 390 (+13).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1,022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686</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657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471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591</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765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560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376</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392</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2026-10-22T22:21:26Z</dcterms:created>
  <dcterms:modified xsi:type="dcterms:W3CDTF">2026-10-22T22:21:26Z</dcterms:modified>
</cp:coreProperties>
</file>