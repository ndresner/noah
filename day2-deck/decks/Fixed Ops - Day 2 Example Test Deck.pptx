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261" r:id="rId7"/>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262" r:id="rId8"/>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263" r:id="rId9"/>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three.OPTION A. 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838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4270248"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773168" y="1316736"/>
            <a:ext cx="5486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321808" y="1316736"/>
            <a:ext cx="5943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90342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11" name="Text 9"/>
          <p:cNvSpPr txBox="1"/>
          <p:nvPr/>
        </p:nvSpPr>
        <p:spPr>
          <a:xfrm>
            <a:off x="9820656"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323576" y="1316736"/>
            <a:ext cx="5486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872216" y="1316736"/>
            <a:ext cx="5943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557784" cy="193624"/>
          </a:xfrm>
          <a:prstGeom prst="rect">
            <a:avLst/>
          </a:prstGeom>
          <a:solidFill>
            <a:srgbClr val="12A566"/>
          </a:solidFill>
          <a:ln/>
        </p:spPr>
      </p:sp>
      <p:sp>
        <p:nvSpPr>
          <p:cNvPr id="17" name="Text 15"/>
          <p:cNvSpPr txBox="1"/>
          <p:nvPr/>
        </p:nvSpPr>
        <p:spPr>
          <a:xfrm>
            <a:off x="34838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4270248" y="170078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773168" y="170078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321808" y="170078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557784" cy="193624"/>
          </a:xfrm>
          <a:prstGeom prst="rect">
            <a:avLst/>
          </a:prstGeom>
          <a:solidFill>
            <a:srgbClr val="12A566"/>
          </a:solidFill>
          <a:ln/>
        </p:spPr>
      </p:sp>
      <p:sp>
        <p:nvSpPr>
          <p:cNvPr id="24" name="Text 22"/>
          <p:cNvSpPr txBox="1"/>
          <p:nvPr/>
        </p:nvSpPr>
        <p:spPr>
          <a:xfrm>
            <a:off x="34838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4270248" y="205282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773168" y="205282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321808" y="205282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495808" cy="193624"/>
          </a:xfrm>
          <a:prstGeom prst="rect">
            <a:avLst/>
          </a:prstGeom>
          <a:solidFill>
            <a:srgbClr val="12A566"/>
          </a:solidFill>
          <a:ln/>
        </p:spPr>
      </p:sp>
      <p:sp>
        <p:nvSpPr>
          <p:cNvPr id="31" name="Text 29"/>
          <p:cNvSpPr txBox="1"/>
          <p:nvPr/>
        </p:nvSpPr>
        <p:spPr>
          <a:xfrm>
            <a:off x="34838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4270248" y="240487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773168" y="240487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321808" y="240487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433832" cy="193624"/>
          </a:xfrm>
          <a:prstGeom prst="rect">
            <a:avLst/>
          </a:prstGeom>
          <a:solidFill>
            <a:srgbClr val="12A566"/>
          </a:solidFill>
          <a:ln/>
        </p:spPr>
      </p:sp>
      <p:sp>
        <p:nvSpPr>
          <p:cNvPr id="38" name="Text 36"/>
          <p:cNvSpPr txBox="1"/>
          <p:nvPr/>
        </p:nvSpPr>
        <p:spPr>
          <a:xfrm>
            <a:off x="34838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4270248" y="275691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773168" y="275691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321808" y="275691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433832" cy="193624"/>
          </a:xfrm>
          <a:prstGeom prst="rect">
            <a:avLst/>
          </a:prstGeom>
          <a:solidFill>
            <a:srgbClr val="12A566"/>
          </a:solidFill>
          <a:ln/>
        </p:spPr>
      </p:sp>
      <p:sp>
        <p:nvSpPr>
          <p:cNvPr id="45" name="Text 43"/>
          <p:cNvSpPr txBox="1"/>
          <p:nvPr/>
        </p:nvSpPr>
        <p:spPr>
          <a:xfrm>
            <a:off x="34838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4270248" y="310896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773168" y="310896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321808" y="310896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371856" cy="193624"/>
          </a:xfrm>
          <a:prstGeom prst="rect">
            <a:avLst/>
          </a:prstGeom>
          <a:solidFill>
            <a:srgbClr val="12A566"/>
          </a:solidFill>
          <a:ln/>
        </p:spPr>
      </p:sp>
      <p:sp>
        <p:nvSpPr>
          <p:cNvPr id="52" name="Text 50"/>
          <p:cNvSpPr txBox="1"/>
          <p:nvPr/>
        </p:nvSpPr>
        <p:spPr>
          <a:xfrm>
            <a:off x="34838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4270248" y="346100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773168" y="346100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321808" y="346100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371856" cy="193624"/>
          </a:xfrm>
          <a:prstGeom prst="rect">
            <a:avLst/>
          </a:prstGeom>
          <a:solidFill>
            <a:srgbClr val="12A566"/>
          </a:solidFill>
          <a:ln/>
        </p:spPr>
      </p:sp>
      <p:sp>
        <p:nvSpPr>
          <p:cNvPr id="59" name="Text 57"/>
          <p:cNvSpPr txBox="1"/>
          <p:nvPr/>
        </p:nvSpPr>
        <p:spPr>
          <a:xfrm>
            <a:off x="34838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4270248" y="381304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773168" y="381304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321808" y="381304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309880" cy="193624"/>
          </a:xfrm>
          <a:prstGeom prst="rect">
            <a:avLst/>
          </a:prstGeom>
          <a:solidFill>
            <a:srgbClr val="12A566"/>
          </a:solidFill>
          <a:ln/>
        </p:spPr>
      </p:sp>
      <p:sp>
        <p:nvSpPr>
          <p:cNvPr id="66" name="Text 64"/>
          <p:cNvSpPr txBox="1"/>
          <p:nvPr/>
        </p:nvSpPr>
        <p:spPr>
          <a:xfrm>
            <a:off x="34838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4270248" y="416509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773168" y="416509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321808" y="416509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247904" cy="193624"/>
          </a:xfrm>
          <a:prstGeom prst="rect">
            <a:avLst/>
          </a:prstGeom>
          <a:solidFill>
            <a:srgbClr val="12A566"/>
          </a:solidFill>
          <a:ln/>
        </p:spPr>
      </p:sp>
      <p:sp>
        <p:nvSpPr>
          <p:cNvPr id="73" name="Text 71"/>
          <p:cNvSpPr txBox="1"/>
          <p:nvPr/>
        </p:nvSpPr>
        <p:spPr>
          <a:xfrm>
            <a:off x="34838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4270248" y="451713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773168" y="451713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321808" y="451713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247904" cy="193624"/>
          </a:xfrm>
          <a:prstGeom prst="rect">
            <a:avLst/>
          </a:prstGeom>
          <a:solidFill>
            <a:srgbClr val="12A566"/>
          </a:solidFill>
          <a:ln/>
        </p:spPr>
      </p:sp>
      <p:sp>
        <p:nvSpPr>
          <p:cNvPr id="80" name="Text 78"/>
          <p:cNvSpPr txBox="1"/>
          <p:nvPr/>
        </p:nvSpPr>
        <p:spPr>
          <a:xfrm>
            <a:off x="34838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4270248" y="486918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773168" y="486918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321808" y="486918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247904" cy="193624"/>
          </a:xfrm>
          <a:prstGeom prst="rect">
            <a:avLst/>
          </a:prstGeom>
          <a:solidFill>
            <a:srgbClr val="12A566"/>
          </a:solidFill>
          <a:ln/>
        </p:spPr>
      </p:sp>
      <p:sp>
        <p:nvSpPr>
          <p:cNvPr id="87" name="Text 85"/>
          <p:cNvSpPr txBox="1"/>
          <p:nvPr/>
        </p:nvSpPr>
        <p:spPr>
          <a:xfrm>
            <a:off x="34838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4270248" y="522122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773168" y="522122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321808" y="522122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247904" cy="193624"/>
          </a:xfrm>
          <a:prstGeom prst="rect">
            <a:avLst/>
          </a:prstGeom>
          <a:solidFill>
            <a:srgbClr val="12A566"/>
          </a:solidFill>
          <a:ln/>
        </p:spPr>
      </p:sp>
      <p:sp>
        <p:nvSpPr>
          <p:cNvPr id="94" name="Text 92"/>
          <p:cNvSpPr txBox="1"/>
          <p:nvPr/>
        </p:nvSpPr>
        <p:spPr>
          <a:xfrm>
            <a:off x="34838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4270248" y="557326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773168" y="557326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321808" y="557326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247904" cy="193624"/>
          </a:xfrm>
          <a:prstGeom prst="rect">
            <a:avLst/>
          </a:prstGeom>
          <a:solidFill>
            <a:srgbClr val="12A566"/>
          </a:solidFill>
          <a:ln/>
        </p:spPr>
      </p:sp>
      <p:sp>
        <p:nvSpPr>
          <p:cNvPr id="101" name="Text 99"/>
          <p:cNvSpPr txBox="1"/>
          <p:nvPr/>
        </p:nvSpPr>
        <p:spPr>
          <a:xfrm>
            <a:off x="90342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820656" y="170078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323576" y="170078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872216" y="170078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247904" cy="193624"/>
          </a:xfrm>
          <a:prstGeom prst="rect">
            <a:avLst/>
          </a:prstGeom>
          <a:solidFill>
            <a:srgbClr val="12A566"/>
          </a:solidFill>
          <a:ln/>
        </p:spPr>
      </p:sp>
      <p:sp>
        <p:nvSpPr>
          <p:cNvPr id="108" name="Text 106"/>
          <p:cNvSpPr txBox="1"/>
          <p:nvPr/>
        </p:nvSpPr>
        <p:spPr>
          <a:xfrm>
            <a:off x="90342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820656" y="205282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323576" y="205282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872216" y="205282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185928" cy="193624"/>
          </a:xfrm>
          <a:prstGeom prst="rect">
            <a:avLst/>
          </a:prstGeom>
          <a:solidFill>
            <a:srgbClr val="12A566"/>
          </a:solidFill>
          <a:ln/>
        </p:spPr>
      </p:sp>
      <p:sp>
        <p:nvSpPr>
          <p:cNvPr id="115" name="Text 113"/>
          <p:cNvSpPr txBox="1"/>
          <p:nvPr/>
        </p:nvSpPr>
        <p:spPr>
          <a:xfrm>
            <a:off x="90342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820656" y="240487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323576" y="240487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872216" y="240487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123952" cy="193624"/>
          </a:xfrm>
          <a:prstGeom prst="rect">
            <a:avLst/>
          </a:prstGeom>
          <a:solidFill>
            <a:srgbClr val="12A566"/>
          </a:solidFill>
          <a:ln/>
        </p:spPr>
      </p:sp>
      <p:sp>
        <p:nvSpPr>
          <p:cNvPr id="122" name="Text 120"/>
          <p:cNvSpPr txBox="1"/>
          <p:nvPr/>
        </p:nvSpPr>
        <p:spPr>
          <a:xfrm>
            <a:off x="90342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820656" y="275691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323576" y="275691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872216" y="275691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123952" cy="193624"/>
          </a:xfrm>
          <a:prstGeom prst="rect">
            <a:avLst/>
          </a:prstGeom>
          <a:solidFill>
            <a:srgbClr val="12A566"/>
          </a:solidFill>
          <a:ln/>
        </p:spPr>
      </p:sp>
      <p:sp>
        <p:nvSpPr>
          <p:cNvPr id="129" name="Text 127"/>
          <p:cNvSpPr txBox="1"/>
          <p:nvPr/>
        </p:nvSpPr>
        <p:spPr>
          <a:xfrm>
            <a:off x="90342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820656" y="310896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323576" y="310896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872216" y="310896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123952" cy="193624"/>
          </a:xfrm>
          <a:prstGeom prst="rect">
            <a:avLst/>
          </a:prstGeom>
          <a:solidFill>
            <a:srgbClr val="12A566"/>
          </a:solidFill>
          <a:ln/>
        </p:spPr>
      </p:sp>
      <p:sp>
        <p:nvSpPr>
          <p:cNvPr id="136" name="Text 134"/>
          <p:cNvSpPr txBox="1"/>
          <p:nvPr/>
        </p:nvSpPr>
        <p:spPr>
          <a:xfrm>
            <a:off x="90342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820656" y="346100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323576" y="346100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872216" y="346100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123952" cy="193624"/>
          </a:xfrm>
          <a:prstGeom prst="rect">
            <a:avLst/>
          </a:prstGeom>
          <a:solidFill>
            <a:srgbClr val="12A566"/>
          </a:solidFill>
          <a:ln/>
        </p:spPr>
      </p:sp>
      <p:sp>
        <p:nvSpPr>
          <p:cNvPr id="143" name="Text 141"/>
          <p:cNvSpPr txBox="1"/>
          <p:nvPr/>
        </p:nvSpPr>
        <p:spPr>
          <a:xfrm>
            <a:off x="90342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820656" y="381304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323576" y="381304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872216" y="381304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123952" cy="193624"/>
          </a:xfrm>
          <a:prstGeom prst="rect">
            <a:avLst/>
          </a:prstGeom>
          <a:solidFill>
            <a:srgbClr val="12A566"/>
          </a:solidFill>
          <a:ln/>
        </p:spPr>
      </p:sp>
      <p:sp>
        <p:nvSpPr>
          <p:cNvPr id="150" name="Text 148"/>
          <p:cNvSpPr txBox="1"/>
          <p:nvPr/>
        </p:nvSpPr>
        <p:spPr>
          <a:xfrm>
            <a:off x="90342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820656" y="416509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323576" y="416509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872216" y="416509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123952" cy="193624"/>
          </a:xfrm>
          <a:prstGeom prst="rect">
            <a:avLst/>
          </a:prstGeom>
          <a:solidFill>
            <a:srgbClr val="12A566"/>
          </a:solidFill>
          <a:ln/>
        </p:spPr>
      </p:sp>
      <p:sp>
        <p:nvSpPr>
          <p:cNvPr id="157" name="Text 155"/>
          <p:cNvSpPr txBox="1"/>
          <p:nvPr/>
        </p:nvSpPr>
        <p:spPr>
          <a:xfrm>
            <a:off x="90342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820656" y="451713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323576" y="451713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872216" y="451713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61976" cy="193624"/>
          </a:xfrm>
          <a:prstGeom prst="rect">
            <a:avLst/>
          </a:prstGeom>
          <a:solidFill>
            <a:srgbClr val="12A566"/>
          </a:solidFill>
          <a:ln/>
        </p:spPr>
      </p:sp>
      <p:sp>
        <p:nvSpPr>
          <p:cNvPr id="164" name="Text 162"/>
          <p:cNvSpPr txBox="1"/>
          <p:nvPr/>
        </p:nvSpPr>
        <p:spPr>
          <a:xfrm>
            <a:off x="90342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820656" y="486918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323576" y="486918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872216" y="486918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61976" cy="193624"/>
          </a:xfrm>
          <a:prstGeom prst="rect">
            <a:avLst/>
          </a:prstGeom>
          <a:solidFill>
            <a:srgbClr val="12A566"/>
          </a:solidFill>
          <a:ln/>
        </p:spPr>
      </p:sp>
      <p:sp>
        <p:nvSpPr>
          <p:cNvPr id="171" name="Text 169"/>
          <p:cNvSpPr txBox="1"/>
          <p:nvPr/>
        </p:nvSpPr>
        <p:spPr>
          <a:xfrm>
            <a:off x="90342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820656" y="522122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323576" y="522122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872216" y="522122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