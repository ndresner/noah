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264" r:id="rId10"/>
    <p:sldId id="403" r:id="rId154"/>
    <p:sldId id="404" r:id="rId155"/>
    <p:sldId id="405" r:id="rId156"/>
    <p:sldId id="406" r:id="rId157"/>
    <p:sldId id="407" r:id="rId158"/>
    <p:sldId id="408" r:id="rId159"/>
    <p:sldId id="409" r:id="rId160"/>
    <p:sldId id="410" r:id="rId161"/>
    <p:sldId id="265" r:id="rId11"/>
    <p:sldId id="411" r:id="rId162"/>
    <p:sldId id="412" r:id="rId163"/>
    <p:sldId id="413" r:id="rId164"/>
    <p:sldId id="414" r:id="rId165"/>
    <p:sldId id="415" r:id="rId166"/>
    <p:sldId id="416" r:id="rId167"/>
    <p:sldId id="266" r:id="rId12"/>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Toyota Henderson leads at $7.83M of the group's $50.45M. 2 stores are losing money in fixed ops, Hyundai Prescott the most at −$136,511.Source: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Lincoln, Subaru Prescott and GMC Prescott turned a 2025 loss into a profit (green rows); VW St George went from a profit to a loss (red row). 24 of 33 stores grew.Source: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28 of 33 stores improved parts margin, led by Acura at +6.1 pts to 44.9%. 5 declined; Audi Henderson fell most at −2.1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Acura, Hyundai Prescott and Honda Flagstaff what changed. Ask VW St George, Kia LV and LR LV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Six stores hold $647K a month, led by Cadillac at $158K. 6 stores at or above 85% still leave $537K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Group-wide the gap is 8.1% of RO gross. 5 stores are missing a fifth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33.6%.Takeaway (off the slide): Most top-three finishes: Lincoln, Subaru Prescott and Subaru St George (2 of 5). Most bottom-three: VW St George (3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40.0%.Takeaway (off the slide): Most top-three finishes: Mazda, CDJR Post Falls and VW St George (2 of 5). Most bottom-three: Honda Henderson and Cadillac (3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Last year: Subaru Prescott leads. Moving now: Three stores tie. Eight stores make both views.Source: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7632"/>
            <a:ext cx="571500" cy="112826"/>
          </a:xfrm>
          <a:prstGeom prst="rect">
            <a:avLst/>
          </a:prstGeom>
          <a:solidFill>
            <a:srgbClr val="12A566"/>
          </a:solidFill>
          <a:ln/>
        </p:spPr>
      </p:sp>
      <p:sp>
        <p:nvSpPr>
          <p:cNvPr id="18" name="Text 16"/>
          <p:cNvSpPr txBox="1"/>
          <p:nvPr/>
        </p:nvSpPr>
        <p:spPr>
          <a:xfrm>
            <a:off x="4206240"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32906"/>
            <a:ext cx="338388" cy="112826"/>
          </a:xfrm>
          <a:prstGeom prst="rect">
            <a:avLst/>
          </a:prstGeom>
          <a:solidFill>
            <a:srgbClr val="12A566"/>
          </a:solidFill>
          <a:ln/>
        </p:spPr>
      </p:sp>
      <p:sp>
        <p:nvSpPr>
          <p:cNvPr id="23" name="Text 21"/>
          <p:cNvSpPr txBox="1"/>
          <p:nvPr/>
        </p:nvSpPr>
        <p:spPr>
          <a:xfrm>
            <a:off x="4206240"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78181"/>
            <a:ext cx="309104" cy="112826"/>
          </a:xfrm>
          <a:prstGeom prst="rect">
            <a:avLst/>
          </a:prstGeom>
          <a:solidFill>
            <a:srgbClr val="12A566"/>
          </a:solidFill>
          <a:ln/>
        </p:spPr>
      </p:sp>
      <p:sp>
        <p:nvSpPr>
          <p:cNvPr id="28" name="Text 26"/>
          <p:cNvSpPr txBox="1"/>
          <p:nvPr/>
        </p:nvSpPr>
        <p:spPr>
          <a:xfrm>
            <a:off x="4206240"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923455"/>
            <a:ext cx="279424" cy="112826"/>
          </a:xfrm>
          <a:prstGeom prst="rect">
            <a:avLst/>
          </a:prstGeom>
          <a:solidFill>
            <a:srgbClr val="12A566"/>
          </a:solidFill>
          <a:ln/>
        </p:spPr>
      </p:sp>
      <p:sp>
        <p:nvSpPr>
          <p:cNvPr id="33" name="Text 31"/>
          <p:cNvSpPr txBox="1"/>
          <p:nvPr/>
        </p:nvSpPr>
        <p:spPr>
          <a:xfrm>
            <a:off x="4206240"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111649"/>
            <a:ext cx="5138928" cy="226986"/>
          </a:xfrm>
          <a:prstGeom prst="rect">
            <a:avLst/>
          </a:prstGeom>
          <a:solidFill>
            <a:srgbClr val="E6F6EE"/>
          </a:solidFill>
          <a:ln/>
        </p:spPr>
      </p:sp>
      <p:sp>
        <p:nvSpPr>
          <p:cNvPr id="36" name="Text 34"/>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168729"/>
            <a:ext cx="195258" cy="112826"/>
          </a:xfrm>
          <a:prstGeom prst="rect">
            <a:avLst/>
          </a:prstGeom>
          <a:solidFill>
            <a:srgbClr val="12A566"/>
          </a:solidFill>
          <a:ln/>
        </p:spPr>
      </p:sp>
      <p:sp>
        <p:nvSpPr>
          <p:cNvPr id="39" name="Text 37"/>
          <p:cNvSpPr txBox="1"/>
          <p:nvPr/>
        </p:nvSpPr>
        <p:spPr>
          <a:xfrm>
            <a:off x="4206240"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414004"/>
            <a:ext cx="170398" cy="112826"/>
          </a:xfrm>
          <a:prstGeom prst="rect">
            <a:avLst/>
          </a:prstGeom>
          <a:solidFill>
            <a:srgbClr val="12A566"/>
          </a:solidFill>
          <a:ln/>
        </p:spPr>
      </p:sp>
      <p:sp>
        <p:nvSpPr>
          <p:cNvPr id="44" name="Text 42"/>
          <p:cNvSpPr txBox="1"/>
          <p:nvPr/>
        </p:nvSpPr>
        <p:spPr>
          <a:xfrm>
            <a:off x="4206240"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659278"/>
            <a:ext cx="136037" cy="112826"/>
          </a:xfrm>
          <a:prstGeom prst="rect">
            <a:avLst/>
          </a:prstGeom>
          <a:solidFill>
            <a:srgbClr val="12A566"/>
          </a:solidFill>
          <a:ln/>
        </p:spPr>
      </p:sp>
      <p:sp>
        <p:nvSpPr>
          <p:cNvPr id="49" name="Text 47"/>
          <p:cNvSpPr txBox="1"/>
          <p:nvPr/>
        </p:nvSpPr>
        <p:spPr>
          <a:xfrm>
            <a:off x="4206240"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904553"/>
            <a:ext cx="117971" cy="112826"/>
          </a:xfrm>
          <a:prstGeom prst="rect">
            <a:avLst/>
          </a:prstGeom>
          <a:solidFill>
            <a:srgbClr val="12A566"/>
          </a:solidFill>
          <a:ln/>
        </p:spPr>
      </p:sp>
      <p:sp>
        <p:nvSpPr>
          <p:cNvPr id="54" name="Text 52"/>
          <p:cNvSpPr txBox="1"/>
          <p:nvPr/>
        </p:nvSpPr>
        <p:spPr>
          <a:xfrm>
            <a:off x="4206240"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884048"/>
            <a:ext cx="54864" cy="153834"/>
          </a:xfrm>
          <a:prstGeom prst="rect">
            <a:avLst/>
          </a:prstGeom>
          <a:solidFill>
            <a:srgbClr val="12A566"/>
          </a:solidFill>
          <a:ln/>
        </p:spPr>
      </p:sp>
      <p:sp>
        <p:nvSpPr>
          <p:cNvPr id="57" name="Text 55"/>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4149827"/>
            <a:ext cx="115044" cy="112826"/>
          </a:xfrm>
          <a:prstGeom prst="rect">
            <a:avLst/>
          </a:prstGeom>
          <a:solidFill>
            <a:srgbClr val="12A566"/>
          </a:solidFill>
          <a:ln/>
        </p:spPr>
      </p:sp>
      <p:sp>
        <p:nvSpPr>
          <p:cNvPr id="60" name="Text 58"/>
          <p:cNvSpPr txBox="1"/>
          <p:nvPr/>
        </p:nvSpPr>
        <p:spPr>
          <a:xfrm>
            <a:off x="4206240" y="408360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408360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395101"/>
            <a:ext cx="87555" cy="112826"/>
          </a:xfrm>
          <a:prstGeom prst="rect">
            <a:avLst/>
          </a:prstGeom>
          <a:solidFill>
            <a:srgbClr val="12A566"/>
          </a:solidFill>
          <a:ln/>
        </p:spPr>
      </p:sp>
      <p:sp>
        <p:nvSpPr>
          <p:cNvPr id="65" name="Text 63"/>
          <p:cNvSpPr txBox="1"/>
          <p:nvPr/>
        </p:nvSpPr>
        <p:spPr>
          <a:xfrm>
            <a:off x="4206240" y="432887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32887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640376"/>
            <a:ext cx="83153" cy="112826"/>
          </a:xfrm>
          <a:prstGeom prst="rect">
            <a:avLst/>
          </a:prstGeom>
          <a:solidFill>
            <a:srgbClr val="12A566"/>
          </a:solidFill>
          <a:ln/>
        </p:spPr>
      </p:sp>
      <p:sp>
        <p:nvSpPr>
          <p:cNvPr id="70" name="Text 68"/>
          <p:cNvSpPr txBox="1"/>
          <p:nvPr/>
        </p:nvSpPr>
        <p:spPr>
          <a:xfrm>
            <a:off x="4206240" y="457415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57415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828570"/>
            <a:ext cx="5138928" cy="226986"/>
          </a:xfrm>
          <a:prstGeom prst="rect">
            <a:avLst/>
          </a:prstGeom>
          <a:solidFill>
            <a:srgbClr val="E6F6EE"/>
          </a:solidFill>
          <a:ln/>
        </p:spPr>
      </p:sp>
      <p:sp>
        <p:nvSpPr>
          <p:cNvPr id="73" name="Text 71"/>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885650"/>
            <a:ext cx="73936" cy="112826"/>
          </a:xfrm>
          <a:prstGeom prst="rect">
            <a:avLst/>
          </a:prstGeom>
          <a:solidFill>
            <a:srgbClr val="12A566"/>
          </a:solidFill>
          <a:ln/>
        </p:spPr>
      </p:sp>
      <p:sp>
        <p:nvSpPr>
          <p:cNvPr id="76" name="Text 74"/>
          <p:cNvSpPr txBox="1"/>
          <p:nvPr/>
        </p:nvSpPr>
        <p:spPr>
          <a:xfrm>
            <a:off x="4206240" y="4819426"/>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819426"/>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865146"/>
            <a:ext cx="54864" cy="153834"/>
          </a:xfrm>
          <a:prstGeom prst="rect">
            <a:avLst/>
          </a:prstGeom>
          <a:solidFill>
            <a:srgbClr val="12A566"/>
          </a:solidFill>
          <a:ln/>
        </p:spPr>
      </p:sp>
      <p:sp>
        <p:nvSpPr>
          <p:cNvPr id="79" name="Text 77"/>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5130924"/>
            <a:ext cx="62602" cy="112826"/>
          </a:xfrm>
          <a:prstGeom prst="rect">
            <a:avLst/>
          </a:prstGeom>
          <a:solidFill>
            <a:srgbClr val="12A566"/>
          </a:solidFill>
          <a:ln/>
        </p:spPr>
      </p:sp>
      <p:sp>
        <p:nvSpPr>
          <p:cNvPr id="82" name="Text 80"/>
          <p:cNvSpPr txBox="1"/>
          <p:nvPr/>
        </p:nvSpPr>
        <p:spPr>
          <a:xfrm>
            <a:off x="4206240" y="506470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506470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376199"/>
            <a:ext cx="61490" cy="112826"/>
          </a:xfrm>
          <a:prstGeom prst="rect">
            <a:avLst/>
          </a:prstGeom>
          <a:solidFill>
            <a:srgbClr val="12A566"/>
          </a:solidFill>
          <a:ln/>
        </p:spPr>
      </p:sp>
      <p:sp>
        <p:nvSpPr>
          <p:cNvPr id="87" name="Text 85"/>
          <p:cNvSpPr txBox="1"/>
          <p:nvPr/>
        </p:nvSpPr>
        <p:spPr>
          <a:xfrm>
            <a:off x="4206240" y="530997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30997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564393"/>
            <a:ext cx="5138928" cy="226986"/>
          </a:xfrm>
          <a:prstGeom prst="rect">
            <a:avLst/>
          </a:prstGeom>
          <a:solidFill>
            <a:srgbClr val="E6F6EE"/>
          </a:solidFill>
          <a:ln/>
        </p:spPr>
      </p:sp>
      <p:sp>
        <p:nvSpPr>
          <p:cNvPr id="90" name="Text 88"/>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621473"/>
            <a:ext cx="58162" cy="112826"/>
          </a:xfrm>
          <a:prstGeom prst="rect">
            <a:avLst/>
          </a:prstGeom>
          <a:solidFill>
            <a:srgbClr val="12A566"/>
          </a:solidFill>
          <a:ln/>
        </p:spPr>
      </p:sp>
      <p:sp>
        <p:nvSpPr>
          <p:cNvPr id="93" name="Text 91"/>
          <p:cNvSpPr txBox="1"/>
          <p:nvPr/>
        </p:nvSpPr>
        <p:spPr>
          <a:xfrm>
            <a:off x="4206240" y="5555249"/>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555249"/>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866747"/>
            <a:ext cx="54233" cy="112826"/>
          </a:xfrm>
          <a:prstGeom prst="rect">
            <a:avLst/>
          </a:prstGeom>
          <a:solidFill>
            <a:srgbClr val="12A566"/>
          </a:solidFill>
          <a:ln/>
        </p:spPr>
      </p:sp>
      <p:sp>
        <p:nvSpPr>
          <p:cNvPr id="98" name="Text 96"/>
          <p:cNvSpPr txBox="1"/>
          <p:nvPr/>
        </p:nvSpPr>
        <p:spPr>
          <a:xfrm>
            <a:off x="4206240" y="580052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80052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6112022"/>
            <a:ext cx="52684" cy="112826"/>
          </a:xfrm>
          <a:prstGeom prst="rect">
            <a:avLst/>
          </a:prstGeom>
          <a:solidFill>
            <a:srgbClr val="12A566"/>
          </a:solidFill>
          <a:ln/>
        </p:spPr>
      </p:sp>
      <p:sp>
        <p:nvSpPr>
          <p:cNvPr id="103" name="Text 101"/>
          <p:cNvSpPr txBox="1"/>
          <p:nvPr/>
        </p:nvSpPr>
        <p:spPr>
          <a:xfrm>
            <a:off x="4206240" y="604579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604579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7632"/>
            <a:ext cx="45718" cy="112826"/>
          </a:xfrm>
          <a:prstGeom prst="rect">
            <a:avLst/>
          </a:prstGeom>
          <a:solidFill>
            <a:srgbClr val="12A566"/>
          </a:solidFill>
          <a:ln/>
        </p:spPr>
      </p:sp>
      <p:sp>
        <p:nvSpPr>
          <p:cNvPr id="108" name="Text 106"/>
          <p:cNvSpPr txBox="1"/>
          <p:nvPr/>
        </p:nvSpPr>
        <p:spPr>
          <a:xfrm>
            <a:off x="9756648"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32906"/>
            <a:ext cx="39446" cy="112826"/>
          </a:xfrm>
          <a:prstGeom prst="rect">
            <a:avLst/>
          </a:prstGeom>
          <a:solidFill>
            <a:srgbClr val="12A566"/>
          </a:solidFill>
          <a:ln/>
        </p:spPr>
      </p:sp>
      <p:sp>
        <p:nvSpPr>
          <p:cNvPr id="113" name="Text 111"/>
          <p:cNvSpPr txBox="1"/>
          <p:nvPr/>
        </p:nvSpPr>
        <p:spPr>
          <a:xfrm>
            <a:off x="9756648"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78181"/>
            <a:ext cx="38729" cy="112826"/>
          </a:xfrm>
          <a:prstGeom prst="rect">
            <a:avLst/>
          </a:prstGeom>
          <a:solidFill>
            <a:srgbClr val="12A566"/>
          </a:solidFill>
          <a:ln/>
        </p:spPr>
      </p:sp>
      <p:sp>
        <p:nvSpPr>
          <p:cNvPr id="118" name="Text 116"/>
          <p:cNvSpPr txBox="1"/>
          <p:nvPr/>
        </p:nvSpPr>
        <p:spPr>
          <a:xfrm>
            <a:off x="9756648"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923455"/>
            <a:ext cx="21715" cy="112826"/>
          </a:xfrm>
          <a:prstGeom prst="rect">
            <a:avLst/>
          </a:prstGeom>
          <a:solidFill>
            <a:srgbClr val="12A566"/>
          </a:solidFill>
          <a:ln/>
        </p:spPr>
      </p:sp>
      <p:sp>
        <p:nvSpPr>
          <p:cNvPr id="123" name="Text 121"/>
          <p:cNvSpPr txBox="1"/>
          <p:nvPr/>
        </p:nvSpPr>
        <p:spPr>
          <a:xfrm>
            <a:off x="9756648"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168729"/>
            <a:ext cx="21414" cy="112826"/>
          </a:xfrm>
          <a:prstGeom prst="rect">
            <a:avLst/>
          </a:prstGeom>
          <a:solidFill>
            <a:srgbClr val="12A566"/>
          </a:solidFill>
          <a:ln/>
        </p:spPr>
      </p:sp>
      <p:sp>
        <p:nvSpPr>
          <p:cNvPr id="128" name="Text 126"/>
          <p:cNvSpPr txBox="1"/>
          <p:nvPr/>
        </p:nvSpPr>
        <p:spPr>
          <a:xfrm>
            <a:off x="9756648"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148225"/>
            <a:ext cx="54864" cy="153834"/>
          </a:xfrm>
          <a:prstGeom prst="rect">
            <a:avLst/>
          </a:prstGeom>
          <a:solidFill>
            <a:srgbClr val="12A566"/>
          </a:solidFill>
          <a:ln/>
        </p:spPr>
      </p:sp>
      <p:sp>
        <p:nvSpPr>
          <p:cNvPr id="131" name="Text 129"/>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414004"/>
            <a:ext cx="12802" cy="112826"/>
          </a:xfrm>
          <a:prstGeom prst="rect">
            <a:avLst/>
          </a:prstGeom>
          <a:solidFill>
            <a:srgbClr val="12A566"/>
          </a:solidFill>
          <a:ln/>
        </p:spPr>
      </p:sp>
      <p:sp>
        <p:nvSpPr>
          <p:cNvPr id="134" name="Text 132"/>
          <p:cNvSpPr txBox="1"/>
          <p:nvPr/>
        </p:nvSpPr>
        <p:spPr>
          <a:xfrm>
            <a:off x="9756648"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659278"/>
            <a:ext cx="12802" cy="112826"/>
          </a:xfrm>
          <a:prstGeom prst="rect">
            <a:avLst/>
          </a:prstGeom>
          <a:solidFill>
            <a:srgbClr val="12A566"/>
          </a:solidFill>
          <a:ln/>
        </p:spPr>
      </p:sp>
      <p:sp>
        <p:nvSpPr>
          <p:cNvPr id="139" name="Text 137"/>
          <p:cNvSpPr txBox="1"/>
          <p:nvPr/>
        </p:nvSpPr>
        <p:spPr>
          <a:xfrm>
            <a:off x="9756648"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904553"/>
            <a:ext cx="30644" cy="112826"/>
          </a:xfrm>
          <a:prstGeom prst="rect">
            <a:avLst/>
          </a:prstGeom>
          <a:solidFill>
            <a:srgbClr val="C2352F"/>
          </a:solidFill>
          <a:ln/>
        </p:spPr>
      </p:sp>
      <p:sp>
        <p:nvSpPr>
          <p:cNvPr id="144" name="Text 142"/>
          <p:cNvSpPr txBox="1"/>
          <p:nvPr/>
        </p:nvSpPr>
        <p:spPr>
          <a:xfrm>
            <a:off x="9756648" y="3838328"/>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838328"/>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4149827"/>
            <a:ext cx="34926" cy="112826"/>
          </a:xfrm>
          <a:prstGeom prst="rect">
            <a:avLst/>
          </a:prstGeom>
          <a:solidFill>
            <a:srgbClr val="C2352F"/>
          </a:solidFill>
          <a:ln/>
        </p:spPr>
      </p:sp>
      <p:sp>
        <p:nvSpPr>
          <p:cNvPr id="149" name="Text 147"/>
          <p:cNvSpPr txBox="1"/>
          <p:nvPr/>
        </p:nvSpPr>
        <p:spPr>
          <a:xfrm>
            <a:off x="9756648" y="408360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408360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395101"/>
            <a:ext cx="38823" cy="112826"/>
          </a:xfrm>
          <a:prstGeom prst="rect">
            <a:avLst/>
          </a:prstGeom>
          <a:solidFill>
            <a:srgbClr val="C2352F"/>
          </a:solidFill>
          <a:ln/>
        </p:spPr>
      </p:sp>
      <p:sp>
        <p:nvSpPr>
          <p:cNvPr id="154" name="Text 152"/>
          <p:cNvSpPr txBox="1"/>
          <p:nvPr/>
        </p:nvSpPr>
        <p:spPr>
          <a:xfrm>
            <a:off x="9756648" y="432887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32887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374597"/>
            <a:ext cx="54864" cy="153834"/>
          </a:xfrm>
          <a:prstGeom prst="rect">
            <a:avLst/>
          </a:prstGeom>
          <a:solidFill>
            <a:srgbClr val="C2352F"/>
          </a:solidFill>
          <a:ln/>
        </p:spPr>
      </p:sp>
      <p:sp>
        <p:nvSpPr>
          <p:cNvPr id="157" name="Text 155"/>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640376"/>
            <a:ext cx="59181" cy="112826"/>
          </a:xfrm>
          <a:prstGeom prst="rect">
            <a:avLst/>
          </a:prstGeom>
          <a:solidFill>
            <a:srgbClr val="C2352F"/>
          </a:solidFill>
          <a:ln/>
        </p:spPr>
      </p:sp>
      <p:sp>
        <p:nvSpPr>
          <p:cNvPr id="160" name="Text 158"/>
          <p:cNvSpPr txBox="1"/>
          <p:nvPr/>
        </p:nvSpPr>
        <p:spPr>
          <a:xfrm>
            <a:off x="9756648" y="4574152"/>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574152"/>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885650"/>
            <a:ext cx="71717" cy="112826"/>
          </a:xfrm>
          <a:prstGeom prst="rect">
            <a:avLst/>
          </a:prstGeom>
          <a:solidFill>
            <a:srgbClr val="C2352F"/>
          </a:solidFill>
          <a:ln/>
        </p:spPr>
      </p:sp>
      <p:sp>
        <p:nvSpPr>
          <p:cNvPr id="165" name="Text 163"/>
          <p:cNvSpPr txBox="1"/>
          <p:nvPr/>
        </p:nvSpPr>
        <p:spPr>
          <a:xfrm>
            <a:off x="9756648" y="4819426"/>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819426"/>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5073844"/>
            <a:ext cx="5138928" cy="226986"/>
          </a:xfrm>
          <a:prstGeom prst="rect">
            <a:avLst/>
          </a:prstGeom>
          <a:solidFill>
            <a:srgbClr val="FBEBEA"/>
          </a:solidFill>
          <a:ln/>
        </p:spPr>
      </p:sp>
      <p:sp>
        <p:nvSpPr>
          <p:cNvPr id="168" name="Text 166"/>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5130924"/>
            <a:ext cx="85614" cy="112826"/>
          </a:xfrm>
          <a:prstGeom prst="rect">
            <a:avLst/>
          </a:prstGeom>
          <a:solidFill>
            <a:srgbClr val="C2352F"/>
          </a:solidFill>
          <a:ln/>
        </p:spPr>
      </p:sp>
      <p:sp>
        <p:nvSpPr>
          <p:cNvPr id="171" name="Text 169"/>
          <p:cNvSpPr txBox="1"/>
          <p:nvPr/>
        </p:nvSpPr>
        <p:spPr>
          <a:xfrm>
            <a:off x="9756648" y="506470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506470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5110420"/>
            <a:ext cx="54864" cy="153834"/>
          </a:xfrm>
          <a:prstGeom prst="rect">
            <a:avLst/>
          </a:prstGeom>
          <a:solidFill>
            <a:srgbClr val="C2352F"/>
          </a:solidFill>
          <a:ln/>
        </p:spPr>
      </p:sp>
      <p:sp>
        <p:nvSpPr>
          <p:cNvPr id="174" name="Text 172"/>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376199"/>
            <a:ext cx="108116" cy="112826"/>
          </a:xfrm>
          <a:prstGeom prst="rect">
            <a:avLst/>
          </a:prstGeom>
          <a:solidFill>
            <a:srgbClr val="C2352F"/>
          </a:solidFill>
          <a:ln/>
        </p:spPr>
      </p:sp>
      <p:sp>
        <p:nvSpPr>
          <p:cNvPr id="177" name="Text 175"/>
          <p:cNvSpPr txBox="1"/>
          <p:nvPr/>
        </p:nvSpPr>
        <p:spPr>
          <a:xfrm>
            <a:off x="9756648" y="530997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30997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621473"/>
            <a:ext cx="184668" cy="112826"/>
          </a:xfrm>
          <a:prstGeom prst="rect">
            <a:avLst/>
          </a:prstGeom>
          <a:solidFill>
            <a:srgbClr val="C2352F"/>
          </a:solidFill>
          <a:ln/>
        </p:spPr>
      </p:sp>
      <p:sp>
        <p:nvSpPr>
          <p:cNvPr id="182" name="Text 180"/>
          <p:cNvSpPr txBox="1"/>
          <p:nvPr/>
        </p:nvSpPr>
        <p:spPr>
          <a:xfrm>
            <a:off x="9756648" y="5555249"/>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555249"/>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600969"/>
            <a:ext cx="54864" cy="153834"/>
          </a:xfrm>
          <a:prstGeom prst="rect">
            <a:avLst/>
          </a:prstGeom>
          <a:solidFill>
            <a:srgbClr val="C2352F"/>
          </a:solidFill>
          <a:ln/>
        </p:spPr>
      </p:sp>
      <p:sp>
        <p:nvSpPr>
          <p:cNvPr id="185" name="Text 183"/>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866747"/>
            <a:ext cx="259682" cy="112826"/>
          </a:xfrm>
          <a:prstGeom prst="rect">
            <a:avLst/>
          </a:prstGeom>
          <a:solidFill>
            <a:srgbClr val="C2352F"/>
          </a:solidFill>
          <a:ln/>
        </p:spPr>
      </p:sp>
      <p:sp>
        <p:nvSpPr>
          <p:cNvPr id="188" name="Text 186"/>
          <p:cNvSpPr txBox="1"/>
          <p:nvPr/>
        </p:nvSpPr>
        <p:spPr>
          <a:xfrm>
            <a:off x="9756648" y="580052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80052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4169664"/>
          </a:xfrm>
          <a:prstGeom prst="rect">
            <a:avLst/>
          </a:prstGeom>
          <a:solidFill>
            <a:srgbClr val="9AA3AD"/>
          </a:solidFill>
          <a:ln/>
        </p:spPr>
      </p:sp>
      <p:sp>
        <p:nvSpPr>
          <p:cNvPr id="191" name="Shape 189"/>
          <p:cNvSpPr/>
          <p:nvPr/>
        </p:nvSpPr>
        <p:spPr>
          <a:xfrm>
            <a:off x="9124798" y="2121408"/>
            <a:ext cx="10973" cy="4169664"/>
          </a:xfrm>
          <a:prstGeom prst="rect">
            <a:avLst/>
          </a:prstGeom>
          <a:solidFill>
            <a:srgbClr val="9AA3AD"/>
          </a:solidFill>
          <a:ln/>
        </p:spPr>
      </p:sp>
      <p:sp>
        <p:nvSpPr>
          <p:cNvPr id="192" name="Shape 190"/>
          <p:cNvSpPr/>
          <p:nvPr/>
        </p:nvSpPr>
        <p:spPr>
          <a:xfrm>
            <a:off x="6085332" y="2121408"/>
            <a:ext cx="10973" cy="4169664"/>
          </a:xfrm>
          <a:prstGeom prst="rect">
            <a:avLst/>
          </a:prstGeom>
          <a:solidFill>
            <a:srgbClr val="D9D9D9"/>
          </a:solidFill>
          <a:ln/>
        </p:spPr>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86852"/>
            <a:ext cx="100584" cy="210388"/>
          </a:xfrm>
          <a:prstGeom prst="rect">
            <a:avLst/>
          </a:prstGeom>
          <a:solidFill>
            <a:srgbClr val="12A566"/>
          </a:solidFill>
          <a:ln/>
        </p:spPr>
      </p:sp>
      <p:sp>
        <p:nvSpPr>
          <p:cNvPr id="17" name="Text 15"/>
          <p:cNvSpPr txBox="1"/>
          <p:nvPr/>
        </p:nvSpPr>
        <p:spPr>
          <a:xfrm>
            <a:off x="3026664" y="1700784"/>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83308"/>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83308"/>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69376"/>
            <a:ext cx="100584" cy="210388"/>
          </a:xfrm>
          <a:prstGeom prst="rect">
            <a:avLst/>
          </a:prstGeom>
          <a:solidFill>
            <a:srgbClr val="12A566"/>
          </a:solidFill>
          <a:ln/>
        </p:spPr>
      </p:sp>
      <p:sp>
        <p:nvSpPr>
          <p:cNvPr id="24" name="Text 22"/>
          <p:cNvSpPr txBox="1"/>
          <p:nvPr/>
        </p:nvSpPr>
        <p:spPr>
          <a:xfrm>
            <a:off x="3026664" y="2083308"/>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83308"/>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83308"/>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83308"/>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65832"/>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65832"/>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551900"/>
            <a:ext cx="89408" cy="210388"/>
          </a:xfrm>
          <a:prstGeom prst="rect">
            <a:avLst/>
          </a:prstGeom>
          <a:solidFill>
            <a:srgbClr val="12A566"/>
          </a:solidFill>
          <a:ln/>
        </p:spPr>
      </p:sp>
      <p:sp>
        <p:nvSpPr>
          <p:cNvPr id="31" name="Text 29"/>
          <p:cNvSpPr txBox="1"/>
          <p:nvPr/>
        </p:nvSpPr>
        <p:spPr>
          <a:xfrm>
            <a:off x="3026664" y="2465832"/>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65832"/>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65832"/>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65832"/>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848356"/>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848356"/>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934424"/>
            <a:ext cx="78232" cy="210388"/>
          </a:xfrm>
          <a:prstGeom prst="rect">
            <a:avLst/>
          </a:prstGeom>
          <a:solidFill>
            <a:srgbClr val="12A566"/>
          </a:solidFill>
          <a:ln/>
        </p:spPr>
      </p:sp>
      <p:sp>
        <p:nvSpPr>
          <p:cNvPr id="38" name="Text 36"/>
          <p:cNvSpPr txBox="1"/>
          <p:nvPr/>
        </p:nvSpPr>
        <p:spPr>
          <a:xfrm>
            <a:off x="3026664" y="2848356"/>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848356"/>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848356"/>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848356"/>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230880"/>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230880"/>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316948"/>
            <a:ext cx="78232" cy="210388"/>
          </a:xfrm>
          <a:prstGeom prst="rect">
            <a:avLst/>
          </a:prstGeom>
          <a:solidFill>
            <a:srgbClr val="12A566"/>
          </a:solidFill>
          <a:ln/>
        </p:spPr>
      </p:sp>
      <p:sp>
        <p:nvSpPr>
          <p:cNvPr id="45" name="Text 43"/>
          <p:cNvSpPr txBox="1"/>
          <p:nvPr/>
        </p:nvSpPr>
        <p:spPr>
          <a:xfrm>
            <a:off x="3026664" y="3230880"/>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230880"/>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230880"/>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230880"/>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613404"/>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613404"/>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699472"/>
            <a:ext cx="67056" cy="210388"/>
          </a:xfrm>
          <a:prstGeom prst="rect">
            <a:avLst/>
          </a:prstGeom>
          <a:solidFill>
            <a:srgbClr val="12A566"/>
          </a:solidFill>
          <a:ln/>
        </p:spPr>
      </p:sp>
      <p:sp>
        <p:nvSpPr>
          <p:cNvPr id="52" name="Text 50"/>
          <p:cNvSpPr txBox="1"/>
          <p:nvPr/>
        </p:nvSpPr>
        <p:spPr>
          <a:xfrm>
            <a:off x="3026664" y="3613404"/>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613404"/>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613404"/>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613404"/>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995928"/>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995928"/>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4081996"/>
            <a:ext cx="67056" cy="210388"/>
          </a:xfrm>
          <a:prstGeom prst="rect">
            <a:avLst/>
          </a:prstGeom>
          <a:solidFill>
            <a:srgbClr val="12A566"/>
          </a:solidFill>
          <a:ln/>
        </p:spPr>
      </p:sp>
      <p:sp>
        <p:nvSpPr>
          <p:cNvPr id="59" name="Text 57"/>
          <p:cNvSpPr txBox="1"/>
          <p:nvPr/>
        </p:nvSpPr>
        <p:spPr>
          <a:xfrm>
            <a:off x="3026664" y="3995928"/>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995928"/>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995928"/>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995928"/>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378452"/>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378452"/>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464520"/>
            <a:ext cx="55880" cy="210388"/>
          </a:xfrm>
          <a:prstGeom prst="rect">
            <a:avLst/>
          </a:prstGeom>
          <a:solidFill>
            <a:srgbClr val="12A566"/>
          </a:solidFill>
          <a:ln/>
        </p:spPr>
      </p:sp>
      <p:sp>
        <p:nvSpPr>
          <p:cNvPr id="66" name="Text 64"/>
          <p:cNvSpPr txBox="1"/>
          <p:nvPr/>
        </p:nvSpPr>
        <p:spPr>
          <a:xfrm>
            <a:off x="3026664" y="4378452"/>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378452"/>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378452"/>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378452"/>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760976"/>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760976"/>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847044"/>
            <a:ext cx="44704" cy="210388"/>
          </a:xfrm>
          <a:prstGeom prst="rect">
            <a:avLst/>
          </a:prstGeom>
          <a:solidFill>
            <a:srgbClr val="12A566"/>
          </a:solidFill>
          <a:ln/>
        </p:spPr>
      </p:sp>
      <p:sp>
        <p:nvSpPr>
          <p:cNvPr id="73" name="Text 71"/>
          <p:cNvSpPr txBox="1"/>
          <p:nvPr/>
        </p:nvSpPr>
        <p:spPr>
          <a:xfrm>
            <a:off x="3026664" y="4760976"/>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760976"/>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760976"/>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760976"/>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5143500"/>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5143500"/>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5229568"/>
            <a:ext cx="44704" cy="210388"/>
          </a:xfrm>
          <a:prstGeom prst="rect">
            <a:avLst/>
          </a:prstGeom>
          <a:solidFill>
            <a:srgbClr val="12A566"/>
          </a:solidFill>
          <a:ln/>
        </p:spPr>
      </p:sp>
      <p:sp>
        <p:nvSpPr>
          <p:cNvPr id="80" name="Text 78"/>
          <p:cNvSpPr txBox="1"/>
          <p:nvPr/>
        </p:nvSpPr>
        <p:spPr>
          <a:xfrm>
            <a:off x="3026664" y="5143500"/>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5143500"/>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5143500"/>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5143500"/>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526024"/>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526024"/>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612092"/>
            <a:ext cx="44704" cy="210388"/>
          </a:xfrm>
          <a:prstGeom prst="rect">
            <a:avLst/>
          </a:prstGeom>
          <a:solidFill>
            <a:srgbClr val="12A566"/>
          </a:solidFill>
          <a:ln/>
        </p:spPr>
      </p:sp>
      <p:sp>
        <p:nvSpPr>
          <p:cNvPr id="87" name="Text 85"/>
          <p:cNvSpPr txBox="1"/>
          <p:nvPr/>
        </p:nvSpPr>
        <p:spPr>
          <a:xfrm>
            <a:off x="3026664" y="5526024"/>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526024"/>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526024"/>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526024"/>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908548"/>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908548"/>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994616"/>
            <a:ext cx="44704" cy="210388"/>
          </a:xfrm>
          <a:prstGeom prst="rect">
            <a:avLst/>
          </a:prstGeom>
          <a:solidFill>
            <a:srgbClr val="12A566"/>
          </a:solidFill>
          <a:ln/>
        </p:spPr>
      </p:sp>
      <p:sp>
        <p:nvSpPr>
          <p:cNvPr id="94" name="Text 92"/>
          <p:cNvSpPr txBox="1"/>
          <p:nvPr/>
        </p:nvSpPr>
        <p:spPr>
          <a:xfrm>
            <a:off x="3026664" y="5908548"/>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908548"/>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908548"/>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908548"/>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86852"/>
            <a:ext cx="44704" cy="210388"/>
          </a:xfrm>
          <a:prstGeom prst="rect">
            <a:avLst/>
          </a:prstGeom>
          <a:solidFill>
            <a:srgbClr val="12A566"/>
          </a:solidFill>
          <a:ln/>
        </p:spPr>
      </p:sp>
      <p:sp>
        <p:nvSpPr>
          <p:cNvPr id="101" name="Text 99"/>
          <p:cNvSpPr txBox="1"/>
          <p:nvPr/>
        </p:nvSpPr>
        <p:spPr>
          <a:xfrm>
            <a:off x="8577072" y="1700784"/>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83308"/>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83308"/>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69376"/>
            <a:ext cx="44704" cy="210388"/>
          </a:xfrm>
          <a:prstGeom prst="rect">
            <a:avLst/>
          </a:prstGeom>
          <a:solidFill>
            <a:srgbClr val="12A566"/>
          </a:solidFill>
          <a:ln/>
        </p:spPr>
      </p:sp>
      <p:sp>
        <p:nvSpPr>
          <p:cNvPr id="108" name="Text 106"/>
          <p:cNvSpPr txBox="1"/>
          <p:nvPr/>
        </p:nvSpPr>
        <p:spPr>
          <a:xfrm>
            <a:off x="8577072" y="2083308"/>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83308"/>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83308"/>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83308"/>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65832"/>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65832"/>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551900"/>
            <a:ext cx="33528" cy="210388"/>
          </a:xfrm>
          <a:prstGeom prst="rect">
            <a:avLst/>
          </a:prstGeom>
          <a:solidFill>
            <a:srgbClr val="12A566"/>
          </a:solidFill>
          <a:ln/>
        </p:spPr>
      </p:sp>
      <p:sp>
        <p:nvSpPr>
          <p:cNvPr id="115" name="Text 113"/>
          <p:cNvSpPr txBox="1"/>
          <p:nvPr/>
        </p:nvSpPr>
        <p:spPr>
          <a:xfrm>
            <a:off x="8577072" y="2465832"/>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65832"/>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65832"/>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65832"/>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848356"/>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848356"/>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934424"/>
            <a:ext cx="22352" cy="210388"/>
          </a:xfrm>
          <a:prstGeom prst="rect">
            <a:avLst/>
          </a:prstGeom>
          <a:solidFill>
            <a:srgbClr val="12A566"/>
          </a:solidFill>
          <a:ln/>
        </p:spPr>
      </p:sp>
      <p:sp>
        <p:nvSpPr>
          <p:cNvPr id="122" name="Text 120"/>
          <p:cNvSpPr txBox="1"/>
          <p:nvPr/>
        </p:nvSpPr>
        <p:spPr>
          <a:xfrm>
            <a:off x="8577072" y="2848356"/>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848356"/>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848356"/>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848356"/>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230880"/>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230880"/>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316948"/>
            <a:ext cx="22352" cy="210388"/>
          </a:xfrm>
          <a:prstGeom prst="rect">
            <a:avLst/>
          </a:prstGeom>
          <a:solidFill>
            <a:srgbClr val="12A566"/>
          </a:solidFill>
          <a:ln/>
        </p:spPr>
      </p:sp>
      <p:sp>
        <p:nvSpPr>
          <p:cNvPr id="129" name="Text 127"/>
          <p:cNvSpPr txBox="1"/>
          <p:nvPr/>
        </p:nvSpPr>
        <p:spPr>
          <a:xfrm>
            <a:off x="8577072" y="3230880"/>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230880"/>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230880"/>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230880"/>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613404"/>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613404"/>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699472"/>
            <a:ext cx="22352" cy="210388"/>
          </a:xfrm>
          <a:prstGeom prst="rect">
            <a:avLst/>
          </a:prstGeom>
          <a:solidFill>
            <a:srgbClr val="12A566"/>
          </a:solidFill>
          <a:ln/>
        </p:spPr>
      </p:sp>
      <p:sp>
        <p:nvSpPr>
          <p:cNvPr id="136" name="Text 134"/>
          <p:cNvSpPr txBox="1"/>
          <p:nvPr/>
        </p:nvSpPr>
        <p:spPr>
          <a:xfrm>
            <a:off x="8577072" y="3613404"/>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613404"/>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613404"/>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613404"/>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995928"/>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995928"/>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4081996"/>
            <a:ext cx="22352" cy="210388"/>
          </a:xfrm>
          <a:prstGeom prst="rect">
            <a:avLst/>
          </a:prstGeom>
          <a:solidFill>
            <a:srgbClr val="12A566"/>
          </a:solidFill>
          <a:ln/>
        </p:spPr>
      </p:sp>
      <p:sp>
        <p:nvSpPr>
          <p:cNvPr id="143" name="Text 141"/>
          <p:cNvSpPr txBox="1"/>
          <p:nvPr/>
        </p:nvSpPr>
        <p:spPr>
          <a:xfrm>
            <a:off x="8577072" y="3995928"/>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995928"/>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995928"/>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995928"/>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378452"/>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378452"/>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464520"/>
            <a:ext cx="22352" cy="210388"/>
          </a:xfrm>
          <a:prstGeom prst="rect">
            <a:avLst/>
          </a:prstGeom>
          <a:solidFill>
            <a:srgbClr val="12A566"/>
          </a:solidFill>
          <a:ln/>
        </p:spPr>
      </p:sp>
      <p:sp>
        <p:nvSpPr>
          <p:cNvPr id="150" name="Text 148"/>
          <p:cNvSpPr txBox="1"/>
          <p:nvPr/>
        </p:nvSpPr>
        <p:spPr>
          <a:xfrm>
            <a:off x="8577072" y="4378452"/>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378452"/>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378452"/>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378452"/>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760976"/>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760976"/>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847044"/>
            <a:ext cx="22352" cy="210388"/>
          </a:xfrm>
          <a:prstGeom prst="rect">
            <a:avLst/>
          </a:prstGeom>
          <a:solidFill>
            <a:srgbClr val="12A566"/>
          </a:solidFill>
          <a:ln/>
        </p:spPr>
      </p:sp>
      <p:sp>
        <p:nvSpPr>
          <p:cNvPr id="157" name="Text 155"/>
          <p:cNvSpPr txBox="1"/>
          <p:nvPr/>
        </p:nvSpPr>
        <p:spPr>
          <a:xfrm>
            <a:off x="8577072" y="4760976"/>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760976"/>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760976"/>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760976"/>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5143500"/>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5143500"/>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5229568"/>
            <a:ext cx="18288" cy="210388"/>
          </a:xfrm>
          <a:prstGeom prst="rect">
            <a:avLst/>
          </a:prstGeom>
          <a:solidFill>
            <a:srgbClr val="12A566"/>
          </a:solidFill>
          <a:ln/>
        </p:spPr>
      </p:sp>
      <p:sp>
        <p:nvSpPr>
          <p:cNvPr id="164" name="Text 162"/>
          <p:cNvSpPr txBox="1"/>
          <p:nvPr/>
        </p:nvSpPr>
        <p:spPr>
          <a:xfrm>
            <a:off x="8577072" y="5143500"/>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5143500"/>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5143500"/>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5143500"/>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526024"/>
            <a:ext cx="310896" cy="38252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526024"/>
            <a:ext cx="1783080" cy="38252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612092"/>
            <a:ext cx="18288" cy="210388"/>
          </a:xfrm>
          <a:prstGeom prst="rect">
            <a:avLst/>
          </a:prstGeom>
          <a:solidFill>
            <a:srgbClr val="12A566"/>
          </a:solidFill>
          <a:ln/>
        </p:spPr>
      </p:sp>
      <p:sp>
        <p:nvSpPr>
          <p:cNvPr id="171" name="Text 169"/>
          <p:cNvSpPr txBox="1"/>
          <p:nvPr/>
        </p:nvSpPr>
        <p:spPr>
          <a:xfrm>
            <a:off x="8577072" y="5526024"/>
            <a:ext cx="786384" cy="38252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526024"/>
            <a:ext cx="658368"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526024"/>
            <a:ext cx="713232"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526024"/>
            <a:ext cx="731520" cy="38252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590288"/>
          </a:xfrm>
          <a:prstGeom prst="rect">
            <a:avLst/>
          </a:prstGeom>
          <a:solidFill>
            <a:srgbClr val="D9D9D9"/>
          </a:solidFill>
          <a:ln/>
        </p:spPr>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7632"/>
            <a:ext cx="571500" cy="112826"/>
          </a:xfrm>
          <a:prstGeom prst="rect">
            <a:avLst/>
          </a:prstGeom>
          <a:solidFill>
            <a:srgbClr val="12A566"/>
          </a:solidFill>
          <a:ln/>
        </p:spPr>
      </p:sp>
      <p:sp>
        <p:nvSpPr>
          <p:cNvPr id="18" name="Text 16"/>
          <p:cNvSpPr txBox="1"/>
          <p:nvPr/>
        </p:nvSpPr>
        <p:spPr>
          <a:xfrm>
            <a:off x="4206240"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32906"/>
            <a:ext cx="549630" cy="112826"/>
          </a:xfrm>
          <a:prstGeom prst="rect">
            <a:avLst/>
          </a:prstGeom>
          <a:solidFill>
            <a:srgbClr val="12A566"/>
          </a:solidFill>
          <a:ln/>
        </p:spPr>
      </p:sp>
      <p:sp>
        <p:nvSpPr>
          <p:cNvPr id="23" name="Text 21"/>
          <p:cNvSpPr txBox="1"/>
          <p:nvPr/>
        </p:nvSpPr>
        <p:spPr>
          <a:xfrm>
            <a:off x="4206240"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78181"/>
            <a:ext cx="300417" cy="112826"/>
          </a:xfrm>
          <a:prstGeom prst="rect">
            <a:avLst/>
          </a:prstGeom>
          <a:solidFill>
            <a:srgbClr val="12A566"/>
          </a:solidFill>
          <a:ln/>
        </p:spPr>
      </p:sp>
      <p:sp>
        <p:nvSpPr>
          <p:cNvPr id="28" name="Text 26"/>
          <p:cNvSpPr txBox="1"/>
          <p:nvPr/>
        </p:nvSpPr>
        <p:spPr>
          <a:xfrm>
            <a:off x="4206240"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923455"/>
            <a:ext cx="246220" cy="112826"/>
          </a:xfrm>
          <a:prstGeom prst="rect">
            <a:avLst/>
          </a:prstGeom>
          <a:solidFill>
            <a:srgbClr val="12A566"/>
          </a:solidFill>
          <a:ln/>
        </p:spPr>
      </p:sp>
      <p:sp>
        <p:nvSpPr>
          <p:cNvPr id="33" name="Text 31"/>
          <p:cNvSpPr txBox="1"/>
          <p:nvPr/>
        </p:nvSpPr>
        <p:spPr>
          <a:xfrm>
            <a:off x="4206240"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902951"/>
            <a:ext cx="54864" cy="153834"/>
          </a:xfrm>
          <a:prstGeom prst="rect">
            <a:avLst/>
          </a:prstGeom>
          <a:solidFill>
            <a:srgbClr val="12A566"/>
          </a:solidFill>
          <a:ln/>
        </p:spPr>
      </p:sp>
      <p:sp>
        <p:nvSpPr>
          <p:cNvPr id="36" name="Text 34"/>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168729"/>
            <a:ext cx="231280" cy="112826"/>
          </a:xfrm>
          <a:prstGeom prst="rect">
            <a:avLst/>
          </a:prstGeom>
          <a:solidFill>
            <a:srgbClr val="12A566"/>
          </a:solidFill>
          <a:ln/>
        </p:spPr>
      </p:sp>
      <p:sp>
        <p:nvSpPr>
          <p:cNvPr id="39" name="Text 37"/>
          <p:cNvSpPr txBox="1"/>
          <p:nvPr/>
        </p:nvSpPr>
        <p:spPr>
          <a:xfrm>
            <a:off x="4206240"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148225"/>
            <a:ext cx="54864" cy="153834"/>
          </a:xfrm>
          <a:prstGeom prst="rect">
            <a:avLst/>
          </a:prstGeom>
          <a:solidFill>
            <a:srgbClr val="12A566"/>
          </a:solidFill>
          <a:ln/>
        </p:spPr>
      </p:sp>
      <p:sp>
        <p:nvSpPr>
          <p:cNvPr id="42" name="Text 40"/>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414004"/>
            <a:ext cx="214115" cy="112826"/>
          </a:xfrm>
          <a:prstGeom prst="rect">
            <a:avLst/>
          </a:prstGeom>
          <a:solidFill>
            <a:srgbClr val="12A566"/>
          </a:solidFill>
          <a:ln/>
        </p:spPr>
      </p:sp>
      <p:sp>
        <p:nvSpPr>
          <p:cNvPr id="45" name="Text 43"/>
          <p:cNvSpPr txBox="1"/>
          <p:nvPr/>
        </p:nvSpPr>
        <p:spPr>
          <a:xfrm>
            <a:off x="4206240"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659278"/>
            <a:ext cx="188889" cy="112826"/>
          </a:xfrm>
          <a:prstGeom prst="rect">
            <a:avLst/>
          </a:prstGeom>
          <a:solidFill>
            <a:srgbClr val="12A566"/>
          </a:solidFill>
          <a:ln/>
        </p:spPr>
      </p:sp>
      <p:sp>
        <p:nvSpPr>
          <p:cNvPr id="50" name="Text 48"/>
          <p:cNvSpPr txBox="1"/>
          <p:nvPr/>
        </p:nvSpPr>
        <p:spPr>
          <a:xfrm>
            <a:off x="4206240"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904553"/>
            <a:ext cx="175547" cy="112826"/>
          </a:xfrm>
          <a:prstGeom prst="rect">
            <a:avLst/>
          </a:prstGeom>
          <a:solidFill>
            <a:srgbClr val="12A566"/>
          </a:solidFill>
          <a:ln/>
        </p:spPr>
      </p:sp>
      <p:sp>
        <p:nvSpPr>
          <p:cNvPr id="55" name="Text 53"/>
          <p:cNvSpPr txBox="1"/>
          <p:nvPr/>
        </p:nvSpPr>
        <p:spPr>
          <a:xfrm>
            <a:off x="4206240"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4149827"/>
            <a:ext cx="152295" cy="112826"/>
          </a:xfrm>
          <a:prstGeom prst="rect">
            <a:avLst/>
          </a:prstGeom>
          <a:solidFill>
            <a:srgbClr val="12A566"/>
          </a:solidFill>
          <a:ln/>
        </p:spPr>
      </p:sp>
      <p:sp>
        <p:nvSpPr>
          <p:cNvPr id="60" name="Text 58"/>
          <p:cNvSpPr txBox="1"/>
          <p:nvPr/>
        </p:nvSpPr>
        <p:spPr>
          <a:xfrm>
            <a:off x="4206240" y="408360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408360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395101"/>
            <a:ext cx="143334" cy="112826"/>
          </a:xfrm>
          <a:prstGeom prst="rect">
            <a:avLst/>
          </a:prstGeom>
          <a:solidFill>
            <a:srgbClr val="12A566"/>
          </a:solidFill>
          <a:ln/>
        </p:spPr>
      </p:sp>
      <p:sp>
        <p:nvSpPr>
          <p:cNvPr id="65" name="Text 63"/>
          <p:cNvSpPr txBox="1"/>
          <p:nvPr/>
        </p:nvSpPr>
        <p:spPr>
          <a:xfrm>
            <a:off x="4206240" y="432887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32887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640376"/>
            <a:ext cx="136162" cy="112826"/>
          </a:xfrm>
          <a:prstGeom prst="rect">
            <a:avLst/>
          </a:prstGeom>
          <a:solidFill>
            <a:srgbClr val="12A566"/>
          </a:solidFill>
          <a:ln/>
        </p:spPr>
      </p:sp>
      <p:sp>
        <p:nvSpPr>
          <p:cNvPr id="70" name="Text 68"/>
          <p:cNvSpPr txBox="1"/>
          <p:nvPr/>
        </p:nvSpPr>
        <p:spPr>
          <a:xfrm>
            <a:off x="4206240" y="457415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57415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885650"/>
            <a:ext cx="130403" cy="112826"/>
          </a:xfrm>
          <a:prstGeom prst="rect">
            <a:avLst/>
          </a:prstGeom>
          <a:solidFill>
            <a:srgbClr val="12A566"/>
          </a:solidFill>
          <a:ln/>
        </p:spPr>
      </p:sp>
      <p:sp>
        <p:nvSpPr>
          <p:cNvPr id="75" name="Text 73"/>
          <p:cNvSpPr txBox="1"/>
          <p:nvPr/>
        </p:nvSpPr>
        <p:spPr>
          <a:xfrm>
            <a:off x="4206240" y="4819426"/>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819426"/>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865146"/>
            <a:ext cx="54864" cy="153834"/>
          </a:xfrm>
          <a:prstGeom prst="rect">
            <a:avLst/>
          </a:prstGeom>
          <a:solidFill>
            <a:srgbClr val="12A566"/>
          </a:solidFill>
          <a:ln/>
        </p:spPr>
      </p:sp>
      <p:sp>
        <p:nvSpPr>
          <p:cNvPr id="78" name="Text 76"/>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5130924"/>
            <a:ext cx="120222" cy="112826"/>
          </a:xfrm>
          <a:prstGeom prst="rect">
            <a:avLst/>
          </a:prstGeom>
          <a:solidFill>
            <a:srgbClr val="12A566"/>
          </a:solidFill>
          <a:ln/>
        </p:spPr>
      </p:sp>
      <p:sp>
        <p:nvSpPr>
          <p:cNvPr id="81" name="Text 79"/>
          <p:cNvSpPr txBox="1"/>
          <p:nvPr/>
        </p:nvSpPr>
        <p:spPr>
          <a:xfrm>
            <a:off x="4206240" y="506470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506470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376199"/>
            <a:ext cx="118653" cy="112826"/>
          </a:xfrm>
          <a:prstGeom prst="rect">
            <a:avLst/>
          </a:prstGeom>
          <a:solidFill>
            <a:srgbClr val="12A566"/>
          </a:solidFill>
          <a:ln/>
        </p:spPr>
      </p:sp>
      <p:sp>
        <p:nvSpPr>
          <p:cNvPr id="86" name="Text 84"/>
          <p:cNvSpPr txBox="1"/>
          <p:nvPr/>
        </p:nvSpPr>
        <p:spPr>
          <a:xfrm>
            <a:off x="4206240" y="530997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30997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621473"/>
            <a:ext cx="69607" cy="112826"/>
          </a:xfrm>
          <a:prstGeom prst="rect">
            <a:avLst/>
          </a:prstGeom>
          <a:solidFill>
            <a:srgbClr val="12A566"/>
          </a:solidFill>
          <a:ln/>
        </p:spPr>
      </p:sp>
      <p:sp>
        <p:nvSpPr>
          <p:cNvPr id="91" name="Text 89"/>
          <p:cNvSpPr txBox="1"/>
          <p:nvPr/>
        </p:nvSpPr>
        <p:spPr>
          <a:xfrm>
            <a:off x="4206240" y="5555249"/>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555249"/>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866747"/>
            <a:ext cx="57491" cy="112826"/>
          </a:xfrm>
          <a:prstGeom prst="rect">
            <a:avLst/>
          </a:prstGeom>
          <a:solidFill>
            <a:srgbClr val="12A566"/>
          </a:solidFill>
          <a:ln/>
        </p:spPr>
      </p:sp>
      <p:sp>
        <p:nvSpPr>
          <p:cNvPr id="96" name="Text 94"/>
          <p:cNvSpPr txBox="1"/>
          <p:nvPr/>
        </p:nvSpPr>
        <p:spPr>
          <a:xfrm>
            <a:off x="4206240" y="580052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80052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6112022"/>
            <a:ext cx="50512" cy="112826"/>
          </a:xfrm>
          <a:prstGeom prst="rect">
            <a:avLst/>
          </a:prstGeom>
          <a:solidFill>
            <a:srgbClr val="12A566"/>
          </a:solidFill>
          <a:ln/>
        </p:spPr>
      </p:sp>
      <p:sp>
        <p:nvSpPr>
          <p:cNvPr id="101" name="Text 99"/>
          <p:cNvSpPr txBox="1"/>
          <p:nvPr/>
        </p:nvSpPr>
        <p:spPr>
          <a:xfrm>
            <a:off x="4206240" y="604579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604579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7632"/>
            <a:ext cx="43577" cy="112826"/>
          </a:xfrm>
          <a:prstGeom prst="rect">
            <a:avLst/>
          </a:prstGeom>
          <a:solidFill>
            <a:srgbClr val="12A566"/>
          </a:solidFill>
          <a:ln/>
        </p:spPr>
      </p:sp>
      <p:sp>
        <p:nvSpPr>
          <p:cNvPr id="106" name="Text 104"/>
          <p:cNvSpPr txBox="1"/>
          <p:nvPr/>
        </p:nvSpPr>
        <p:spPr>
          <a:xfrm>
            <a:off x="9756648"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32906"/>
            <a:ext cx="40298" cy="112826"/>
          </a:xfrm>
          <a:prstGeom prst="rect">
            <a:avLst/>
          </a:prstGeom>
          <a:solidFill>
            <a:srgbClr val="12A566"/>
          </a:solidFill>
          <a:ln/>
        </p:spPr>
      </p:sp>
      <p:sp>
        <p:nvSpPr>
          <p:cNvPr id="111" name="Text 109"/>
          <p:cNvSpPr txBox="1"/>
          <p:nvPr/>
        </p:nvSpPr>
        <p:spPr>
          <a:xfrm>
            <a:off x="9756648"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78181"/>
            <a:ext cx="38573" cy="112826"/>
          </a:xfrm>
          <a:prstGeom prst="rect">
            <a:avLst/>
          </a:prstGeom>
          <a:solidFill>
            <a:srgbClr val="12A566"/>
          </a:solidFill>
          <a:ln/>
        </p:spPr>
      </p:sp>
      <p:sp>
        <p:nvSpPr>
          <p:cNvPr id="116" name="Text 114"/>
          <p:cNvSpPr txBox="1"/>
          <p:nvPr/>
        </p:nvSpPr>
        <p:spPr>
          <a:xfrm>
            <a:off x="9756648"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923455"/>
            <a:ext cx="30667" cy="112826"/>
          </a:xfrm>
          <a:prstGeom prst="rect">
            <a:avLst/>
          </a:prstGeom>
          <a:solidFill>
            <a:srgbClr val="12A566"/>
          </a:solidFill>
          <a:ln/>
        </p:spPr>
      </p:sp>
      <p:sp>
        <p:nvSpPr>
          <p:cNvPr id="121" name="Text 119"/>
          <p:cNvSpPr txBox="1"/>
          <p:nvPr/>
        </p:nvSpPr>
        <p:spPr>
          <a:xfrm>
            <a:off x="9756648"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168729"/>
            <a:ext cx="28430" cy="112826"/>
          </a:xfrm>
          <a:prstGeom prst="rect">
            <a:avLst/>
          </a:prstGeom>
          <a:solidFill>
            <a:srgbClr val="12A566"/>
          </a:solidFill>
          <a:ln/>
        </p:spPr>
      </p:sp>
      <p:sp>
        <p:nvSpPr>
          <p:cNvPr id="126" name="Text 124"/>
          <p:cNvSpPr txBox="1"/>
          <p:nvPr/>
        </p:nvSpPr>
        <p:spPr>
          <a:xfrm>
            <a:off x="9756648"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414004"/>
            <a:ext cx="20244" cy="112826"/>
          </a:xfrm>
          <a:prstGeom prst="rect">
            <a:avLst/>
          </a:prstGeom>
          <a:solidFill>
            <a:srgbClr val="12A566"/>
          </a:solidFill>
          <a:ln/>
        </p:spPr>
      </p:sp>
      <p:sp>
        <p:nvSpPr>
          <p:cNvPr id="131" name="Text 129"/>
          <p:cNvSpPr txBox="1"/>
          <p:nvPr/>
        </p:nvSpPr>
        <p:spPr>
          <a:xfrm>
            <a:off x="9756648"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659278"/>
            <a:ext cx="12802" cy="112826"/>
          </a:xfrm>
          <a:prstGeom prst="rect">
            <a:avLst/>
          </a:prstGeom>
          <a:solidFill>
            <a:srgbClr val="12A566"/>
          </a:solidFill>
          <a:ln/>
        </p:spPr>
      </p:sp>
      <p:sp>
        <p:nvSpPr>
          <p:cNvPr id="136" name="Text 134"/>
          <p:cNvSpPr txBox="1"/>
          <p:nvPr/>
        </p:nvSpPr>
        <p:spPr>
          <a:xfrm>
            <a:off x="9756648"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904553"/>
            <a:ext cx="12802" cy="112826"/>
          </a:xfrm>
          <a:prstGeom prst="rect">
            <a:avLst/>
          </a:prstGeom>
          <a:solidFill>
            <a:srgbClr val="12A566"/>
          </a:solidFill>
          <a:ln/>
        </p:spPr>
      </p:sp>
      <p:sp>
        <p:nvSpPr>
          <p:cNvPr id="141" name="Text 139"/>
          <p:cNvSpPr txBox="1"/>
          <p:nvPr/>
        </p:nvSpPr>
        <p:spPr>
          <a:xfrm>
            <a:off x="9756648"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4149827"/>
            <a:ext cx="52500" cy="112826"/>
          </a:xfrm>
          <a:prstGeom prst="rect">
            <a:avLst/>
          </a:prstGeom>
          <a:solidFill>
            <a:srgbClr val="C2352F"/>
          </a:solidFill>
          <a:ln/>
        </p:spPr>
      </p:sp>
      <p:sp>
        <p:nvSpPr>
          <p:cNvPr id="146" name="Text 144"/>
          <p:cNvSpPr txBox="1"/>
          <p:nvPr/>
        </p:nvSpPr>
        <p:spPr>
          <a:xfrm>
            <a:off x="9756648" y="408360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408360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4129323"/>
            <a:ext cx="54864" cy="153834"/>
          </a:xfrm>
          <a:prstGeom prst="rect">
            <a:avLst/>
          </a:prstGeom>
          <a:solidFill>
            <a:srgbClr val="C2352F"/>
          </a:solidFill>
          <a:ln/>
        </p:spPr>
      </p:sp>
      <p:sp>
        <p:nvSpPr>
          <p:cNvPr id="149" name="Text 147"/>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395101"/>
            <a:ext cx="65653" cy="112826"/>
          </a:xfrm>
          <a:prstGeom prst="rect">
            <a:avLst/>
          </a:prstGeom>
          <a:solidFill>
            <a:srgbClr val="C2352F"/>
          </a:solidFill>
          <a:ln/>
        </p:spPr>
      </p:sp>
      <p:sp>
        <p:nvSpPr>
          <p:cNvPr id="152" name="Text 150"/>
          <p:cNvSpPr txBox="1"/>
          <p:nvPr/>
        </p:nvSpPr>
        <p:spPr>
          <a:xfrm>
            <a:off x="9756648" y="432887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32887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640376"/>
            <a:ext cx="140880" cy="112826"/>
          </a:xfrm>
          <a:prstGeom prst="rect">
            <a:avLst/>
          </a:prstGeom>
          <a:solidFill>
            <a:srgbClr val="C2352F"/>
          </a:solidFill>
          <a:ln/>
        </p:spPr>
      </p:sp>
      <p:sp>
        <p:nvSpPr>
          <p:cNvPr id="157" name="Text 155"/>
          <p:cNvSpPr txBox="1"/>
          <p:nvPr/>
        </p:nvSpPr>
        <p:spPr>
          <a:xfrm>
            <a:off x="9756648" y="4574152"/>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574152"/>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885650"/>
            <a:ext cx="160736" cy="112826"/>
          </a:xfrm>
          <a:prstGeom prst="rect">
            <a:avLst/>
          </a:prstGeom>
          <a:solidFill>
            <a:srgbClr val="C2352F"/>
          </a:solidFill>
          <a:ln/>
        </p:spPr>
      </p:sp>
      <p:sp>
        <p:nvSpPr>
          <p:cNvPr id="162" name="Text 160"/>
          <p:cNvSpPr txBox="1"/>
          <p:nvPr/>
        </p:nvSpPr>
        <p:spPr>
          <a:xfrm>
            <a:off x="9756648" y="4819426"/>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819426"/>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5130924"/>
            <a:ext cx="166607" cy="112826"/>
          </a:xfrm>
          <a:prstGeom prst="rect">
            <a:avLst/>
          </a:prstGeom>
          <a:solidFill>
            <a:srgbClr val="C2352F"/>
          </a:solidFill>
          <a:ln/>
        </p:spPr>
      </p:sp>
      <p:sp>
        <p:nvSpPr>
          <p:cNvPr id="167" name="Text 165"/>
          <p:cNvSpPr txBox="1"/>
          <p:nvPr/>
        </p:nvSpPr>
        <p:spPr>
          <a:xfrm>
            <a:off x="9756648" y="506470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506470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5110420"/>
            <a:ext cx="54864" cy="153834"/>
          </a:xfrm>
          <a:prstGeom prst="rect">
            <a:avLst/>
          </a:prstGeom>
          <a:solidFill>
            <a:srgbClr val="C2352F"/>
          </a:solidFill>
          <a:ln/>
        </p:spPr>
      </p:sp>
      <p:sp>
        <p:nvSpPr>
          <p:cNvPr id="170" name="Text 168"/>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376199"/>
            <a:ext cx="167593" cy="112826"/>
          </a:xfrm>
          <a:prstGeom prst="rect">
            <a:avLst/>
          </a:prstGeom>
          <a:solidFill>
            <a:srgbClr val="C2352F"/>
          </a:solidFill>
          <a:ln/>
        </p:spPr>
      </p:sp>
      <p:sp>
        <p:nvSpPr>
          <p:cNvPr id="173" name="Text 171"/>
          <p:cNvSpPr txBox="1"/>
          <p:nvPr/>
        </p:nvSpPr>
        <p:spPr>
          <a:xfrm>
            <a:off x="9756648" y="530997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30997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621473"/>
            <a:ext cx="245400" cy="112826"/>
          </a:xfrm>
          <a:prstGeom prst="rect">
            <a:avLst/>
          </a:prstGeom>
          <a:solidFill>
            <a:srgbClr val="C2352F"/>
          </a:solidFill>
          <a:ln/>
        </p:spPr>
      </p:sp>
      <p:sp>
        <p:nvSpPr>
          <p:cNvPr id="178" name="Text 176"/>
          <p:cNvSpPr txBox="1"/>
          <p:nvPr/>
        </p:nvSpPr>
        <p:spPr>
          <a:xfrm>
            <a:off x="9756648" y="5555249"/>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555249"/>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600969"/>
            <a:ext cx="54864" cy="153834"/>
          </a:xfrm>
          <a:prstGeom prst="rect">
            <a:avLst/>
          </a:prstGeom>
          <a:solidFill>
            <a:srgbClr val="C2352F"/>
          </a:solidFill>
          <a:ln/>
        </p:spPr>
      </p:sp>
      <p:sp>
        <p:nvSpPr>
          <p:cNvPr id="181" name="Text 179"/>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866747"/>
            <a:ext cx="270772" cy="112826"/>
          </a:xfrm>
          <a:prstGeom prst="rect">
            <a:avLst/>
          </a:prstGeom>
          <a:solidFill>
            <a:srgbClr val="C2352F"/>
          </a:solidFill>
          <a:ln/>
        </p:spPr>
      </p:sp>
      <p:sp>
        <p:nvSpPr>
          <p:cNvPr id="184" name="Text 182"/>
          <p:cNvSpPr txBox="1"/>
          <p:nvPr/>
        </p:nvSpPr>
        <p:spPr>
          <a:xfrm>
            <a:off x="9756648" y="580052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80052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4169664"/>
          </a:xfrm>
          <a:prstGeom prst="rect">
            <a:avLst/>
          </a:prstGeom>
          <a:solidFill>
            <a:srgbClr val="9AA3AD"/>
          </a:solidFill>
          <a:ln/>
        </p:spPr>
      </p:sp>
      <p:sp>
        <p:nvSpPr>
          <p:cNvPr id="187" name="Shape 185"/>
          <p:cNvSpPr/>
          <p:nvPr/>
        </p:nvSpPr>
        <p:spPr>
          <a:xfrm>
            <a:off x="9124798" y="2121408"/>
            <a:ext cx="10973" cy="4169664"/>
          </a:xfrm>
          <a:prstGeom prst="rect">
            <a:avLst/>
          </a:prstGeom>
          <a:solidFill>
            <a:srgbClr val="9AA3AD"/>
          </a:solidFill>
          <a:ln/>
        </p:spPr>
      </p:sp>
      <p:sp>
        <p:nvSpPr>
          <p:cNvPr id="188" name="Shape 186"/>
          <p:cNvSpPr/>
          <p:nvPr/>
        </p:nvSpPr>
        <p:spPr>
          <a:xfrm>
            <a:off x="6085332" y="2121408"/>
            <a:ext cx="10973" cy="4169664"/>
          </a:xfrm>
          <a:prstGeom prst="rect">
            <a:avLst/>
          </a:prstGeom>
          <a:solidFill>
            <a:srgbClr val="D9D9D9"/>
          </a:solidFill>
          <a:ln/>
        </p:spPr>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7632"/>
            <a:ext cx="571500" cy="112826"/>
          </a:xfrm>
          <a:prstGeom prst="rect">
            <a:avLst/>
          </a:prstGeom>
          <a:solidFill>
            <a:srgbClr val="12A566"/>
          </a:solidFill>
          <a:ln/>
        </p:spPr>
      </p:sp>
      <p:sp>
        <p:nvSpPr>
          <p:cNvPr id="18" name="Text 16"/>
          <p:cNvSpPr txBox="1"/>
          <p:nvPr/>
        </p:nvSpPr>
        <p:spPr>
          <a:xfrm>
            <a:off x="4206240"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32906"/>
            <a:ext cx="540193" cy="112826"/>
          </a:xfrm>
          <a:prstGeom prst="rect">
            <a:avLst/>
          </a:prstGeom>
          <a:solidFill>
            <a:srgbClr val="12A566"/>
          </a:solidFill>
          <a:ln/>
        </p:spPr>
      </p:sp>
      <p:sp>
        <p:nvSpPr>
          <p:cNvPr id="23" name="Text 21"/>
          <p:cNvSpPr txBox="1"/>
          <p:nvPr/>
        </p:nvSpPr>
        <p:spPr>
          <a:xfrm>
            <a:off x="4206240"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78181"/>
            <a:ext cx="243705" cy="112826"/>
          </a:xfrm>
          <a:prstGeom prst="rect">
            <a:avLst/>
          </a:prstGeom>
          <a:solidFill>
            <a:srgbClr val="12A566"/>
          </a:solidFill>
          <a:ln/>
        </p:spPr>
      </p:sp>
      <p:sp>
        <p:nvSpPr>
          <p:cNvPr id="28" name="Text 26"/>
          <p:cNvSpPr txBox="1"/>
          <p:nvPr/>
        </p:nvSpPr>
        <p:spPr>
          <a:xfrm>
            <a:off x="4206240"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57677"/>
            <a:ext cx="54864" cy="153834"/>
          </a:xfrm>
          <a:prstGeom prst="rect">
            <a:avLst/>
          </a:prstGeom>
          <a:solidFill>
            <a:srgbClr val="12A566"/>
          </a:solidFill>
          <a:ln/>
        </p:spPr>
      </p:sp>
      <p:sp>
        <p:nvSpPr>
          <p:cNvPr id="31" name="Text 29"/>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923455"/>
            <a:ext cx="236000" cy="112826"/>
          </a:xfrm>
          <a:prstGeom prst="rect">
            <a:avLst/>
          </a:prstGeom>
          <a:solidFill>
            <a:srgbClr val="12A566"/>
          </a:solidFill>
          <a:ln/>
        </p:spPr>
      </p:sp>
      <p:sp>
        <p:nvSpPr>
          <p:cNvPr id="34" name="Text 32"/>
          <p:cNvSpPr txBox="1"/>
          <p:nvPr/>
        </p:nvSpPr>
        <p:spPr>
          <a:xfrm>
            <a:off x="4206240"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168729"/>
            <a:ext cx="232878" cy="112826"/>
          </a:xfrm>
          <a:prstGeom prst="rect">
            <a:avLst/>
          </a:prstGeom>
          <a:solidFill>
            <a:srgbClr val="12A566"/>
          </a:solidFill>
          <a:ln/>
        </p:spPr>
      </p:sp>
      <p:sp>
        <p:nvSpPr>
          <p:cNvPr id="39" name="Text 37"/>
          <p:cNvSpPr txBox="1"/>
          <p:nvPr/>
        </p:nvSpPr>
        <p:spPr>
          <a:xfrm>
            <a:off x="4206240"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414004"/>
            <a:ext cx="229387" cy="112826"/>
          </a:xfrm>
          <a:prstGeom prst="rect">
            <a:avLst/>
          </a:prstGeom>
          <a:solidFill>
            <a:srgbClr val="12A566"/>
          </a:solidFill>
          <a:ln/>
        </p:spPr>
      </p:sp>
      <p:sp>
        <p:nvSpPr>
          <p:cNvPr id="44" name="Text 42"/>
          <p:cNvSpPr txBox="1"/>
          <p:nvPr/>
        </p:nvSpPr>
        <p:spPr>
          <a:xfrm>
            <a:off x="4206240"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659278"/>
            <a:ext cx="181006" cy="112826"/>
          </a:xfrm>
          <a:prstGeom prst="rect">
            <a:avLst/>
          </a:prstGeom>
          <a:solidFill>
            <a:srgbClr val="12A566"/>
          </a:solidFill>
          <a:ln/>
        </p:spPr>
      </p:sp>
      <p:sp>
        <p:nvSpPr>
          <p:cNvPr id="49" name="Text 47"/>
          <p:cNvSpPr txBox="1"/>
          <p:nvPr/>
        </p:nvSpPr>
        <p:spPr>
          <a:xfrm>
            <a:off x="4206240"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638774"/>
            <a:ext cx="54864" cy="153834"/>
          </a:xfrm>
          <a:prstGeom prst="rect">
            <a:avLst/>
          </a:prstGeom>
          <a:solidFill>
            <a:srgbClr val="12A566"/>
          </a:solidFill>
          <a:ln/>
        </p:spPr>
      </p:sp>
      <p:sp>
        <p:nvSpPr>
          <p:cNvPr id="52" name="Text 50"/>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904553"/>
            <a:ext cx="148529" cy="112826"/>
          </a:xfrm>
          <a:prstGeom prst="rect">
            <a:avLst/>
          </a:prstGeom>
          <a:solidFill>
            <a:srgbClr val="12A566"/>
          </a:solidFill>
          <a:ln/>
        </p:spPr>
      </p:sp>
      <p:sp>
        <p:nvSpPr>
          <p:cNvPr id="55" name="Text 53"/>
          <p:cNvSpPr txBox="1"/>
          <p:nvPr/>
        </p:nvSpPr>
        <p:spPr>
          <a:xfrm>
            <a:off x="4206240"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4149827"/>
            <a:ext cx="146541" cy="112826"/>
          </a:xfrm>
          <a:prstGeom prst="rect">
            <a:avLst/>
          </a:prstGeom>
          <a:solidFill>
            <a:srgbClr val="12A566"/>
          </a:solidFill>
          <a:ln/>
        </p:spPr>
      </p:sp>
      <p:sp>
        <p:nvSpPr>
          <p:cNvPr id="60" name="Text 58"/>
          <p:cNvSpPr txBox="1"/>
          <p:nvPr/>
        </p:nvSpPr>
        <p:spPr>
          <a:xfrm>
            <a:off x="4206240" y="408360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408360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395101"/>
            <a:ext cx="131469" cy="112826"/>
          </a:xfrm>
          <a:prstGeom prst="rect">
            <a:avLst/>
          </a:prstGeom>
          <a:solidFill>
            <a:srgbClr val="12A566"/>
          </a:solidFill>
          <a:ln/>
        </p:spPr>
      </p:sp>
      <p:sp>
        <p:nvSpPr>
          <p:cNvPr id="65" name="Text 63"/>
          <p:cNvSpPr txBox="1"/>
          <p:nvPr/>
        </p:nvSpPr>
        <p:spPr>
          <a:xfrm>
            <a:off x="4206240" y="432887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32887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374597"/>
            <a:ext cx="54864" cy="153834"/>
          </a:xfrm>
          <a:prstGeom prst="rect">
            <a:avLst/>
          </a:prstGeom>
          <a:solidFill>
            <a:srgbClr val="12A566"/>
          </a:solidFill>
          <a:ln/>
        </p:spPr>
      </p:sp>
      <p:sp>
        <p:nvSpPr>
          <p:cNvPr id="68" name="Text 66"/>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640376"/>
            <a:ext cx="120062" cy="112826"/>
          </a:xfrm>
          <a:prstGeom prst="rect">
            <a:avLst/>
          </a:prstGeom>
          <a:solidFill>
            <a:srgbClr val="12A566"/>
          </a:solidFill>
          <a:ln/>
        </p:spPr>
      </p:sp>
      <p:sp>
        <p:nvSpPr>
          <p:cNvPr id="71" name="Text 69"/>
          <p:cNvSpPr txBox="1"/>
          <p:nvPr/>
        </p:nvSpPr>
        <p:spPr>
          <a:xfrm>
            <a:off x="4206240" y="457415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57415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885650"/>
            <a:ext cx="111374" cy="112826"/>
          </a:xfrm>
          <a:prstGeom prst="rect">
            <a:avLst/>
          </a:prstGeom>
          <a:solidFill>
            <a:srgbClr val="12A566"/>
          </a:solidFill>
          <a:ln/>
        </p:spPr>
      </p:sp>
      <p:sp>
        <p:nvSpPr>
          <p:cNvPr id="76" name="Text 74"/>
          <p:cNvSpPr txBox="1"/>
          <p:nvPr/>
        </p:nvSpPr>
        <p:spPr>
          <a:xfrm>
            <a:off x="4206240" y="4819426"/>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819426"/>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5130924"/>
            <a:ext cx="89160" cy="112826"/>
          </a:xfrm>
          <a:prstGeom prst="rect">
            <a:avLst/>
          </a:prstGeom>
          <a:solidFill>
            <a:srgbClr val="12A566"/>
          </a:solidFill>
          <a:ln/>
        </p:spPr>
      </p:sp>
      <p:sp>
        <p:nvSpPr>
          <p:cNvPr id="81" name="Text 79"/>
          <p:cNvSpPr txBox="1"/>
          <p:nvPr/>
        </p:nvSpPr>
        <p:spPr>
          <a:xfrm>
            <a:off x="4206240" y="506470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506470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376199"/>
            <a:ext cx="82605" cy="112826"/>
          </a:xfrm>
          <a:prstGeom prst="rect">
            <a:avLst/>
          </a:prstGeom>
          <a:solidFill>
            <a:srgbClr val="12A566"/>
          </a:solidFill>
          <a:ln/>
        </p:spPr>
      </p:sp>
      <p:sp>
        <p:nvSpPr>
          <p:cNvPr id="86" name="Text 84"/>
          <p:cNvSpPr txBox="1"/>
          <p:nvPr/>
        </p:nvSpPr>
        <p:spPr>
          <a:xfrm>
            <a:off x="4206240" y="530997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30997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621473"/>
            <a:ext cx="76873" cy="112826"/>
          </a:xfrm>
          <a:prstGeom prst="rect">
            <a:avLst/>
          </a:prstGeom>
          <a:solidFill>
            <a:srgbClr val="12A566"/>
          </a:solidFill>
          <a:ln/>
        </p:spPr>
      </p:sp>
      <p:sp>
        <p:nvSpPr>
          <p:cNvPr id="91" name="Text 89"/>
          <p:cNvSpPr txBox="1"/>
          <p:nvPr/>
        </p:nvSpPr>
        <p:spPr>
          <a:xfrm>
            <a:off x="4206240" y="5555249"/>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555249"/>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866747"/>
            <a:ext cx="74606" cy="112826"/>
          </a:xfrm>
          <a:prstGeom prst="rect">
            <a:avLst/>
          </a:prstGeom>
          <a:solidFill>
            <a:srgbClr val="12A566"/>
          </a:solidFill>
          <a:ln/>
        </p:spPr>
      </p:sp>
      <p:sp>
        <p:nvSpPr>
          <p:cNvPr id="96" name="Text 94"/>
          <p:cNvSpPr txBox="1"/>
          <p:nvPr/>
        </p:nvSpPr>
        <p:spPr>
          <a:xfrm>
            <a:off x="4206240" y="580052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80052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6112022"/>
            <a:ext cx="64461" cy="112826"/>
          </a:xfrm>
          <a:prstGeom prst="rect">
            <a:avLst/>
          </a:prstGeom>
          <a:solidFill>
            <a:srgbClr val="12A566"/>
          </a:solidFill>
          <a:ln/>
        </p:spPr>
      </p:sp>
      <p:sp>
        <p:nvSpPr>
          <p:cNvPr id="101" name="Text 99"/>
          <p:cNvSpPr txBox="1"/>
          <p:nvPr/>
        </p:nvSpPr>
        <p:spPr>
          <a:xfrm>
            <a:off x="4206240" y="604579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604579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7632"/>
            <a:ext cx="61599" cy="112826"/>
          </a:xfrm>
          <a:prstGeom prst="rect">
            <a:avLst/>
          </a:prstGeom>
          <a:solidFill>
            <a:srgbClr val="12A566"/>
          </a:solidFill>
          <a:ln/>
        </p:spPr>
      </p:sp>
      <p:sp>
        <p:nvSpPr>
          <p:cNvPr id="106" name="Text 104"/>
          <p:cNvSpPr txBox="1"/>
          <p:nvPr/>
        </p:nvSpPr>
        <p:spPr>
          <a:xfrm>
            <a:off x="9756648"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32906"/>
            <a:ext cx="43013" cy="112826"/>
          </a:xfrm>
          <a:prstGeom prst="rect">
            <a:avLst/>
          </a:prstGeom>
          <a:solidFill>
            <a:srgbClr val="12A566"/>
          </a:solidFill>
          <a:ln/>
        </p:spPr>
      </p:sp>
      <p:sp>
        <p:nvSpPr>
          <p:cNvPr id="111" name="Text 109"/>
          <p:cNvSpPr txBox="1"/>
          <p:nvPr/>
        </p:nvSpPr>
        <p:spPr>
          <a:xfrm>
            <a:off x="9756648"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78181"/>
            <a:ext cx="25977" cy="112826"/>
          </a:xfrm>
          <a:prstGeom prst="rect">
            <a:avLst/>
          </a:prstGeom>
          <a:solidFill>
            <a:srgbClr val="12A566"/>
          </a:solidFill>
          <a:ln/>
        </p:spPr>
      </p:sp>
      <p:sp>
        <p:nvSpPr>
          <p:cNvPr id="116" name="Text 114"/>
          <p:cNvSpPr txBox="1"/>
          <p:nvPr/>
        </p:nvSpPr>
        <p:spPr>
          <a:xfrm>
            <a:off x="9756648"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923455"/>
            <a:ext cx="12802" cy="112826"/>
          </a:xfrm>
          <a:prstGeom prst="rect">
            <a:avLst/>
          </a:prstGeom>
          <a:solidFill>
            <a:srgbClr val="12A566"/>
          </a:solidFill>
          <a:ln/>
        </p:spPr>
      </p:sp>
      <p:sp>
        <p:nvSpPr>
          <p:cNvPr id="121" name="Text 119"/>
          <p:cNvSpPr txBox="1"/>
          <p:nvPr/>
        </p:nvSpPr>
        <p:spPr>
          <a:xfrm>
            <a:off x="9756648"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168729"/>
            <a:ext cx="12802" cy="112826"/>
          </a:xfrm>
          <a:prstGeom prst="rect">
            <a:avLst/>
          </a:prstGeom>
          <a:solidFill>
            <a:srgbClr val="12A566"/>
          </a:solidFill>
          <a:ln/>
        </p:spPr>
      </p:sp>
      <p:sp>
        <p:nvSpPr>
          <p:cNvPr id="126" name="Text 124"/>
          <p:cNvSpPr txBox="1"/>
          <p:nvPr/>
        </p:nvSpPr>
        <p:spPr>
          <a:xfrm>
            <a:off x="9756648"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414004"/>
            <a:ext cx="12802" cy="112826"/>
          </a:xfrm>
          <a:prstGeom prst="rect">
            <a:avLst/>
          </a:prstGeom>
          <a:solidFill>
            <a:srgbClr val="12A566"/>
          </a:solidFill>
          <a:ln/>
        </p:spPr>
      </p:sp>
      <p:sp>
        <p:nvSpPr>
          <p:cNvPr id="131" name="Text 129"/>
          <p:cNvSpPr txBox="1"/>
          <p:nvPr/>
        </p:nvSpPr>
        <p:spPr>
          <a:xfrm>
            <a:off x="9756648"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659278"/>
            <a:ext cx="12802" cy="112826"/>
          </a:xfrm>
          <a:prstGeom prst="rect">
            <a:avLst/>
          </a:prstGeom>
          <a:solidFill>
            <a:srgbClr val="C2352F"/>
          </a:solidFill>
          <a:ln/>
        </p:spPr>
      </p:sp>
      <p:sp>
        <p:nvSpPr>
          <p:cNvPr id="136" name="Text 134"/>
          <p:cNvSpPr txBox="1"/>
          <p:nvPr/>
        </p:nvSpPr>
        <p:spPr>
          <a:xfrm>
            <a:off x="9756648" y="3593054"/>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593054"/>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904553"/>
            <a:ext cx="12802" cy="112826"/>
          </a:xfrm>
          <a:prstGeom prst="rect">
            <a:avLst/>
          </a:prstGeom>
          <a:solidFill>
            <a:srgbClr val="C2352F"/>
          </a:solidFill>
          <a:ln/>
        </p:spPr>
      </p:sp>
      <p:sp>
        <p:nvSpPr>
          <p:cNvPr id="141" name="Text 139"/>
          <p:cNvSpPr txBox="1"/>
          <p:nvPr/>
        </p:nvSpPr>
        <p:spPr>
          <a:xfrm>
            <a:off x="9756648" y="3838328"/>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838328"/>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4149827"/>
            <a:ext cx="22008" cy="112826"/>
          </a:xfrm>
          <a:prstGeom prst="rect">
            <a:avLst/>
          </a:prstGeom>
          <a:solidFill>
            <a:srgbClr val="C2352F"/>
          </a:solidFill>
          <a:ln/>
        </p:spPr>
      </p:sp>
      <p:sp>
        <p:nvSpPr>
          <p:cNvPr id="146" name="Text 144"/>
          <p:cNvSpPr txBox="1"/>
          <p:nvPr/>
        </p:nvSpPr>
        <p:spPr>
          <a:xfrm>
            <a:off x="9756648" y="408360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408360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395101"/>
            <a:ext cx="51475" cy="112826"/>
          </a:xfrm>
          <a:prstGeom prst="rect">
            <a:avLst/>
          </a:prstGeom>
          <a:solidFill>
            <a:srgbClr val="C2352F"/>
          </a:solidFill>
          <a:ln/>
        </p:spPr>
      </p:sp>
      <p:sp>
        <p:nvSpPr>
          <p:cNvPr id="151" name="Text 149"/>
          <p:cNvSpPr txBox="1"/>
          <p:nvPr/>
        </p:nvSpPr>
        <p:spPr>
          <a:xfrm>
            <a:off x="9756648" y="432887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32887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374597"/>
            <a:ext cx="54864" cy="153834"/>
          </a:xfrm>
          <a:prstGeom prst="rect">
            <a:avLst/>
          </a:prstGeom>
          <a:solidFill>
            <a:srgbClr val="C2352F"/>
          </a:solidFill>
          <a:ln/>
        </p:spPr>
      </p:sp>
      <p:sp>
        <p:nvSpPr>
          <p:cNvPr id="154" name="Text 152"/>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640376"/>
            <a:ext cx="73161" cy="112826"/>
          </a:xfrm>
          <a:prstGeom prst="rect">
            <a:avLst/>
          </a:prstGeom>
          <a:solidFill>
            <a:srgbClr val="C2352F"/>
          </a:solidFill>
          <a:ln/>
        </p:spPr>
      </p:sp>
      <p:sp>
        <p:nvSpPr>
          <p:cNvPr id="157" name="Text 155"/>
          <p:cNvSpPr txBox="1"/>
          <p:nvPr/>
        </p:nvSpPr>
        <p:spPr>
          <a:xfrm>
            <a:off x="9756648" y="4574152"/>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574152"/>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885650"/>
            <a:ext cx="80550" cy="112826"/>
          </a:xfrm>
          <a:prstGeom prst="rect">
            <a:avLst/>
          </a:prstGeom>
          <a:solidFill>
            <a:srgbClr val="C2352F"/>
          </a:solidFill>
          <a:ln/>
        </p:spPr>
      </p:sp>
      <p:sp>
        <p:nvSpPr>
          <p:cNvPr id="162" name="Text 160"/>
          <p:cNvSpPr txBox="1"/>
          <p:nvPr/>
        </p:nvSpPr>
        <p:spPr>
          <a:xfrm>
            <a:off x="9756648" y="4819426"/>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819426"/>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5130924"/>
            <a:ext cx="150511" cy="112826"/>
          </a:xfrm>
          <a:prstGeom prst="rect">
            <a:avLst/>
          </a:prstGeom>
          <a:solidFill>
            <a:srgbClr val="C2352F"/>
          </a:solidFill>
          <a:ln/>
        </p:spPr>
      </p:sp>
      <p:sp>
        <p:nvSpPr>
          <p:cNvPr id="167" name="Text 165"/>
          <p:cNvSpPr txBox="1"/>
          <p:nvPr/>
        </p:nvSpPr>
        <p:spPr>
          <a:xfrm>
            <a:off x="9756648" y="506470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506470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376199"/>
            <a:ext cx="166933" cy="112826"/>
          </a:xfrm>
          <a:prstGeom prst="rect">
            <a:avLst/>
          </a:prstGeom>
          <a:solidFill>
            <a:srgbClr val="C2352F"/>
          </a:solidFill>
          <a:ln/>
        </p:spPr>
      </p:sp>
      <p:sp>
        <p:nvSpPr>
          <p:cNvPr id="172" name="Text 170"/>
          <p:cNvSpPr txBox="1"/>
          <p:nvPr/>
        </p:nvSpPr>
        <p:spPr>
          <a:xfrm>
            <a:off x="9756648" y="530997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30997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355695"/>
            <a:ext cx="54864" cy="153834"/>
          </a:xfrm>
          <a:prstGeom prst="rect">
            <a:avLst/>
          </a:prstGeom>
          <a:solidFill>
            <a:srgbClr val="C2352F"/>
          </a:solidFill>
          <a:ln/>
        </p:spPr>
      </p:sp>
      <p:sp>
        <p:nvSpPr>
          <p:cNvPr id="175" name="Text 173"/>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621473"/>
            <a:ext cx="208592" cy="112826"/>
          </a:xfrm>
          <a:prstGeom prst="rect">
            <a:avLst/>
          </a:prstGeom>
          <a:solidFill>
            <a:srgbClr val="C2352F"/>
          </a:solidFill>
          <a:ln/>
        </p:spPr>
      </p:sp>
      <p:sp>
        <p:nvSpPr>
          <p:cNvPr id="178" name="Text 176"/>
          <p:cNvSpPr txBox="1"/>
          <p:nvPr/>
        </p:nvSpPr>
        <p:spPr>
          <a:xfrm>
            <a:off x="9756648" y="5555249"/>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555249"/>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600969"/>
            <a:ext cx="54864" cy="153834"/>
          </a:xfrm>
          <a:prstGeom prst="rect">
            <a:avLst/>
          </a:prstGeom>
          <a:solidFill>
            <a:srgbClr val="C2352F"/>
          </a:solidFill>
          <a:ln/>
        </p:spPr>
      </p:sp>
      <p:sp>
        <p:nvSpPr>
          <p:cNvPr id="181" name="Text 179"/>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866747"/>
            <a:ext cx="264782" cy="112826"/>
          </a:xfrm>
          <a:prstGeom prst="rect">
            <a:avLst/>
          </a:prstGeom>
          <a:solidFill>
            <a:srgbClr val="C2352F"/>
          </a:solidFill>
          <a:ln/>
        </p:spPr>
      </p:sp>
      <p:sp>
        <p:nvSpPr>
          <p:cNvPr id="184" name="Text 182"/>
          <p:cNvSpPr txBox="1"/>
          <p:nvPr/>
        </p:nvSpPr>
        <p:spPr>
          <a:xfrm>
            <a:off x="9756648" y="580052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80052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4169664"/>
          </a:xfrm>
          <a:prstGeom prst="rect">
            <a:avLst/>
          </a:prstGeom>
          <a:solidFill>
            <a:srgbClr val="9AA3AD"/>
          </a:solidFill>
          <a:ln/>
        </p:spPr>
      </p:sp>
      <p:sp>
        <p:nvSpPr>
          <p:cNvPr id="187" name="Shape 185"/>
          <p:cNvSpPr/>
          <p:nvPr/>
        </p:nvSpPr>
        <p:spPr>
          <a:xfrm>
            <a:off x="9124798" y="2121408"/>
            <a:ext cx="10973" cy="4169664"/>
          </a:xfrm>
          <a:prstGeom prst="rect">
            <a:avLst/>
          </a:prstGeom>
          <a:solidFill>
            <a:srgbClr val="9AA3AD"/>
          </a:solidFill>
          <a:ln/>
        </p:spPr>
      </p:sp>
      <p:sp>
        <p:nvSpPr>
          <p:cNvPr id="188" name="Shape 186"/>
          <p:cNvSpPr/>
          <p:nvPr/>
        </p:nvSpPr>
        <p:spPr>
          <a:xfrm>
            <a:off x="6085332" y="2121408"/>
            <a:ext cx="10973" cy="4169664"/>
          </a:xfrm>
          <a:prstGeom prst="rect">
            <a:avLst/>
          </a:prstGeom>
          <a:solidFill>
            <a:srgbClr val="D9D9D9"/>
          </a:solidFill>
          <a:ln/>
        </p:spPr>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7632"/>
            <a:ext cx="571500" cy="112826"/>
          </a:xfrm>
          <a:prstGeom prst="rect">
            <a:avLst/>
          </a:prstGeom>
          <a:solidFill>
            <a:srgbClr val="12A566"/>
          </a:solidFill>
          <a:ln/>
        </p:spPr>
      </p:sp>
      <p:sp>
        <p:nvSpPr>
          <p:cNvPr id="18" name="Text 16"/>
          <p:cNvSpPr txBox="1"/>
          <p:nvPr/>
        </p:nvSpPr>
        <p:spPr>
          <a:xfrm>
            <a:off x="4206240"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53834"/>
          </a:xfrm>
          <a:prstGeom prst="rect">
            <a:avLst/>
          </a:prstGeom>
          <a:solidFill>
            <a:srgbClr val="12A566"/>
          </a:solidFill>
          <a:ln/>
        </p:spPr>
      </p:sp>
      <p:sp>
        <p:nvSpPr>
          <p:cNvPr id="21" name="Text 19"/>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32906"/>
            <a:ext cx="266553" cy="112826"/>
          </a:xfrm>
          <a:prstGeom prst="rect">
            <a:avLst/>
          </a:prstGeom>
          <a:solidFill>
            <a:srgbClr val="12A566"/>
          </a:solidFill>
          <a:ln/>
        </p:spPr>
      </p:sp>
      <p:sp>
        <p:nvSpPr>
          <p:cNvPr id="24" name="Text 22"/>
          <p:cNvSpPr txBox="1"/>
          <p:nvPr/>
        </p:nvSpPr>
        <p:spPr>
          <a:xfrm>
            <a:off x="4206240"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78181"/>
            <a:ext cx="238998" cy="112826"/>
          </a:xfrm>
          <a:prstGeom prst="rect">
            <a:avLst/>
          </a:prstGeom>
          <a:solidFill>
            <a:srgbClr val="12A566"/>
          </a:solidFill>
          <a:ln/>
        </p:spPr>
      </p:sp>
      <p:sp>
        <p:nvSpPr>
          <p:cNvPr id="29" name="Text 27"/>
          <p:cNvSpPr txBox="1"/>
          <p:nvPr/>
        </p:nvSpPr>
        <p:spPr>
          <a:xfrm>
            <a:off x="4206240"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923455"/>
            <a:ext cx="227128" cy="112826"/>
          </a:xfrm>
          <a:prstGeom prst="rect">
            <a:avLst/>
          </a:prstGeom>
          <a:solidFill>
            <a:srgbClr val="12A566"/>
          </a:solidFill>
          <a:ln/>
        </p:spPr>
      </p:sp>
      <p:sp>
        <p:nvSpPr>
          <p:cNvPr id="34" name="Text 32"/>
          <p:cNvSpPr txBox="1"/>
          <p:nvPr/>
        </p:nvSpPr>
        <p:spPr>
          <a:xfrm>
            <a:off x="4206240"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168729"/>
            <a:ext cx="224863" cy="112826"/>
          </a:xfrm>
          <a:prstGeom prst="rect">
            <a:avLst/>
          </a:prstGeom>
          <a:solidFill>
            <a:srgbClr val="12A566"/>
          </a:solidFill>
          <a:ln/>
        </p:spPr>
      </p:sp>
      <p:sp>
        <p:nvSpPr>
          <p:cNvPr id="39" name="Text 37"/>
          <p:cNvSpPr txBox="1"/>
          <p:nvPr/>
        </p:nvSpPr>
        <p:spPr>
          <a:xfrm>
            <a:off x="4206240"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148225"/>
            <a:ext cx="54864" cy="153834"/>
          </a:xfrm>
          <a:prstGeom prst="rect">
            <a:avLst/>
          </a:prstGeom>
          <a:solidFill>
            <a:srgbClr val="12A566"/>
          </a:solidFill>
          <a:ln/>
        </p:spPr>
      </p:sp>
      <p:sp>
        <p:nvSpPr>
          <p:cNvPr id="42" name="Text 40"/>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414004"/>
            <a:ext cx="201457" cy="112826"/>
          </a:xfrm>
          <a:prstGeom prst="rect">
            <a:avLst/>
          </a:prstGeom>
          <a:solidFill>
            <a:srgbClr val="12A566"/>
          </a:solidFill>
          <a:ln/>
        </p:spPr>
      </p:sp>
      <p:sp>
        <p:nvSpPr>
          <p:cNvPr id="45" name="Text 43"/>
          <p:cNvSpPr txBox="1"/>
          <p:nvPr/>
        </p:nvSpPr>
        <p:spPr>
          <a:xfrm>
            <a:off x="4206240"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393500"/>
            <a:ext cx="54864" cy="153834"/>
          </a:xfrm>
          <a:prstGeom prst="rect">
            <a:avLst/>
          </a:prstGeom>
          <a:solidFill>
            <a:srgbClr val="12A566"/>
          </a:solidFill>
          <a:ln/>
        </p:spPr>
      </p:sp>
      <p:sp>
        <p:nvSpPr>
          <p:cNvPr id="48" name="Text 46"/>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659278"/>
            <a:ext cx="175005" cy="112826"/>
          </a:xfrm>
          <a:prstGeom prst="rect">
            <a:avLst/>
          </a:prstGeom>
          <a:solidFill>
            <a:srgbClr val="12A566"/>
          </a:solidFill>
          <a:ln/>
        </p:spPr>
      </p:sp>
      <p:sp>
        <p:nvSpPr>
          <p:cNvPr id="51" name="Text 49"/>
          <p:cNvSpPr txBox="1"/>
          <p:nvPr/>
        </p:nvSpPr>
        <p:spPr>
          <a:xfrm>
            <a:off x="4206240"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904553"/>
            <a:ext cx="131404" cy="112826"/>
          </a:xfrm>
          <a:prstGeom prst="rect">
            <a:avLst/>
          </a:prstGeom>
          <a:solidFill>
            <a:srgbClr val="12A566"/>
          </a:solidFill>
          <a:ln/>
        </p:spPr>
      </p:sp>
      <p:sp>
        <p:nvSpPr>
          <p:cNvPr id="56" name="Text 54"/>
          <p:cNvSpPr txBox="1"/>
          <p:nvPr/>
        </p:nvSpPr>
        <p:spPr>
          <a:xfrm>
            <a:off x="4206240"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4149827"/>
            <a:ext cx="125702" cy="112826"/>
          </a:xfrm>
          <a:prstGeom prst="rect">
            <a:avLst/>
          </a:prstGeom>
          <a:solidFill>
            <a:srgbClr val="12A566"/>
          </a:solidFill>
          <a:ln/>
        </p:spPr>
      </p:sp>
      <p:sp>
        <p:nvSpPr>
          <p:cNvPr id="61" name="Text 59"/>
          <p:cNvSpPr txBox="1"/>
          <p:nvPr/>
        </p:nvSpPr>
        <p:spPr>
          <a:xfrm>
            <a:off x="4206240" y="408360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408360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395101"/>
            <a:ext cx="103334" cy="112826"/>
          </a:xfrm>
          <a:prstGeom prst="rect">
            <a:avLst/>
          </a:prstGeom>
          <a:solidFill>
            <a:srgbClr val="12A566"/>
          </a:solidFill>
          <a:ln/>
        </p:spPr>
      </p:sp>
      <p:sp>
        <p:nvSpPr>
          <p:cNvPr id="66" name="Text 64"/>
          <p:cNvSpPr txBox="1"/>
          <p:nvPr/>
        </p:nvSpPr>
        <p:spPr>
          <a:xfrm>
            <a:off x="4206240" y="432887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32887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640376"/>
            <a:ext cx="73474" cy="112826"/>
          </a:xfrm>
          <a:prstGeom prst="rect">
            <a:avLst/>
          </a:prstGeom>
          <a:solidFill>
            <a:srgbClr val="12A566"/>
          </a:solidFill>
          <a:ln/>
        </p:spPr>
      </p:sp>
      <p:sp>
        <p:nvSpPr>
          <p:cNvPr id="71" name="Text 69"/>
          <p:cNvSpPr txBox="1"/>
          <p:nvPr/>
        </p:nvSpPr>
        <p:spPr>
          <a:xfrm>
            <a:off x="4206240" y="457415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57415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885650"/>
            <a:ext cx="49502" cy="112826"/>
          </a:xfrm>
          <a:prstGeom prst="rect">
            <a:avLst/>
          </a:prstGeom>
          <a:solidFill>
            <a:srgbClr val="12A566"/>
          </a:solidFill>
          <a:ln/>
        </p:spPr>
      </p:sp>
      <p:sp>
        <p:nvSpPr>
          <p:cNvPr id="76" name="Text 74"/>
          <p:cNvSpPr txBox="1"/>
          <p:nvPr/>
        </p:nvSpPr>
        <p:spPr>
          <a:xfrm>
            <a:off x="4206240" y="4819426"/>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819426"/>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5130924"/>
            <a:ext cx="41830" cy="112826"/>
          </a:xfrm>
          <a:prstGeom prst="rect">
            <a:avLst/>
          </a:prstGeom>
          <a:solidFill>
            <a:srgbClr val="12A566"/>
          </a:solidFill>
          <a:ln/>
        </p:spPr>
      </p:sp>
      <p:sp>
        <p:nvSpPr>
          <p:cNvPr id="81" name="Text 79"/>
          <p:cNvSpPr txBox="1"/>
          <p:nvPr/>
        </p:nvSpPr>
        <p:spPr>
          <a:xfrm>
            <a:off x="4206240" y="506470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506470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376199"/>
            <a:ext cx="38877" cy="112826"/>
          </a:xfrm>
          <a:prstGeom prst="rect">
            <a:avLst/>
          </a:prstGeom>
          <a:solidFill>
            <a:srgbClr val="12A566"/>
          </a:solidFill>
          <a:ln/>
        </p:spPr>
      </p:sp>
      <p:sp>
        <p:nvSpPr>
          <p:cNvPr id="86" name="Text 84"/>
          <p:cNvSpPr txBox="1"/>
          <p:nvPr/>
        </p:nvSpPr>
        <p:spPr>
          <a:xfrm>
            <a:off x="4206240" y="530997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30997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621473"/>
            <a:ext cx="27168" cy="112826"/>
          </a:xfrm>
          <a:prstGeom prst="rect">
            <a:avLst/>
          </a:prstGeom>
          <a:solidFill>
            <a:srgbClr val="12A566"/>
          </a:solidFill>
          <a:ln/>
        </p:spPr>
      </p:sp>
      <p:sp>
        <p:nvSpPr>
          <p:cNvPr id="91" name="Text 89"/>
          <p:cNvSpPr txBox="1"/>
          <p:nvPr/>
        </p:nvSpPr>
        <p:spPr>
          <a:xfrm>
            <a:off x="4206240" y="5555249"/>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555249"/>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866747"/>
            <a:ext cx="22407" cy="112826"/>
          </a:xfrm>
          <a:prstGeom prst="rect">
            <a:avLst/>
          </a:prstGeom>
          <a:solidFill>
            <a:srgbClr val="12A566"/>
          </a:solidFill>
          <a:ln/>
        </p:spPr>
      </p:sp>
      <p:sp>
        <p:nvSpPr>
          <p:cNvPr id="96" name="Text 94"/>
          <p:cNvSpPr txBox="1"/>
          <p:nvPr/>
        </p:nvSpPr>
        <p:spPr>
          <a:xfrm>
            <a:off x="4206240" y="580052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80052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6112022"/>
            <a:ext cx="15551" cy="112826"/>
          </a:xfrm>
          <a:prstGeom prst="rect">
            <a:avLst/>
          </a:prstGeom>
          <a:solidFill>
            <a:srgbClr val="12A566"/>
          </a:solidFill>
          <a:ln/>
        </p:spPr>
      </p:sp>
      <p:sp>
        <p:nvSpPr>
          <p:cNvPr id="101" name="Text 99"/>
          <p:cNvSpPr txBox="1"/>
          <p:nvPr/>
        </p:nvSpPr>
        <p:spPr>
          <a:xfrm>
            <a:off x="4206240" y="604579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604579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7632"/>
            <a:ext cx="12802" cy="112826"/>
          </a:xfrm>
          <a:prstGeom prst="rect">
            <a:avLst/>
          </a:prstGeom>
          <a:solidFill>
            <a:srgbClr val="C2352F"/>
          </a:solidFill>
          <a:ln/>
        </p:spPr>
      </p:sp>
      <p:sp>
        <p:nvSpPr>
          <p:cNvPr id="106" name="Text 104"/>
          <p:cNvSpPr txBox="1"/>
          <p:nvPr/>
        </p:nvSpPr>
        <p:spPr>
          <a:xfrm>
            <a:off x="9756648" y="2121408"/>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32906"/>
            <a:ext cx="12802" cy="112826"/>
          </a:xfrm>
          <a:prstGeom prst="rect">
            <a:avLst/>
          </a:prstGeom>
          <a:solidFill>
            <a:srgbClr val="C2352F"/>
          </a:solidFill>
          <a:ln/>
        </p:spPr>
      </p:sp>
      <p:sp>
        <p:nvSpPr>
          <p:cNvPr id="111" name="Text 109"/>
          <p:cNvSpPr txBox="1"/>
          <p:nvPr/>
        </p:nvSpPr>
        <p:spPr>
          <a:xfrm>
            <a:off x="9756648" y="2366682"/>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66682"/>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78181"/>
            <a:ext cx="23099" cy="112826"/>
          </a:xfrm>
          <a:prstGeom prst="rect">
            <a:avLst/>
          </a:prstGeom>
          <a:solidFill>
            <a:srgbClr val="C2352F"/>
          </a:solidFill>
          <a:ln/>
        </p:spPr>
      </p:sp>
      <p:sp>
        <p:nvSpPr>
          <p:cNvPr id="116" name="Text 114"/>
          <p:cNvSpPr txBox="1"/>
          <p:nvPr/>
        </p:nvSpPr>
        <p:spPr>
          <a:xfrm>
            <a:off x="9756648" y="261195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61195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923455"/>
            <a:ext cx="27581" cy="112826"/>
          </a:xfrm>
          <a:prstGeom prst="rect">
            <a:avLst/>
          </a:prstGeom>
          <a:solidFill>
            <a:srgbClr val="C2352F"/>
          </a:solidFill>
          <a:ln/>
        </p:spPr>
      </p:sp>
      <p:sp>
        <p:nvSpPr>
          <p:cNvPr id="121" name="Text 119"/>
          <p:cNvSpPr txBox="1"/>
          <p:nvPr/>
        </p:nvSpPr>
        <p:spPr>
          <a:xfrm>
            <a:off x="9756648" y="2857231"/>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857231"/>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168729"/>
            <a:ext cx="35006" cy="112826"/>
          </a:xfrm>
          <a:prstGeom prst="rect">
            <a:avLst/>
          </a:prstGeom>
          <a:solidFill>
            <a:srgbClr val="C2352F"/>
          </a:solidFill>
          <a:ln/>
        </p:spPr>
      </p:sp>
      <p:sp>
        <p:nvSpPr>
          <p:cNvPr id="126" name="Text 124"/>
          <p:cNvSpPr txBox="1"/>
          <p:nvPr/>
        </p:nvSpPr>
        <p:spPr>
          <a:xfrm>
            <a:off x="9756648" y="310250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10250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414004"/>
            <a:ext cx="41565" cy="112826"/>
          </a:xfrm>
          <a:prstGeom prst="rect">
            <a:avLst/>
          </a:prstGeom>
          <a:solidFill>
            <a:srgbClr val="C2352F"/>
          </a:solidFill>
          <a:ln/>
        </p:spPr>
      </p:sp>
      <p:sp>
        <p:nvSpPr>
          <p:cNvPr id="131" name="Text 129"/>
          <p:cNvSpPr txBox="1"/>
          <p:nvPr/>
        </p:nvSpPr>
        <p:spPr>
          <a:xfrm>
            <a:off x="9756648" y="334778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34778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659278"/>
            <a:ext cx="47545" cy="112826"/>
          </a:xfrm>
          <a:prstGeom prst="rect">
            <a:avLst/>
          </a:prstGeom>
          <a:solidFill>
            <a:srgbClr val="C2352F"/>
          </a:solidFill>
          <a:ln/>
        </p:spPr>
      </p:sp>
      <p:sp>
        <p:nvSpPr>
          <p:cNvPr id="136" name="Text 134"/>
          <p:cNvSpPr txBox="1"/>
          <p:nvPr/>
        </p:nvSpPr>
        <p:spPr>
          <a:xfrm>
            <a:off x="9756648" y="3593054"/>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593054"/>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904553"/>
            <a:ext cx="50293" cy="112826"/>
          </a:xfrm>
          <a:prstGeom prst="rect">
            <a:avLst/>
          </a:prstGeom>
          <a:solidFill>
            <a:srgbClr val="C2352F"/>
          </a:solidFill>
          <a:ln/>
        </p:spPr>
      </p:sp>
      <p:sp>
        <p:nvSpPr>
          <p:cNvPr id="141" name="Text 139"/>
          <p:cNvSpPr txBox="1"/>
          <p:nvPr/>
        </p:nvSpPr>
        <p:spPr>
          <a:xfrm>
            <a:off x="9756648" y="3838328"/>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838328"/>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4149827"/>
            <a:ext cx="65504" cy="112826"/>
          </a:xfrm>
          <a:prstGeom prst="rect">
            <a:avLst/>
          </a:prstGeom>
          <a:solidFill>
            <a:srgbClr val="C2352F"/>
          </a:solidFill>
          <a:ln/>
        </p:spPr>
      </p:sp>
      <p:sp>
        <p:nvSpPr>
          <p:cNvPr id="146" name="Text 144"/>
          <p:cNvSpPr txBox="1"/>
          <p:nvPr/>
        </p:nvSpPr>
        <p:spPr>
          <a:xfrm>
            <a:off x="9756648" y="408360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408360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395101"/>
            <a:ext cx="120662" cy="112826"/>
          </a:xfrm>
          <a:prstGeom prst="rect">
            <a:avLst/>
          </a:prstGeom>
          <a:solidFill>
            <a:srgbClr val="C2352F"/>
          </a:solidFill>
          <a:ln/>
        </p:spPr>
      </p:sp>
      <p:sp>
        <p:nvSpPr>
          <p:cNvPr id="151" name="Text 149"/>
          <p:cNvSpPr txBox="1"/>
          <p:nvPr/>
        </p:nvSpPr>
        <p:spPr>
          <a:xfrm>
            <a:off x="9756648" y="432887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32887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640376"/>
            <a:ext cx="121190" cy="112826"/>
          </a:xfrm>
          <a:prstGeom prst="rect">
            <a:avLst/>
          </a:prstGeom>
          <a:solidFill>
            <a:srgbClr val="C2352F"/>
          </a:solidFill>
          <a:ln/>
        </p:spPr>
      </p:sp>
      <p:sp>
        <p:nvSpPr>
          <p:cNvPr id="156" name="Text 154"/>
          <p:cNvSpPr txBox="1"/>
          <p:nvPr/>
        </p:nvSpPr>
        <p:spPr>
          <a:xfrm>
            <a:off x="9756648" y="4574152"/>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574152"/>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885650"/>
            <a:ext cx="138853" cy="112826"/>
          </a:xfrm>
          <a:prstGeom prst="rect">
            <a:avLst/>
          </a:prstGeom>
          <a:solidFill>
            <a:srgbClr val="C2352F"/>
          </a:solidFill>
          <a:ln/>
        </p:spPr>
      </p:sp>
      <p:sp>
        <p:nvSpPr>
          <p:cNvPr id="161" name="Text 159"/>
          <p:cNvSpPr txBox="1"/>
          <p:nvPr/>
        </p:nvSpPr>
        <p:spPr>
          <a:xfrm>
            <a:off x="9756648" y="4819426"/>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819426"/>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5130924"/>
            <a:ext cx="177729" cy="112826"/>
          </a:xfrm>
          <a:prstGeom prst="rect">
            <a:avLst/>
          </a:prstGeom>
          <a:solidFill>
            <a:srgbClr val="C2352F"/>
          </a:solidFill>
          <a:ln/>
        </p:spPr>
      </p:sp>
      <p:sp>
        <p:nvSpPr>
          <p:cNvPr id="166" name="Text 164"/>
          <p:cNvSpPr txBox="1"/>
          <p:nvPr/>
        </p:nvSpPr>
        <p:spPr>
          <a:xfrm>
            <a:off x="9756648" y="506470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506470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5110420"/>
            <a:ext cx="54864" cy="153834"/>
          </a:xfrm>
          <a:prstGeom prst="rect">
            <a:avLst/>
          </a:prstGeom>
          <a:solidFill>
            <a:srgbClr val="C2352F"/>
          </a:solidFill>
          <a:ln/>
        </p:spPr>
      </p:sp>
      <p:sp>
        <p:nvSpPr>
          <p:cNvPr id="169" name="Text 167"/>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376199"/>
            <a:ext cx="188356" cy="112826"/>
          </a:xfrm>
          <a:prstGeom prst="rect">
            <a:avLst/>
          </a:prstGeom>
          <a:solidFill>
            <a:srgbClr val="C2352F"/>
          </a:solidFill>
          <a:ln/>
        </p:spPr>
      </p:sp>
      <p:sp>
        <p:nvSpPr>
          <p:cNvPr id="172" name="Text 170"/>
          <p:cNvSpPr txBox="1"/>
          <p:nvPr/>
        </p:nvSpPr>
        <p:spPr>
          <a:xfrm>
            <a:off x="9756648" y="530997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30997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355695"/>
            <a:ext cx="54864" cy="153834"/>
          </a:xfrm>
          <a:prstGeom prst="rect">
            <a:avLst/>
          </a:prstGeom>
          <a:solidFill>
            <a:srgbClr val="C2352F"/>
          </a:solidFill>
          <a:ln/>
        </p:spPr>
      </p:sp>
      <p:sp>
        <p:nvSpPr>
          <p:cNvPr id="175" name="Text 173"/>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621473"/>
            <a:ext cx="238597" cy="112826"/>
          </a:xfrm>
          <a:prstGeom prst="rect">
            <a:avLst/>
          </a:prstGeom>
          <a:solidFill>
            <a:srgbClr val="C2352F"/>
          </a:solidFill>
          <a:ln/>
        </p:spPr>
      </p:sp>
      <p:sp>
        <p:nvSpPr>
          <p:cNvPr id="178" name="Text 176"/>
          <p:cNvSpPr txBox="1"/>
          <p:nvPr/>
        </p:nvSpPr>
        <p:spPr>
          <a:xfrm>
            <a:off x="9756648" y="5555249"/>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555249"/>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866747"/>
            <a:ext cx="272363" cy="112826"/>
          </a:xfrm>
          <a:prstGeom prst="rect">
            <a:avLst/>
          </a:prstGeom>
          <a:solidFill>
            <a:srgbClr val="C2352F"/>
          </a:solidFill>
          <a:ln/>
        </p:spPr>
      </p:sp>
      <p:sp>
        <p:nvSpPr>
          <p:cNvPr id="183" name="Text 181"/>
          <p:cNvSpPr txBox="1"/>
          <p:nvPr/>
        </p:nvSpPr>
        <p:spPr>
          <a:xfrm>
            <a:off x="9756648" y="580052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80052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846243"/>
            <a:ext cx="54864" cy="153834"/>
          </a:xfrm>
          <a:prstGeom prst="rect">
            <a:avLst/>
          </a:prstGeom>
          <a:solidFill>
            <a:srgbClr val="C2352F"/>
          </a:solidFill>
          <a:ln/>
        </p:spPr>
      </p:sp>
      <p:sp>
        <p:nvSpPr>
          <p:cNvPr id="186" name="Shape 184"/>
          <p:cNvSpPr/>
          <p:nvPr/>
        </p:nvSpPr>
        <p:spPr>
          <a:xfrm>
            <a:off x="3574390" y="2121408"/>
            <a:ext cx="10973" cy="4169664"/>
          </a:xfrm>
          <a:prstGeom prst="rect">
            <a:avLst/>
          </a:prstGeom>
          <a:solidFill>
            <a:srgbClr val="9AA3AD"/>
          </a:solidFill>
          <a:ln/>
        </p:spPr>
      </p:sp>
      <p:sp>
        <p:nvSpPr>
          <p:cNvPr id="187" name="Shape 185"/>
          <p:cNvSpPr/>
          <p:nvPr/>
        </p:nvSpPr>
        <p:spPr>
          <a:xfrm>
            <a:off x="9124798" y="2121408"/>
            <a:ext cx="10973" cy="4169664"/>
          </a:xfrm>
          <a:prstGeom prst="rect">
            <a:avLst/>
          </a:prstGeom>
          <a:solidFill>
            <a:srgbClr val="9AA3AD"/>
          </a:solidFill>
          <a:ln/>
        </p:spPr>
      </p:sp>
      <p:sp>
        <p:nvSpPr>
          <p:cNvPr id="188" name="Shape 186"/>
          <p:cNvSpPr/>
          <p:nvPr/>
        </p:nvSpPr>
        <p:spPr>
          <a:xfrm>
            <a:off x="6085332" y="2121408"/>
            <a:ext cx="10973" cy="4169664"/>
          </a:xfrm>
          <a:prstGeom prst="rect">
            <a:avLst/>
          </a:prstGeom>
          <a:solidFill>
            <a:srgbClr val="D9D9D9"/>
          </a:solidFill>
          <a:ln/>
        </p:spPr>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73852"/>
            <a:ext cx="1625327"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35262"/>
            <a:ext cx="1406928"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96673"/>
            <a:ext cx="1323114"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958084"/>
            <a:ext cx="1271788"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219495"/>
            <a:ext cx="1243905"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480906"/>
            <a:ext cx="1238289"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742316"/>
            <a:ext cx="1236225"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4003727"/>
            <a:ext cx="1203167"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265138"/>
            <a:ext cx="1188815"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526549"/>
            <a:ext cx="1143609" cy="130705"/>
          </a:xfrm>
          <a:prstGeom prst="rect">
            <a:avLst/>
          </a:prstGeom>
          <a:solidFill>
            <a:srgbClr val="12A566"/>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787960"/>
            <a:ext cx="1136929" cy="130705"/>
          </a:xfrm>
          <a:prstGeom prst="rect">
            <a:avLst/>
          </a:prstGeom>
          <a:solidFill>
            <a:srgbClr val="12A566"/>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5049371"/>
            <a:ext cx="1094886" cy="130705"/>
          </a:xfrm>
          <a:prstGeom prst="rect">
            <a:avLst/>
          </a:prstGeom>
          <a:solidFill>
            <a:srgbClr val="12A566"/>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310781"/>
            <a:ext cx="1073984" cy="130705"/>
          </a:xfrm>
          <a:prstGeom prst="rect">
            <a:avLst/>
          </a:prstGeom>
          <a:solidFill>
            <a:srgbClr val="12A566"/>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572192"/>
            <a:ext cx="1069793" cy="130705"/>
          </a:xfrm>
          <a:prstGeom prst="rect">
            <a:avLst/>
          </a:prstGeom>
          <a:solidFill>
            <a:srgbClr val="12A566"/>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833603"/>
            <a:ext cx="1044916" cy="130705"/>
          </a:xfrm>
          <a:prstGeom prst="rect">
            <a:avLst/>
          </a:prstGeom>
          <a:solidFill>
            <a:srgbClr val="C2352F"/>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6095014"/>
            <a:ext cx="1007984" cy="130705"/>
          </a:xfrm>
          <a:prstGeom prst="rect">
            <a:avLst/>
          </a:prstGeom>
          <a:solidFill>
            <a:srgbClr val="C2352F"/>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12441"/>
            <a:ext cx="1007915" cy="130705"/>
          </a:xfrm>
          <a:prstGeom prst="rect">
            <a:avLst/>
          </a:prstGeom>
          <a:solidFill>
            <a:srgbClr val="C2352F"/>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73852"/>
            <a:ext cx="979751" cy="130705"/>
          </a:xfrm>
          <a:prstGeom prst="rect">
            <a:avLst/>
          </a:prstGeom>
          <a:solidFill>
            <a:srgbClr val="C2352F"/>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435262"/>
            <a:ext cx="956432"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96673"/>
            <a:ext cx="897553"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958084"/>
            <a:ext cx="890311"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219495"/>
            <a:ext cx="883510"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480906"/>
            <a:ext cx="860120"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742316"/>
            <a:ext cx="791399"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4003727"/>
            <a:ext cx="774373"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265138"/>
            <a:ext cx="743729"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526549"/>
            <a:ext cx="730224"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787960"/>
            <a:ext cx="660247"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5049371"/>
            <a:ext cx="601492"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310781"/>
            <a:ext cx="531644"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572192"/>
            <a:ext cx="471852"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833603"/>
            <a:ext cx="358005"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443984"/>
          </a:xfrm>
          <a:prstGeom prst="rect">
            <a:avLst/>
          </a:prstGeom>
          <a:solidFill>
            <a:srgbClr val="0B2C4A"/>
          </a:solidFill>
          <a:ln/>
        </p:spPr>
      </p:sp>
      <p:sp>
        <p:nvSpPr>
          <p:cNvPr id="144" name="Shape 142"/>
          <p:cNvSpPr/>
          <p:nvPr/>
        </p:nvSpPr>
        <p:spPr>
          <a:xfrm>
            <a:off x="9614043"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7669"/>
            <a:ext cx="716268"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79080"/>
            <a:ext cx="425726"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440491"/>
            <a:ext cx="423929"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701901"/>
            <a:ext cx="249780"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963312"/>
            <a:ext cx="241902"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224723"/>
            <a:ext cx="234433"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486134"/>
            <a:ext cx="234127"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747545"/>
            <a:ext cx="230514"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4008956"/>
            <a:ext cx="227415"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270366"/>
            <a:ext cx="222558"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531777"/>
            <a:ext cx="220801"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793188"/>
            <a:ext cx="212368"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5054599"/>
            <a:ext cx="178083"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316010"/>
            <a:ext cx="171975"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577420"/>
            <a:ext cx="170724"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838831"/>
            <a:ext cx="145782"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6100242"/>
            <a:ext cx="144022"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7669"/>
            <a:ext cx="111949"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79080"/>
            <a:ext cx="76399"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440491"/>
            <a:ext cx="71229" cy="120249"/>
          </a:xfrm>
          <a:prstGeom prst="rect">
            <a:avLst/>
          </a:prstGeom>
          <a:solidFill>
            <a:srgbClr val="12A566"/>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701901"/>
            <a:ext cx="27863" cy="120249"/>
          </a:xfrm>
          <a:prstGeom prst="rect">
            <a:avLst/>
          </a:prstGeom>
          <a:solidFill>
            <a:srgbClr val="12A566"/>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963312"/>
            <a:ext cx="13338" cy="120249"/>
          </a:xfrm>
          <a:prstGeom prst="rect">
            <a:avLst/>
          </a:prstGeom>
          <a:solidFill>
            <a:srgbClr val="12A566"/>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224723"/>
            <a:ext cx="12802" cy="120249"/>
          </a:xfrm>
          <a:prstGeom prst="rect">
            <a:avLst/>
          </a:prstGeom>
          <a:solidFill>
            <a:srgbClr val="12A566"/>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486134"/>
            <a:ext cx="12802" cy="120249"/>
          </a:xfrm>
          <a:prstGeom prst="rect">
            <a:avLst/>
          </a:prstGeom>
          <a:solidFill>
            <a:srgbClr val="C2352F"/>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747545"/>
            <a:ext cx="12802"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4008956"/>
            <a:ext cx="12802"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270366"/>
            <a:ext cx="47952"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531777"/>
            <a:ext cx="49357"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793188"/>
            <a:ext cx="103304"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5054599"/>
            <a:ext cx="273011"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316010"/>
            <a:ext cx="432282"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577420"/>
            <a:ext cx="451100"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838831"/>
            <a:ext cx="777240"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968142"/>
            <a:ext cx="64008" cy="755294"/>
          </a:xfrm>
          <a:prstGeom prst="rect">
            <a:avLst/>
          </a:prstGeom>
          <a:solidFill>
            <a:srgbClr val="12A566"/>
          </a:solidFill>
          <a:ln/>
        </p:spPr>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12441"/>
            <a:ext cx="82707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73852"/>
            <a:ext cx="741210"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435262"/>
            <a:ext cx="733821"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96673"/>
            <a:ext cx="712087"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958084"/>
            <a:ext cx="655726"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219495"/>
            <a:ext cx="566887"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480906"/>
            <a:ext cx="539181"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742316"/>
            <a:ext cx="521670"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4003727"/>
            <a:ext cx="516222"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265138"/>
            <a:ext cx="486582"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526549"/>
            <a:ext cx="419144" cy="130705"/>
          </a:xfrm>
          <a:prstGeom prst="rect">
            <a:avLst/>
          </a:prstGeom>
          <a:solidFill>
            <a:srgbClr val="C2352F"/>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787960"/>
            <a:ext cx="413606" cy="130705"/>
          </a:xfrm>
          <a:prstGeom prst="rect">
            <a:avLst/>
          </a:prstGeom>
          <a:solidFill>
            <a:srgbClr val="C2352F"/>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5049371"/>
            <a:ext cx="387517" cy="130705"/>
          </a:xfrm>
          <a:prstGeom prst="rect">
            <a:avLst/>
          </a:prstGeom>
          <a:solidFill>
            <a:srgbClr val="C2352F"/>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310781"/>
            <a:ext cx="372520" cy="130705"/>
          </a:xfrm>
          <a:prstGeom prst="rect">
            <a:avLst/>
          </a:prstGeom>
          <a:solidFill>
            <a:srgbClr val="C2352F"/>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572192"/>
            <a:ext cx="370433" cy="130705"/>
          </a:xfrm>
          <a:prstGeom prst="rect">
            <a:avLst/>
          </a:prstGeom>
          <a:solidFill>
            <a:srgbClr val="C2352F"/>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833603"/>
            <a:ext cx="362889" cy="130705"/>
          </a:xfrm>
          <a:prstGeom prst="rect">
            <a:avLst/>
          </a:prstGeom>
          <a:solidFill>
            <a:srgbClr val="C2352F"/>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6095014"/>
            <a:ext cx="347211" cy="130705"/>
          </a:xfrm>
          <a:prstGeom prst="rect">
            <a:avLst/>
          </a:prstGeom>
          <a:solidFill>
            <a:srgbClr val="C2352F"/>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12441"/>
            <a:ext cx="307434" cy="130705"/>
          </a:xfrm>
          <a:prstGeom prst="rect">
            <a:avLst/>
          </a:prstGeom>
          <a:solidFill>
            <a:srgbClr val="C2352F"/>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73852"/>
            <a:ext cx="299427" cy="130705"/>
          </a:xfrm>
          <a:prstGeom prst="rect">
            <a:avLst/>
          </a:prstGeom>
          <a:solidFill>
            <a:srgbClr val="C2352F"/>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435262"/>
            <a:ext cx="228054"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96673"/>
            <a:ext cx="226811"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958084"/>
            <a:ext cx="150781"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219495"/>
            <a:ext cx="98956"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480906"/>
            <a:ext cx="92745"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742316"/>
            <a:ext cx="72080"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4003727"/>
            <a:ext cx="68131"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265138"/>
            <a:ext cx="60885"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526549"/>
            <a:ext cx="122204"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787960"/>
            <a:ext cx="265877"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5049371"/>
            <a:ext cx="276203"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310781"/>
            <a:ext cx="368910"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572192"/>
            <a:ext cx="484122"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833603"/>
            <a:ext cx="732205"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443984"/>
          </a:xfrm>
          <a:prstGeom prst="rect">
            <a:avLst/>
          </a:prstGeom>
          <a:solidFill>
            <a:srgbClr val="9AA3AD"/>
          </a:solidFill>
          <a:ln/>
        </p:spPr>
      </p:sp>
      <p:sp>
        <p:nvSpPr>
          <p:cNvPr id="144" name="Shape 142"/>
          <p:cNvSpPr/>
          <p:nvPr/>
        </p:nvSpPr>
        <p:spPr>
          <a:xfrm>
            <a:off x="4285058" y="1847088"/>
            <a:ext cx="14630" cy="4443984"/>
          </a:xfrm>
          <a:prstGeom prst="rect">
            <a:avLst/>
          </a:prstGeom>
          <a:solidFill>
            <a:srgbClr val="0B2C4A"/>
          </a:solidFill>
          <a:ln/>
        </p:spPr>
      </p:sp>
      <p:sp>
        <p:nvSpPr>
          <p:cNvPr id="145" name="Shape 143"/>
          <p:cNvSpPr/>
          <p:nvPr/>
        </p:nvSpPr>
        <p:spPr>
          <a:xfrm>
            <a:off x="9418782" y="1847088"/>
            <a:ext cx="9144" cy="4443984"/>
          </a:xfrm>
          <a:prstGeom prst="rect">
            <a:avLst/>
          </a:prstGeom>
          <a:solidFill>
            <a:srgbClr val="9AA3AD"/>
          </a:solidFill>
          <a:ln/>
        </p:spPr>
      </p:sp>
      <p:sp>
        <p:nvSpPr>
          <p:cNvPr id="146" name="Shape 144"/>
          <p:cNvSpPr/>
          <p:nvPr/>
        </p:nvSpPr>
        <p:spPr>
          <a:xfrm>
            <a:off x="9835466" y="1847088"/>
            <a:ext cx="14630" cy="4443984"/>
          </a:xfrm>
          <a:prstGeom prst="rect">
            <a:avLst/>
          </a:prstGeom>
          <a:solidFill>
            <a:srgbClr val="0B2C4A"/>
          </a:solidFill>
          <a:ln/>
        </p:spPr>
      </p:sp>
      <p:sp>
        <p:nvSpPr>
          <p:cNvPr id="147" name="Shape 145"/>
          <p:cNvSpPr/>
          <p:nvPr/>
        </p:nvSpPr>
        <p:spPr>
          <a:xfrm>
            <a:off x="6085332" y="1847088"/>
            <a:ext cx="10973" cy="4443984"/>
          </a:xfrm>
          <a:prstGeom prst="rect">
            <a:avLst/>
          </a:prstGeom>
          <a:solidFill>
            <a:srgbClr val="D9D9D9"/>
          </a:solidFill>
          <a:ln/>
        </p:spPr>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7669"/>
            <a:ext cx="777240"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79080"/>
            <a:ext cx="522301"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440491"/>
            <a:ext cx="466019"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701901"/>
            <a:ext cx="318357"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963312"/>
            <a:ext cx="277139"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224723"/>
            <a:ext cx="194030"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486134"/>
            <a:ext cx="183450"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747545"/>
            <a:ext cx="169078"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4008956"/>
            <a:ext cx="164481"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270366"/>
            <a:ext cx="146713"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531777"/>
            <a:ext cx="143918"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793188"/>
            <a:ext cx="139313"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5054599"/>
            <a:ext cx="111722"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316010"/>
            <a:ext cx="108452"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577420"/>
            <a:ext cx="104888"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838831"/>
            <a:ext cx="95711"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6100242"/>
            <a:ext cx="95177"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7669"/>
            <a:ext cx="90237"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79080"/>
            <a:ext cx="87077"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440491"/>
            <a:ext cx="54978" cy="120249"/>
          </a:xfrm>
          <a:prstGeom prst="rect">
            <a:avLst/>
          </a:prstGeom>
          <a:solidFill>
            <a:srgbClr val="12A566"/>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701901"/>
            <a:ext cx="52170" cy="120249"/>
          </a:xfrm>
          <a:prstGeom prst="rect">
            <a:avLst/>
          </a:prstGeom>
          <a:solidFill>
            <a:srgbClr val="12A566"/>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963312"/>
            <a:ext cx="24496" cy="120249"/>
          </a:xfrm>
          <a:prstGeom prst="rect">
            <a:avLst/>
          </a:prstGeom>
          <a:solidFill>
            <a:srgbClr val="12A566"/>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224723"/>
            <a:ext cx="12802" cy="120249"/>
          </a:xfrm>
          <a:prstGeom prst="rect">
            <a:avLst/>
          </a:prstGeom>
          <a:solidFill>
            <a:srgbClr val="12A566"/>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486134"/>
            <a:ext cx="12802" cy="120249"/>
          </a:xfrm>
          <a:prstGeom prst="rect">
            <a:avLst/>
          </a:prstGeom>
          <a:solidFill>
            <a:srgbClr val="12A566"/>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747545"/>
            <a:ext cx="12802"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4008956"/>
            <a:ext cx="34908"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270366"/>
            <a:ext cx="52901"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531777"/>
            <a:ext cx="72938"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793188"/>
            <a:ext cx="91898"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5054599"/>
            <a:ext cx="119651"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316010"/>
            <a:ext cx="196164"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577420"/>
            <a:ext cx="254296"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838831"/>
            <a:ext cx="622750"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Shape 61"/>
          <p:cNvSpPr/>
          <p:nvPr/>
        </p:nvSpPr>
        <p:spPr>
          <a:xfrm>
            <a:off x="11466576" y="3796589"/>
            <a:ext cx="64008" cy="755294"/>
          </a:xfrm>
          <a:prstGeom prst="rect">
            <a:avLst/>
          </a:prstGeom>
          <a:solidFill>
            <a:srgbClr val="12A566"/>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73852"/>
            <a:ext cx="1429353"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435262"/>
            <a:ext cx="1412066"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96673"/>
            <a:ext cx="1398451"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958084"/>
            <a:ext cx="1317467"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219495"/>
            <a:ext cx="1312721"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480906"/>
            <a:ext cx="1306825"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742316"/>
            <a:ext cx="1279067"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4003727"/>
            <a:ext cx="1273414"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265138"/>
            <a:ext cx="1261946"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526549"/>
            <a:ext cx="1239549" cy="130705"/>
          </a:xfrm>
          <a:prstGeom prst="rect">
            <a:avLst/>
          </a:prstGeom>
          <a:solidFill>
            <a:srgbClr val="12A566"/>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787960"/>
            <a:ext cx="1209944" cy="130705"/>
          </a:xfrm>
          <a:prstGeom prst="rect">
            <a:avLst/>
          </a:prstGeom>
          <a:solidFill>
            <a:srgbClr val="12A566"/>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5049371"/>
            <a:ext cx="1143812" cy="130705"/>
          </a:xfrm>
          <a:prstGeom prst="rect">
            <a:avLst/>
          </a:prstGeom>
          <a:solidFill>
            <a:srgbClr val="12A566"/>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310781"/>
            <a:ext cx="1134120" cy="130705"/>
          </a:xfrm>
          <a:prstGeom prst="rect">
            <a:avLst/>
          </a:prstGeom>
          <a:solidFill>
            <a:srgbClr val="12A566"/>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572192"/>
            <a:ext cx="1079936" cy="130705"/>
          </a:xfrm>
          <a:prstGeom prst="rect">
            <a:avLst/>
          </a:prstGeom>
          <a:solidFill>
            <a:srgbClr val="12A566"/>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833603"/>
            <a:ext cx="1039071" cy="130705"/>
          </a:xfrm>
          <a:prstGeom prst="rect">
            <a:avLst/>
          </a:prstGeom>
          <a:solidFill>
            <a:srgbClr val="C2352F"/>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6095014"/>
            <a:ext cx="1026056" cy="130705"/>
          </a:xfrm>
          <a:prstGeom prst="rect">
            <a:avLst/>
          </a:prstGeom>
          <a:solidFill>
            <a:srgbClr val="C2352F"/>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12441"/>
            <a:ext cx="994650" cy="130705"/>
          </a:xfrm>
          <a:prstGeom prst="rect">
            <a:avLst/>
          </a:prstGeom>
          <a:solidFill>
            <a:srgbClr val="C2352F"/>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73852"/>
            <a:ext cx="946998" cy="130705"/>
          </a:xfrm>
          <a:prstGeom prst="rect">
            <a:avLst/>
          </a:prstGeom>
          <a:solidFill>
            <a:srgbClr val="C2352F"/>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435262"/>
            <a:ext cx="941033"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96673"/>
            <a:ext cx="900852"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958084"/>
            <a:ext cx="894005"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219495"/>
            <a:ext cx="887363"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480906"/>
            <a:ext cx="863472"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742316"/>
            <a:ext cx="767637"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4003727"/>
            <a:ext cx="740911"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265138"/>
            <a:ext cx="728589"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526549"/>
            <a:ext cx="726153"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787960"/>
            <a:ext cx="687804"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5049371"/>
            <a:ext cx="680786"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310781"/>
            <a:ext cx="516128"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572192"/>
            <a:ext cx="455373"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833603"/>
            <a:ext cx="287195"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443984"/>
          </a:xfrm>
          <a:prstGeom prst="rect">
            <a:avLst/>
          </a:prstGeom>
          <a:solidFill>
            <a:srgbClr val="0B2C4A"/>
          </a:solidFill>
          <a:ln/>
        </p:spPr>
      </p:sp>
      <p:sp>
        <p:nvSpPr>
          <p:cNvPr id="144" name="Shape 142"/>
          <p:cNvSpPr/>
          <p:nvPr/>
        </p:nvSpPr>
        <p:spPr>
          <a:xfrm>
            <a:off x="9610485"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7669"/>
            <a:ext cx="777240"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79080"/>
            <a:ext cx="712549"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440491"/>
            <a:ext cx="579309"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701901"/>
            <a:ext cx="412524"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963312"/>
            <a:ext cx="384335"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224723"/>
            <a:ext cx="345136"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486134"/>
            <a:ext cx="344254"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747545"/>
            <a:ext cx="326556"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4008956"/>
            <a:ext cx="248228"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270366"/>
            <a:ext cx="176703"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531777"/>
            <a:ext cx="172791"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793188"/>
            <a:ext cx="120839"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5054599"/>
            <a:ext cx="109670"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316010"/>
            <a:ext cx="81021"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577420"/>
            <a:ext cx="69580"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838831"/>
            <a:ext cx="12802" cy="120249"/>
          </a:xfrm>
          <a:prstGeom prst="rect">
            <a:avLst/>
          </a:prstGeom>
          <a:solidFill>
            <a:srgbClr val="C2352F"/>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6100242"/>
            <a:ext cx="12802" cy="120249"/>
          </a:xfrm>
          <a:prstGeom prst="rect">
            <a:avLst/>
          </a:prstGeom>
          <a:solidFill>
            <a:srgbClr val="C2352F"/>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7669"/>
            <a:ext cx="56318" cy="120249"/>
          </a:xfrm>
          <a:prstGeom prst="rect">
            <a:avLst/>
          </a:prstGeom>
          <a:solidFill>
            <a:srgbClr val="C2352F"/>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79080"/>
            <a:ext cx="74815" cy="120249"/>
          </a:xfrm>
          <a:prstGeom prst="rect">
            <a:avLst/>
          </a:prstGeom>
          <a:solidFill>
            <a:srgbClr val="C2352F"/>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440491"/>
            <a:ext cx="153199" cy="120249"/>
          </a:xfrm>
          <a:prstGeom prst="rect">
            <a:avLst/>
          </a:prstGeom>
          <a:solidFill>
            <a:srgbClr val="C2352F"/>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701901"/>
            <a:ext cx="185450" cy="120249"/>
          </a:xfrm>
          <a:prstGeom prst="rect">
            <a:avLst/>
          </a:prstGeom>
          <a:solidFill>
            <a:srgbClr val="C2352F"/>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963312"/>
            <a:ext cx="228075" cy="120249"/>
          </a:xfrm>
          <a:prstGeom prst="rect">
            <a:avLst/>
          </a:prstGeom>
          <a:solidFill>
            <a:srgbClr val="C2352F"/>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224723"/>
            <a:ext cx="229856" cy="120249"/>
          </a:xfrm>
          <a:prstGeom prst="rect">
            <a:avLst/>
          </a:prstGeom>
          <a:solidFill>
            <a:srgbClr val="C2352F"/>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486134"/>
            <a:ext cx="259551" cy="120249"/>
          </a:xfrm>
          <a:prstGeom prst="rect">
            <a:avLst/>
          </a:prstGeom>
          <a:solidFill>
            <a:srgbClr val="C2352F"/>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747545"/>
            <a:ext cx="298321"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4008956"/>
            <a:ext cx="300845"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270366"/>
            <a:ext cx="317435"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531777"/>
            <a:ext cx="372720"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793188"/>
            <a:ext cx="453794"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5054599"/>
            <a:ext cx="540319"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316010"/>
            <a:ext cx="610420"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577420"/>
            <a:ext cx="644388"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838831"/>
            <a:ext cx="683609"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7669"/>
            <a:ext cx="719477"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79080"/>
            <a:ext cx="667584"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440491"/>
            <a:ext cx="556984"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701901"/>
            <a:ext cx="534085"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963312"/>
            <a:ext cx="477233"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224723"/>
            <a:ext cx="408191"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486134"/>
            <a:ext cx="324532"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747545"/>
            <a:ext cx="293194"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4008956"/>
            <a:ext cx="193177"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270366"/>
            <a:ext cx="183237"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531777"/>
            <a:ext cx="181766"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793188"/>
            <a:ext cx="171810"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5054599"/>
            <a:ext cx="138652"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316010"/>
            <a:ext cx="136074"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577420"/>
            <a:ext cx="125504"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838831"/>
            <a:ext cx="89377"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6100242"/>
            <a:ext cx="77273"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7669"/>
            <a:ext cx="72232"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79080"/>
            <a:ext cx="12802"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440491"/>
            <a:ext cx="12802" cy="120249"/>
          </a:xfrm>
          <a:prstGeom prst="rect">
            <a:avLst/>
          </a:prstGeom>
          <a:solidFill>
            <a:srgbClr val="12A566"/>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701901"/>
            <a:ext cx="12802" cy="120249"/>
          </a:xfrm>
          <a:prstGeom prst="rect">
            <a:avLst/>
          </a:prstGeom>
          <a:solidFill>
            <a:srgbClr val="C2352F"/>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963312"/>
            <a:ext cx="31067" cy="120249"/>
          </a:xfrm>
          <a:prstGeom prst="rect">
            <a:avLst/>
          </a:prstGeom>
          <a:solidFill>
            <a:srgbClr val="C2352F"/>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224723"/>
            <a:ext cx="38939" cy="120249"/>
          </a:xfrm>
          <a:prstGeom prst="rect">
            <a:avLst/>
          </a:prstGeom>
          <a:solidFill>
            <a:srgbClr val="C2352F"/>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486134"/>
            <a:ext cx="44075" cy="120249"/>
          </a:xfrm>
          <a:prstGeom prst="rect">
            <a:avLst/>
          </a:prstGeom>
          <a:solidFill>
            <a:srgbClr val="C2352F"/>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747545"/>
            <a:ext cx="204051"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4008956"/>
            <a:ext cx="245058"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270366"/>
            <a:ext cx="259047"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531777"/>
            <a:ext cx="306093"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793188"/>
            <a:ext cx="322117"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5054599"/>
            <a:ext cx="530216"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316010"/>
            <a:ext cx="555981"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577420"/>
            <a:ext cx="605802"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838831"/>
            <a:ext cx="777240"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7669"/>
            <a:ext cx="777240"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79080"/>
            <a:ext cx="608749"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440491"/>
            <a:ext cx="589865"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701901"/>
            <a:ext cx="502608"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963312"/>
            <a:ext cx="489520"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224723"/>
            <a:ext cx="475887"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486134"/>
            <a:ext cx="403394"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747545"/>
            <a:ext cx="320015"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4008956"/>
            <a:ext cx="319802"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270366"/>
            <a:ext cx="304780"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531777"/>
            <a:ext cx="214987"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793188"/>
            <a:ext cx="207215"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5054599"/>
            <a:ext cx="187159"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316010"/>
            <a:ext cx="172129"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577420"/>
            <a:ext cx="116744"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838831"/>
            <a:ext cx="116682"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6100242"/>
            <a:ext cx="116417"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7669"/>
            <a:ext cx="106340"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79080"/>
            <a:ext cx="99982"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440491"/>
            <a:ext cx="89045" cy="120249"/>
          </a:xfrm>
          <a:prstGeom prst="rect">
            <a:avLst/>
          </a:prstGeom>
          <a:solidFill>
            <a:srgbClr val="12A566"/>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701901"/>
            <a:ext cx="88806" cy="120249"/>
          </a:xfrm>
          <a:prstGeom prst="rect">
            <a:avLst/>
          </a:prstGeom>
          <a:solidFill>
            <a:srgbClr val="12A566"/>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963312"/>
            <a:ext cx="12802" cy="120249"/>
          </a:xfrm>
          <a:prstGeom prst="rect">
            <a:avLst/>
          </a:prstGeom>
          <a:solidFill>
            <a:srgbClr val="12A566"/>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224723"/>
            <a:ext cx="12802" cy="120249"/>
          </a:xfrm>
          <a:prstGeom prst="rect">
            <a:avLst/>
          </a:prstGeom>
          <a:solidFill>
            <a:srgbClr val="12A566"/>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486134"/>
            <a:ext cx="29787" cy="120249"/>
          </a:xfrm>
          <a:prstGeom prst="rect">
            <a:avLst/>
          </a:prstGeom>
          <a:solidFill>
            <a:srgbClr val="C2352F"/>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747545"/>
            <a:ext cx="44622"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4008956"/>
            <a:ext cx="50697"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270366"/>
            <a:ext cx="60536"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531777"/>
            <a:ext cx="102654"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793188"/>
            <a:ext cx="129429"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5054599"/>
            <a:ext cx="142206"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316010"/>
            <a:ext cx="182990"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577420"/>
            <a:ext cx="266175"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838831"/>
            <a:ext cx="443121"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7632"/>
            <a:ext cx="571500" cy="112826"/>
          </a:xfrm>
          <a:prstGeom prst="rect">
            <a:avLst/>
          </a:prstGeom>
          <a:solidFill>
            <a:srgbClr val="12A566"/>
          </a:solidFill>
          <a:ln/>
        </p:spPr>
      </p:sp>
      <p:sp>
        <p:nvSpPr>
          <p:cNvPr id="18" name="Text 16"/>
          <p:cNvSpPr txBox="1"/>
          <p:nvPr/>
        </p:nvSpPr>
        <p:spPr>
          <a:xfrm>
            <a:off x="4206240"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32906"/>
            <a:ext cx="457065" cy="112826"/>
          </a:xfrm>
          <a:prstGeom prst="rect">
            <a:avLst/>
          </a:prstGeom>
          <a:solidFill>
            <a:srgbClr val="12A566"/>
          </a:solidFill>
          <a:ln/>
        </p:spPr>
      </p:sp>
      <p:sp>
        <p:nvSpPr>
          <p:cNvPr id="23" name="Text 21"/>
          <p:cNvSpPr txBox="1"/>
          <p:nvPr/>
        </p:nvSpPr>
        <p:spPr>
          <a:xfrm>
            <a:off x="4206240"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78181"/>
            <a:ext cx="448839" cy="112826"/>
          </a:xfrm>
          <a:prstGeom prst="rect">
            <a:avLst/>
          </a:prstGeom>
          <a:solidFill>
            <a:srgbClr val="12A566"/>
          </a:solidFill>
          <a:ln/>
        </p:spPr>
      </p:sp>
      <p:sp>
        <p:nvSpPr>
          <p:cNvPr id="28" name="Text 26"/>
          <p:cNvSpPr txBox="1"/>
          <p:nvPr/>
        </p:nvSpPr>
        <p:spPr>
          <a:xfrm>
            <a:off x="4206240"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923455"/>
            <a:ext cx="285971" cy="112826"/>
          </a:xfrm>
          <a:prstGeom prst="rect">
            <a:avLst/>
          </a:prstGeom>
          <a:solidFill>
            <a:srgbClr val="12A566"/>
          </a:solidFill>
          <a:ln/>
        </p:spPr>
      </p:sp>
      <p:sp>
        <p:nvSpPr>
          <p:cNvPr id="33" name="Text 31"/>
          <p:cNvSpPr txBox="1"/>
          <p:nvPr/>
        </p:nvSpPr>
        <p:spPr>
          <a:xfrm>
            <a:off x="4206240"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168729"/>
            <a:ext cx="273514" cy="112826"/>
          </a:xfrm>
          <a:prstGeom prst="rect">
            <a:avLst/>
          </a:prstGeom>
          <a:solidFill>
            <a:srgbClr val="12A566"/>
          </a:solidFill>
          <a:ln/>
        </p:spPr>
      </p:sp>
      <p:sp>
        <p:nvSpPr>
          <p:cNvPr id="38" name="Text 36"/>
          <p:cNvSpPr txBox="1"/>
          <p:nvPr/>
        </p:nvSpPr>
        <p:spPr>
          <a:xfrm>
            <a:off x="4206240"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414004"/>
            <a:ext cx="243019" cy="112826"/>
          </a:xfrm>
          <a:prstGeom prst="rect">
            <a:avLst/>
          </a:prstGeom>
          <a:solidFill>
            <a:srgbClr val="12A566"/>
          </a:solidFill>
          <a:ln/>
        </p:spPr>
      </p:sp>
      <p:sp>
        <p:nvSpPr>
          <p:cNvPr id="43" name="Text 41"/>
          <p:cNvSpPr txBox="1"/>
          <p:nvPr/>
        </p:nvSpPr>
        <p:spPr>
          <a:xfrm>
            <a:off x="4206240"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659278"/>
            <a:ext cx="221150" cy="112826"/>
          </a:xfrm>
          <a:prstGeom prst="rect">
            <a:avLst/>
          </a:prstGeom>
          <a:solidFill>
            <a:srgbClr val="12A566"/>
          </a:solidFill>
          <a:ln/>
        </p:spPr>
      </p:sp>
      <p:sp>
        <p:nvSpPr>
          <p:cNvPr id="48" name="Text 46"/>
          <p:cNvSpPr txBox="1"/>
          <p:nvPr/>
        </p:nvSpPr>
        <p:spPr>
          <a:xfrm>
            <a:off x="4206240"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904553"/>
            <a:ext cx="213615" cy="112826"/>
          </a:xfrm>
          <a:prstGeom prst="rect">
            <a:avLst/>
          </a:prstGeom>
          <a:solidFill>
            <a:srgbClr val="12A566"/>
          </a:solidFill>
          <a:ln/>
        </p:spPr>
      </p:sp>
      <p:sp>
        <p:nvSpPr>
          <p:cNvPr id="53" name="Text 51"/>
          <p:cNvSpPr txBox="1"/>
          <p:nvPr/>
        </p:nvSpPr>
        <p:spPr>
          <a:xfrm>
            <a:off x="4206240"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4149827"/>
            <a:ext cx="199984" cy="112826"/>
          </a:xfrm>
          <a:prstGeom prst="rect">
            <a:avLst/>
          </a:prstGeom>
          <a:solidFill>
            <a:srgbClr val="12A566"/>
          </a:solidFill>
          <a:ln/>
        </p:spPr>
      </p:sp>
      <p:sp>
        <p:nvSpPr>
          <p:cNvPr id="58" name="Text 56"/>
          <p:cNvSpPr txBox="1"/>
          <p:nvPr/>
        </p:nvSpPr>
        <p:spPr>
          <a:xfrm>
            <a:off x="4206240" y="408360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408360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395101"/>
            <a:ext cx="194756" cy="112826"/>
          </a:xfrm>
          <a:prstGeom prst="rect">
            <a:avLst/>
          </a:prstGeom>
          <a:solidFill>
            <a:srgbClr val="12A566"/>
          </a:solidFill>
          <a:ln/>
        </p:spPr>
      </p:sp>
      <p:sp>
        <p:nvSpPr>
          <p:cNvPr id="63" name="Text 61"/>
          <p:cNvSpPr txBox="1"/>
          <p:nvPr/>
        </p:nvSpPr>
        <p:spPr>
          <a:xfrm>
            <a:off x="4206240" y="432887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32887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640376"/>
            <a:ext cx="178946" cy="112826"/>
          </a:xfrm>
          <a:prstGeom prst="rect">
            <a:avLst/>
          </a:prstGeom>
          <a:solidFill>
            <a:srgbClr val="12A566"/>
          </a:solidFill>
          <a:ln/>
        </p:spPr>
      </p:sp>
      <p:sp>
        <p:nvSpPr>
          <p:cNvPr id="68" name="Text 66"/>
          <p:cNvSpPr txBox="1"/>
          <p:nvPr/>
        </p:nvSpPr>
        <p:spPr>
          <a:xfrm>
            <a:off x="4206240" y="457415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57415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885650"/>
            <a:ext cx="116148" cy="112826"/>
          </a:xfrm>
          <a:prstGeom prst="rect">
            <a:avLst/>
          </a:prstGeom>
          <a:solidFill>
            <a:srgbClr val="12A566"/>
          </a:solidFill>
          <a:ln/>
        </p:spPr>
      </p:sp>
      <p:sp>
        <p:nvSpPr>
          <p:cNvPr id="73" name="Text 71"/>
          <p:cNvSpPr txBox="1"/>
          <p:nvPr/>
        </p:nvSpPr>
        <p:spPr>
          <a:xfrm>
            <a:off x="4206240" y="4819426"/>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819426"/>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5130924"/>
            <a:ext cx="107010" cy="112826"/>
          </a:xfrm>
          <a:prstGeom prst="rect">
            <a:avLst/>
          </a:prstGeom>
          <a:solidFill>
            <a:srgbClr val="12A566"/>
          </a:solidFill>
          <a:ln/>
        </p:spPr>
      </p:sp>
      <p:sp>
        <p:nvSpPr>
          <p:cNvPr id="78" name="Text 76"/>
          <p:cNvSpPr txBox="1"/>
          <p:nvPr/>
        </p:nvSpPr>
        <p:spPr>
          <a:xfrm>
            <a:off x="4206240" y="506470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506470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376199"/>
            <a:ext cx="100528" cy="112826"/>
          </a:xfrm>
          <a:prstGeom prst="rect">
            <a:avLst/>
          </a:prstGeom>
          <a:solidFill>
            <a:srgbClr val="12A566"/>
          </a:solidFill>
          <a:ln/>
        </p:spPr>
      </p:sp>
      <p:sp>
        <p:nvSpPr>
          <p:cNvPr id="83" name="Text 81"/>
          <p:cNvSpPr txBox="1"/>
          <p:nvPr/>
        </p:nvSpPr>
        <p:spPr>
          <a:xfrm>
            <a:off x="4206240" y="530997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30997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621473"/>
            <a:ext cx="98764" cy="112826"/>
          </a:xfrm>
          <a:prstGeom prst="rect">
            <a:avLst/>
          </a:prstGeom>
          <a:solidFill>
            <a:srgbClr val="12A566"/>
          </a:solidFill>
          <a:ln/>
        </p:spPr>
      </p:sp>
      <p:sp>
        <p:nvSpPr>
          <p:cNvPr id="88" name="Text 86"/>
          <p:cNvSpPr txBox="1"/>
          <p:nvPr/>
        </p:nvSpPr>
        <p:spPr>
          <a:xfrm>
            <a:off x="4206240" y="5555249"/>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555249"/>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866747"/>
            <a:ext cx="90351" cy="112826"/>
          </a:xfrm>
          <a:prstGeom prst="rect">
            <a:avLst/>
          </a:prstGeom>
          <a:solidFill>
            <a:srgbClr val="12A566"/>
          </a:solidFill>
          <a:ln/>
        </p:spPr>
      </p:sp>
      <p:sp>
        <p:nvSpPr>
          <p:cNvPr id="93" name="Text 91"/>
          <p:cNvSpPr txBox="1"/>
          <p:nvPr/>
        </p:nvSpPr>
        <p:spPr>
          <a:xfrm>
            <a:off x="4206240" y="580052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80052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6112022"/>
            <a:ext cx="87569" cy="112826"/>
          </a:xfrm>
          <a:prstGeom prst="rect">
            <a:avLst/>
          </a:prstGeom>
          <a:solidFill>
            <a:srgbClr val="12A566"/>
          </a:solidFill>
          <a:ln/>
        </p:spPr>
      </p:sp>
      <p:sp>
        <p:nvSpPr>
          <p:cNvPr id="98" name="Text 96"/>
          <p:cNvSpPr txBox="1"/>
          <p:nvPr/>
        </p:nvSpPr>
        <p:spPr>
          <a:xfrm>
            <a:off x="4206240" y="604579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604579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7632"/>
            <a:ext cx="87555" cy="112826"/>
          </a:xfrm>
          <a:prstGeom prst="rect">
            <a:avLst/>
          </a:prstGeom>
          <a:solidFill>
            <a:srgbClr val="12A566"/>
          </a:solidFill>
          <a:ln/>
        </p:spPr>
      </p:sp>
      <p:sp>
        <p:nvSpPr>
          <p:cNvPr id="103" name="Text 101"/>
          <p:cNvSpPr txBox="1"/>
          <p:nvPr/>
        </p:nvSpPr>
        <p:spPr>
          <a:xfrm>
            <a:off x="9756648"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32906"/>
            <a:ext cx="85038" cy="112826"/>
          </a:xfrm>
          <a:prstGeom prst="rect">
            <a:avLst/>
          </a:prstGeom>
          <a:solidFill>
            <a:srgbClr val="12A566"/>
          </a:solidFill>
          <a:ln/>
        </p:spPr>
      </p:sp>
      <p:sp>
        <p:nvSpPr>
          <p:cNvPr id="108" name="Text 106"/>
          <p:cNvSpPr txBox="1"/>
          <p:nvPr/>
        </p:nvSpPr>
        <p:spPr>
          <a:xfrm>
            <a:off x="9756648"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78181"/>
            <a:ext cx="57905" cy="112826"/>
          </a:xfrm>
          <a:prstGeom prst="rect">
            <a:avLst/>
          </a:prstGeom>
          <a:solidFill>
            <a:srgbClr val="12A566"/>
          </a:solidFill>
          <a:ln/>
        </p:spPr>
      </p:sp>
      <p:sp>
        <p:nvSpPr>
          <p:cNvPr id="113" name="Text 111"/>
          <p:cNvSpPr txBox="1"/>
          <p:nvPr/>
        </p:nvSpPr>
        <p:spPr>
          <a:xfrm>
            <a:off x="9756648"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923455"/>
            <a:ext cx="48836" cy="112826"/>
          </a:xfrm>
          <a:prstGeom prst="rect">
            <a:avLst/>
          </a:prstGeom>
          <a:solidFill>
            <a:srgbClr val="12A566"/>
          </a:solidFill>
          <a:ln/>
        </p:spPr>
      </p:sp>
      <p:sp>
        <p:nvSpPr>
          <p:cNvPr id="118" name="Text 116"/>
          <p:cNvSpPr txBox="1"/>
          <p:nvPr/>
        </p:nvSpPr>
        <p:spPr>
          <a:xfrm>
            <a:off x="9756648"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168729"/>
            <a:ext cx="37477" cy="112826"/>
          </a:xfrm>
          <a:prstGeom prst="rect">
            <a:avLst/>
          </a:prstGeom>
          <a:solidFill>
            <a:srgbClr val="12A566"/>
          </a:solidFill>
          <a:ln/>
        </p:spPr>
      </p:sp>
      <p:sp>
        <p:nvSpPr>
          <p:cNvPr id="123" name="Text 121"/>
          <p:cNvSpPr txBox="1"/>
          <p:nvPr/>
        </p:nvSpPr>
        <p:spPr>
          <a:xfrm>
            <a:off x="9756648"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414004"/>
            <a:ext cx="30771" cy="112826"/>
          </a:xfrm>
          <a:prstGeom prst="rect">
            <a:avLst/>
          </a:prstGeom>
          <a:solidFill>
            <a:srgbClr val="12A566"/>
          </a:solidFill>
          <a:ln/>
        </p:spPr>
      </p:sp>
      <p:sp>
        <p:nvSpPr>
          <p:cNvPr id="128" name="Text 126"/>
          <p:cNvSpPr txBox="1"/>
          <p:nvPr/>
        </p:nvSpPr>
        <p:spPr>
          <a:xfrm>
            <a:off x="9756648"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659278"/>
            <a:ext cx="30771" cy="112826"/>
          </a:xfrm>
          <a:prstGeom prst="rect">
            <a:avLst/>
          </a:prstGeom>
          <a:solidFill>
            <a:srgbClr val="12A566"/>
          </a:solidFill>
          <a:ln/>
        </p:spPr>
      </p:sp>
      <p:sp>
        <p:nvSpPr>
          <p:cNvPr id="133" name="Text 131"/>
          <p:cNvSpPr txBox="1"/>
          <p:nvPr/>
        </p:nvSpPr>
        <p:spPr>
          <a:xfrm>
            <a:off x="9756648"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904553"/>
            <a:ext cx="12802" cy="112826"/>
          </a:xfrm>
          <a:prstGeom prst="rect">
            <a:avLst/>
          </a:prstGeom>
          <a:solidFill>
            <a:srgbClr val="12A566"/>
          </a:solidFill>
          <a:ln/>
        </p:spPr>
      </p:sp>
      <p:sp>
        <p:nvSpPr>
          <p:cNvPr id="138" name="Text 136"/>
          <p:cNvSpPr txBox="1"/>
          <p:nvPr/>
        </p:nvSpPr>
        <p:spPr>
          <a:xfrm>
            <a:off x="9756648"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4149827"/>
            <a:ext cx="12802" cy="112826"/>
          </a:xfrm>
          <a:prstGeom prst="rect">
            <a:avLst/>
          </a:prstGeom>
          <a:solidFill>
            <a:srgbClr val="12A566"/>
          </a:solidFill>
          <a:ln/>
        </p:spPr>
      </p:sp>
      <p:sp>
        <p:nvSpPr>
          <p:cNvPr id="143" name="Text 141"/>
          <p:cNvSpPr txBox="1"/>
          <p:nvPr/>
        </p:nvSpPr>
        <p:spPr>
          <a:xfrm>
            <a:off x="9756648" y="408360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408360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395101"/>
            <a:ext cx="26717" cy="112826"/>
          </a:xfrm>
          <a:prstGeom prst="rect">
            <a:avLst/>
          </a:prstGeom>
          <a:solidFill>
            <a:srgbClr val="C2352F"/>
          </a:solidFill>
          <a:ln/>
        </p:spPr>
      </p:sp>
      <p:sp>
        <p:nvSpPr>
          <p:cNvPr id="148" name="Text 146"/>
          <p:cNvSpPr txBox="1"/>
          <p:nvPr/>
        </p:nvSpPr>
        <p:spPr>
          <a:xfrm>
            <a:off x="9756648" y="432887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32887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640376"/>
            <a:ext cx="26806" cy="112826"/>
          </a:xfrm>
          <a:prstGeom prst="rect">
            <a:avLst/>
          </a:prstGeom>
          <a:solidFill>
            <a:srgbClr val="C2352F"/>
          </a:solidFill>
          <a:ln/>
        </p:spPr>
      </p:sp>
      <p:sp>
        <p:nvSpPr>
          <p:cNvPr id="153" name="Text 151"/>
          <p:cNvSpPr txBox="1"/>
          <p:nvPr/>
        </p:nvSpPr>
        <p:spPr>
          <a:xfrm>
            <a:off x="9756648" y="4574152"/>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574152"/>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885650"/>
            <a:ext cx="42569" cy="112826"/>
          </a:xfrm>
          <a:prstGeom prst="rect">
            <a:avLst/>
          </a:prstGeom>
          <a:solidFill>
            <a:srgbClr val="C2352F"/>
          </a:solidFill>
          <a:ln/>
        </p:spPr>
      </p:sp>
      <p:sp>
        <p:nvSpPr>
          <p:cNvPr id="158" name="Text 156"/>
          <p:cNvSpPr txBox="1"/>
          <p:nvPr/>
        </p:nvSpPr>
        <p:spPr>
          <a:xfrm>
            <a:off x="9756648" y="4819426"/>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819426"/>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5130924"/>
            <a:ext cx="77217" cy="112826"/>
          </a:xfrm>
          <a:prstGeom prst="rect">
            <a:avLst/>
          </a:prstGeom>
          <a:solidFill>
            <a:srgbClr val="C2352F"/>
          </a:solidFill>
          <a:ln/>
        </p:spPr>
      </p:sp>
      <p:sp>
        <p:nvSpPr>
          <p:cNvPr id="163" name="Text 161"/>
          <p:cNvSpPr txBox="1"/>
          <p:nvPr/>
        </p:nvSpPr>
        <p:spPr>
          <a:xfrm>
            <a:off x="9756648" y="506470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506470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376199"/>
            <a:ext cx="170999" cy="112826"/>
          </a:xfrm>
          <a:prstGeom prst="rect">
            <a:avLst/>
          </a:prstGeom>
          <a:solidFill>
            <a:srgbClr val="C2352F"/>
          </a:solidFill>
          <a:ln/>
        </p:spPr>
      </p:sp>
      <p:sp>
        <p:nvSpPr>
          <p:cNvPr id="168" name="Text 166"/>
          <p:cNvSpPr txBox="1"/>
          <p:nvPr/>
        </p:nvSpPr>
        <p:spPr>
          <a:xfrm>
            <a:off x="9756648" y="530997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30997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621473"/>
            <a:ext cx="183070" cy="112826"/>
          </a:xfrm>
          <a:prstGeom prst="rect">
            <a:avLst/>
          </a:prstGeom>
          <a:solidFill>
            <a:srgbClr val="C2352F"/>
          </a:solidFill>
          <a:ln/>
        </p:spPr>
      </p:sp>
      <p:sp>
        <p:nvSpPr>
          <p:cNvPr id="173" name="Text 171"/>
          <p:cNvSpPr txBox="1"/>
          <p:nvPr/>
        </p:nvSpPr>
        <p:spPr>
          <a:xfrm>
            <a:off x="9756648" y="5555249"/>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555249"/>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866747"/>
            <a:ext cx="200068" cy="112826"/>
          </a:xfrm>
          <a:prstGeom prst="rect">
            <a:avLst/>
          </a:prstGeom>
          <a:solidFill>
            <a:srgbClr val="C2352F"/>
          </a:solidFill>
          <a:ln/>
        </p:spPr>
      </p:sp>
      <p:sp>
        <p:nvSpPr>
          <p:cNvPr id="178" name="Text 176"/>
          <p:cNvSpPr txBox="1"/>
          <p:nvPr/>
        </p:nvSpPr>
        <p:spPr>
          <a:xfrm>
            <a:off x="9756648" y="580052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80052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4169664"/>
          </a:xfrm>
          <a:prstGeom prst="rect">
            <a:avLst/>
          </a:prstGeom>
          <a:solidFill>
            <a:srgbClr val="9AA3AD"/>
          </a:solidFill>
          <a:ln/>
        </p:spPr>
      </p:sp>
      <p:sp>
        <p:nvSpPr>
          <p:cNvPr id="181" name="Shape 179"/>
          <p:cNvSpPr/>
          <p:nvPr/>
        </p:nvSpPr>
        <p:spPr>
          <a:xfrm>
            <a:off x="9124798" y="2121408"/>
            <a:ext cx="10973" cy="4169664"/>
          </a:xfrm>
          <a:prstGeom prst="rect">
            <a:avLst/>
          </a:prstGeom>
          <a:solidFill>
            <a:srgbClr val="9AA3AD"/>
          </a:solidFill>
          <a:ln/>
        </p:spPr>
      </p:sp>
      <p:sp>
        <p:nvSpPr>
          <p:cNvPr id="182" name="Shape 180"/>
          <p:cNvSpPr/>
          <p:nvPr/>
        </p:nvSpPr>
        <p:spPr>
          <a:xfrm>
            <a:off x="6085332" y="2121408"/>
            <a:ext cx="10973" cy="4169664"/>
          </a:xfrm>
          <a:prstGeom prst="rect">
            <a:avLst/>
          </a:prstGeom>
          <a:solidFill>
            <a:srgbClr val="D9D9D9"/>
          </a:solidFill>
          <a:ln/>
        </p:spPr>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61538"/>
            <a:ext cx="1847088" cy="148509"/>
          </a:xfrm>
          <a:prstGeom prst="rect">
            <a:avLst/>
          </a:prstGeom>
          <a:solidFill>
            <a:srgbClr val="2587C5"/>
          </a:solidFill>
          <a:ln/>
        </p:spPr>
      </p:sp>
      <p:sp>
        <p:nvSpPr>
          <p:cNvPr id="11" name="Text 9"/>
          <p:cNvSpPr txBox="1"/>
          <p:nvPr/>
        </p:nvSpPr>
        <p:spPr>
          <a:xfrm>
            <a:off x="5001768" y="1700784"/>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70801"/>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31555"/>
            <a:ext cx="815170" cy="148509"/>
          </a:xfrm>
          <a:prstGeom prst="rect">
            <a:avLst/>
          </a:prstGeom>
          <a:solidFill>
            <a:srgbClr val="2587C5"/>
          </a:solidFill>
          <a:ln/>
        </p:spPr>
      </p:sp>
      <p:sp>
        <p:nvSpPr>
          <p:cNvPr id="15" name="Text 13"/>
          <p:cNvSpPr txBox="1"/>
          <p:nvPr/>
        </p:nvSpPr>
        <p:spPr>
          <a:xfrm>
            <a:off x="5001768" y="1970801"/>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240818"/>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301572"/>
            <a:ext cx="650852" cy="148509"/>
          </a:xfrm>
          <a:prstGeom prst="rect">
            <a:avLst/>
          </a:prstGeom>
          <a:solidFill>
            <a:srgbClr val="2587C5"/>
          </a:solidFill>
          <a:ln/>
        </p:spPr>
      </p:sp>
      <p:sp>
        <p:nvSpPr>
          <p:cNvPr id="19" name="Text 17"/>
          <p:cNvSpPr txBox="1"/>
          <p:nvPr/>
        </p:nvSpPr>
        <p:spPr>
          <a:xfrm>
            <a:off x="5001768" y="2240818"/>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510835"/>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71589"/>
            <a:ext cx="548052" cy="148509"/>
          </a:xfrm>
          <a:prstGeom prst="rect">
            <a:avLst/>
          </a:prstGeom>
          <a:solidFill>
            <a:srgbClr val="2587C5"/>
          </a:solidFill>
          <a:ln/>
        </p:spPr>
      </p:sp>
      <p:sp>
        <p:nvSpPr>
          <p:cNvPr id="23" name="Text 21"/>
          <p:cNvSpPr txBox="1"/>
          <p:nvPr/>
        </p:nvSpPr>
        <p:spPr>
          <a:xfrm>
            <a:off x="5001768" y="2510835"/>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780852"/>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841606"/>
            <a:ext cx="538230" cy="148509"/>
          </a:xfrm>
          <a:prstGeom prst="rect">
            <a:avLst/>
          </a:prstGeom>
          <a:solidFill>
            <a:srgbClr val="2587C5"/>
          </a:solidFill>
          <a:ln/>
        </p:spPr>
      </p:sp>
      <p:sp>
        <p:nvSpPr>
          <p:cNvPr id="27" name="Text 25"/>
          <p:cNvSpPr txBox="1"/>
          <p:nvPr/>
        </p:nvSpPr>
        <p:spPr>
          <a:xfrm>
            <a:off x="5001768" y="2780852"/>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3050869"/>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3111623"/>
            <a:ext cx="532055" cy="148509"/>
          </a:xfrm>
          <a:prstGeom prst="rect">
            <a:avLst/>
          </a:prstGeom>
          <a:solidFill>
            <a:srgbClr val="2587C5"/>
          </a:solidFill>
          <a:ln/>
        </p:spPr>
      </p:sp>
      <p:sp>
        <p:nvSpPr>
          <p:cNvPr id="31" name="Text 29"/>
          <p:cNvSpPr txBox="1"/>
          <p:nvPr/>
        </p:nvSpPr>
        <p:spPr>
          <a:xfrm>
            <a:off x="5001768" y="3050869"/>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320886"/>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381639"/>
            <a:ext cx="488857" cy="148509"/>
          </a:xfrm>
          <a:prstGeom prst="rect">
            <a:avLst/>
          </a:prstGeom>
          <a:solidFill>
            <a:srgbClr val="2587C5"/>
          </a:solidFill>
          <a:ln/>
        </p:spPr>
      </p:sp>
      <p:sp>
        <p:nvSpPr>
          <p:cNvPr id="35" name="Text 33"/>
          <p:cNvSpPr txBox="1"/>
          <p:nvPr/>
        </p:nvSpPr>
        <p:spPr>
          <a:xfrm>
            <a:off x="5001768" y="3320886"/>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590903"/>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651656"/>
            <a:ext cx="486976" cy="148509"/>
          </a:xfrm>
          <a:prstGeom prst="rect">
            <a:avLst/>
          </a:prstGeom>
          <a:solidFill>
            <a:srgbClr val="2587C5"/>
          </a:solidFill>
          <a:ln/>
        </p:spPr>
      </p:sp>
      <p:sp>
        <p:nvSpPr>
          <p:cNvPr id="39" name="Text 37"/>
          <p:cNvSpPr txBox="1"/>
          <p:nvPr/>
        </p:nvSpPr>
        <p:spPr>
          <a:xfrm>
            <a:off x="5001768" y="3590903"/>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860920"/>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921673"/>
            <a:ext cx="311151" cy="148509"/>
          </a:xfrm>
          <a:prstGeom prst="rect">
            <a:avLst/>
          </a:prstGeom>
          <a:solidFill>
            <a:srgbClr val="2587C5"/>
          </a:solidFill>
          <a:ln/>
        </p:spPr>
      </p:sp>
      <p:sp>
        <p:nvSpPr>
          <p:cNvPr id="43" name="Text 41"/>
          <p:cNvSpPr txBox="1"/>
          <p:nvPr/>
        </p:nvSpPr>
        <p:spPr>
          <a:xfrm>
            <a:off x="5001768" y="3860920"/>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4130936"/>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4191690"/>
            <a:ext cx="294048" cy="148509"/>
          </a:xfrm>
          <a:prstGeom prst="rect">
            <a:avLst/>
          </a:prstGeom>
          <a:solidFill>
            <a:srgbClr val="2587C5"/>
          </a:solidFill>
          <a:ln/>
        </p:spPr>
      </p:sp>
      <p:sp>
        <p:nvSpPr>
          <p:cNvPr id="47" name="Text 45"/>
          <p:cNvSpPr txBox="1"/>
          <p:nvPr/>
        </p:nvSpPr>
        <p:spPr>
          <a:xfrm>
            <a:off x="5001768" y="4130936"/>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400953"/>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461707"/>
            <a:ext cx="283945" cy="148509"/>
          </a:xfrm>
          <a:prstGeom prst="rect">
            <a:avLst/>
          </a:prstGeom>
          <a:solidFill>
            <a:srgbClr val="2587C5"/>
          </a:solidFill>
          <a:ln/>
        </p:spPr>
      </p:sp>
      <p:sp>
        <p:nvSpPr>
          <p:cNvPr id="51" name="Text 49"/>
          <p:cNvSpPr txBox="1"/>
          <p:nvPr/>
        </p:nvSpPr>
        <p:spPr>
          <a:xfrm>
            <a:off x="5001768" y="4400953"/>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670970"/>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731724"/>
            <a:ext cx="240854" cy="148509"/>
          </a:xfrm>
          <a:prstGeom prst="rect">
            <a:avLst/>
          </a:prstGeom>
          <a:solidFill>
            <a:srgbClr val="2587C5"/>
          </a:solidFill>
          <a:ln/>
        </p:spPr>
      </p:sp>
      <p:sp>
        <p:nvSpPr>
          <p:cNvPr id="55" name="Text 53"/>
          <p:cNvSpPr txBox="1"/>
          <p:nvPr/>
        </p:nvSpPr>
        <p:spPr>
          <a:xfrm>
            <a:off x="5001768" y="4670970"/>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940987"/>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5001741"/>
            <a:ext cx="236258" cy="148509"/>
          </a:xfrm>
          <a:prstGeom prst="rect">
            <a:avLst/>
          </a:prstGeom>
          <a:solidFill>
            <a:srgbClr val="2587C5"/>
          </a:solidFill>
          <a:ln/>
        </p:spPr>
      </p:sp>
      <p:sp>
        <p:nvSpPr>
          <p:cNvPr id="59" name="Text 57"/>
          <p:cNvSpPr txBox="1"/>
          <p:nvPr/>
        </p:nvSpPr>
        <p:spPr>
          <a:xfrm>
            <a:off x="5001768" y="4940987"/>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5211004"/>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5271758"/>
            <a:ext cx="232096" cy="148509"/>
          </a:xfrm>
          <a:prstGeom prst="rect">
            <a:avLst/>
          </a:prstGeom>
          <a:solidFill>
            <a:srgbClr val="2587C5"/>
          </a:solidFill>
          <a:ln/>
        </p:spPr>
      </p:sp>
      <p:sp>
        <p:nvSpPr>
          <p:cNvPr id="63" name="Text 61"/>
          <p:cNvSpPr txBox="1"/>
          <p:nvPr/>
        </p:nvSpPr>
        <p:spPr>
          <a:xfrm>
            <a:off x="5001768" y="5211004"/>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481021"/>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541775"/>
            <a:ext cx="224903" cy="148509"/>
          </a:xfrm>
          <a:prstGeom prst="rect">
            <a:avLst/>
          </a:prstGeom>
          <a:solidFill>
            <a:srgbClr val="2587C5"/>
          </a:solidFill>
          <a:ln/>
        </p:spPr>
      </p:sp>
      <p:sp>
        <p:nvSpPr>
          <p:cNvPr id="67" name="Text 65"/>
          <p:cNvSpPr txBox="1"/>
          <p:nvPr/>
        </p:nvSpPr>
        <p:spPr>
          <a:xfrm>
            <a:off x="5001768" y="5481021"/>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751038"/>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811792"/>
            <a:ext cx="213249" cy="148509"/>
          </a:xfrm>
          <a:prstGeom prst="rect">
            <a:avLst/>
          </a:prstGeom>
          <a:solidFill>
            <a:srgbClr val="2587C5"/>
          </a:solidFill>
          <a:ln/>
        </p:spPr>
      </p:sp>
      <p:sp>
        <p:nvSpPr>
          <p:cNvPr id="71" name="Text 69"/>
          <p:cNvSpPr txBox="1"/>
          <p:nvPr/>
        </p:nvSpPr>
        <p:spPr>
          <a:xfrm>
            <a:off x="5001768" y="5751038"/>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6021055"/>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6081809"/>
            <a:ext cx="211785" cy="148509"/>
          </a:xfrm>
          <a:prstGeom prst="rect">
            <a:avLst/>
          </a:prstGeom>
          <a:solidFill>
            <a:srgbClr val="2587C5"/>
          </a:solidFill>
          <a:ln/>
        </p:spPr>
      </p:sp>
      <p:sp>
        <p:nvSpPr>
          <p:cNvPr id="75" name="Text 73"/>
          <p:cNvSpPr txBox="1"/>
          <p:nvPr/>
        </p:nvSpPr>
        <p:spPr>
          <a:xfrm>
            <a:off x="5001768" y="6021055"/>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61538"/>
            <a:ext cx="210549" cy="148509"/>
          </a:xfrm>
          <a:prstGeom prst="rect">
            <a:avLst/>
          </a:prstGeom>
          <a:solidFill>
            <a:srgbClr val="2587C5"/>
          </a:solidFill>
          <a:ln/>
        </p:spPr>
      </p:sp>
      <p:sp>
        <p:nvSpPr>
          <p:cNvPr id="79" name="Text 77"/>
          <p:cNvSpPr txBox="1"/>
          <p:nvPr/>
        </p:nvSpPr>
        <p:spPr>
          <a:xfrm>
            <a:off x="10552176" y="1700784"/>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70801"/>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31555"/>
            <a:ext cx="209258" cy="148509"/>
          </a:xfrm>
          <a:prstGeom prst="rect">
            <a:avLst/>
          </a:prstGeom>
          <a:solidFill>
            <a:srgbClr val="2587C5"/>
          </a:solidFill>
          <a:ln/>
        </p:spPr>
      </p:sp>
      <p:sp>
        <p:nvSpPr>
          <p:cNvPr id="83" name="Text 81"/>
          <p:cNvSpPr txBox="1"/>
          <p:nvPr/>
        </p:nvSpPr>
        <p:spPr>
          <a:xfrm>
            <a:off x="10552176" y="1970801"/>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240818"/>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301572"/>
            <a:ext cx="205646" cy="148509"/>
          </a:xfrm>
          <a:prstGeom prst="rect">
            <a:avLst/>
          </a:prstGeom>
          <a:solidFill>
            <a:srgbClr val="2587C5"/>
          </a:solidFill>
          <a:ln/>
        </p:spPr>
      </p:sp>
      <p:sp>
        <p:nvSpPr>
          <p:cNvPr id="87" name="Text 85"/>
          <p:cNvSpPr txBox="1"/>
          <p:nvPr/>
        </p:nvSpPr>
        <p:spPr>
          <a:xfrm>
            <a:off x="10552176" y="2240818"/>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510835"/>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71589"/>
            <a:ext cx="194412" cy="148509"/>
          </a:xfrm>
          <a:prstGeom prst="rect">
            <a:avLst/>
          </a:prstGeom>
          <a:solidFill>
            <a:srgbClr val="2587C5"/>
          </a:solidFill>
          <a:ln/>
        </p:spPr>
      </p:sp>
      <p:sp>
        <p:nvSpPr>
          <p:cNvPr id="91" name="Text 89"/>
          <p:cNvSpPr txBox="1"/>
          <p:nvPr/>
        </p:nvSpPr>
        <p:spPr>
          <a:xfrm>
            <a:off x="10552176" y="2510835"/>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780852"/>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841606"/>
            <a:ext cx="187233" cy="148509"/>
          </a:xfrm>
          <a:prstGeom prst="rect">
            <a:avLst/>
          </a:prstGeom>
          <a:solidFill>
            <a:srgbClr val="2587C5"/>
          </a:solidFill>
          <a:ln/>
        </p:spPr>
      </p:sp>
      <p:sp>
        <p:nvSpPr>
          <p:cNvPr id="95" name="Text 93"/>
          <p:cNvSpPr txBox="1"/>
          <p:nvPr/>
        </p:nvSpPr>
        <p:spPr>
          <a:xfrm>
            <a:off x="10552176" y="2780852"/>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3050869"/>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3111623"/>
            <a:ext cx="182551" cy="148509"/>
          </a:xfrm>
          <a:prstGeom prst="rect">
            <a:avLst/>
          </a:prstGeom>
          <a:solidFill>
            <a:srgbClr val="2587C5"/>
          </a:solidFill>
          <a:ln/>
        </p:spPr>
      </p:sp>
      <p:sp>
        <p:nvSpPr>
          <p:cNvPr id="99" name="Text 97"/>
          <p:cNvSpPr txBox="1"/>
          <p:nvPr/>
        </p:nvSpPr>
        <p:spPr>
          <a:xfrm>
            <a:off x="10552176" y="3050869"/>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320886"/>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381639"/>
            <a:ext cx="160249" cy="148509"/>
          </a:xfrm>
          <a:prstGeom prst="rect">
            <a:avLst/>
          </a:prstGeom>
          <a:solidFill>
            <a:srgbClr val="2587C5"/>
          </a:solidFill>
          <a:ln/>
        </p:spPr>
      </p:sp>
      <p:sp>
        <p:nvSpPr>
          <p:cNvPr id="103" name="Text 101"/>
          <p:cNvSpPr txBox="1"/>
          <p:nvPr/>
        </p:nvSpPr>
        <p:spPr>
          <a:xfrm>
            <a:off x="10552176" y="3320886"/>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590903"/>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651656"/>
            <a:ext cx="157028" cy="148509"/>
          </a:xfrm>
          <a:prstGeom prst="rect">
            <a:avLst/>
          </a:prstGeom>
          <a:solidFill>
            <a:srgbClr val="2587C5"/>
          </a:solidFill>
          <a:ln/>
        </p:spPr>
      </p:sp>
      <p:sp>
        <p:nvSpPr>
          <p:cNvPr id="107" name="Text 105"/>
          <p:cNvSpPr txBox="1"/>
          <p:nvPr/>
        </p:nvSpPr>
        <p:spPr>
          <a:xfrm>
            <a:off x="10552176" y="3590903"/>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860920"/>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921673"/>
            <a:ext cx="141322" cy="148509"/>
          </a:xfrm>
          <a:prstGeom prst="rect">
            <a:avLst/>
          </a:prstGeom>
          <a:solidFill>
            <a:srgbClr val="2587C5"/>
          </a:solidFill>
          <a:ln/>
        </p:spPr>
      </p:sp>
      <p:sp>
        <p:nvSpPr>
          <p:cNvPr id="111" name="Text 109"/>
          <p:cNvSpPr txBox="1"/>
          <p:nvPr/>
        </p:nvSpPr>
        <p:spPr>
          <a:xfrm>
            <a:off x="10552176" y="3860920"/>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4130936"/>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4191690"/>
            <a:ext cx="140504" cy="148509"/>
          </a:xfrm>
          <a:prstGeom prst="rect">
            <a:avLst/>
          </a:prstGeom>
          <a:solidFill>
            <a:srgbClr val="2587C5"/>
          </a:solidFill>
          <a:ln/>
        </p:spPr>
      </p:sp>
      <p:sp>
        <p:nvSpPr>
          <p:cNvPr id="115" name="Text 113"/>
          <p:cNvSpPr txBox="1"/>
          <p:nvPr/>
        </p:nvSpPr>
        <p:spPr>
          <a:xfrm>
            <a:off x="10552176" y="4130936"/>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400953"/>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461707"/>
            <a:ext cx="107585" cy="148509"/>
          </a:xfrm>
          <a:prstGeom prst="rect">
            <a:avLst/>
          </a:prstGeom>
          <a:solidFill>
            <a:srgbClr val="2587C5"/>
          </a:solidFill>
          <a:ln/>
        </p:spPr>
      </p:sp>
      <p:sp>
        <p:nvSpPr>
          <p:cNvPr id="119" name="Text 117"/>
          <p:cNvSpPr txBox="1"/>
          <p:nvPr/>
        </p:nvSpPr>
        <p:spPr>
          <a:xfrm>
            <a:off x="10552176" y="4400953"/>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670970"/>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731724"/>
            <a:ext cx="103964" cy="148509"/>
          </a:xfrm>
          <a:prstGeom prst="rect">
            <a:avLst/>
          </a:prstGeom>
          <a:solidFill>
            <a:srgbClr val="2587C5"/>
          </a:solidFill>
          <a:ln/>
        </p:spPr>
      </p:sp>
      <p:sp>
        <p:nvSpPr>
          <p:cNvPr id="123" name="Text 121"/>
          <p:cNvSpPr txBox="1"/>
          <p:nvPr/>
        </p:nvSpPr>
        <p:spPr>
          <a:xfrm>
            <a:off x="10552176" y="4670970"/>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940987"/>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5001741"/>
            <a:ext cx="96486" cy="148509"/>
          </a:xfrm>
          <a:prstGeom prst="rect">
            <a:avLst/>
          </a:prstGeom>
          <a:solidFill>
            <a:srgbClr val="2587C5"/>
          </a:solidFill>
          <a:ln/>
        </p:spPr>
      </p:sp>
      <p:sp>
        <p:nvSpPr>
          <p:cNvPr id="127" name="Text 125"/>
          <p:cNvSpPr txBox="1"/>
          <p:nvPr/>
        </p:nvSpPr>
        <p:spPr>
          <a:xfrm>
            <a:off x="10552176" y="4940987"/>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5211004"/>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5271758"/>
            <a:ext cx="90829" cy="148509"/>
          </a:xfrm>
          <a:prstGeom prst="rect">
            <a:avLst/>
          </a:prstGeom>
          <a:solidFill>
            <a:srgbClr val="2587C5"/>
          </a:solidFill>
          <a:ln/>
        </p:spPr>
      </p:sp>
      <p:sp>
        <p:nvSpPr>
          <p:cNvPr id="131" name="Text 129"/>
          <p:cNvSpPr txBox="1"/>
          <p:nvPr/>
        </p:nvSpPr>
        <p:spPr>
          <a:xfrm>
            <a:off x="10552176" y="5211004"/>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481021"/>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541775"/>
            <a:ext cx="69414" cy="148509"/>
          </a:xfrm>
          <a:prstGeom prst="rect">
            <a:avLst/>
          </a:prstGeom>
          <a:solidFill>
            <a:srgbClr val="2587C5"/>
          </a:solidFill>
          <a:ln/>
        </p:spPr>
      </p:sp>
      <p:sp>
        <p:nvSpPr>
          <p:cNvPr id="135" name="Text 133"/>
          <p:cNvSpPr txBox="1"/>
          <p:nvPr/>
        </p:nvSpPr>
        <p:spPr>
          <a:xfrm>
            <a:off x="10552176" y="5481021"/>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751038"/>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811792"/>
            <a:ext cx="61641" cy="148509"/>
          </a:xfrm>
          <a:prstGeom prst="rect">
            <a:avLst/>
          </a:prstGeom>
          <a:solidFill>
            <a:srgbClr val="2587C5"/>
          </a:solidFill>
          <a:ln/>
        </p:spPr>
      </p:sp>
      <p:sp>
        <p:nvSpPr>
          <p:cNvPr id="139" name="Text 137"/>
          <p:cNvSpPr txBox="1"/>
          <p:nvPr/>
        </p:nvSpPr>
        <p:spPr>
          <a:xfrm>
            <a:off x="10552176" y="5751038"/>
            <a:ext cx="91440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590288"/>
          </a:xfrm>
          <a:prstGeom prst="rect">
            <a:avLst/>
          </a:prstGeom>
          <a:solidFill>
            <a:srgbClr val="D9D9D9"/>
          </a:solidFill>
          <a:ln/>
        </p:spPr>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60298"/>
            <a:ext cx="2219218" cy="199490"/>
          </a:xfrm>
          <a:prstGeom prst="rect">
            <a:avLst/>
          </a:prstGeom>
          <a:solidFill>
            <a:srgbClr val="2587C5"/>
          </a:solidFill>
          <a:ln w="6350">
            <a:solidFill>
              <a:srgbClr val="FFFFFF"/>
            </a:solidFill>
            <a:prstDash val="solid"/>
          </a:ln>
        </p:spPr>
      </p:sp>
      <p:sp>
        <p:nvSpPr>
          <p:cNvPr id="22" name="Text 20"/>
          <p:cNvSpPr txBox="1"/>
          <p:nvPr/>
        </p:nvSpPr>
        <p:spPr>
          <a:xfrm>
            <a:off x="2807208" y="1860298"/>
            <a:ext cx="2219218"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60298"/>
            <a:ext cx="252542" cy="199490"/>
          </a:xfrm>
          <a:prstGeom prst="rect">
            <a:avLst/>
          </a:prstGeom>
          <a:solidFill>
            <a:srgbClr val="8FBEE6"/>
          </a:solidFill>
          <a:ln w="6350">
            <a:solidFill>
              <a:srgbClr val="FFFFFF"/>
            </a:solidFill>
            <a:prstDash val="solid"/>
          </a:ln>
        </p:spPr>
      </p:sp>
      <p:sp>
        <p:nvSpPr>
          <p:cNvPr id="24" name="Text 22"/>
          <p:cNvSpPr txBox="1"/>
          <p:nvPr/>
        </p:nvSpPr>
        <p:spPr>
          <a:xfrm>
            <a:off x="5026426" y="1860298"/>
            <a:ext cx="252542"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60298"/>
            <a:ext cx="682920" cy="199490"/>
          </a:xfrm>
          <a:prstGeom prst="rect">
            <a:avLst/>
          </a:prstGeom>
          <a:solidFill>
            <a:srgbClr val="D9D9D9"/>
          </a:solidFill>
          <a:ln w="6350">
            <a:solidFill>
              <a:srgbClr val="FFFFFF"/>
            </a:solidFill>
            <a:prstDash val="solid"/>
          </a:ln>
        </p:spPr>
      </p:sp>
      <p:sp>
        <p:nvSpPr>
          <p:cNvPr id="26" name="Text 24"/>
          <p:cNvSpPr txBox="1"/>
          <p:nvPr/>
        </p:nvSpPr>
        <p:spPr>
          <a:xfrm>
            <a:off x="5278968" y="1860298"/>
            <a:ext cx="682920"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91287"/>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122785"/>
            <a:ext cx="2060840" cy="199490"/>
          </a:xfrm>
          <a:prstGeom prst="rect">
            <a:avLst/>
          </a:prstGeom>
          <a:solidFill>
            <a:srgbClr val="2587C5"/>
          </a:solidFill>
          <a:ln w="6350">
            <a:solidFill>
              <a:srgbClr val="FFFFFF"/>
            </a:solidFill>
            <a:prstDash val="solid"/>
          </a:ln>
        </p:spPr>
      </p:sp>
      <p:sp>
        <p:nvSpPr>
          <p:cNvPr id="29" name="Text 27"/>
          <p:cNvSpPr txBox="1"/>
          <p:nvPr/>
        </p:nvSpPr>
        <p:spPr>
          <a:xfrm>
            <a:off x="2807208" y="2122785"/>
            <a:ext cx="2060840"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122785"/>
            <a:ext cx="489573" cy="199490"/>
          </a:xfrm>
          <a:prstGeom prst="rect">
            <a:avLst/>
          </a:prstGeom>
          <a:solidFill>
            <a:srgbClr val="8FBEE6"/>
          </a:solidFill>
          <a:ln w="6350">
            <a:solidFill>
              <a:srgbClr val="FFFFFF"/>
            </a:solidFill>
            <a:prstDash val="solid"/>
          </a:ln>
        </p:spPr>
      </p:sp>
      <p:sp>
        <p:nvSpPr>
          <p:cNvPr id="31" name="Text 29"/>
          <p:cNvSpPr txBox="1"/>
          <p:nvPr/>
        </p:nvSpPr>
        <p:spPr>
          <a:xfrm>
            <a:off x="4868048" y="2122785"/>
            <a:ext cx="489573"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122785"/>
            <a:ext cx="604267" cy="199490"/>
          </a:xfrm>
          <a:prstGeom prst="rect">
            <a:avLst/>
          </a:prstGeom>
          <a:solidFill>
            <a:srgbClr val="D9D9D9"/>
          </a:solidFill>
          <a:ln w="6350">
            <a:solidFill>
              <a:srgbClr val="FFFFFF"/>
            </a:solidFill>
            <a:prstDash val="solid"/>
          </a:ln>
        </p:spPr>
      </p:sp>
      <p:sp>
        <p:nvSpPr>
          <p:cNvPr id="33" name="Text 31"/>
          <p:cNvSpPr txBox="1"/>
          <p:nvPr/>
        </p:nvSpPr>
        <p:spPr>
          <a:xfrm>
            <a:off x="5357621" y="2122785"/>
            <a:ext cx="604267"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53773"/>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85272"/>
            <a:ext cx="2054762" cy="199490"/>
          </a:xfrm>
          <a:prstGeom prst="rect">
            <a:avLst/>
          </a:prstGeom>
          <a:solidFill>
            <a:srgbClr val="2587C5"/>
          </a:solidFill>
          <a:ln w="6350">
            <a:solidFill>
              <a:srgbClr val="FFFFFF"/>
            </a:solidFill>
            <a:prstDash val="solid"/>
          </a:ln>
        </p:spPr>
      </p:sp>
      <p:sp>
        <p:nvSpPr>
          <p:cNvPr id="36" name="Text 34"/>
          <p:cNvSpPr txBox="1"/>
          <p:nvPr/>
        </p:nvSpPr>
        <p:spPr>
          <a:xfrm>
            <a:off x="2807208" y="2385272"/>
            <a:ext cx="2054762"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85272"/>
            <a:ext cx="352121" cy="199490"/>
          </a:xfrm>
          <a:prstGeom prst="rect">
            <a:avLst/>
          </a:prstGeom>
          <a:solidFill>
            <a:srgbClr val="8FBEE6"/>
          </a:solidFill>
          <a:ln w="6350">
            <a:solidFill>
              <a:srgbClr val="FFFFFF"/>
            </a:solidFill>
            <a:prstDash val="solid"/>
          </a:ln>
        </p:spPr>
      </p:sp>
      <p:sp>
        <p:nvSpPr>
          <p:cNvPr id="38" name="Text 36"/>
          <p:cNvSpPr txBox="1"/>
          <p:nvPr/>
        </p:nvSpPr>
        <p:spPr>
          <a:xfrm>
            <a:off x="4861970" y="2385272"/>
            <a:ext cx="352121"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85272"/>
            <a:ext cx="747797" cy="199490"/>
          </a:xfrm>
          <a:prstGeom prst="rect">
            <a:avLst/>
          </a:prstGeom>
          <a:solidFill>
            <a:srgbClr val="D9D9D9"/>
          </a:solidFill>
          <a:ln w="6350">
            <a:solidFill>
              <a:srgbClr val="FFFFFF"/>
            </a:solidFill>
            <a:prstDash val="solid"/>
          </a:ln>
        </p:spPr>
      </p:sp>
      <p:sp>
        <p:nvSpPr>
          <p:cNvPr id="40" name="Text 38"/>
          <p:cNvSpPr txBox="1"/>
          <p:nvPr/>
        </p:nvSpPr>
        <p:spPr>
          <a:xfrm>
            <a:off x="5214091" y="2385272"/>
            <a:ext cx="747797"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616260"/>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647758"/>
            <a:ext cx="2053161" cy="199490"/>
          </a:xfrm>
          <a:prstGeom prst="rect">
            <a:avLst/>
          </a:prstGeom>
          <a:solidFill>
            <a:srgbClr val="2587C5"/>
          </a:solidFill>
          <a:ln w="6350">
            <a:solidFill>
              <a:srgbClr val="FFFFFF"/>
            </a:solidFill>
            <a:prstDash val="solid"/>
          </a:ln>
        </p:spPr>
      </p:sp>
      <p:sp>
        <p:nvSpPr>
          <p:cNvPr id="43" name="Text 41"/>
          <p:cNvSpPr txBox="1"/>
          <p:nvPr/>
        </p:nvSpPr>
        <p:spPr>
          <a:xfrm>
            <a:off x="2807208" y="2647758"/>
            <a:ext cx="2053161"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647758"/>
            <a:ext cx="375876" cy="199490"/>
          </a:xfrm>
          <a:prstGeom prst="rect">
            <a:avLst/>
          </a:prstGeom>
          <a:solidFill>
            <a:srgbClr val="8FBEE6"/>
          </a:solidFill>
          <a:ln w="6350">
            <a:solidFill>
              <a:srgbClr val="FFFFFF"/>
            </a:solidFill>
            <a:prstDash val="solid"/>
          </a:ln>
        </p:spPr>
      </p:sp>
      <p:sp>
        <p:nvSpPr>
          <p:cNvPr id="45" name="Text 43"/>
          <p:cNvSpPr txBox="1"/>
          <p:nvPr/>
        </p:nvSpPr>
        <p:spPr>
          <a:xfrm>
            <a:off x="4860369" y="2647758"/>
            <a:ext cx="37587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647758"/>
            <a:ext cx="725643" cy="199490"/>
          </a:xfrm>
          <a:prstGeom prst="rect">
            <a:avLst/>
          </a:prstGeom>
          <a:solidFill>
            <a:srgbClr val="D9D9D9"/>
          </a:solidFill>
          <a:ln w="6350">
            <a:solidFill>
              <a:srgbClr val="FFFFFF"/>
            </a:solidFill>
            <a:prstDash val="solid"/>
          </a:ln>
        </p:spPr>
      </p:sp>
      <p:sp>
        <p:nvSpPr>
          <p:cNvPr id="47" name="Text 45"/>
          <p:cNvSpPr txBox="1"/>
          <p:nvPr/>
        </p:nvSpPr>
        <p:spPr>
          <a:xfrm>
            <a:off x="5236245" y="2647758"/>
            <a:ext cx="725643"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878746"/>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910245"/>
            <a:ext cx="2046848" cy="199490"/>
          </a:xfrm>
          <a:prstGeom prst="rect">
            <a:avLst/>
          </a:prstGeom>
          <a:solidFill>
            <a:srgbClr val="2587C5"/>
          </a:solidFill>
          <a:ln w="6350">
            <a:solidFill>
              <a:srgbClr val="FFFFFF"/>
            </a:solidFill>
            <a:prstDash val="solid"/>
          </a:ln>
        </p:spPr>
      </p:sp>
      <p:sp>
        <p:nvSpPr>
          <p:cNvPr id="50" name="Text 48"/>
          <p:cNvSpPr txBox="1"/>
          <p:nvPr/>
        </p:nvSpPr>
        <p:spPr>
          <a:xfrm>
            <a:off x="2807208" y="2910245"/>
            <a:ext cx="2046848"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910245"/>
            <a:ext cx="793865" cy="199490"/>
          </a:xfrm>
          <a:prstGeom prst="rect">
            <a:avLst/>
          </a:prstGeom>
          <a:solidFill>
            <a:srgbClr val="8FBEE6"/>
          </a:solidFill>
          <a:ln w="6350">
            <a:solidFill>
              <a:srgbClr val="FFFFFF"/>
            </a:solidFill>
            <a:prstDash val="solid"/>
          </a:ln>
        </p:spPr>
      </p:sp>
      <p:sp>
        <p:nvSpPr>
          <p:cNvPr id="52" name="Text 50"/>
          <p:cNvSpPr txBox="1"/>
          <p:nvPr/>
        </p:nvSpPr>
        <p:spPr>
          <a:xfrm>
            <a:off x="4854056" y="2910245"/>
            <a:ext cx="793865"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910245"/>
            <a:ext cx="313967" cy="199490"/>
          </a:xfrm>
          <a:prstGeom prst="rect">
            <a:avLst/>
          </a:prstGeom>
          <a:solidFill>
            <a:srgbClr val="D9D9D9"/>
          </a:solidFill>
          <a:ln w="6350">
            <a:solidFill>
              <a:srgbClr val="FFFFFF"/>
            </a:solidFill>
            <a:prstDash val="solid"/>
          </a:ln>
        </p:spPr>
      </p:sp>
      <p:sp>
        <p:nvSpPr>
          <p:cNvPr id="54" name="Text 52"/>
          <p:cNvSpPr txBox="1"/>
          <p:nvPr/>
        </p:nvSpPr>
        <p:spPr>
          <a:xfrm>
            <a:off x="5647921" y="2910245"/>
            <a:ext cx="313967"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141233"/>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172731"/>
            <a:ext cx="1985155" cy="199490"/>
          </a:xfrm>
          <a:prstGeom prst="rect">
            <a:avLst/>
          </a:prstGeom>
          <a:solidFill>
            <a:srgbClr val="2587C5"/>
          </a:solidFill>
          <a:ln w="6350">
            <a:solidFill>
              <a:srgbClr val="FFFFFF"/>
            </a:solidFill>
            <a:prstDash val="solid"/>
          </a:ln>
        </p:spPr>
      </p:sp>
      <p:sp>
        <p:nvSpPr>
          <p:cNvPr id="57" name="Text 55"/>
          <p:cNvSpPr txBox="1"/>
          <p:nvPr/>
        </p:nvSpPr>
        <p:spPr>
          <a:xfrm>
            <a:off x="2807208" y="3172731"/>
            <a:ext cx="1985155"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172731"/>
            <a:ext cx="729180" cy="199490"/>
          </a:xfrm>
          <a:prstGeom prst="rect">
            <a:avLst/>
          </a:prstGeom>
          <a:solidFill>
            <a:srgbClr val="8FBEE6"/>
          </a:solidFill>
          <a:ln w="6350">
            <a:solidFill>
              <a:srgbClr val="FFFFFF"/>
            </a:solidFill>
            <a:prstDash val="solid"/>
          </a:ln>
        </p:spPr>
      </p:sp>
      <p:sp>
        <p:nvSpPr>
          <p:cNvPr id="59" name="Text 57"/>
          <p:cNvSpPr txBox="1"/>
          <p:nvPr/>
        </p:nvSpPr>
        <p:spPr>
          <a:xfrm>
            <a:off x="4792363" y="3172731"/>
            <a:ext cx="729180"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172731"/>
            <a:ext cx="440346" cy="199490"/>
          </a:xfrm>
          <a:prstGeom prst="rect">
            <a:avLst/>
          </a:prstGeom>
          <a:solidFill>
            <a:srgbClr val="D9D9D9"/>
          </a:solidFill>
          <a:ln w="6350">
            <a:solidFill>
              <a:srgbClr val="FFFFFF"/>
            </a:solidFill>
            <a:prstDash val="solid"/>
          </a:ln>
        </p:spPr>
      </p:sp>
      <p:sp>
        <p:nvSpPr>
          <p:cNvPr id="61" name="Text 59"/>
          <p:cNvSpPr txBox="1"/>
          <p:nvPr/>
        </p:nvSpPr>
        <p:spPr>
          <a:xfrm>
            <a:off x="5521542" y="3172731"/>
            <a:ext cx="44034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403720"/>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435218"/>
            <a:ext cx="1940199" cy="199490"/>
          </a:xfrm>
          <a:prstGeom prst="rect">
            <a:avLst/>
          </a:prstGeom>
          <a:solidFill>
            <a:srgbClr val="2587C5"/>
          </a:solidFill>
          <a:ln w="6350">
            <a:solidFill>
              <a:srgbClr val="FFFFFF"/>
            </a:solidFill>
            <a:prstDash val="solid"/>
          </a:ln>
        </p:spPr>
      </p:sp>
      <p:sp>
        <p:nvSpPr>
          <p:cNvPr id="64" name="Text 62"/>
          <p:cNvSpPr txBox="1"/>
          <p:nvPr/>
        </p:nvSpPr>
        <p:spPr>
          <a:xfrm>
            <a:off x="2807208" y="3435218"/>
            <a:ext cx="1940199"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435218"/>
            <a:ext cx="542990" cy="199490"/>
          </a:xfrm>
          <a:prstGeom prst="rect">
            <a:avLst/>
          </a:prstGeom>
          <a:solidFill>
            <a:srgbClr val="8FBEE6"/>
          </a:solidFill>
          <a:ln w="6350">
            <a:solidFill>
              <a:srgbClr val="FFFFFF"/>
            </a:solidFill>
            <a:prstDash val="solid"/>
          </a:ln>
        </p:spPr>
      </p:sp>
      <p:sp>
        <p:nvSpPr>
          <p:cNvPr id="66" name="Text 64"/>
          <p:cNvSpPr txBox="1"/>
          <p:nvPr/>
        </p:nvSpPr>
        <p:spPr>
          <a:xfrm>
            <a:off x="4747407" y="3435218"/>
            <a:ext cx="542990"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435218"/>
            <a:ext cx="671491" cy="199490"/>
          </a:xfrm>
          <a:prstGeom prst="rect">
            <a:avLst/>
          </a:prstGeom>
          <a:solidFill>
            <a:srgbClr val="D9D9D9"/>
          </a:solidFill>
          <a:ln w="6350">
            <a:solidFill>
              <a:srgbClr val="FFFFFF"/>
            </a:solidFill>
            <a:prstDash val="solid"/>
          </a:ln>
        </p:spPr>
      </p:sp>
      <p:sp>
        <p:nvSpPr>
          <p:cNvPr id="68" name="Text 66"/>
          <p:cNvSpPr txBox="1"/>
          <p:nvPr/>
        </p:nvSpPr>
        <p:spPr>
          <a:xfrm>
            <a:off x="5290397" y="3435218"/>
            <a:ext cx="671491"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666206"/>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697705"/>
            <a:ext cx="1907392" cy="199490"/>
          </a:xfrm>
          <a:prstGeom prst="rect">
            <a:avLst/>
          </a:prstGeom>
          <a:solidFill>
            <a:srgbClr val="2587C5"/>
          </a:solidFill>
          <a:ln w="6350">
            <a:solidFill>
              <a:srgbClr val="FFFFFF"/>
            </a:solidFill>
            <a:prstDash val="solid"/>
          </a:ln>
        </p:spPr>
      </p:sp>
      <p:sp>
        <p:nvSpPr>
          <p:cNvPr id="71" name="Text 69"/>
          <p:cNvSpPr txBox="1"/>
          <p:nvPr/>
        </p:nvSpPr>
        <p:spPr>
          <a:xfrm>
            <a:off x="2807208" y="3697705"/>
            <a:ext cx="1907392"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697705"/>
            <a:ext cx="434501" cy="199490"/>
          </a:xfrm>
          <a:prstGeom prst="rect">
            <a:avLst/>
          </a:prstGeom>
          <a:solidFill>
            <a:srgbClr val="8FBEE6"/>
          </a:solidFill>
          <a:ln w="6350">
            <a:solidFill>
              <a:srgbClr val="FFFFFF"/>
            </a:solidFill>
            <a:prstDash val="solid"/>
          </a:ln>
        </p:spPr>
      </p:sp>
      <p:sp>
        <p:nvSpPr>
          <p:cNvPr id="73" name="Text 71"/>
          <p:cNvSpPr txBox="1"/>
          <p:nvPr/>
        </p:nvSpPr>
        <p:spPr>
          <a:xfrm>
            <a:off x="4714600" y="3697705"/>
            <a:ext cx="434501"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697705"/>
            <a:ext cx="812786" cy="199490"/>
          </a:xfrm>
          <a:prstGeom prst="rect">
            <a:avLst/>
          </a:prstGeom>
          <a:solidFill>
            <a:srgbClr val="D9D9D9"/>
          </a:solidFill>
          <a:ln w="6350">
            <a:solidFill>
              <a:srgbClr val="FFFFFF"/>
            </a:solidFill>
            <a:prstDash val="solid"/>
          </a:ln>
        </p:spPr>
      </p:sp>
      <p:sp>
        <p:nvSpPr>
          <p:cNvPr id="75" name="Text 73"/>
          <p:cNvSpPr txBox="1"/>
          <p:nvPr/>
        </p:nvSpPr>
        <p:spPr>
          <a:xfrm>
            <a:off x="5149102" y="3697705"/>
            <a:ext cx="81278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928693"/>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960191"/>
            <a:ext cx="1883011" cy="199490"/>
          </a:xfrm>
          <a:prstGeom prst="rect">
            <a:avLst/>
          </a:prstGeom>
          <a:solidFill>
            <a:srgbClr val="2587C5"/>
          </a:solidFill>
          <a:ln w="6350">
            <a:solidFill>
              <a:srgbClr val="FFFFFF"/>
            </a:solidFill>
            <a:prstDash val="solid"/>
          </a:ln>
        </p:spPr>
      </p:sp>
      <p:sp>
        <p:nvSpPr>
          <p:cNvPr id="78" name="Text 76"/>
          <p:cNvSpPr txBox="1"/>
          <p:nvPr/>
        </p:nvSpPr>
        <p:spPr>
          <a:xfrm>
            <a:off x="2807208" y="3960191"/>
            <a:ext cx="1883011"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960191"/>
            <a:ext cx="918142" cy="199490"/>
          </a:xfrm>
          <a:prstGeom prst="rect">
            <a:avLst/>
          </a:prstGeom>
          <a:solidFill>
            <a:srgbClr val="8FBEE6"/>
          </a:solidFill>
          <a:ln w="6350">
            <a:solidFill>
              <a:srgbClr val="FFFFFF"/>
            </a:solidFill>
            <a:prstDash val="solid"/>
          </a:ln>
        </p:spPr>
      </p:sp>
      <p:sp>
        <p:nvSpPr>
          <p:cNvPr id="80" name="Text 78"/>
          <p:cNvSpPr txBox="1"/>
          <p:nvPr/>
        </p:nvSpPr>
        <p:spPr>
          <a:xfrm>
            <a:off x="4690219" y="3960191"/>
            <a:ext cx="918142"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960191"/>
            <a:ext cx="353527" cy="199490"/>
          </a:xfrm>
          <a:prstGeom prst="rect">
            <a:avLst/>
          </a:prstGeom>
          <a:solidFill>
            <a:srgbClr val="D9D9D9"/>
          </a:solidFill>
          <a:ln w="6350">
            <a:solidFill>
              <a:srgbClr val="FFFFFF"/>
            </a:solidFill>
            <a:prstDash val="solid"/>
          </a:ln>
        </p:spPr>
      </p:sp>
      <p:sp>
        <p:nvSpPr>
          <p:cNvPr id="82" name="Text 80"/>
          <p:cNvSpPr txBox="1"/>
          <p:nvPr/>
        </p:nvSpPr>
        <p:spPr>
          <a:xfrm>
            <a:off x="5608361" y="3960191"/>
            <a:ext cx="353527"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4191179"/>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222678"/>
            <a:ext cx="1876032" cy="199490"/>
          </a:xfrm>
          <a:prstGeom prst="rect">
            <a:avLst/>
          </a:prstGeom>
          <a:solidFill>
            <a:srgbClr val="2587C5"/>
          </a:solidFill>
          <a:ln w="6350">
            <a:solidFill>
              <a:srgbClr val="FFFFFF"/>
            </a:solidFill>
            <a:prstDash val="solid"/>
          </a:ln>
        </p:spPr>
      </p:sp>
      <p:sp>
        <p:nvSpPr>
          <p:cNvPr id="85" name="Text 83"/>
          <p:cNvSpPr txBox="1"/>
          <p:nvPr/>
        </p:nvSpPr>
        <p:spPr>
          <a:xfrm>
            <a:off x="2807208" y="4222678"/>
            <a:ext cx="1876032"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222678"/>
            <a:ext cx="744656" cy="199490"/>
          </a:xfrm>
          <a:prstGeom prst="rect">
            <a:avLst/>
          </a:prstGeom>
          <a:solidFill>
            <a:srgbClr val="8FBEE6"/>
          </a:solidFill>
          <a:ln w="6350">
            <a:solidFill>
              <a:srgbClr val="FFFFFF"/>
            </a:solidFill>
            <a:prstDash val="solid"/>
          </a:ln>
        </p:spPr>
      </p:sp>
      <p:sp>
        <p:nvSpPr>
          <p:cNvPr id="87" name="Text 85"/>
          <p:cNvSpPr txBox="1"/>
          <p:nvPr/>
        </p:nvSpPr>
        <p:spPr>
          <a:xfrm>
            <a:off x="4683240" y="4222678"/>
            <a:ext cx="74465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222678"/>
            <a:ext cx="533992" cy="199490"/>
          </a:xfrm>
          <a:prstGeom prst="rect">
            <a:avLst/>
          </a:prstGeom>
          <a:solidFill>
            <a:srgbClr val="D9D9D9"/>
          </a:solidFill>
          <a:ln w="6350">
            <a:solidFill>
              <a:srgbClr val="FFFFFF"/>
            </a:solidFill>
            <a:prstDash val="solid"/>
          </a:ln>
        </p:spPr>
      </p:sp>
      <p:sp>
        <p:nvSpPr>
          <p:cNvPr id="89" name="Text 87"/>
          <p:cNvSpPr txBox="1"/>
          <p:nvPr/>
        </p:nvSpPr>
        <p:spPr>
          <a:xfrm>
            <a:off x="5427896" y="4222678"/>
            <a:ext cx="533992"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453666"/>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485164"/>
            <a:ext cx="1874405" cy="199490"/>
          </a:xfrm>
          <a:prstGeom prst="rect">
            <a:avLst/>
          </a:prstGeom>
          <a:solidFill>
            <a:srgbClr val="2587C5"/>
          </a:solidFill>
          <a:ln w="6350">
            <a:solidFill>
              <a:srgbClr val="FFFFFF"/>
            </a:solidFill>
            <a:prstDash val="solid"/>
          </a:ln>
        </p:spPr>
      </p:sp>
      <p:sp>
        <p:nvSpPr>
          <p:cNvPr id="92" name="Text 90"/>
          <p:cNvSpPr txBox="1"/>
          <p:nvPr/>
        </p:nvSpPr>
        <p:spPr>
          <a:xfrm>
            <a:off x="2807208" y="4485164"/>
            <a:ext cx="1874405"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485164"/>
            <a:ext cx="558160" cy="199490"/>
          </a:xfrm>
          <a:prstGeom prst="rect">
            <a:avLst/>
          </a:prstGeom>
          <a:solidFill>
            <a:srgbClr val="8FBEE6"/>
          </a:solidFill>
          <a:ln w="6350">
            <a:solidFill>
              <a:srgbClr val="FFFFFF"/>
            </a:solidFill>
            <a:prstDash val="solid"/>
          </a:ln>
        </p:spPr>
      </p:sp>
      <p:sp>
        <p:nvSpPr>
          <p:cNvPr id="94" name="Text 92"/>
          <p:cNvSpPr txBox="1"/>
          <p:nvPr/>
        </p:nvSpPr>
        <p:spPr>
          <a:xfrm>
            <a:off x="4681613" y="4485164"/>
            <a:ext cx="558160"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485164"/>
            <a:ext cx="722115" cy="199490"/>
          </a:xfrm>
          <a:prstGeom prst="rect">
            <a:avLst/>
          </a:prstGeom>
          <a:solidFill>
            <a:srgbClr val="D9D9D9"/>
          </a:solidFill>
          <a:ln w="6350">
            <a:solidFill>
              <a:srgbClr val="FFFFFF"/>
            </a:solidFill>
            <a:prstDash val="solid"/>
          </a:ln>
        </p:spPr>
      </p:sp>
      <p:sp>
        <p:nvSpPr>
          <p:cNvPr id="96" name="Text 94"/>
          <p:cNvSpPr txBox="1"/>
          <p:nvPr/>
        </p:nvSpPr>
        <p:spPr>
          <a:xfrm>
            <a:off x="5239773" y="4485164"/>
            <a:ext cx="722115"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716152"/>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747651"/>
            <a:ext cx="1862814" cy="199490"/>
          </a:xfrm>
          <a:prstGeom prst="rect">
            <a:avLst/>
          </a:prstGeom>
          <a:solidFill>
            <a:srgbClr val="2587C5"/>
          </a:solidFill>
          <a:ln w="6350">
            <a:solidFill>
              <a:srgbClr val="FFFFFF"/>
            </a:solidFill>
            <a:prstDash val="solid"/>
          </a:ln>
        </p:spPr>
      </p:sp>
      <p:sp>
        <p:nvSpPr>
          <p:cNvPr id="99" name="Text 97"/>
          <p:cNvSpPr txBox="1"/>
          <p:nvPr/>
        </p:nvSpPr>
        <p:spPr>
          <a:xfrm>
            <a:off x="2807208" y="4747651"/>
            <a:ext cx="1862814"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747651"/>
            <a:ext cx="740644" cy="199490"/>
          </a:xfrm>
          <a:prstGeom prst="rect">
            <a:avLst/>
          </a:prstGeom>
          <a:solidFill>
            <a:srgbClr val="8FBEE6"/>
          </a:solidFill>
          <a:ln w="6350">
            <a:solidFill>
              <a:srgbClr val="FFFFFF"/>
            </a:solidFill>
            <a:prstDash val="solid"/>
          </a:ln>
        </p:spPr>
      </p:sp>
      <p:sp>
        <p:nvSpPr>
          <p:cNvPr id="101" name="Text 99"/>
          <p:cNvSpPr txBox="1"/>
          <p:nvPr/>
        </p:nvSpPr>
        <p:spPr>
          <a:xfrm>
            <a:off x="4670022" y="4747651"/>
            <a:ext cx="740644"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747651"/>
            <a:ext cx="551222" cy="199490"/>
          </a:xfrm>
          <a:prstGeom prst="rect">
            <a:avLst/>
          </a:prstGeom>
          <a:solidFill>
            <a:srgbClr val="D9D9D9"/>
          </a:solidFill>
          <a:ln w="6350">
            <a:solidFill>
              <a:srgbClr val="FFFFFF"/>
            </a:solidFill>
            <a:prstDash val="solid"/>
          </a:ln>
        </p:spPr>
      </p:sp>
      <p:sp>
        <p:nvSpPr>
          <p:cNvPr id="103" name="Text 101"/>
          <p:cNvSpPr txBox="1"/>
          <p:nvPr/>
        </p:nvSpPr>
        <p:spPr>
          <a:xfrm>
            <a:off x="5410666" y="4747651"/>
            <a:ext cx="551222"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978639"/>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5010137"/>
            <a:ext cx="1831119" cy="199490"/>
          </a:xfrm>
          <a:prstGeom prst="rect">
            <a:avLst/>
          </a:prstGeom>
          <a:solidFill>
            <a:srgbClr val="2587C5"/>
          </a:solidFill>
          <a:ln w="6350">
            <a:solidFill>
              <a:srgbClr val="FFFFFF"/>
            </a:solidFill>
            <a:prstDash val="solid"/>
          </a:ln>
        </p:spPr>
      </p:sp>
      <p:sp>
        <p:nvSpPr>
          <p:cNvPr id="106" name="Text 104"/>
          <p:cNvSpPr txBox="1"/>
          <p:nvPr/>
        </p:nvSpPr>
        <p:spPr>
          <a:xfrm>
            <a:off x="2807208" y="5010137"/>
            <a:ext cx="1831119"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5010137"/>
            <a:ext cx="764127" cy="199490"/>
          </a:xfrm>
          <a:prstGeom prst="rect">
            <a:avLst/>
          </a:prstGeom>
          <a:solidFill>
            <a:srgbClr val="8FBEE6"/>
          </a:solidFill>
          <a:ln w="6350">
            <a:solidFill>
              <a:srgbClr val="FFFFFF"/>
            </a:solidFill>
            <a:prstDash val="solid"/>
          </a:ln>
        </p:spPr>
      </p:sp>
      <p:sp>
        <p:nvSpPr>
          <p:cNvPr id="108" name="Text 106"/>
          <p:cNvSpPr txBox="1"/>
          <p:nvPr/>
        </p:nvSpPr>
        <p:spPr>
          <a:xfrm>
            <a:off x="4638327" y="5010137"/>
            <a:ext cx="764127"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5010137"/>
            <a:ext cx="559433" cy="199490"/>
          </a:xfrm>
          <a:prstGeom prst="rect">
            <a:avLst/>
          </a:prstGeom>
          <a:solidFill>
            <a:srgbClr val="D9D9D9"/>
          </a:solidFill>
          <a:ln w="6350">
            <a:solidFill>
              <a:srgbClr val="FFFFFF"/>
            </a:solidFill>
            <a:prstDash val="solid"/>
          </a:ln>
        </p:spPr>
      </p:sp>
      <p:sp>
        <p:nvSpPr>
          <p:cNvPr id="110" name="Text 108"/>
          <p:cNvSpPr txBox="1"/>
          <p:nvPr/>
        </p:nvSpPr>
        <p:spPr>
          <a:xfrm>
            <a:off x="5402455" y="5010137"/>
            <a:ext cx="559433"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5241126"/>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5272624"/>
            <a:ext cx="1825486" cy="199490"/>
          </a:xfrm>
          <a:prstGeom prst="rect">
            <a:avLst/>
          </a:prstGeom>
          <a:solidFill>
            <a:srgbClr val="2587C5"/>
          </a:solidFill>
          <a:ln w="6350">
            <a:solidFill>
              <a:srgbClr val="FFFFFF"/>
            </a:solidFill>
            <a:prstDash val="solid"/>
          </a:ln>
        </p:spPr>
      </p:sp>
      <p:sp>
        <p:nvSpPr>
          <p:cNvPr id="113" name="Text 111"/>
          <p:cNvSpPr txBox="1"/>
          <p:nvPr/>
        </p:nvSpPr>
        <p:spPr>
          <a:xfrm>
            <a:off x="2807208" y="5272624"/>
            <a:ext cx="1825486"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5272624"/>
            <a:ext cx="426634" cy="199490"/>
          </a:xfrm>
          <a:prstGeom prst="rect">
            <a:avLst/>
          </a:prstGeom>
          <a:solidFill>
            <a:srgbClr val="8FBEE6"/>
          </a:solidFill>
          <a:ln w="6350">
            <a:solidFill>
              <a:srgbClr val="FFFFFF"/>
            </a:solidFill>
            <a:prstDash val="solid"/>
          </a:ln>
        </p:spPr>
      </p:sp>
      <p:sp>
        <p:nvSpPr>
          <p:cNvPr id="115" name="Text 113"/>
          <p:cNvSpPr txBox="1"/>
          <p:nvPr/>
        </p:nvSpPr>
        <p:spPr>
          <a:xfrm>
            <a:off x="4632694" y="5272624"/>
            <a:ext cx="426634"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5272624"/>
            <a:ext cx="902560" cy="199490"/>
          </a:xfrm>
          <a:prstGeom prst="rect">
            <a:avLst/>
          </a:prstGeom>
          <a:solidFill>
            <a:srgbClr val="D9D9D9"/>
          </a:solidFill>
          <a:ln w="6350">
            <a:solidFill>
              <a:srgbClr val="FFFFFF"/>
            </a:solidFill>
            <a:prstDash val="solid"/>
          </a:ln>
        </p:spPr>
      </p:sp>
      <p:sp>
        <p:nvSpPr>
          <p:cNvPr id="117" name="Text 115"/>
          <p:cNvSpPr txBox="1"/>
          <p:nvPr/>
        </p:nvSpPr>
        <p:spPr>
          <a:xfrm>
            <a:off x="5059328" y="5272624"/>
            <a:ext cx="902560"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503612"/>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535111"/>
            <a:ext cx="1807555" cy="199490"/>
          </a:xfrm>
          <a:prstGeom prst="rect">
            <a:avLst/>
          </a:prstGeom>
          <a:solidFill>
            <a:srgbClr val="2587C5"/>
          </a:solidFill>
          <a:ln w="6350">
            <a:solidFill>
              <a:srgbClr val="FFFFFF"/>
            </a:solidFill>
            <a:prstDash val="solid"/>
          </a:ln>
        </p:spPr>
      </p:sp>
      <p:sp>
        <p:nvSpPr>
          <p:cNvPr id="120" name="Text 118"/>
          <p:cNvSpPr txBox="1"/>
          <p:nvPr/>
        </p:nvSpPr>
        <p:spPr>
          <a:xfrm>
            <a:off x="2807208" y="5535111"/>
            <a:ext cx="1807555"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535111"/>
            <a:ext cx="466810" cy="199490"/>
          </a:xfrm>
          <a:prstGeom prst="rect">
            <a:avLst/>
          </a:prstGeom>
          <a:solidFill>
            <a:srgbClr val="8FBEE6"/>
          </a:solidFill>
          <a:ln w="6350">
            <a:solidFill>
              <a:srgbClr val="FFFFFF"/>
            </a:solidFill>
            <a:prstDash val="solid"/>
          </a:ln>
        </p:spPr>
      </p:sp>
      <p:sp>
        <p:nvSpPr>
          <p:cNvPr id="122" name="Text 120"/>
          <p:cNvSpPr txBox="1"/>
          <p:nvPr/>
        </p:nvSpPr>
        <p:spPr>
          <a:xfrm>
            <a:off x="4614763" y="5535111"/>
            <a:ext cx="466810"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535111"/>
            <a:ext cx="880315" cy="199490"/>
          </a:xfrm>
          <a:prstGeom prst="rect">
            <a:avLst/>
          </a:prstGeom>
          <a:solidFill>
            <a:srgbClr val="D9D9D9"/>
          </a:solidFill>
          <a:ln w="6350">
            <a:solidFill>
              <a:srgbClr val="FFFFFF"/>
            </a:solidFill>
            <a:prstDash val="solid"/>
          </a:ln>
        </p:spPr>
      </p:sp>
      <p:sp>
        <p:nvSpPr>
          <p:cNvPr id="124" name="Text 122"/>
          <p:cNvSpPr txBox="1"/>
          <p:nvPr/>
        </p:nvSpPr>
        <p:spPr>
          <a:xfrm>
            <a:off x="5081573" y="5535111"/>
            <a:ext cx="880315"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766099"/>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797597"/>
            <a:ext cx="1784948" cy="199490"/>
          </a:xfrm>
          <a:prstGeom prst="rect">
            <a:avLst/>
          </a:prstGeom>
          <a:solidFill>
            <a:srgbClr val="2587C5"/>
          </a:solidFill>
          <a:ln w="6350">
            <a:solidFill>
              <a:srgbClr val="FFFFFF"/>
            </a:solidFill>
            <a:prstDash val="solid"/>
          </a:ln>
        </p:spPr>
      </p:sp>
      <p:sp>
        <p:nvSpPr>
          <p:cNvPr id="127" name="Text 125"/>
          <p:cNvSpPr txBox="1"/>
          <p:nvPr/>
        </p:nvSpPr>
        <p:spPr>
          <a:xfrm>
            <a:off x="2807208" y="5797597"/>
            <a:ext cx="1784948"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797597"/>
            <a:ext cx="390376" cy="199490"/>
          </a:xfrm>
          <a:prstGeom prst="rect">
            <a:avLst/>
          </a:prstGeom>
          <a:solidFill>
            <a:srgbClr val="8FBEE6"/>
          </a:solidFill>
          <a:ln w="6350">
            <a:solidFill>
              <a:srgbClr val="FFFFFF"/>
            </a:solidFill>
            <a:prstDash val="solid"/>
          </a:ln>
        </p:spPr>
      </p:sp>
      <p:sp>
        <p:nvSpPr>
          <p:cNvPr id="129" name="Text 127"/>
          <p:cNvSpPr txBox="1"/>
          <p:nvPr/>
        </p:nvSpPr>
        <p:spPr>
          <a:xfrm>
            <a:off x="4592156" y="5797597"/>
            <a:ext cx="39037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797597"/>
            <a:ext cx="979356" cy="199490"/>
          </a:xfrm>
          <a:prstGeom prst="rect">
            <a:avLst/>
          </a:prstGeom>
          <a:solidFill>
            <a:srgbClr val="D9D9D9"/>
          </a:solidFill>
          <a:ln w="6350">
            <a:solidFill>
              <a:srgbClr val="FFFFFF"/>
            </a:solidFill>
            <a:prstDash val="solid"/>
          </a:ln>
        </p:spPr>
      </p:sp>
      <p:sp>
        <p:nvSpPr>
          <p:cNvPr id="131" name="Text 129"/>
          <p:cNvSpPr txBox="1"/>
          <p:nvPr/>
        </p:nvSpPr>
        <p:spPr>
          <a:xfrm>
            <a:off x="4982532" y="5797597"/>
            <a:ext cx="97935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6028585"/>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6060084"/>
            <a:ext cx="1784687" cy="199490"/>
          </a:xfrm>
          <a:prstGeom prst="rect">
            <a:avLst/>
          </a:prstGeom>
          <a:solidFill>
            <a:srgbClr val="2587C5"/>
          </a:solidFill>
          <a:ln w="6350">
            <a:solidFill>
              <a:srgbClr val="FFFFFF"/>
            </a:solidFill>
            <a:prstDash val="solid"/>
          </a:ln>
        </p:spPr>
      </p:sp>
      <p:sp>
        <p:nvSpPr>
          <p:cNvPr id="134" name="Text 132"/>
          <p:cNvSpPr txBox="1"/>
          <p:nvPr/>
        </p:nvSpPr>
        <p:spPr>
          <a:xfrm>
            <a:off x="2807208" y="6060084"/>
            <a:ext cx="1784687"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6060084"/>
            <a:ext cx="320373" cy="199490"/>
          </a:xfrm>
          <a:prstGeom prst="rect">
            <a:avLst/>
          </a:prstGeom>
          <a:solidFill>
            <a:srgbClr val="8FBEE6"/>
          </a:solidFill>
          <a:ln w="6350">
            <a:solidFill>
              <a:srgbClr val="FFFFFF"/>
            </a:solidFill>
            <a:prstDash val="solid"/>
          </a:ln>
        </p:spPr>
      </p:sp>
      <p:sp>
        <p:nvSpPr>
          <p:cNvPr id="136" name="Text 134"/>
          <p:cNvSpPr txBox="1"/>
          <p:nvPr/>
        </p:nvSpPr>
        <p:spPr>
          <a:xfrm>
            <a:off x="4591895" y="6060084"/>
            <a:ext cx="320373"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6060084"/>
            <a:ext cx="1049620" cy="199490"/>
          </a:xfrm>
          <a:prstGeom prst="rect">
            <a:avLst/>
          </a:prstGeom>
          <a:solidFill>
            <a:srgbClr val="D9D9D9"/>
          </a:solidFill>
          <a:ln w="6350">
            <a:solidFill>
              <a:srgbClr val="FFFFFF"/>
            </a:solidFill>
            <a:prstDash val="solid"/>
          </a:ln>
        </p:spPr>
      </p:sp>
      <p:sp>
        <p:nvSpPr>
          <p:cNvPr id="138" name="Text 136"/>
          <p:cNvSpPr txBox="1"/>
          <p:nvPr/>
        </p:nvSpPr>
        <p:spPr>
          <a:xfrm>
            <a:off x="4912268" y="6060084"/>
            <a:ext cx="1049620"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60298"/>
            <a:ext cx="1759183" cy="199490"/>
          </a:xfrm>
          <a:prstGeom prst="rect">
            <a:avLst/>
          </a:prstGeom>
          <a:solidFill>
            <a:srgbClr val="2587C5"/>
          </a:solidFill>
          <a:ln w="6350">
            <a:solidFill>
              <a:srgbClr val="FFFFFF"/>
            </a:solidFill>
            <a:prstDash val="solid"/>
          </a:ln>
        </p:spPr>
      </p:sp>
      <p:sp>
        <p:nvSpPr>
          <p:cNvPr id="141" name="Text 139"/>
          <p:cNvSpPr txBox="1"/>
          <p:nvPr/>
        </p:nvSpPr>
        <p:spPr>
          <a:xfrm>
            <a:off x="8357616" y="1860298"/>
            <a:ext cx="1759183"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60298"/>
            <a:ext cx="978643" cy="199490"/>
          </a:xfrm>
          <a:prstGeom prst="rect">
            <a:avLst/>
          </a:prstGeom>
          <a:solidFill>
            <a:srgbClr val="8FBEE6"/>
          </a:solidFill>
          <a:ln w="6350">
            <a:solidFill>
              <a:srgbClr val="FFFFFF"/>
            </a:solidFill>
            <a:prstDash val="solid"/>
          </a:ln>
        </p:spPr>
      </p:sp>
      <p:sp>
        <p:nvSpPr>
          <p:cNvPr id="143" name="Text 141"/>
          <p:cNvSpPr txBox="1"/>
          <p:nvPr/>
        </p:nvSpPr>
        <p:spPr>
          <a:xfrm>
            <a:off x="10116799" y="1860298"/>
            <a:ext cx="978643"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60298"/>
            <a:ext cx="416854" cy="199490"/>
          </a:xfrm>
          <a:prstGeom prst="rect">
            <a:avLst/>
          </a:prstGeom>
          <a:solidFill>
            <a:srgbClr val="D9D9D9"/>
          </a:solidFill>
          <a:ln w="6350">
            <a:solidFill>
              <a:srgbClr val="FFFFFF"/>
            </a:solidFill>
            <a:prstDash val="solid"/>
          </a:ln>
        </p:spPr>
      </p:sp>
      <p:sp>
        <p:nvSpPr>
          <p:cNvPr id="145" name="Text 143"/>
          <p:cNvSpPr txBox="1"/>
          <p:nvPr/>
        </p:nvSpPr>
        <p:spPr>
          <a:xfrm>
            <a:off x="11095442" y="1860298"/>
            <a:ext cx="416854"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91287"/>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122785"/>
            <a:ext cx="1743709" cy="199490"/>
          </a:xfrm>
          <a:prstGeom prst="rect">
            <a:avLst/>
          </a:prstGeom>
          <a:solidFill>
            <a:srgbClr val="2587C5"/>
          </a:solidFill>
          <a:ln w="6350">
            <a:solidFill>
              <a:srgbClr val="FFFFFF"/>
            </a:solidFill>
            <a:prstDash val="solid"/>
          </a:ln>
        </p:spPr>
      </p:sp>
      <p:sp>
        <p:nvSpPr>
          <p:cNvPr id="148" name="Text 146"/>
          <p:cNvSpPr txBox="1"/>
          <p:nvPr/>
        </p:nvSpPr>
        <p:spPr>
          <a:xfrm>
            <a:off x="8357616" y="2122785"/>
            <a:ext cx="1743709"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122785"/>
            <a:ext cx="638330" cy="199490"/>
          </a:xfrm>
          <a:prstGeom prst="rect">
            <a:avLst/>
          </a:prstGeom>
          <a:solidFill>
            <a:srgbClr val="8FBEE6"/>
          </a:solidFill>
          <a:ln w="6350">
            <a:solidFill>
              <a:srgbClr val="FFFFFF"/>
            </a:solidFill>
            <a:prstDash val="solid"/>
          </a:ln>
        </p:spPr>
      </p:sp>
      <p:sp>
        <p:nvSpPr>
          <p:cNvPr id="150" name="Text 148"/>
          <p:cNvSpPr txBox="1"/>
          <p:nvPr/>
        </p:nvSpPr>
        <p:spPr>
          <a:xfrm>
            <a:off x="10101325" y="2122785"/>
            <a:ext cx="638330"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122785"/>
            <a:ext cx="772641" cy="199490"/>
          </a:xfrm>
          <a:prstGeom prst="rect">
            <a:avLst/>
          </a:prstGeom>
          <a:solidFill>
            <a:srgbClr val="D9D9D9"/>
          </a:solidFill>
          <a:ln w="6350">
            <a:solidFill>
              <a:srgbClr val="FFFFFF"/>
            </a:solidFill>
            <a:prstDash val="solid"/>
          </a:ln>
        </p:spPr>
      </p:sp>
      <p:sp>
        <p:nvSpPr>
          <p:cNvPr id="152" name="Text 150"/>
          <p:cNvSpPr txBox="1"/>
          <p:nvPr/>
        </p:nvSpPr>
        <p:spPr>
          <a:xfrm>
            <a:off x="10739655" y="2122785"/>
            <a:ext cx="772641"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53773"/>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85272"/>
            <a:ext cx="1719908" cy="199490"/>
          </a:xfrm>
          <a:prstGeom prst="rect">
            <a:avLst/>
          </a:prstGeom>
          <a:solidFill>
            <a:srgbClr val="2587C5"/>
          </a:solidFill>
          <a:ln w="6350">
            <a:solidFill>
              <a:srgbClr val="FFFFFF"/>
            </a:solidFill>
            <a:prstDash val="solid"/>
          </a:ln>
        </p:spPr>
      </p:sp>
      <p:sp>
        <p:nvSpPr>
          <p:cNvPr id="155" name="Text 153"/>
          <p:cNvSpPr txBox="1"/>
          <p:nvPr/>
        </p:nvSpPr>
        <p:spPr>
          <a:xfrm>
            <a:off x="8357616" y="2385272"/>
            <a:ext cx="1719908"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85272"/>
            <a:ext cx="412555" cy="199490"/>
          </a:xfrm>
          <a:prstGeom prst="rect">
            <a:avLst/>
          </a:prstGeom>
          <a:solidFill>
            <a:srgbClr val="8FBEE6"/>
          </a:solidFill>
          <a:ln w="6350">
            <a:solidFill>
              <a:srgbClr val="FFFFFF"/>
            </a:solidFill>
            <a:prstDash val="solid"/>
          </a:ln>
        </p:spPr>
      </p:sp>
      <p:sp>
        <p:nvSpPr>
          <p:cNvPr id="157" name="Text 155"/>
          <p:cNvSpPr txBox="1"/>
          <p:nvPr/>
        </p:nvSpPr>
        <p:spPr>
          <a:xfrm>
            <a:off x="10077524" y="2385272"/>
            <a:ext cx="412555"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85272"/>
            <a:ext cx="1022217" cy="199490"/>
          </a:xfrm>
          <a:prstGeom prst="rect">
            <a:avLst/>
          </a:prstGeom>
          <a:solidFill>
            <a:srgbClr val="D9D9D9"/>
          </a:solidFill>
          <a:ln w="6350">
            <a:solidFill>
              <a:srgbClr val="FFFFFF"/>
            </a:solidFill>
            <a:prstDash val="solid"/>
          </a:ln>
        </p:spPr>
      </p:sp>
      <p:sp>
        <p:nvSpPr>
          <p:cNvPr id="159" name="Text 157"/>
          <p:cNvSpPr txBox="1"/>
          <p:nvPr/>
        </p:nvSpPr>
        <p:spPr>
          <a:xfrm>
            <a:off x="10490079" y="2385272"/>
            <a:ext cx="1022217"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616260"/>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647758"/>
            <a:ext cx="1601041" cy="199490"/>
          </a:xfrm>
          <a:prstGeom prst="rect">
            <a:avLst/>
          </a:prstGeom>
          <a:solidFill>
            <a:srgbClr val="2587C5"/>
          </a:solidFill>
          <a:ln w="6350">
            <a:solidFill>
              <a:srgbClr val="FFFFFF"/>
            </a:solidFill>
            <a:prstDash val="solid"/>
          </a:ln>
        </p:spPr>
      </p:sp>
      <p:sp>
        <p:nvSpPr>
          <p:cNvPr id="162" name="Text 160"/>
          <p:cNvSpPr txBox="1"/>
          <p:nvPr/>
        </p:nvSpPr>
        <p:spPr>
          <a:xfrm>
            <a:off x="8357616" y="2647758"/>
            <a:ext cx="1601041"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647758"/>
            <a:ext cx="606875" cy="199490"/>
          </a:xfrm>
          <a:prstGeom prst="rect">
            <a:avLst/>
          </a:prstGeom>
          <a:solidFill>
            <a:srgbClr val="8FBEE6"/>
          </a:solidFill>
          <a:ln w="6350">
            <a:solidFill>
              <a:srgbClr val="FFFFFF"/>
            </a:solidFill>
            <a:prstDash val="solid"/>
          </a:ln>
        </p:spPr>
      </p:sp>
      <p:sp>
        <p:nvSpPr>
          <p:cNvPr id="164" name="Text 162"/>
          <p:cNvSpPr txBox="1"/>
          <p:nvPr/>
        </p:nvSpPr>
        <p:spPr>
          <a:xfrm>
            <a:off x="9958657" y="2647758"/>
            <a:ext cx="606875"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647758"/>
            <a:ext cx="946764" cy="199490"/>
          </a:xfrm>
          <a:prstGeom prst="rect">
            <a:avLst/>
          </a:prstGeom>
          <a:solidFill>
            <a:srgbClr val="D9D9D9"/>
          </a:solidFill>
          <a:ln w="6350">
            <a:solidFill>
              <a:srgbClr val="FFFFFF"/>
            </a:solidFill>
            <a:prstDash val="solid"/>
          </a:ln>
        </p:spPr>
      </p:sp>
      <p:sp>
        <p:nvSpPr>
          <p:cNvPr id="166" name="Text 164"/>
          <p:cNvSpPr txBox="1"/>
          <p:nvPr/>
        </p:nvSpPr>
        <p:spPr>
          <a:xfrm>
            <a:off x="10565532" y="2647758"/>
            <a:ext cx="946764"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878746"/>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910245"/>
            <a:ext cx="1536222" cy="199490"/>
          </a:xfrm>
          <a:prstGeom prst="rect">
            <a:avLst/>
          </a:prstGeom>
          <a:solidFill>
            <a:srgbClr val="2587C5"/>
          </a:solidFill>
          <a:ln w="6350">
            <a:solidFill>
              <a:srgbClr val="FFFFFF"/>
            </a:solidFill>
            <a:prstDash val="solid"/>
          </a:ln>
        </p:spPr>
      </p:sp>
      <p:sp>
        <p:nvSpPr>
          <p:cNvPr id="169" name="Text 167"/>
          <p:cNvSpPr txBox="1"/>
          <p:nvPr/>
        </p:nvSpPr>
        <p:spPr>
          <a:xfrm>
            <a:off x="8357616" y="2910245"/>
            <a:ext cx="1536222"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910245"/>
            <a:ext cx="488153" cy="199490"/>
          </a:xfrm>
          <a:prstGeom prst="rect">
            <a:avLst/>
          </a:prstGeom>
          <a:solidFill>
            <a:srgbClr val="8FBEE6"/>
          </a:solidFill>
          <a:ln w="6350">
            <a:solidFill>
              <a:srgbClr val="FFFFFF"/>
            </a:solidFill>
            <a:prstDash val="solid"/>
          </a:ln>
        </p:spPr>
      </p:sp>
      <p:sp>
        <p:nvSpPr>
          <p:cNvPr id="171" name="Text 169"/>
          <p:cNvSpPr txBox="1"/>
          <p:nvPr/>
        </p:nvSpPr>
        <p:spPr>
          <a:xfrm>
            <a:off x="9893838" y="2910245"/>
            <a:ext cx="488153"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910245"/>
            <a:ext cx="1130306" cy="199490"/>
          </a:xfrm>
          <a:prstGeom prst="rect">
            <a:avLst/>
          </a:prstGeom>
          <a:solidFill>
            <a:srgbClr val="D9D9D9"/>
          </a:solidFill>
          <a:ln w="6350">
            <a:solidFill>
              <a:srgbClr val="FFFFFF"/>
            </a:solidFill>
            <a:prstDash val="solid"/>
          </a:ln>
        </p:spPr>
      </p:sp>
      <p:sp>
        <p:nvSpPr>
          <p:cNvPr id="173" name="Text 171"/>
          <p:cNvSpPr txBox="1"/>
          <p:nvPr/>
        </p:nvSpPr>
        <p:spPr>
          <a:xfrm>
            <a:off x="10381990" y="2910245"/>
            <a:ext cx="113030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141233"/>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172731"/>
            <a:ext cx="1513638" cy="199490"/>
          </a:xfrm>
          <a:prstGeom prst="rect">
            <a:avLst/>
          </a:prstGeom>
          <a:solidFill>
            <a:srgbClr val="2587C5"/>
          </a:solidFill>
          <a:ln w="6350">
            <a:solidFill>
              <a:srgbClr val="FFFFFF"/>
            </a:solidFill>
            <a:prstDash val="solid"/>
          </a:ln>
        </p:spPr>
      </p:sp>
      <p:sp>
        <p:nvSpPr>
          <p:cNvPr id="176" name="Text 174"/>
          <p:cNvSpPr txBox="1"/>
          <p:nvPr/>
        </p:nvSpPr>
        <p:spPr>
          <a:xfrm>
            <a:off x="8357616" y="3172731"/>
            <a:ext cx="1513638"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172731"/>
            <a:ext cx="727538" cy="199490"/>
          </a:xfrm>
          <a:prstGeom prst="rect">
            <a:avLst/>
          </a:prstGeom>
          <a:solidFill>
            <a:srgbClr val="8FBEE6"/>
          </a:solidFill>
          <a:ln w="6350">
            <a:solidFill>
              <a:srgbClr val="FFFFFF"/>
            </a:solidFill>
            <a:prstDash val="solid"/>
          </a:ln>
        </p:spPr>
      </p:sp>
      <p:sp>
        <p:nvSpPr>
          <p:cNvPr id="178" name="Text 176"/>
          <p:cNvSpPr txBox="1"/>
          <p:nvPr/>
        </p:nvSpPr>
        <p:spPr>
          <a:xfrm>
            <a:off x="9871254" y="3172731"/>
            <a:ext cx="727538"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172731"/>
            <a:ext cx="913503" cy="199490"/>
          </a:xfrm>
          <a:prstGeom prst="rect">
            <a:avLst/>
          </a:prstGeom>
          <a:solidFill>
            <a:srgbClr val="D9D9D9"/>
          </a:solidFill>
          <a:ln w="6350">
            <a:solidFill>
              <a:srgbClr val="FFFFFF"/>
            </a:solidFill>
            <a:prstDash val="solid"/>
          </a:ln>
        </p:spPr>
      </p:sp>
      <p:sp>
        <p:nvSpPr>
          <p:cNvPr id="180" name="Text 178"/>
          <p:cNvSpPr txBox="1"/>
          <p:nvPr/>
        </p:nvSpPr>
        <p:spPr>
          <a:xfrm>
            <a:off x="10598793" y="3172731"/>
            <a:ext cx="913503"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403720"/>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435218"/>
            <a:ext cx="1487709" cy="199490"/>
          </a:xfrm>
          <a:prstGeom prst="rect">
            <a:avLst/>
          </a:prstGeom>
          <a:solidFill>
            <a:srgbClr val="2587C5"/>
          </a:solidFill>
          <a:ln w="6350">
            <a:solidFill>
              <a:srgbClr val="FFFFFF"/>
            </a:solidFill>
            <a:prstDash val="solid"/>
          </a:ln>
        </p:spPr>
      </p:sp>
      <p:sp>
        <p:nvSpPr>
          <p:cNvPr id="183" name="Text 181"/>
          <p:cNvSpPr txBox="1"/>
          <p:nvPr/>
        </p:nvSpPr>
        <p:spPr>
          <a:xfrm>
            <a:off x="8357616" y="3435218"/>
            <a:ext cx="1487709"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435218"/>
            <a:ext cx="1263575" cy="199490"/>
          </a:xfrm>
          <a:prstGeom prst="rect">
            <a:avLst/>
          </a:prstGeom>
          <a:solidFill>
            <a:srgbClr val="8FBEE6"/>
          </a:solidFill>
          <a:ln w="6350">
            <a:solidFill>
              <a:srgbClr val="FFFFFF"/>
            </a:solidFill>
            <a:prstDash val="solid"/>
          </a:ln>
        </p:spPr>
      </p:sp>
      <p:sp>
        <p:nvSpPr>
          <p:cNvPr id="185" name="Text 183"/>
          <p:cNvSpPr txBox="1"/>
          <p:nvPr/>
        </p:nvSpPr>
        <p:spPr>
          <a:xfrm>
            <a:off x="9845325" y="3435218"/>
            <a:ext cx="1263575"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435218"/>
            <a:ext cx="403396" cy="199490"/>
          </a:xfrm>
          <a:prstGeom prst="rect">
            <a:avLst/>
          </a:prstGeom>
          <a:solidFill>
            <a:srgbClr val="D9D9D9"/>
          </a:solidFill>
          <a:ln w="6350">
            <a:solidFill>
              <a:srgbClr val="FFFFFF"/>
            </a:solidFill>
            <a:prstDash val="solid"/>
          </a:ln>
        </p:spPr>
      </p:sp>
      <p:sp>
        <p:nvSpPr>
          <p:cNvPr id="187" name="Text 185"/>
          <p:cNvSpPr txBox="1"/>
          <p:nvPr/>
        </p:nvSpPr>
        <p:spPr>
          <a:xfrm>
            <a:off x="11108900" y="3435218"/>
            <a:ext cx="40339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666206"/>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697705"/>
            <a:ext cx="1483116" cy="199490"/>
          </a:xfrm>
          <a:prstGeom prst="rect">
            <a:avLst/>
          </a:prstGeom>
          <a:solidFill>
            <a:srgbClr val="2587C5"/>
          </a:solidFill>
          <a:ln w="6350">
            <a:solidFill>
              <a:srgbClr val="FFFFFF"/>
            </a:solidFill>
            <a:prstDash val="solid"/>
          </a:ln>
        </p:spPr>
      </p:sp>
      <p:sp>
        <p:nvSpPr>
          <p:cNvPr id="190" name="Text 188"/>
          <p:cNvSpPr txBox="1"/>
          <p:nvPr/>
        </p:nvSpPr>
        <p:spPr>
          <a:xfrm>
            <a:off x="8357616" y="3697705"/>
            <a:ext cx="1483116"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697705"/>
            <a:ext cx="885736" cy="199490"/>
          </a:xfrm>
          <a:prstGeom prst="rect">
            <a:avLst/>
          </a:prstGeom>
          <a:solidFill>
            <a:srgbClr val="8FBEE6"/>
          </a:solidFill>
          <a:ln w="6350">
            <a:solidFill>
              <a:srgbClr val="FFFFFF"/>
            </a:solidFill>
            <a:prstDash val="solid"/>
          </a:ln>
        </p:spPr>
      </p:sp>
      <p:sp>
        <p:nvSpPr>
          <p:cNvPr id="192" name="Text 190"/>
          <p:cNvSpPr txBox="1"/>
          <p:nvPr/>
        </p:nvSpPr>
        <p:spPr>
          <a:xfrm>
            <a:off x="9840732" y="3697705"/>
            <a:ext cx="88573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697705"/>
            <a:ext cx="785828" cy="199490"/>
          </a:xfrm>
          <a:prstGeom prst="rect">
            <a:avLst/>
          </a:prstGeom>
          <a:solidFill>
            <a:srgbClr val="D9D9D9"/>
          </a:solidFill>
          <a:ln w="6350">
            <a:solidFill>
              <a:srgbClr val="FFFFFF"/>
            </a:solidFill>
            <a:prstDash val="solid"/>
          </a:ln>
        </p:spPr>
      </p:sp>
      <p:sp>
        <p:nvSpPr>
          <p:cNvPr id="194" name="Text 192"/>
          <p:cNvSpPr txBox="1"/>
          <p:nvPr/>
        </p:nvSpPr>
        <p:spPr>
          <a:xfrm>
            <a:off x="10726468" y="3697705"/>
            <a:ext cx="785828"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928693"/>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960191"/>
            <a:ext cx="1429900" cy="199490"/>
          </a:xfrm>
          <a:prstGeom prst="rect">
            <a:avLst/>
          </a:prstGeom>
          <a:solidFill>
            <a:srgbClr val="2587C5"/>
          </a:solidFill>
          <a:ln w="6350">
            <a:solidFill>
              <a:srgbClr val="FFFFFF"/>
            </a:solidFill>
            <a:prstDash val="solid"/>
          </a:ln>
        </p:spPr>
      </p:sp>
      <p:sp>
        <p:nvSpPr>
          <p:cNvPr id="197" name="Text 195"/>
          <p:cNvSpPr txBox="1"/>
          <p:nvPr/>
        </p:nvSpPr>
        <p:spPr>
          <a:xfrm>
            <a:off x="8357616" y="3960191"/>
            <a:ext cx="1429900"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960191"/>
            <a:ext cx="450296" cy="199490"/>
          </a:xfrm>
          <a:prstGeom prst="rect">
            <a:avLst/>
          </a:prstGeom>
          <a:solidFill>
            <a:srgbClr val="8FBEE6"/>
          </a:solidFill>
          <a:ln w="6350">
            <a:solidFill>
              <a:srgbClr val="FFFFFF"/>
            </a:solidFill>
            <a:prstDash val="solid"/>
          </a:ln>
        </p:spPr>
      </p:sp>
      <p:sp>
        <p:nvSpPr>
          <p:cNvPr id="199" name="Text 197"/>
          <p:cNvSpPr txBox="1"/>
          <p:nvPr/>
        </p:nvSpPr>
        <p:spPr>
          <a:xfrm>
            <a:off x="9787516" y="3960191"/>
            <a:ext cx="45029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960191"/>
            <a:ext cx="1274484" cy="199490"/>
          </a:xfrm>
          <a:prstGeom prst="rect">
            <a:avLst/>
          </a:prstGeom>
          <a:solidFill>
            <a:srgbClr val="D9D9D9"/>
          </a:solidFill>
          <a:ln w="6350">
            <a:solidFill>
              <a:srgbClr val="FFFFFF"/>
            </a:solidFill>
            <a:prstDash val="solid"/>
          </a:ln>
        </p:spPr>
      </p:sp>
      <p:sp>
        <p:nvSpPr>
          <p:cNvPr id="201" name="Text 199"/>
          <p:cNvSpPr txBox="1"/>
          <p:nvPr/>
        </p:nvSpPr>
        <p:spPr>
          <a:xfrm>
            <a:off x="10237812" y="3960191"/>
            <a:ext cx="1274484"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4191179"/>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222678"/>
            <a:ext cx="1407663" cy="199490"/>
          </a:xfrm>
          <a:prstGeom prst="rect">
            <a:avLst/>
          </a:prstGeom>
          <a:solidFill>
            <a:srgbClr val="2587C5"/>
          </a:solidFill>
          <a:ln w="6350">
            <a:solidFill>
              <a:srgbClr val="FFFFFF"/>
            </a:solidFill>
            <a:prstDash val="solid"/>
          </a:ln>
        </p:spPr>
      </p:sp>
      <p:sp>
        <p:nvSpPr>
          <p:cNvPr id="204" name="Text 202"/>
          <p:cNvSpPr txBox="1"/>
          <p:nvPr/>
        </p:nvSpPr>
        <p:spPr>
          <a:xfrm>
            <a:off x="8357616" y="4222678"/>
            <a:ext cx="1407663"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222678"/>
            <a:ext cx="1184133" cy="199490"/>
          </a:xfrm>
          <a:prstGeom prst="rect">
            <a:avLst/>
          </a:prstGeom>
          <a:solidFill>
            <a:srgbClr val="8FBEE6"/>
          </a:solidFill>
          <a:ln w="6350">
            <a:solidFill>
              <a:srgbClr val="FFFFFF"/>
            </a:solidFill>
            <a:prstDash val="solid"/>
          </a:ln>
        </p:spPr>
      </p:sp>
      <p:sp>
        <p:nvSpPr>
          <p:cNvPr id="206" name="Text 204"/>
          <p:cNvSpPr txBox="1"/>
          <p:nvPr/>
        </p:nvSpPr>
        <p:spPr>
          <a:xfrm>
            <a:off x="9765279" y="4222678"/>
            <a:ext cx="1184133"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222678"/>
            <a:ext cx="562884" cy="199490"/>
          </a:xfrm>
          <a:prstGeom prst="rect">
            <a:avLst/>
          </a:prstGeom>
          <a:solidFill>
            <a:srgbClr val="D9D9D9"/>
          </a:solidFill>
          <a:ln w="6350">
            <a:solidFill>
              <a:srgbClr val="FFFFFF"/>
            </a:solidFill>
            <a:prstDash val="solid"/>
          </a:ln>
        </p:spPr>
      </p:sp>
      <p:sp>
        <p:nvSpPr>
          <p:cNvPr id="208" name="Text 206"/>
          <p:cNvSpPr txBox="1"/>
          <p:nvPr/>
        </p:nvSpPr>
        <p:spPr>
          <a:xfrm>
            <a:off x="10949412" y="4222678"/>
            <a:ext cx="562884"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453666"/>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485164"/>
            <a:ext cx="1272315" cy="199490"/>
          </a:xfrm>
          <a:prstGeom prst="rect">
            <a:avLst/>
          </a:prstGeom>
          <a:solidFill>
            <a:srgbClr val="2587C5"/>
          </a:solidFill>
          <a:ln w="6350">
            <a:solidFill>
              <a:srgbClr val="FFFFFF"/>
            </a:solidFill>
            <a:prstDash val="solid"/>
          </a:ln>
        </p:spPr>
      </p:sp>
      <p:sp>
        <p:nvSpPr>
          <p:cNvPr id="211" name="Text 209"/>
          <p:cNvSpPr txBox="1"/>
          <p:nvPr/>
        </p:nvSpPr>
        <p:spPr>
          <a:xfrm>
            <a:off x="8357616" y="4485164"/>
            <a:ext cx="1272315"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485164"/>
            <a:ext cx="1101342" cy="199490"/>
          </a:xfrm>
          <a:prstGeom prst="rect">
            <a:avLst/>
          </a:prstGeom>
          <a:solidFill>
            <a:srgbClr val="8FBEE6"/>
          </a:solidFill>
          <a:ln w="6350">
            <a:solidFill>
              <a:srgbClr val="FFFFFF"/>
            </a:solidFill>
            <a:prstDash val="solid"/>
          </a:ln>
        </p:spPr>
      </p:sp>
      <p:sp>
        <p:nvSpPr>
          <p:cNvPr id="213" name="Text 211"/>
          <p:cNvSpPr txBox="1"/>
          <p:nvPr/>
        </p:nvSpPr>
        <p:spPr>
          <a:xfrm>
            <a:off x="9629931" y="4485164"/>
            <a:ext cx="1101342"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485164"/>
            <a:ext cx="781023" cy="199490"/>
          </a:xfrm>
          <a:prstGeom prst="rect">
            <a:avLst/>
          </a:prstGeom>
          <a:solidFill>
            <a:srgbClr val="D9D9D9"/>
          </a:solidFill>
          <a:ln w="6350">
            <a:solidFill>
              <a:srgbClr val="FFFFFF"/>
            </a:solidFill>
            <a:prstDash val="solid"/>
          </a:ln>
        </p:spPr>
      </p:sp>
      <p:sp>
        <p:nvSpPr>
          <p:cNvPr id="215" name="Text 213"/>
          <p:cNvSpPr txBox="1"/>
          <p:nvPr/>
        </p:nvSpPr>
        <p:spPr>
          <a:xfrm>
            <a:off x="10731273" y="4485164"/>
            <a:ext cx="781023"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716152"/>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747651"/>
            <a:ext cx="1260841" cy="199490"/>
          </a:xfrm>
          <a:prstGeom prst="rect">
            <a:avLst/>
          </a:prstGeom>
          <a:solidFill>
            <a:srgbClr val="2587C5"/>
          </a:solidFill>
          <a:ln w="6350">
            <a:solidFill>
              <a:srgbClr val="FFFFFF"/>
            </a:solidFill>
            <a:prstDash val="solid"/>
          </a:ln>
        </p:spPr>
      </p:sp>
      <p:sp>
        <p:nvSpPr>
          <p:cNvPr id="218" name="Text 216"/>
          <p:cNvSpPr txBox="1"/>
          <p:nvPr/>
        </p:nvSpPr>
        <p:spPr>
          <a:xfrm>
            <a:off x="8357616" y="4747651"/>
            <a:ext cx="1260841"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747651"/>
            <a:ext cx="1210006" cy="199490"/>
          </a:xfrm>
          <a:prstGeom prst="rect">
            <a:avLst/>
          </a:prstGeom>
          <a:solidFill>
            <a:srgbClr val="8FBEE6"/>
          </a:solidFill>
          <a:ln w="6350">
            <a:solidFill>
              <a:srgbClr val="FFFFFF"/>
            </a:solidFill>
            <a:prstDash val="solid"/>
          </a:ln>
        </p:spPr>
      </p:sp>
      <p:sp>
        <p:nvSpPr>
          <p:cNvPr id="220" name="Text 218"/>
          <p:cNvSpPr txBox="1"/>
          <p:nvPr/>
        </p:nvSpPr>
        <p:spPr>
          <a:xfrm>
            <a:off x="9618457" y="4747651"/>
            <a:ext cx="121000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747651"/>
            <a:ext cx="683833" cy="199490"/>
          </a:xfrm>
          <a:prstGeom prst="rect">
            <a:avLst/>
          </a:prstGeom>
          <a:solidFill>
            <a:srgbClr val="D9D9D9"/>
          </a:solidFill>
          <a:ln w="6350">
            <a:solidFill>
              <a:srgbClr val="FFFFFF"/>
            </a:solidFill>
            <a:prstDash val="solid"/>
          </a:ln>
        </p:spPr>
      </p:sp>
      <p:sp>
        <p:nvSpPr>
          <p:cNvPr id="222" name="Text 220"/>
          <p:cNvSpPr txBox="1"/>
          <p:nvPr/>
        </p:nvSpPr>
        <p:spPr>
          <a:xfrm>
            <a:off x="10828463" y="4747651"/>
            <a:ext cx="683833"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978639"/>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5010137"/>
            <a:ext cx="1237324" cy="199490"/>
          </a:xfrm>
          <a:prstGeom prst="rect">
            <a:avLst/>
          </a:prstGeom>
          <a:solidFill>
            <a:srgbClr val="2587C5"/>
          </a:solidFill>
          <a:ln w="6350">
            <a:solidFill>
              <a:srgbClr val="FFFFFF"/>
            </a:solidFill>
            <a:prstDash val="solid"/>
          </a:ln>
        </p:spPr>
      </p:sp>
      <p:sp>
        <p:nvSpPr>
          <p:cNvPr id="225" name="Text 223"/>
          <p:cNvSpPr txBox="1"/>
          <p:nvPr/>
        </p:nvSpPr>
        <p:spPr>
          <a:xfrm>
            <a:off x="8357616" y="5010137"/>
            <a:ext cx="1237324"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5010137"/>
            <a:ext cx="995080" cy="199490"/>
          </a:xfrm>
          <a:prstGeom prst="rect">
            <a:avLst/>
          </a:prstGeom>
          <a:solidFill>
            <a:srgbClr val="8FBEE6"/>
          </a:solidFill>
          <a:ln w="6350">
            <a:solidFill>
              <a:srgbClr val="FFFFFF"/>
            </a:solidFill>
            <a:prstDash val="solid"/>
          </a:ln>
        </p:spPr>
      </p:sp>
      <p:sp>
        <p:nvSpPr>
          <p:cNvPr id="227" name="Text 225"/>
          <p:cNvSpPr txBox="1"/>
          <p:nvPr/>
        </p:nvSpPr>
        <p:spPr>
          <a:xfrm>
            <a:off x="9594940" y="5010137"/>
            <a:ext cx="995080"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5010137"/>
            <a:ext cx="922276" cy="199490"/>
          </a:xfrm>
          <a:prstGeom prst="rect">
            <a:avLst/>
          </a:prstGeom>
          <a:solidFill>
            <a:srgbClr val="D9D9D9"/>
          </a:solidFill>
          <a:ln w="6350">
            <a:solidFill>
              <a:srgbClr val="FFFFFF"/>
            </a:solidFill>
            <a:prstDash val="solid"/>
          </a:ln>
        </p:spPr>
      </p:sp>
      <p:sp>
        <p:nvSpPr>
          <p:cNvPr id="229" name="Text 227"/>
          <p:cNvSpPr txBox="1"/>
          <p:nvPr/>
        </p:nvSpPr>
        <p:spPr>
          <a:xfrm>
            <a:off x="10590020" y="5010137"/>
            <a:ext cx="92227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5241126"/>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5272624"/>
            <a:ext cx="1075368" cy="199490"/>
          </a:xfrm>
          <a:prstGeom prst="rect">
            <a:avLst/>
          </a:prstGeom>
          <a:solidFill>
            <a:srgbClr val="2587C5"/>
          </a:solidFill>
          <a:ln w="6350">
            <a:solidFill>
              <a:srgbClr val="FFFFFF"/>
            </a:solidFill>
            <a:prstDash val="solid"/>
          </a:ln>
        </p:spPr>
      </p:sp>
      <p:sp>
        <p:nvSpPr>
          <p:cNvPr id="232" name="Text 230"/>
          <p:cNvSpPr txBox="1"/>
          <p:nvPr/>
        </p:nvSpPr>
        <p:spPr>
          <a:xfrm>
            <a:off x="8357616" y="5272624"/>
            <a:ext cx="1075368"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5272624"/>
            <a:ext cx="1647182" cy="199490"/>
          </a:xfrm>
          <a:prstGeom prst="rect">
            <a:avLst/>
          </a:prstGeom>
          <a:solidFill>
            <a:srgbClr val="8FBEE6"/>
          </a:solidFill>
          <a:ln w="6350">
            <a:solidFill>
              <a:srgbClr val="FFFFFF"/>
            </a:solidFill>
            <a:prstDash val="solid"/>
          </a:ln>
        </p:spPr>
      </p:sp>
      <p:sp>
        <p:nvSpPr>
          <p:cNvPr id="234" name="Text 232"/>
          <p:cNvSpPr txBox="1"/>
          <p:nvPr/>
        </p:nvSpPr>
        <p:spPr>
          <a:xfrm>
            <a:off x="9432984" y="5272624"/>
            <a:ext cx="1647182"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5272624"/>
            <a:ext cx="432131" cy="199490"/>
          </a:xfrm>
          <a:prstGeom prst="rect">
            <a:avLst/>
          </a:prstGeom>
          <a:solidFill>
            <a:srgbClr val="D9D9D9"/>
          </a:solidFill>
          <a:ln w="6350">
            <a:solidFill>
              <a:srgbClr val="FFFFFF"/>
            </a:solidFill>
            <a:prstDash val="solid"/>
          </a:ln>
        </p:spPr>
      </p:sp>
      <p:sp>
        <p:nvSpPr>
          <p:cNvPr id="236" name="Text 234"/>
          <p:cNvSpPr txBox="1"/>
          <p:nvPr/>
        </p:nvSpPr>
        <p:spPr>
          <a:xfrm>
            <a:off x="11080165" y="5272624"/>
            <a:ext cx="432131"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503612"/>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535111"/>
            <a:ext cx="898846" cy="199490"/>
          </a:xfrm>
          <a:prstGeom prst="rect">
            <a:avLst/>
          </a:prstGeom>
          <a:solidFill>
            <a:srgbClr val="2587C5"/>
          </a:solidFill>
          <a:ln w="6350">
            <a:solidFill>
              <a:srgbClr val="FFFFFF"/>
            </a:solidFill>
            <a:prstDash val="solid"/>
          </a:ln>
        </p:spPr>
      </p:sp>
      <p:sp>
        <p:nvSpPr>
          <p:cNvPr id="239" name="Text 237"/>
          <p:cNvSpPr txBox="1"/>
          <p:nvPr/>
        </p:nvSpPr>
        <p:spPr>
          <a:xfrm>
            <a:off x="8357616" y="5535111"/>
            <a:ext cx="898846"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535111"/>
            <a:ext cx="1126586" cy="199490"/>
          </a:xfrm>
          <a:prstGeom prst="rect">
            <a:avLst/>
          </a:prstGeom>
          <a:solidFill>
            <a:srgbClr val="8FBEE6"/>
          </a:solidFill>
          <a:ln w="6350">
            <a:solidFill>
              <a:srgbClr val="FFFFFF"/>
            </a:solidFill>
            <a:prstDash val="solid"/>
          </a:ln>
        </p:spPr>
      </p:sp>
      <p:sp>
        <p:nvSpPr>
          <p:cNvPr id="241" name="Text 239"/>
          <p:cNvSpPr txBox="1"/>
          <p:nvPr/>
        </p:nvSpPr>
        <p:spPr>
          <a:xfrm>
            <a:off x="9256462" y="5535111"/>
            <a:ext cx="1126586"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535111"/>
            <a:ext cx="1129248" cy="199490"/>
          </a:xfrm>
          <a:prstGeom prst="rect">
            <a:avLst/>
          </a:prstGeom>
          <a:solidFill>
            <a:srgbClr val="D9D9D9"/>
          </a:solidFill>
          <a:ln w="6350">
            <a:solidFill>
              <a:srgbClr val="FFFFFF"/>
            </a:solidFill>
            <a:prstDash val="solid"/>
          </a:ln>
        </p:spPr>
      </p:sp>
      <p:sp>
        <p:nvSpPr>
          <p:cNvPr id="243" name="Text 241"/>
          <p:cNvSpPr txBox="1"/>
          <p:nvPr/>
        </p:nvSpPr>
        <p:spPr>
          <a:xfrm>
            <a:off x="10383048" y="5535111"/>
            <a:ext cx="1129248"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766099"/>
            <a:ext cx="2103120" cy="26248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797597"/>
            <a:ext cx="880673" cy="199490"/>
          </a:xfrm>
          <a:prstGeom prst="rect">
            <a:avLst/>
          </a:prstGeom>
          <a:solidFill>
            <a:srgbClr val="2587C5"/>
          </a:solidFill>
          <a:ln w="6350">
            <a:solidFill>
              <a:srgbClr val="FFFFFF"/>
            </a:solidFill>
            <a:prstDash val="solid"/>
          </a:ln>
        </p:spPr>
      </p:sp>
      <p:sp>
        <p:nvSpPr>
          <p:cNvPr id="246" name="Text 244"/>
          <p:cNvSpPr txBox="1"/>
          <p:nvPr/>
        </p:nvSpPr>
        <p:spPr>
          <a:xfrm>
            <a:off x="8357616" y="5797597"/>
            <a:ext cx="880673" cy="199490"/>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797597"/>
            <a:ext cx="1619914" cy="199490"/>
          </a:xfrm>
          <a:prstGeom prst="rect">
            <a:avLst/>
          </a:prstGeom>
          <a:solidFill>
            <a:srgbClr val="8FBEE6"/>
          </a:solidFill>
          <a:ln w="6350">
            <a:solidFill>
              <a:srgbClr val="FFFFFF"/>
            </a:solidFill>
            <a:prstDash val="solid"/>
          </a:ln>
        </p:spPr>
      </p:sp>
      <p:sp>
        <p:nvSpPr>
          <p:cNvPr id="248" name="Text 246"/>
          <p:cNvSpPr txBox="1"/>
          <p:nvPr/>
        </p:nvSpPr>
        <p:spPr>
          <a:xfrm>
            <a:off x="9238289" y="5797597"/>
            <a:ext cx="1619914"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797597"/>
            <a:ext cx="654094" cy="199490"/>
          </a:xfrm>
          <a:prstGeom prst="rect">
            <a:avLst/>
          </a:prstGeom>
          <a:solidFill>
            <a:srgbClr val="D9D9D9"/>
          </a:solidFill>
          <a:ln w="6350">
            <a:solidFill>
              <a:srgbClr val="FFFFFF"/>
            </a:solidFill>
            <a:prstDash val="solid"/>
          </a:ln>
        </p:spPr>
      </p:sp>
      <p:sp>
        <p:nvSpPr>
          <p:cNvPr id="250" name="Text 248"/>
          <p:cNvSpPr txBox="1"/>
          <p:nvPr/>
        </p:nvSpPr>
        <p:spPr>
          <a:xfrm>
            <a:off x="10858202" y="5797597"/>
            <a:ext cx="654094" cy="199490"/>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7632"/>
            <a:ext cx="571500" cy="112826"/>
          </a:xfrm>
          <a:prstGeom prst="rect">
            <a:avLst/>
          </a:prstGeom>
          <a:solidFill>
            <a:srgbClr val="12A566"/>
          </a:solidFill>
          <a:ln/>
        </p:spPr>
      </p:sp>
      <p:sp>
        <p:nvSpPr>
          <p:cNvPr id="18" name="Text 16"/>
          <p:cNvSpPr txBox="1"/>
          <p:nvPr/>
        </p:nvSpPr>
        <p:spPr>
          <a:xfrm>
            <a:off x="4206240"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32906"/>
            <a:ext cx="556300" cy="112826"/>
          </a:xfrm>
          <a:prstGeom prst="rect">
            <a:avLst/>
          </a:prstGeom>
          <a:solidFill>
            <a:srgbClr val="12A566"/>
          </a:solidFill>
          <a:ln/>
        </p:spPr>
      </p:sp>
      <p:sp>
        <p:nvSpPr>
          <p:cNvPr id="23" name="Text 21"/>
          <p:cNvSpPr txBox="1"/>
          <p:nvPr/>
        </p:nvSpPr>
        <p:spPr>
          <a:xfrm>
            <a:off x="4206240"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78181"/>
            <a:ext cx="501518" cy="112826"/>
          </a:xfrm>
          <a:prstGeom prst="rect">
            <a:avLst/>
          </a:prstGeom>
          <a:solidFill>
            <a:srgbClr val="12A566"/>
          </a:solidFill>
          <a:ln/>
        </p:spPr>
      </p:sp>
      <p:sp>
        <p:nvSpPr>
          <p:cNvPr id="28" name="Text 26"/>
          <p:cNvSpPr txBox="1"/>
          <p:nvPr/>
        </p:nvSpPr>
        <p:spPr>
          <a:xfrm>
            <a:off x="4206240"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923455"/>
            <a:ext cx="356729" cy="112826"/>
          </a:xfrm>
          <a:prstGeom prst="rect">
            <a:avLst/>
          </a:prstGeom>
          <a:solidFill>
            <a:srgbClr val="12A566"/>
          </a:solidFill>
          <a:ln/>
        </p:spPr>
      </p:sp>
      <p:sp>
        <p:nvSpPr>
          <p:cNvPr id="33" name="Text 31"/>
          <p:cNvSpPr txBox="1"/>
          <p:nvPr/>
        </p:nvSpPr>
        <p:spPr>
          <a:xfrm>
            <a:off x="4206240"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168729"/>
            <a:ext cx="344102" cy="112826"/>
          </a:xfrm>
          <a:prstGeom prst="rect">
            <a:avLst/>
          </a:prstGeom>
          <a:solidFill>
            <a:srgbClr val="12A566"/>
          </a:solidFill>
          <a:ln/>
        </p:spPr>
      </p:sp>
      <p:sp>
        <p:nvSpPr>
          <p:cNvPr id="38" name="Text 36"/>
          <p:cNvSpPr txBox="1"/>
          <p:nvPr/>
        </p:nvSpPr>
        <p:spPr>
          <a:xfrm>
            <a:off x="4206240"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414004"/>
            <a:ext cx="199895" cy="112826"/>
          </a:xfrm>
          <a:prstGeom prst="rect">
            <a:avLst/>
          </a:prstGeom>
          <a:solidFill>
            <a:srgbClr val="12A566"/>
          </a:solidFill>
          <a:ln/>
        </p:spPr>
      </p:sp>
      <p:sp>
        <p:nvSpPr>
          <p:cNvPr id="43" name="Text 41"/>
          <p:cNvSpPr txBox="1"/>
          <p:nvPr/>
        </p:nvSpPr>
        <p:spPr>
          <a:xfrm>
            <a:off x="4206240"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659278"/>
            <a:ext cx="195635" cy="112826"/>
          </a:xfrm>
          <a:prstGeom prst="rect">
            <a:avLst/>
          </a:prstGeom>
          <a:solidFill>
            <a:srgbClr val="12A566"/>
          </a:solidFill>
          <a:ln/>
        </p:spPr>
      </p:sp>
      <p:sp>
        <p:nvSpPr>
          <p:cNvPr id="48" name="Text 46"/>
          <p:cNvSpPr txBox="1"/>
          <p:nvPr/>
        </p:nvSpPr>
        <p:spPr>
          <a:xfrm>
            <a:off x="4206240"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904553"/>
            <a:ext cx="168573" cy="112826"/>
          </a:xfrm>
          <a:prstGeom prst="rect">
            <a:avLst/>
          </a:prstGeom>
          <a:solidFill>
            <a:srgbClr val="12A566"/>
          </a:solidFill>
          <a:ln/>
        </p:spPr>
      </p:sp>
      <p:sp>
        <p:nvSpPr>
          <p:cNvPr id="53" name="Text 51"/>
          <p:cNvSpPr txBox="1"/>
          <p:nvPr/>
        </p:nvSpPr>
        <p:spPr>
          <a:xfrm>
            <a:off x="4206240"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4149827"/>
            <a:ext cx="162760" cy="112826"/>
          </a:xfrm>
          <a:prstGeom prst="rect">
            <a:avLst/>
          </a:prstGeom>
          <a:solidFill>
            <a:srgbClr val="12A566"/>
          </a:solidFill>
          <a:ln/>
        </p:spPr>
      </p:sp>
      <p:sp>
        <p:nvSpPr>
          <p:cNvPr id="58" name="Text 56"/>
          <p:cNvSpPr txBox="1"/>
          <p:nvPr/>
        </p:nvSpPr>
        <p:spPr>
          <a:xfrm>
            <a:off x="4206240" y="408360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408360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395101"/>
            <a:ext cx="122625" cy="112826"/>
          </a:xfrm>
          <a:prstGeom prst="rect">
            <a:avLst/>
          </a:prstGeom>
          <a:solidFill>
            <a:srgbClr val="12A566"/>
          </a:solidFill>
          <a:ln/>
        </p:spPr>
      </p:sp>
      <p:sp>
        <p:nvSpPr>
          <p:cNvPr id="63" name="Text 61"/>
          <p:cNvSpPr txBox="1"/>
          <p:nvPr/>
        </p:nvSpPr>
        <p:spPr>
          <a:xfrm>
            <a:off x="4206240" y="432887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32887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640376"/>
            <a:ext cx="108212" cy="112826"/>
          </a:xfrm>
          <a:prstGeom prst="rect">
            <a:avLst/>
          </a:prstGeom>
          <a:solidFill>
            <a:srgbClr val="12A566"/>
          </a:solidFill>
          <a:ln/>
        </p:spPr>
      </p:sp>
      <p:sp>
        <p:nvSpPr>
          <p:cNvPr id="68" name="Text 66"/>
          <p:cNvSpPr txBox="1"/>
          <p:nvPr/>
        </p:nvSpPr>
        <p:spPr>
          <a:xfrm>
            <a:off x="4206240" y="457415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57415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885650"/>
            <a:ext cx="76393" cy="112826"/>
          </a:xfrm>
          <a:prstGeom prst="rect">
            <a:avLst/>
          </a:prstGeom>
          <a:solidFill>
            <a:srgbClr val="12A566"/>
          </a:solidFill>
          <a:ln/>
        </p:spPr>
      </p:sp>
      <p:sp>
        <p:nvSpPr>
          <p:cNvPr id="73" name="Text 71"/>
          <p:cNvSpPr txBox="1"/>
          <p:nvPr/>
        </p:nvSpPr>
        <p:spPr>
          <a:xfrm>
            <a:off x="4206240" y="4819426"/>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819426"/>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5130924"/>
            <a:ext cx="74877" cy="112826"/>
          </a:xfrm>
          <a:prstGeom prst="rect">
            <a:avLst/>
          </a:prstGeom>
          <a:solidFill>
            <a:srgbClr val="12A566"/>
          </a:solidFill>
          <a:ln/>
        </p:spPr>
      </p:sp>
      <p:sp>
        <p:nvSpPr>
          <p:cNvPr id="78" name="Text 76"/>
          <p:cNvSpPr txBox="1"/>
          <p:nvPr/>
        </p:nvSpPr>
        <p:spPr>
          <a:xfrm>
            <a:off x="4206240" y="506470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506470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376199"/>
            <a:ext cx="61548" cy="112826"/>
          </a:xfrm>
          <a:prstGeom prst="rect">
            <a:avLst/>
          </a:prstGeom>
          <a:solidFill>
            <a:srgbClr val="12A566"/>
          </a:solidFill>
          <a:ln/>
        </p:spPr>
      </p:sp>
      <p:sp>
        <p:nvSpPr>
          <p:cNvPr id="83" name="Text 81"/>
          <p:cNvSpPr txBox="1"/>
          <p:nvPr/>
        </p:nvSpPr>
        <p:spPr>
          <a:xfrm>
            <a:off x="4206240" y="530997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30997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621473"/>
            <a:ext cx="54307" cy="112826"/>
          </a:xfrm>
          <a:prstGeom prst="rect">
            <a:avLst/>
          </a:prstGeom>
          <a:solidFill>
            <a:srgbClr val="12A566"/>
          </a:solidFill>
          <a:ln/>
        </p:spPr>
      </p:sp>
      <p:sp>
        <p:nvSpPr>
          <p:cNvPr id="88" name="Text 86"/>
          <p:cNvSpPr txBox="1"/>
          <p:nvPr/>
        </p:nvSpPr>
        <p:spPr>
          <a:xfrm>
            <a:off x="4206240" y="5555249"/>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555249"/>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866747"/>
            <a:ext cx="52492" cy="112826"/>
          </a:xfrm>
          <a:prstGeom prst="rect">
            <a:avLst/>
          </a:prstGeom>
          <a:solidFill>
            <a:srgbClr val="12A566"/>
          </a:solidFill>
          <a:ln/>
        </p:spPr>
      </p:sp>
      <p:sp>
        <p:nvSpPr>
          <p:cNvPr id="93" name="Text 91"/>
          <p:cNvSpPr txBox="1"/>
          <p:nvPr/>
        </p:nvSpPr>
        <p:spPr>
          <a:xfrm>
            <a:off x="4206240" y="580052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80052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6112022"/>
            <a:ext cx="50035" cy="112826"/>
          </a:xfrm>
          <a:prstGeom prst="rect">
            <a:avLst/>
          </a:prstGeom>
          <a:solidFill>
            <a:srgbClr val="12A566"/>
          </a:solidFill>
          <a:ln/>
        </p:spPr>
      </p:sp>
      <p:sp>
        <p:nvSpPr>
          <p:cNvPr id="98" name="Text 96"/>
          <p:cNvSpPr txBox="1"/>
          <p:nvPr/>
        </p:nvSpPr>
        <p:spPr>
          <a:xfrm>
            <a:off x="4206240" y="604579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604579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7632"/>
            <a:ext cx="31184" cy="112826"/>
          </a:xfrm>
          <a:prstGeom prst="rect">
            <a:avLst/>
          </a:prstGeom>
          <a:solidFill>
            <a:srgbClr val="12A566"/>
          </a:solidFill>
          <a:ln/>
        </p:spPr>
      </p:sp>
      <p:sp>
        <p:nvSpPr>
          <p:cNvPr id="103" name="Text 101"/>
          <p:cNvSpPr txBox="1"/>
          <p:nvPr/>
        </p:nvSpPr>
        <p:spPr>
          <a:xfrm>
            <a:off x="9756648"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32906"/>
            <a:ext cx="12802" cy="112826"/>
          </a:xfrm>
          <a:prstGeom prst="rect">
            <a:avLst/>
          </a:prstGeom>
          <a:solidFill>
            <a:srgbClr val="12A566"/>
          </a:solidFill>
          <a:ln/>
        </p:spPr>
      </p:sp>
      <p:sp>
        <p:nvSpPr>
          <p:cNvPr id="108" name="Text 106"/>
          <p:cNvSpPr txBox="1"/>
          <p:nvPr/>
        </p:nvSpPr>
        <p:spPr>
          <a:xfrm>
            <a:off x="9756648"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78181"/>
            <a:ext cx="12802" cy="112826"/>
          </a:xfrm>
          <a:prstGeom prst="rect">
            <a:avLst/>
          </a:prstGeom>
          <a:solidFill>
            <a:srgbClr val="C2352F"/>
          </a:solidFill>
          <a:ln/>
        </p:spPr>
      </p:sp>
      <p:sp>
        <p:nvSpPr>
          <p:cNvPr id="113" name="Text 111"/>
          <p:cNvSpPr txBox="1"/>
          <p:nvPr/>
        </p:nvSpPr>
        <p:spPr>
          <a:xfrm>
            <a:off x="9756648" y="261195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61195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923455"/>
            <a:ext cx="13335" cy="112826"/>
          </a:xfrm>
          <a:prstGeom prst="rect">
            <a:avLst/>
          </a:prstGeom>
          <a:solidFill>
            <a:srgbClr val="C2352F"/>
          </a:solidFill>
          <a:ln/>
        </p:spPr>
      </p:sp>
      <p:sp>
        <p:nvSpPr>
          <p:cNvPr id="118" name="Text 116"/>
          <p:cNvSpPr txBox="1"/>
          <p:nvPr/>
        </p:nvSpPr>
        <p:spPr>
          <a:xfrm>
            <a:off x="9756648" y="2857231"/>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857231"/>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168729"/>
            <a:ext cx="21011" cy="112826"/>
          </a:xfrm>
          <a:prstGeom prst="rect">
            <a:avLst/>
          </a:prstGeom>
          <a:solidFill>
            <a:srgbClr val="C2352F"/>
          </a:solidFill>
          <a:ln/>
        </p:spPr>
      </p:sp>
      <p:sp>
        <p:nvSpPr>
          <p:cNvPr id="123" name="Text 121"/>
          <p:cNvSpPr txBox="1"/>
          <p:nvPr/>
        </p:nvSpPr>
        <p:spPr>
          <a:xfrm>
            <a:off x="9756648" y="310250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10250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414004"/>
            <a:ext cx="21526" cy="112826"/>
          </a:xfrm>
          <a:prstGeom prst="rect">
            <a:avLst/>
          </a:prstGeom>
          <a:solidFill>
            <a:srgbClr val="C2352F"/>
          </a:solidFill>
          <a:ln/>
        </p:spPr>
      </p:sp>
      <p:sp>
        <p:nvSpPr>
          <p:cNvPr id="128" name="Text 126"/>
          <p:cNvSpPr txBox="1"/>
          <p:nvPr/>
        </p:nvSpPr>
        <p:spPr>
          <a:xfrm>
            <a:off x="9756648" y="334778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34778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659278"/>
            <a:ext cx="24380" cy="112826"/>
          </a:xfrm>
          <a:prstGeom prst="rect">
            <a:avLst/>
          </a:prstGeom>
          <a:solidFill>
            <a:srgbClr val="C2352F"/>
          </a:solidFill>
          <a:ln/>
        </p:spPr>
      </p:sp>
      <p:sp>
        <p:nvSpPr>
          <p:cNvPr id="133" name="Text 131"/>
          <p:cNvSpPr txBox="1"/>
          <p:nvPr/>
        </p:nvSpPr>
        <p:spPr>
          <a:xfrm>
            <a:off x="9756648" y="3593054"/>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593054"/>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904553"/>
            <a:ext cx="32068" cy="112826"/>
          </a:xfrm>
          <a:prstGeom prst="rect">
            <a:avLst/>
          </a:prstGeom>
          <a:solidFill>
            <a:srgbClr val="C2352F"/>
          </a:solidFill>
          <a:ln/>
        </p:spPr>
      </p:sp>
      <p:sp>
        <p:nvSpPr>
          <p:cNvPr id="138" name="Text 136"/>
          <p:cNvSpPr txBox="1"/>
          <p:nvPr/>
        </p:nvSpPr>
        <p:spPr>
          <a:xfrm>
            <a:off x="9756648" y="3838328"/>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838328"/>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4149827"/>
            <a:ext cx="32373" cy="112826"/>
          </a:xfrm>
          <a:prstGeom prst="rect">
            <a:avLst/>
          </a:prstGeom>
          <a:solidFill>
            <a:srgbClr val="C2352F"/>
          </a:solidFill>
          <a:ln/>
        </p:spPr>
      </p:sp>
      <p:sp>
        <p:nvSpPr>
          <p:cNvPr id="143" name="Text 141"/>
          <p:cNvSpPr txBox="1"/>
          <p:nvPr/>
        </p:nvSpPr>
        <p:spPr>
          <a:xfrm>
            <a:off x="9756648" y="408360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408360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395101"/>
            <a:ext cx="37039" cy="112826"/>
          </a:xfrm>
          <a:prstGeom prst="rect">
            <a:avLst/>
          </a:prstGeom>
          <a:solidFill>
            <a:srgbClr val="C2352F"/>
          </a:solidFill>
          <a:ln/>
        </p:spPr>
      </p:sp>
      <p:sp>
        <p:nvSpPr>
          <p:cNvPr id="148" name="Text 146"/>
          <p:cNvSpPr txBox="1"/>
          <p:nvPr/>
        </p:nvSpPr>
        <p:spPr>
          <a:xfrm>
            <a:off x="9756648" y="432887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32887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640376"/>
            <a:ext cx="61262" cy="112826"/>
          </a:xfrm>
          <a:prstGeom prst="rect">
            <a:avLst/>
          </a:prstGeom>
          <a:solidFill>
            <a:srgbClr val="C2352F"/>
          </a:solidFill>
          <a:ln/>
        </p:spPr>
      </p:sp>
      <p:sp>
        <p:nvSpPr>
          <p:cNvPr id="153" name="Text 151"/>
          <p:cNvSpPr txBox="1"/>
          <p:nvPr/>
        </p:nvSpPr>
        <p:spPr>
          <a:xfrm>
            <a:off x="9756648" y="4574152"/>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574152"/>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885650"/>
            <a:ext cx="112968" cy="112826"/>
          </a:xfrm>
          <a:prstGeom prst="rect">
            <a:avLst/>
          </a:prstGeom>
          <a:solidFill>
            <a:srgbClr val="C2352F"/>
          </a:solidFill>
          <a:ln/>
        </p:spPr>
      </p:sp>
      <p:sp>
        <p:nvSpPr>
          <p:cNvPr id="158" name="Text 156"/>
          <p:cNvSpPr txBox="1"/>
          <p:nvPr/>
        </p:nvSpPr>
        <p:spPr>
          <a:xfrm>
            <a:off x="9756648" y="4819426"/>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819426"/>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5130924"/>
            <a:ext cx="114073" cy="112826"/>
          </a:xfrm>
          <a:prstGeom prst="rect">
            <a:avLst/>
          </a:prstGeom>
          <a:solidFill>
            <a:srgbClr val="C2352F"/>
          </a:solidFill>
          <a:ln/>
        </p:spPr>
      </p:sp>
      <p:sp>
        <p:nvSpPr>
          <p:cNvPr id="163" name="Text 161"/>
          <p:cNvSpPr txBox="1"/>
          <p:nvPr/>
        </p:nvSpPr>
        <p:spPr>
          <a:xfrm>
            <a:off x="9756648" y="506470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506470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376199"/>
            <a:ext cx="126741" cy="112826"/>
          </a:xfrm>
          <a:prstGeom prst="rect">
            <a:avLst/>
          </a:prstGeom>
          <a:solidFill>
            <a:srgbClr val="C2352F"/>
          </a:solidFill>
          <a:ln/>
        </p:spPr>
      </p:sp>
      <p:sp>
        <p:nvSpPr>
          <p:cNvPr id="168" name="Text 166"/>
          <p:cNvSpPr txBox="1"/>
          <p:nvPr/>
        </p:nvSpPr>
        <p:spPr>
          <a:xfrm>
            <a:off x="9756648" y="530997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30997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621473"/>
            <a:ext cx="173380" cy="112826"/>
          </a:xfrm>
          <a:prstGeom prst="rect">
            <a:avLst/>
          </a:prstGeom>
          <a:solidFill>
            <a:srgbClr val="C2352F"/>
          </a:solidFill>
          <a:ln/>
        </p:spPr>
      </p:sp>
      <p:sp>
        <p:nvSpPr>
          <p:cNvPr id="173" name="Text 171"/>
          <p:cNvSpPr txBox="1"/>
          <p:nvPr/>
        </p:nvSpPr>
        <p:spPr>
          <a:xfrm>
            <a:off x="9756648" y="5555249"/>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555249"/>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866747"/>
            <a:ext cx="474911" cy="112826"/>
          </a:xfrm>
          <a:prstGeom prst="rect">
            <a:avLst/>
          </a:prstGeom>
          <a:solidFill>
            <a:srgbClr val="C2352F"/>
          </a:solidFill>
          <a:ln/>
        </p:spPr>
      </p:sp>
      <p:sp>
        <p:nvSpPr>
          <p:cNvPr id="178" name="Text 176"/>
          <p:cNvSpPr txBox="1"/>
          <p:nvPr/>
        </p:nvSpPr>
        <p:spPr>
          <a:xfrm>
            <a:off x="9756648" y="580052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80052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4169664"/>
          </a:xfrm>
          <a:prstGeom prst="rect">
            <a:avLst/>
          </a:prstGeom>
          <a:solidFill>
            <a:srgbClr val="9AA3AD"/>
          </a:solidFill>
          <a:ln/>
        </p:spPr>
      </p:sp>
      <p:sp>
        <p:nvSpPr>
          <p:cNvPr id="181" name="Shape 179"/>
          <p:cNvSpPr/>
          <p:nvPr/>
        </p:nvSpPr>
        <p:spPr>
          <a:xfrm>
            <a:off x="9124798" y="2121408"/>
            <a:ext cx="10973" cy="4169664"/>
          </a:xfrm>
          <a:prstGeom prst="rect">
            <a:avLst/>
          </a:prstGeom>
          <a:solidFill>
            <a:srgbClr val="9AA3AD"/>
          </a:solidFill>
          <a:ln/>
        </p:spPr>
      </p:sp>
      <p:sp>
        <p:nvSpPr>
          <p:cNvPr id="182" name="Shape 180"/>
          <p:cNvSpPr/>
          <p:nvPr/>
        </p:nvSpPr>
        <p:spPr>
          <a:xfrm>
            <a:off x="6085332" y="2121408"/>
            <a:ext cx="10973" cy="4169664"/>
          </a:xfrm>
          <a:prstGeom prst="rect">
            <a:avLst/>
          </a:prstGeom>
          <a:solidFill>
            <a:srgbClr val="D9D9D9"/>
          </a:solidFill>
          <a:ln/>
        </p:spPr>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82727"/>
            <a:ext cx="484632" cy="122637"/>
          </a:xfrm>
          <a:prstGeom prst="rect">
            <a:avLst/>
          </a:prstGeom>
          <a:solidFill>
            <a:srgbClr val="12A566"/>
          </a:solidFill>
          <a:ln/>
        </p:spPr>
      </p:sp>
      <p:sp>
        <p:nvSpPr>
          <p:cNvPr id="14" name="Text 12"/>
          <p:cNvSpPr txBox="1"/>
          <p:nvPr/>
        </p:nvSpPr>
        <p:spPr>
          <a:xfrm>
            <a:off x="3547872" y="2121408"/>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28001"/>
            <a:ext cx="383271" cy="122637"/>
          </a:xfrm>
          <a:prstGeom prst="rect">
            <a:avLst/>
          </a:prstGeom>
          <a:solidFill>
            <a:srgbClr val="12A566"/>
          </a:solidFill>
          <a:ln/>
        </p:spPr>
      </p:sp>
      <p:sp>
        <p:nvSpPr>
          <p:cNvPr id="20" name="Text 18"/>
          <p:cNvSpPr txBox="1"/>
          <p:nvPr/>
        </p:nvSpPr>
        <p:spPr>
          <a:xfrm>
            <a:off x="3547872" y="2366682"/>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66682"/>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66682"/>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73275"/>
            <a:ext cx="381242" cy="122637"/>
          </a:xfrm>
          <a:prstGeom prst="rect">
            <a:avLst/>
          </a:prstGeom>
          <a:solidFill>
            <a:srgbClr val="12A566"/>
          </a:solidFill>
          <a:ln/>
        </p:spPr>
      </p:sp>
      <p:sp>
        <p:nvSpPr>
          <p:cNvPr id="26" name="Text 24"/>
          <p:cNvSpPr txBox="1"/>
          <p:nvPr/>
        </p:nvSpPr>
        <p:spPr>
          <a:xfrm>
            <a:off x="3547872" y="2611957"/>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611957"/>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611957"/>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918550"/>
            <a:ext cx="379858" cy="122637"/>
          </a:xfrm>
          <a:prstGeom prst="rect">
            <a:avLst/>
          </a:prstGeom>
          <a:solidFill>
            <a:srgbClr val="12A566"/>
          </a:solidFill>
          <a:ln/>
        </p:spPr>
      </p:sp>
      <p:sp>
        <p:nvSpPr>
          <p:cNvPr id="32" name="Text 30"/>
          <p:cNvSpPr txBox="1"/>
          <p:nvPr/>
        </p:nvSpPr>
        <p:spPr>
          <a:xfrm>
            <a:off x="3547872" y="2857231"/>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857231"/>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857231"/>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163824"/>
            <a:ext cx="370257" cy="122637"/>
          </a:xfrm>
          <a:prstGeom prst="rect">
            <a:avLst/>
          </a:prstGeom>
          <a:solidFill>
            <a:srgbClr val="12A566"/>
          </a:solidFill>
          <a:ln/>
        </p:spPr>
      </p:sp>
      <p:sp>
        <p:nvSpPr>
          <p:cNvPr id="38" name="Text 36"/>
          <p:cNvSpPr txBox="1"/>
          <p:nvPr/>
        </p:nvSpPr>
        <p:spPr>
          <a:xfrm>
            <a:off x="3547872" y="3102505"/>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102505"/>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102505"/>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409098"/>
            <a:ext cx="356959" cy="122637"/>
          </a:xfrm>
          <a:prstGeom prst="rect">
            <a:avLst/>
          </a:prstGeom>
          <a:solidFill>
            <a:srgbClr val="12A566"/>
          </a:solidFill>
          <a:ln/>
        </p:spPr>
      </p:sp>
      <p:sp>
        <p:nvSpPr>
          <p:cNvPr id="44" name="Text 42"/>
          <p:cNvSpPr txBox="1"/>
          <p:nvPr/>
        </p:nvSpPr>
        <p:spPr>
          <a:xfrm>
            <a:off x="3547872" y="3347780"/>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347780"/>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347780"/>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654373"/>
            <a:ext cx="353507" cy="122637"/>
          </a:xfrm>
          <a:prstGeom prst="rect">
            <a:avLst/>
          </a:prstGeom>
          <a:solidFill>
            <a:srgbClr val="12A566"/>
          </a:solidFill>
          <a:ln/>
        </p:spPr>
      </p:sp>
      <p:sp>
        <p:nvSpPr>
          <p:cNvPr id="50" name="Text 48"/>
          <p:cNvSpPr txBox="1"/>
          <p:nvPr/>
        </p:nvSpPr>
        <p:spPr>
          <a:xfrm>
            <a:off x="3547872" y="3593054"/>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593054"/>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593054"/>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899647"/>
            <a:ext cx="325440" cy="122637"/>
          </a:xfrm>
          <a:prstGeom prst="rect">
            <a:avLst/>
          </a:prstGeom>
          <a:solidFill>
            <a:srgbClr val="12A566"/>
          </a:solidFill>
          <a:ln/>
        </p:spPr>
      </p:sp>
      <p:sp>
        <p:nvSpPr>
          <p:cNvPr id="56" name="Text 54"/>
          <p:cNvSpPr txBox="1"/>
          <p:nvPr/>
        </p:nvSpPr>
        <p:spPr>
          <a:xfrm>
            <a:off x="3547872" y="3838328"/>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83832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83832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144921"/>
            <a:ext cx="316767" cy="122637"/>
          </a:xfrm>
          <a:prstGeom prst="rect">
            <a:avLst/>
          </a:prstGeom>
          <a:solidFill>
            <a:srgbClr val="12A566"/>
          </a:solidFill>
          <a:ln/>
        </p:spPr>
      </p:sp>
      <p:sp>
        <p:nvSpPr>
          <p:cNvPr id="62" name="Text 60"/>
          <p:cNvSpPr txBox="1"/>
          <p:nvPr/>
        </p:nvSpPr>
        <p:spPr>
          <a:xfrm>
            <a:off x="3547872" y="4083603"/>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4083603"/>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4083603"/>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390196"/>
            <a:ext cx="312801" cy="122637"/>
          </a:xfrm>
          <a:prstGeom prst="rect">
            <a:avLst/>
          </a:prstGeom>
          <a:solidFill>
            <a:srgbClr val="12A566"/>
          </a:solidFill>
          <a:ln/>
        </p:spPr>
      </p:sp>
      <p:sp>
        <p:nvSpPr>
          <p:cNvPr id="68" name="Text 66"/>
          <p:cNvSpPr txBox="1"/>
          <p:nvPr/>
        </p:nvSpPr>
        <p:spPr>
          <a:xfrm>
            <a:off x="3547872" y="4328877"/>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328877"/>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328877"/>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635470"/>
            <a:ext cx="304415" cy="122637"/>
          </a:xfrm>
          <a:prstGeom prst="rect">
            <a:avLst/>
          </a:prstGeom>
          <a:solidFill>
            <a:srgbClr val="12A566"/>
          </a:solidFill>
          <a:ln/>
        </p:spPr>
      </p:sp>
      <p:sp>
        <p:nvSpPr>
          <p:cNvPr id="74" name="Text 72"/>
          <p:cNvSpPr txBox="1"/>
          <p:nvPr/>
        </p:nvSpPr>
        <p:spPr>
          <a:xfrm>
            <a:off x="3547872" y="4574152"/>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574152"/>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574152"/>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880744"/>
            <a:ext cx="301632" cy="122637"/>
          </a:xfrm>
          <a:prstGeom prst="rect">
            <a:avLst/>
          </a:prstGeom>
          <a:solidFill>
            <a:srgbClr val="12A566"/>
          </a:solidFill>
          <a:ln/>
        </p:spPr>
      </p:sp>
      <p:sp>
        <p:nvSpPr>
          <p:cNvPr id="80" name="Text 78"/>
          <p:cNvSpPr txBox="1"/>
          <p:nvPr/>
        </p:nvSpPr>
        <p:spPr>
          <a:xfrm>
            <a:off x="3547872" y="4819426"/>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819426"/>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819426"/>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5126019"/>
            <a:ext cx="297217" cy="122637"/>
          </a:xfrm>
          <a:prstGeom prst="rect">
            <a:avLst/>
          </a:prstGeom>
          <a:solidFill>
            <a:srgbClr val="12A566"/>
          </a:solidFill>
          <a:ln/>
        </p:spPr>
      </p:sp>
      <p:sp>
        <p:nvSpPr>
          <p:cNvPr id="86" name="Text 84"/>
          <p:cNvSpPr txBox="1"/>
          <p:nvPr/>
        </p:nvSpPr>
        <p:spPr>
          <a:xfrm>
            <a:off x="3547872" y="5064700"/>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5064700"/>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5064700"/>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371293"/>
            <a:ext cx="297178" cy="122637"/>
          </a:xfrm>
          <a:prstGeom prst="rect">
            <a:avLst/>
          </a:prstGeom>
          <a:solidFill>
            <a:srgbClr val="12A566"/>
          </a:solidFill>
          <a:ln/>
        </p:spPr>
      </p:sp>
      <p:sp>
        <p:nvSpPr>
          <p:cNvPr id="92" name="Text 90"/>
          <p:cNvSpPr txBox="1"/>
          <p:nvPr/>
        </p:nvSpPr>
        <p:spPr>
          <a:xfrm>
            <a:off x="3547872" y="5309975"/>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309975"/>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309975"/>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616568"/>
            <a:ext cx="293912" cy="122637"/>
          </a:xfrm>
          <a:prstGeom prst="rect">
            <a:avLst/>
          </a:prstGeom>
          <a:solidFill>
            <a:srgbClr val="12A566"/>
          </a:solidFill>
          <a:ln/>
        </p:spPr>
      </p:sp>
      <p:sp>
        <p:nvSpPr>
          <p:cNvPr id="98" name="Text 96"/>
          <p:cNvSpPr txBox="1"/>
          <p:nvPr/>
        </p:nvSpPr>
        <p:spPr>
          <a:xfrm>
            <a:off x="3547872" y="5555249"/>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555249"/>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555249"/>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861842"/>
            <a:ext cx="280511" cy="122637"/>
          </a:xfrm>
          <a:prstGeom prst="rect">
            <a:avLst/>
          </a:prstGeom>
          <a:solidFill>
            <a:srgbClr val="12A566"/>
          </a:solidFill>
          <a:ln/>
        </p:spPr>
      </p:sp>
      <p:sp>
        <p:nvSpPr>
          <p:cNvPr id="104" name="Text 102"/>
          <p:cNvSpPr txBox="1"/>
          <p:nvPr/>
        </p:nvSpPr>
        <p:spPr>
          <a:xfrm>
            <a:off x="3547872" y="5800523"/>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800523"/>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800523"/>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6107116"/>
            <a:ext cx="278222" cy="122637"/>
          </a:xfrm>
          <a:prstGeom prst="rect">
            <a:avLst/>
          </a:prstGeom>
          <a:solidFill>
            <a:srgbClr val="12A566"/>
          </a:solidFill>
          <a:ln/>
        </p:spPr>
      </p:sp>
      <p:sp>
        <p:nvSpPr>
          <p:cNvPr id="110" name="Text 108"/>
          <p:cNvSpPr txBox="1"/>
          <p:nvPr/>
        </p:nvSpPr>
        <p:spPr>
          <a:xfrm>
            <a:off x="3547872" y="6045798"/>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604579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604579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82727"/>
            <a:ext cx="270524" cy="122637"/>
          </a:xfrm>
          <a:prstGeom prst="rect">
            <a:avLst/>
          </a:prstGeom>
          <a:solidFill>
            <a:srgbClr val="12A566"/>
          </a:solidFill>
          <a:ln/>
        </p:spPr>
      </p:sp>
      <p:sp>
        <p:nvSpPr>
          <p:cNvPr id="116" name="Text 114"/>
          <p:cNvSpPr txBox="1"/>
          <p:nvPr/>
        </p:nvSpPr>
        <p:spPr>
          <a:xfrm>
            <a:off x="9098280" y="2121408"/>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28001"/>
            <a:ext cx="269235" cy="122637"/>
          </a:xfrm>
          <a:prstGeom prst="rect">
            <a:avLst/>
          </a:prstGeom>
          <a:solidFill>
            <a:srgbClr val="12A566"/>
          </a:solidFill>
          <a:ln/>
        </p:spPr>
      </p:sp>
      <p:sp>
        <p:nvSpPr>
          <p:cNvPr id="122" name="Text 120"/>
          <p:cNvSpPr txBox="1"/>
          <p:nvPr/>
        </p:nvSpPr>
        <p:spPr>
          <a:xfrm>
            <a:off x="9098280" y="2366682"/>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66682"/>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66682"/>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73275"/>
            <a:ext cx="267891" cy="122637"/>
          </a:xfrm>
          <a:prstGeom prst="rect">
            <a:avLst/>
          </a:prstGeom>
          <a:solidFill>
            <a:srgbClr val="12A566"/>
          </a:solidFill>
          <a:ln/>
        </p:spPr>
      </p:sp>
      <p:sp>
        <p:nvSpPr>
          <p:cNvPr id="128" name="Text 126"/>
          <p:cNvSpPr txBox="1"/>
          <p:nvPr/>
        </p:nvSpPr>
        <p:spPr>
          <a:xfrm>
            <a:off x="9098280" y="2611957"/>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611957"/>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611957"/>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918550"/>
            <a:ext cx="267180" cy="122637"/>
          </a:xfrm>
          <a:prstGeom prst="rect">
            <a:avLst/>
          </a:prstGeom>
          <a:solidFill>
            <a:srgbClr val="12A566"/>
          </a:solidFill>
          <a:ln/>
        </p:spPr>
      </p:sp>
      <p:sp>
        <p:nvSpPr>
          <p:cNvPr id="134" name="Text 132"/>
          <p:cNvSpPr txBox="1"/>
          <p:nvPr/>
        </p:nvSpPr>
        <p:spPr>
          <a:xfrm>
            <a:off x="9098280" y="2857231"/>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857231"/>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857231"/>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163824"/>
            <a:ext cx="258698" cy="122637"/>
          </a:xfrm>
          <a:prstGeom prst="rect">
            <a:avLst/>
          </a:prstGeom>
          <a:solidFill>
            <a:srgbClr val="12A566"/>
          </a:solidFill>
          <a:ln/>
        </p:spPr>
      </p:sp>
      <p:sp>
        <p:nvSpPr>
          <p:cNvPr id="140" name="Text 138"/>
          <p:cNvSpPr txBox="1"/>
          <p:nvPr/>
        </p:nvSpPr>
        <p:spPr>
          <a:xfrm>
            <a:off x="9098280" y="3102505"/>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102505"/>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102505"/>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409098"/>
            <a:ext cx="253061" cy="122637"/>
          </a:xfrm>
          <a:prstGeom prst="rect">
            <a:avLst/>
          </a:prstGeom>
          <a:solidFill>
            <a:srgbClr val="12A566"/>
          </a:solidFill>
          <a:ln/>
        </p:spPr>
      </p:sp>
      <p:sp>
        <p:nvSpPr>
          <p:cNvPr id="146" name="Text 144"/>
          <p:cNvSpPr txBox="1"/>
          <p:nvPr/>
        </p:nvSpPr>
        <p:spPr>
          <a:xfrm>
            <a:off x="9098280" y="3347780"/>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347780"/>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347780"/>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654373"/>
            <a:ext cx="247497" cy="122637"/>
          </a:xfrm>
          <a:prstGeom prst="rect">
            <a:avLst/>
          </a:prstGeom>
          <a:solidFill>
            <a:srgbClr val="12A566"/>
          </a:solidFill>
          <a:ln/>
        </p:spPr>
      </p:sp>
      <p:sp>
        <p:nvSpPr>
          <p:cNvPr id="152" name="Text 150"/>
          <p:cNvSpPr txBox="1"/>
          <p:nvPr/>
        </p:nvSpPr>
        <p:spPr>
          <a:xfrm>
            <a:off x="9098280" y="3593054"/>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593054"/>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593054"/>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899647"/>
            <a:ext cx="233966" cy="122637"/>
          </a:xfrm>
          <a:prstGeom prst="rect">
            <a:avLst/>
          </a:prstGeom>
          <a:solidFill>
            <a:srgbClr val="12A566"/>
          </a:solidFill>
          <a:ln/>
        </p:spPr>
      </p:sp>
      <p:sp>
        <p:nvSpPr>
          <p:cNvPr id="158" name="Text 156"/>
          <p:cNvSpPr txBox="1"/>
          <p:nvPr/>
        </p:nvSpPr>
        <p:spPr>
          <a:xfrm>
            <a:off x="9098280" y="3838328"/>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83832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83832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4144921"/>
            <a:ext cx="217907" cy="122637"/>
          </a:xfrm>
          <a:prstGeom prst="rect">
            <a:avLst/>
          </a:prstGeom>
          <a:solidFill>
            <a:srgbClr val="C2352F"/>
          </a:solidFill>
          <a:ln/>
        </p:spPr>
      </p:sp>
      <p:sp>
        <p:nvSpPr>
          <p:cNvPr id="164" name="Text 162"/>
          <p:cNvSpPr txBox="1"/>
          <p:nvPr/>
        </p:nvSpPr>
        <p:spPr>
          <a:xfrm>
            <a:off x="9098280" y="4083603"/>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4083603"/>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4083603"/>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390196"/>
            <a:ext cx="215917" cy="122637"/>
          </a:xfrm>
          <a:prstGeom prst="rect">
            <a:avLst/>
          </a:prstGeom>
          <a:solidFill>
            <a:srgbClr val="C2352F"/>
          </a:solidFill>
          <a:ln/>
        </p:spPr>
      </p:sp>
      <p:sp>
        <p:nvSpPr>
          <p:cNvPr id="170" name="Text 168"/>
          <p:cNvSpPr txBox="1"/>
          <p:nvPr/>
        </p:nvSpPr>
        <p:spPr>
          <a:xfrm>
            <a:off x="9098280" y="4328877"/>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328877"/>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328877"/>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635470"/>
            <a:ext cx="210082" cy="122637"/>
          </a:xfrm>
          <a:prstGeom prst="rect">
            <a:avLst/>
          </a:prstGeom>
          <a:solidFill>
            <a:srgbClr val="C2352F"/>
          </a:solidFill>
          <a:ln/>
        </p:spPr>
      </p:sp>
      <p:sp>
        <p:nvSpPr>
          <p:cNvPr id="176" name="Text 174"/>
          <p:cNvSpPr txBox="1"/>
          <p:nvPr/>
        </p:nvSpPr>
        <p:spPr>
          <a:xfrm>
            <a:off x="9098280" y="4574152"/>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574152"/>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574152"/>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880744"/>
            <a:ext cx="204414" cy="122637"/>
          </a:xfrm>
          <a:prstGeom prst="rect">
            <a:avLst/>
          </a:prstGeom>
          <a:solidFill>
            <a:srgbClr val="C2352F"/>
          </a:solidFill>
          <a:ln/>
        </p:spPr>
      </p:sp>
      <p:sp>
        <p:nvSpPr>
          <p:cNvPr id="182" name="Text 180"/>
          <p:cNvSpPr txBox="1"/>
          <p:nvPr/>
        </p:nvSpPr>
        <p:spPr>
          <a:xfrm>
            <a:off x="9098280" y="4819426"/>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819426"/>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819426"/>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5126019"/>
            <a:ext cx="202819" cy="122637"/>
          </a:xfrm>
          <a:prstGeom prst="rect">
            <a:avLst/>
          </a:prstGeom>
          <a:solidFill>
            <a:srgbClr val="C2352F"/>
          </a:solidFill>
          <a:ln/>
        </p:spPr>
      </p:sp>
      <p:sp>
        <p:nvSpPr>
          <p:cNvPr id="188" name="Text 186"/>
          <p:cNvSpPr txBox="1"/>
          <p:nvPr/>
        </p:nvSpPr>
        <p:spPr>
          <a:xfrm>
            <a:off x="9098280" y="5064700"/>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5064700"/>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5064700"/>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371293"/>
            <a:ext cx="191075" cy="122637"/>
          </a:xfrm>
          <a:prstGeom prst="rect">
            <a:avLst/>
          </a:prstGeom>
          <a:solidFill>
            <a:srgbClr val="C2352F"/>
          </a:solidFill>
          <a:ln/>
        </p:spPr>
      </p:sp>
      <p:sp>
        <p:nvSpPr>
          <p:cNvPr id="194" name="Text 192"/>
          <p:cNvSpPr txBox="1"/>
          <p:nvPr/>
        </p:nvSpPr>
        <p:spPr>
          <a:xfrm>
            <a:off x="9098280" y="5309975"/>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309975"/>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309975"/>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616568"/>
            <a:ext cx="189432" cy="122637"/>
          </a:xfrm>
          <a:prstGeom prst="rect">
            <a:avLst/>
          </a:prstGeom>
          <a:solidFill>
            <a:srgbClr val="C2352F"/>
          </a:solidFill>
          <a:ln/>
        </p:spPr>
      </p:sp>
      <p:sp>
        <p:nvSpPr>
          <p:cNvPr id="200" name="Text 198"/>
          <p:cNvSpPr txBox="1"/>
          <p:nvPr/>
        </p:nvSpPr>
        <p:spPr>
          <a:xfrm>
            <a:off x="9098280" y="5555249"/>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555249"/>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555249"/>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861842"/>
            <a:ext cx="164625" cy="122637"/>
          </a:xfrm>
          <a:prstGeom prst="rect">
            <a:avLst/>
          </a:prstGeom>
          <a:solidFill>
            <a:srgbClr val="C2352F"/>
          </a:solidFill>
          <a:ln/>
        </p:spPr>
      </p:sp>
      <p:sp>
        <p:nvSpPr>
          <p:cNvPr id="206" name="Text 204"/>
          <p:cNvSpPr txBox="1"/>
          <p:nvPr/>
        </p:nvSpPr>
        <p:spPr>
          <a:xfrm>
            <a:off x="9098280" y="5800523"/>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800523"/>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800523"/>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4169664"/>
          </a:xfrm>
          <a:prstGeom prst="rect">
            <a:avLst/>
          </a:prstGeom>
          <a:solidFill>
            <a:srgbClr val="0B2C4A"/>
          </a:solidFill>
          <a:ln/>
        </p:spPr>
      </p:sp>
      <p:sp>
        <p:nvSpPr>
          <p:cNvPr id="216" name="Shape 214"/>
          <p:cNvSpPr/>
          <p:nvPr/>
        </p:nvSpPr>
        <p:spPr>
          <a:xfrm>
            <a:off x="8780434" y="2121408"/>
            <a:ext cx="14630" cy="4169664"/>
          </a:xfrm>
          <a:prstGeom prst="rect">
            <a:avLst/>
          </a:prstGeom>
          <a:solidFill>
            <a:srgbClr val="0B2C4A"/>
          </a:solidFill>
          <a:ln/>
        </p:spPr>
      </p:sp>
      <p:sp>
        <p:nvSpPr>
          <p:cNvPr id="217" name="Shape 215"/>
          <p:cNvSpPr/>
          <p:nvPr/>
        </p:nvSpPr>
        <p:spPr>
          <a:xfrm>
            <a:off x="6085332" y="2121408"/>
            <a:ext cx="10973" cy="4169664"/>
          </a:xfrm>
          <a:prstGeom prst="rect">
            <a:avLst/>
          </a:prstGeom>
          <a:solidFill>
            <a:srgbClr val="D9D9D9"/>
          </a:solidFill>
          <a:ln/>
        </p:spPr>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760013"/>
            <a:ext cx="3489960" cy="828446"/>
          </a:xfrm>
          <a:prstGeom prst="rect">
            <a:avLst/>
          </a:prstGeom>
          <a:solidFill>
            <a:srgbClr val="F7F7F7"/>
          </a:solidFill>
          <a:ln/>
        </p:spPr>
      </p:sp>
      <p:sp>
        <p:nvSpPr>
          <p:cNvPr id="72" name="Shape 70"/>
          <p:cNvSpPr/>
          <p:nvPr/>
        </p:nvSpPr>
        <p:spPr>
          <a:xfrm>
            <a:off x="11466576" y="3796589"/>
            <a:ext cx="64008" cy="755294"/>
          </a:xfrm>
          <a:prstGeom prst="rect">
            <a:avLst/>
          </a:prstGeom>
          <a:solidFill>
            <a:srgbClr val="12A566"/>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7632"/>
            <a:ext cx="571500" cy="112826"/>
          </a:xfrm>
          <a:prstGeom prst="rect">
            <a:avLst/>
          </a:prstGeom>
          <a:solidFill>
            <a:srgbClr val="12A566"/>
          </a:solidFill>
          <a:ln/>
        </p:spPr>
      </p:sp>
      <p:sp>
        <p:nvSpPr>
          <p:cNvPr id="18" name="Text 16"/>
          <p:cNvSpPr txBox="1"/>
          <p:nvPr/>
        </p:nvSpPr>
        <p:spPr>
          <a:xfrm>
            <a:off x="4206240"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32906"/>
            <a:ext cx="537840" cy="112826"/>
          </a:xfrm>
          <a:prstGeom prst="rect">
            <a:avLst/>
          </a:prstGeom>
          <a:solidFill>
            <a:srgbClr val="12A566"/>
          </a:solidFill>
          <a:ln/>
        </p:spPr>
      </p:sp>
      <p:sp>
        <p:nvSpPr>
          <p:cNvPr id="23" name="Text 21"/>
          <p:cNvSpPr txBox="1"/>
          <p:nvPr/>
        </p:nvSpPr>
        <p:spPr>
          <a:xfrm>
            <a:off x="4206240"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78181"/>
            <a:ext cx="537157" cy="112826"/>
          </a:xfrm>
          <a:prstGeom prst="rect">
            <a:avLst/>
          </a:prstGeom>
          <a:solidFill>
            <a:srgbClr val="12A566"/>
          </a:solidFill>
          <a:ln/>
        </p:spPr>
      </p:sp>
      <p:sp>
        <p:nvSpPr>
          <p:cNvPr id="28" name="Text 26"/>
          <p:cNvSpPr txBox="1"/>
          <p:nvPr/>
        </p:nvSpPr>
        <p:spPr>
          <a:xfrm>
            <a:off x="4206240"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923455"/>
            <a:ext cx="432510" cy="112826"/>
          </a:xfrm>
          <a:prstGeom prst="rect">
            <a:avLst/>
          </a:prstGeom>
          <a:solidFill>
            <a:srgbClr val="12A566"/>
          </a:solidFill>
          <a:ln/>
        </p:spPr>
      </p:sp>
      <p:sp>
        <p:nvSpPr>
          <p:cNvPr id="33" name="Text 31"/>
          <p:cNvSpPr txBox="1"/>
          <p:nvPr/>
        </p:nvSpPr>
        <p:spPr>
          <a:xfrm>
            <a:off x="4206240"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168729"/>
            <a:ext cx="421457" cy="112826"/>
          </a:xfrm>
          <a:prstGeom prst="rect">
            <a:avLst/>
          </a:prstGeom>
          <a:solidFill>
            <a:srgbClr val="12A566"/>
          </a:solidFill>
          <a:ln/>
        </p:spPr>
      </p:sp>
      <p:sp>
        <p:nvSpPr>
          <p:cNvPr id="38" name="Text 36"/>
          <p:cNvSpPr txBox="1"/>
          <p:nvPr/>
        </p:nvSpPr>
        <p:spPr>
          <a:xfrm>
            <a:off x="4206240"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414004"/>
            <a:ext cx="379693" cy="112826"/>
          </a:xfrm>
          <a:prstGeom prst="rect">
            <a:avLst/>
          </a:prstGeom>
          <a:solidFill>
            <a:srgbClr val="12A566"/>
          </a:solidFill>
          <a:ln/>
        </p:spPr>
      </p:sp>
      <p:sp>
        <p:nvSpPr>
          <p:cNvPr id="43" name="Text 41"/>
          <p:cNvSpPr txBox="1"/>
          <p:nvPr/>
        </p:nvSpPr>
        <p:spPr>
          <a:xfrm>
            <a:off x="4206240"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659278"/>
            <a:ext cx="361059" cy="112826"/>
          </a:xfrm>
          <a:prstGeom prst="rect">
            <a:avLst/>
          </a:prstGeom>
          <a:solidFill>
            <a:srgbClr val="12A566"/>
          </a:solidFill>
          <a:ln/>
        </p:spPr>
      </p:sp>
      <p:sp>
        <p:nvSpPr>
          <p:cNvPr id="48" name="Text 46"/>
          <p:cNvSpPr txBox="1"/>
          <p:nvPr/>
        </p:nvSpPr>
        <p:spPr>
          <a:xfrm>
            <a:off x="4206240"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904553"/>
            <a:ext cx="330020" cy="112826"/>
          </a:xfrm>
          <a:prstGeom prst="rect">
            <a:avLst/>
          </a:prstGeom>
          <a:solidFill>
            <a:srgbClr val="12A566"/>
          </a:solidFill>
          <a:ln/>
        </p:spPr>
      </p:sp>
      <p:sp>
        <p:nvSpPr>
          <p:cNvPr id="53" name="Text 51"/>
          <p:cNvSpPr txBox="1"/>
          <p:nvPr/>
        </p:nvSpPr>
        <p:spPr>
          <a:xfrm>
            <a:off x="4206240"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4149827"/>
            <a:ext cx="251993" cy="112826"/>
          </a:xfrm>
          <a:prstGeom prst="rect">
            <a:avLst/>
          </a:prstGeom>
          <a:solidFill>
            <a:srgbClr val="12A566"/>
          </a:solidFill>
          <a:ln/>
        </p:spPr>
      </p:sp>
      <p:sp>
        <p:nvSpPr>
          <p:cNvPr id="58" name="Text 56"/>
          <p:cNvSpPr txBox="1"/>
          <p:nvPr/>
        </p:nvSpPr>
        <p:spPr>
          <a:xfrm>
            <a:off x="4206240" y="408360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408360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395101"/>
            <a:ext cx="210266" cy="112826"/>
          </a:xfrm>
          <a:prstGeom prst="rect">
            <a:avLst/>
          </a:prstGeom>
          <a:solidFill>
            <a:srgbClr val="12A566"/>
          </a:solidFill>
          <a:ln/>
        </p:spPr>
      </p:sp>
      <p:sp>
        <p:nvSpPr>
          <p:cNvPr id="63" name="Text 61"/>
          <p:cNvSpPr txBox="1"/>
          <p:nvPr/>
        </p:nvSpPr>
        <p:spPr>
          <a:xfrm>
            <a:off x="4206240" y="432887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32887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640376"/>
            <a:ext cx="187647" cy="112826"/>
          </a:xfrm>
          <a:prstGeom prst="rect">
            <a:avLst/>
          </a:prstGeom>
          <a:solidFill>
            <a:srgbClr val="12A566"/>
          </a:solidFill>
          <a:ln/>
        </p:spPr>
      </p:sp>
      <p:sp>
        <p:nvSpPr>
          <p:cNvPr id="68" name="Text 66"/>
          <p:cNvSpPr txBox="1"/>
          <p:nvPr/>
        </p:nvSpPr>
        <p:spPr>
          <a:xfrm>
            <a:off x="4206240" y="457415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57415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885650"/>
            <a:ext cx="183327" cy="112826"/>
          </a:xfrm>
          <a:prstGeom prst="rect">
            <a:avLst/>
          </a:prstGeom>
          <a:solidFill>
            <a:srgbClr val="12A566"/>
          </a:solidFill>
          <a:ln/>
        </p:spPr>
      </p:sp>
      <p:sp>
        <p:nvSpPr>
          <p:cNvPr id="73" name="Text 71"/>
          <p:cNvSpPr txBox="1"/>
          <p:nvPr/>
        </p:nvSpPr>
        <p:spPr>
          <a:xfrm>
            <a:off x="4206240" y="4819426"/>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819426"/>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5130924"/>
            <a:ext cx="139903" cy="112826"/>
          </a:xfrm>
          <a:prstGeom prst="rect">
            <a:avLst/>
          </a:prstGeom>
          <a:solidFill>
            <a:srgbClr val="12A566"/>
          </a:solidFill>
          <a:ln/>
        </p:spPr>
      </p:sp>
      <p:sp>
        <p:nvSpPr>
          <p:cNvPr id="78" name="Text 76"/>
          <p:cNvSpPr txBox="1"/>
          <p:nvPr/>
        </p:nvSpPr>
        <p:spPr>
          <a:xfrm>
            <a:off x="4206240" y="506470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506470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376199"/>
            <a:ext cx="137602" cy="112826"/>
          </a:xfrm>
          <a:prstGeom prst="rect">
            <a:avLst/>
          </a:prstGeom>
          <a:solidFill>
            <a:srgbClr val="12A566"/>
          </a:solidFill>
          <a:ln/>
        </p:spPr>
      </p:sp>
      <p:sp>
        <p:nvSpPr>
          <p:cNvPr id="83" name="Text 81"/>
          <p:cNvSpPr txBox="1"/>
          <p:nvPr/>
        </p:nvSpPr>
        <p:spPr>
          <a:xfrm>
            <a:off x="4206240" y="530997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30997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621473"/>
            <a:ext cx="136628" cy="112826"/>
          </a:xfrm>
          <a:prstGeom prst="rect">
            <a:avLst/>
          </a:prstGeom>
          <a:solidFill>
            <a:srgbClr val="12A566"/>
          </a:solidFill>
          <a:ln/>
        </p:spPr>
      </p:sp>
      <p:sp>
        <p:nvSpPr>
          <p:cNvPr id="88" name="Text 86"/>
          <p:cNvSpPr txBox="1"/>
          <p:nvPr/>
        </p:nvSpPr>
        <p:spPr>
          <a:xfrm>
            <a:off x="4206240" y="5555249"/>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555249"/>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866747"/>
            <a:ext cx="126438" cy="112826"/>
          </a:xfrm>
          <a:prstGeom prst="rect">
            <a:avLst/>
          </a:prstGeom>
          <a:solidFill>
            <a:srgbClr val="12A566"/>
          </a:solidFill>
          <a:ln/>
        </p:spPr>
      </p:sp>
      <p:sp>
        <p:nvSpPr>
          <p:cNvPr id="93" name="Text 91"/>
          <p:cNvSpPr txBox="1"/>
          <p:nvPr/>
        </p:nvSpPr>
        <p:spPr>
          <a:xfrm>
            <a:off x="4206240" y="580052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80052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6112022"/>
            <a:ext cx="118840" cy="112826"/>
          </a:xfrm>
          <a:prstGeom prst="rect">
            <a:avLst/>
          </a:prstGeom>
          <a:solidFill>
            <a:srgbClr val="12A566"/>
          </a:solidFill>
          <a:ln/>
        </p:spPr>
      </p:sp>
      <p:sp>
        <p:nvSpPr>
          <p:cNvPr id="98" name="Text 96"/>
          <p:cNvSpPr txBox="1"/>
          <p:nvPr/>
        </p:nvSpPr>
        <p:spPr>
          <a:xfrm>
            <a:off x="4206240" y="604579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604579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7632"/>
            <a:ext cx="111647" cy="112826"/>
          </a:xfrm>
          <a:prstGeom prst="rect">
            <a:avLst/>
          </a:prstGeom>
          <a:solidFill>
            <a:srgbClr val="12A566"/>
          </a:solidFill>
          <a:ln/>
        </p:spPr>
      </p:sp>
      <p:sp>
        <p:nvSpPr>
          <p:cNvPr id="103" name="Text 101"/>
          <p:cNvSpPr txBox="1"/>
          <p:nvPr/>
        </p:nvSpPr>
        <p:spPr>
          <a:xfrm>
            <a:off x="9756648"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32906"/>
            <a:ext cx="93936" cy="112826"/>
          </a:xfrm>
          <a:prstGeom prst="rect">
            <a:avLst/>
          </a:prstGeom>
          <a:solidFill>
            <a:srgbClr val="12A566"/>
          </a:solidFill>
          <a:ln/>
        </p:spPr>
      </p:sp>
      <p:sp>
        <p:nvSpPr>
          <p:cNvPr id="108" name="Text 106"/>
          <p:cNvSpPr txBox="1"/>
          <p:nvPr/>
        </p:nvSpPr>
        <p:spPr>
          <a:xfrm>
            <a:off x="9756648"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78181"/>
            <a:ext cx="67189" cy="112826"/>
          </a:xfrm>
          <a:prstGeom prst="rect">
            <a:avLst/>
          </a:prstGeom>
          <a:solidFill>
            <a:srgbClr val="12A566"/>
          </a:solidFill>
          <a:ln/>
        </p:spPr>
      </p:sp>
      <p:sp>
        <p:nvSpPr>
          <p:cNvPr id="113" name="Text 111"/>
          <p:cNvSpPr txBox="1"/>
          <p:nvPr/>
        </p:nvSpPr>
        <p:spPr>
          <a:xfrm>
            <a:off x="9756648"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923455"/>
            <a:ext cx="63361" cy="112826"/>
          </a:xfrm>
          <a:prstGeom prst="rect">
            <a:avLst/>
          </a:prstGeom>
          <a:solidFill>
            <a:srgbClr val="12A566"/>
          </a:solidFill>
          <a:ln/>
        </p:spPr>
      </p:sp>
      <p:sp>
        <p:nvSpPr>
          <p:cNvPr id="118" name="Text 116"/>
          <p:cNvSpPr txBox="1"/>
          <p:nvPr/>
        </p:nvSpPr>
        <p:spPr>
          <a:xfrm>
            <a:off x="9756648"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168729"/>
            <a:ext cx="45988" cy="112826"/>
          </a:xfrm>
          <a:prstGeom prst="rect">
            <a:avLst/>
          </a:prstGeom>
          <a:solidFill>
            <a:srgbClr val="12A566"/>
          </a:solidFill>
          <a:ln/>
        </p:spPr>
      </p:sp>
      <p:sp>
        <p:nvSpPr>
          <p:cNvPr id="123" name="Text 121"/>
          <p:cNvSpPr txBox="1"/>
          <p:nvPr/>
        </p:nvSpPr>
        <p:spPr>
          <a:xfrm>
            <a:off x="9756648"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414004"/>
            <a:ext cx="38683" cy="112826"/>
          </a:xfrm>
          <a:prstGeom prst="rect">
            <a:avLst/>
          </a:prstGeom>
          <a:solidFill>
            <a:srgbClr val="12A566"/>
          </a:solidFill>
          <a:ln/>
        </p:spPr>
      </p:sp>
      <p:sp>
        <p:nvSpPr>
          <p:cNvPr id="128" name="Text 126"/>
          <p:cNvSpPr txBox="1"/>
          <p:nvPr/>
        </p:nvSpPr>
        <p:spPr>
          <a:xfrm>
            <a:off x="9756648"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659278"/>
            <a:ext cx="36503" cy="112826"/>
          </a:xfrm>
          <a:prstGeom prst="rect">
            <a:avLst/>
          </a:prstGeom>
          <a:solidFill>
            <a:srgbClr val="12A566"/>
          </a:solidFill>
          <a:ln/>
        </p:spPr>
      </p:sp>
      <p:sp>
        <p:nvSpPr>
          <p:cNvPr id="133" name="Text 131"/>
          <p:cNvSpPr txBox="1"/>
          <p:nvPr/>
        </p:nvSpPr>
        <p:spPr>
          <a:xfrm>
            <a:off x="9756648"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904553"/>
            <a:ext cx="21613" cy="112826"/>
          </a:xfrm>
          <a:prstGeom prst="rect">
            <a:avLst/>
          </a:prstGeom>
          <a:solidFill>
            <a:srgbClr val="12A566"/>
          </a:solidFill>
          <a:ln/>
        </p:spPr>
      </p:sp>
      <p:sp>
        <p:nvSpPr>
          <p:cNvPr id="138" name="Text 136"/>
          <p:cNvSpPr txBox="1"/>
          <p:nvPr/>
        </p:nvSpPr>
        <p:spPr>
          <a:xfrm>
            <a:off x="9756648"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4149827"/>
            <a:ext cx="16585" cy="112826"/>
          </a:xfrm>
          <a:prstGeom prst="rect">
            <a:avLst/>
          </a:prstGeom>
          <a:solidFill>
            <a:srgbClr val="12A566"/>
          </a:solidFill>
          <a:ln/>
        </p:spPr>
      </p:sp>
      <p:sp>
        <p:nvSpPr>
          <p:cNvPr id="143" name="Text 141"/>
          <p:cNvSpPr txBox="1"/>
          <p:nvPr/>
        </p:nvSpPr>
        <p:spPr>
          <a:xfrm>
            <a:off x="9756648" y="408360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408360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395101"/>
            <a:ext cx="25323" cy="112826"/>
          </a:xfrm>
          <a:prstGeom prst="rect">
            <a:avLst/>
          </a:prstGeom>
          <a:solidFill>
            <a:srgbClr val="C2352F"/>
          </a:solidFill>
          <a:ln/>
        </p:spPr>
      </p:sp>
      <p:sp>
        <p:nvSpPr>
          <p:cNvPr id="148" name="Text 146"/>
          <p:cNvSpPr txBox="1"/>
          <p:nvPr/>
        </p:nvSpPr>
        <p:spPr>
          <a:xfrm>
            <a:off x="9756648" y="432887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32887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640376"/>
            <a:ext cx="30959" cy="112826"/>
          </a:xfrm>
          <a:prstGeom prst="rect">
            <a:avLst/>
          </a:prstGeom>
          <a:solidFill>
            <a:srgbClr val="C2352F"/>
          </a:solidFill>
          <a:ln/>
        </p:spPr>
      </p:sp>
      <p:sp>
        <p:nvSpPr>
          <p:cNvPr id="153" name="Text 151"/>
          <p:cNvSpPr txBox="1"/>
          <p:nvPr/>
        </p:nvSpPr>
        <p:spPr>
          <a:xfrm>
            <a:off x="9756648" y="4574152"/>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574152"/>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885650"/>
            <a:ext cx="41521" cy="112826"/>
          </a:xfrm>
          <a:prstGeom prst="rect">
            <a:avLst/>
          </a:prstGeom>
          <a:solidFill>
            <a:srgbClr val="C2352F"/>
          </a:solidFill>
          <a:ln/>
        </p:spPr>
      </p:sp>
      <p:sp>
        <p:nvSpPr>
          <p:cNvPr id="158" name="Text 156"/>
          <p:cNvSpPr txBox="1"/>
          <p:nvPr/>
        </p:nvSpPr>
        <p:spPr>
          <a:xfrm>
            <a:off x="9756648" y="4819426"/>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819426"/>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5130924"/>
            <a:ext cx="46294" cy="112826"/>
          </a:xfrm>
          <a:prstGeom prst="rect">
            <a:avLst/>
          </a:prstGeom>
          <a:solidFill>
            <a:srgbClr val="C2352F"/>
          </a:solidFill>
          <a:ln/>
        </p:spPr>
      </p:sp>
      <p:sp>
        <p:nvSpPr>
          <p:cNvPr id="163" name="Text 161"/>
          <p:cNvSpPr txBox="1"/>
          <p:nvPr/>
        </p:nvSpPr>
        <p:spPr>
          <a:xfrm>
            <a:off x="9756648" y="506470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506470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376199"/>
            <a:ext cx="57790" cy="112826"/>
          </a:xfrm>
          <a:prstGeom prst="rect">
            <a:avLst/>
          </a:prstGeom>
          <a:solidFill>
            <a:srgbClr val="C2352F"/>
          </a:solidFill>
          <a:ln/>
        </p:spPr>
      </p:sp>
      <p:sp>
        <p:nvSpPr>
          <p:cNvPr id="168" name="Text 166"/>
          <p:cNvSpPr txBox="1"/>
          <p:nvPr/>
        </p:nvSpPr>
        <p:spPr>
          <a:xfrm>
            <a:off x="9756648" y="530997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30997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621473"/>
            <a:ext cx="100984" cy="112826"/>
          </a:xfrm>
          <a:prstGeom prst="rect">
            <a:avLst/>
          </a:prstGeom>
          <a:solidFill>
            <a:srgbClr val="C2352F"/>
          </a:solidFill>
          <a:ln/>
        </p:spPr>
      </p:sp>
      <p:sp>
        <p:nvSpPr>
          <p:cNvPr id="173" name="Text 171"/>
          <p:cNvSpPr txBox="1"/>
          <p:nvPr/>
        </p:nvSpPr>
        <p:spPr>
          <a:xfrm>
            <a:off x="9756648" y="5555249"/>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555249"/>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866747"/>
            <a:ext cx="205953" cy="112826"/>
          </a:xfrm>
          <a:prstGeom prst="rect">
            <a:avLst/>
          </a:prstGeom>
          <a:solidFill>
            <a:srgbClr val="C2352F"/>
          </a:solidFill>
          <a:ln/>
        </p:spPr>
      </p:sp>
      <p:sp>
        <p:nvSpPr>
          <p:cNvPr id="178" name="Text 176"/>
          <p:cNvSpPr txBox="1"/>
          <p:nvPr/>
        </p:nvSpPr>
        <p:spPr>
          <a:xfrm>
            <a:off x="9756648" y="580052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80052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4169664"/>
          </a:xfrm>
          <a:prstGeom prst="rect">
            <a:avLst/>
          </a:prstGeom>
          <a:solidFill>
            <a:srgbClr val="9AA3AD"/>
          </a:solidFill>
          <a:ln/>
        </p:spPr>
      </p:sp>
      <p:sp>
        <p:nvSpPr>
          <p:cNvPr id="181" name="Shape 179"/>
          <p:cNvSpPr/>
          <p:nvPr/>
        </p:nvSpPr>
        <p:spPr>
          <a:xfrm>
            <a:off x="9124798" y="2121408"/>
            <a:ext cx="10973" cy="4169664"/>
          </a:xfrm>
          <a:prstGeom prst="rect">
            <a:avLst/>
          </a:prstGeom>
          <a:solidFill>
            <a:srgbClr val="9AA3AD"/>
          </a:solidFill>
          <a:ln/>
        </p:spPr>
      </p:sp>
      <p:sp>
        <p:nvSpPr>
          <p:cNvPr id="182" name="Shape 180"/>
          <p:cNvSpPr/>
          <p:nvPr/>
        </p:nvSpPr>
        <p:spPr>
          <a:xfrm>
            <a:off x="6085332" y="2121408"/>
            <a:ext cx="10973" cy="4169664"/>
          </a:xfrm>
          <a:prstGeom prst="rect">
            <a:avLst/>
          </a:prstGeom>
          <a:solidFill>
            <a:srgbClr val="D9D9D9"/>
          </a:solidFill>
          <a:ln/>
        </p:spPr>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73852"/>
            <a:ext cx="1543109"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435262"/>
            <a:ext cx="1535636"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96673"/>
            <a:ext cx="1476876"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958084"/>
            <a:ext cx="1445114"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219495"/>
            <a:ext cx="1444915"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480906"/>
            <a:ext cx="1435635"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742316"/>
            <a:ext cx="1413246"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4003727"/>
            <a:ext cx="1388776"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265138"/>
            <a:ext cx="1369844"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526549"/>
            <a:ext cx="1354414" cy="130705"/>
          </a:xfrm>
          <a:prstGeom prst="rect">
            <a:avLst/>
          </a:prstGeom>
          <a:solidFill>
            <a:srgbClr val="12A566"/>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787960"/>
            <a:ext cx="1325994" cy="130705"/>
          </a:xfrm>
          <a:prstGeom prst="rect">
            <a:avLst/>
          </a:prstGeom>
          <a:solidFill>
            <a:srgbClr val="12A566"/>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5049371"/>
            <a:ext cx="1299309" cy="130705"/>
          </a:xfrm>
          <a:prstGeom prst="rect">
            <a:avLst/>
          </a:prstGeom>
          <a:solidFill>
            <a:srgbClr val="12A566"/>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310781"/>
            <a:ext cx="1172081" cy="130705"/>
          </a:xfrm>
          <a:prstGeom prst="rect">
            <a:avLst/>
          </a:prstGeom>
          <a:solidFill>
            <a:srgbClr val="C2352F"/>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572192"/>
            <a:ext cx="1154510" cy="130705"/>
          </a:xfrm>
          <a:prstGeom prst="rect">
            <a:avLst/>
          </a:prstGeom>
          <a:solidFill>
            <a:srgbClr val="C2352F"/>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833603"/>
            <a:ext cx="1151855" cy="130705"/>
          </a:xfrm>
          <a:prstGeom prst="rect">
            <a:avLst/>
          </a:prstGeom>
          <a:solidFill>
            <a:srgbClr val="C2352F"/>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6095014"/>
            <a:ext cx="1150751" cy="130705"/>
          </a:xfrm>
          <a:prstGeom prst="rect">
            <a:avLst/>
          </a:prstGeom>
          <a:solidFill>
            <a:srgbClr val="C2352F"/>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12441"/>
            <a:ext cx="1147529" cy="130705"/>
          </a:xfrm>
          <a:prstGeom prst="rect">
            <a:avLst/>
          </a:prstGeom>
          <a:solidFill>
            <a:srgbClr val="C2352F"/>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73852"/>
            <a:ext cx="1147141" cy="130705"/>
          </a:xfrm>
          <a:prstGeom prst="rect">
            <a:avLst/>
          </a:prstGeom>
          <a:solidFill>
            <a:srgbClr val="C2352F"/>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435262"/>
            <a:ext cx="1142346"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96673"/>
            <a:ext cx="1130994"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958084"/>
            <a:ext cx="1110612"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219495"/>
            <a:ext cx="1103937"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480906"/>
            <a:ext cx="1099378"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742316"/>
            <a:ext cx="1097173"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4003727"/>
            <a:ext cx="1092233"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265138"/>
            <a:ext cx="1054627"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526549"/>
            <a:ext cx="1021487"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787960"/>
            <a:ext cx="926038"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5049371"/>
            <a:ext cx="836435"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310781"/>
            <a:ext cx="819481"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572192"/>
            <a:ext cx="722210"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833603"/>
            <a:ext cx="457124"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443984"/>
          </a:xfrm>
          <a:prstGeom prst="rect">
            <a:avLst/>
          </a:prstGeom>
          <a:solidFill>
            <a:srgbClr val="0B2C4A"/>
          </a:solidFill>
          <a:ln/>
        </p:spPr>
      </p:sp>
      <p:sp>
        <p:nvSpPr>
          <p:cNvPr id="144" name="Shape 142"/>
          <p:cNvSpPr/>
          <p:nvPr/>
        </p:nvSpPr>
        <p:spPr>
          <a:xfrm>
            <a:off x="9781298"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7669"/>
            <a:ext cx="691707"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79080"/>
            <a:ext cx="676962"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440491"/>
            <a:ext cx="441336"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701901"/>
            <a:ext cx="401674"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963312"/>
            <a:ext cx="221069"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224723"/>
            <a:ext cx="215430"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486134"/>
            <a:ext cx="187291"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747545"/>
            <a:ext cx="180791"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4008956"/>
            <a:ext cx="153665"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270366"/>
            <a:ext cx="142638"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531777"/>
            <a:ext cx="117720"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793188"/>
            <a:ext cx="83963"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5054599"/>
            <a:ext cx="57218"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316010"/>
            <a:ext cx="57154"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577420"/>
            <a:ext cx="52024"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838831"/>
            <a:ext cx="45633"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6100242"/>
            <a:ext cx="32937"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7669"/>
            <a:ext cx="29184"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79080"/>
            <a:ext cx="28495"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440491"/>
            <a:ext cx="17499" cy="120249"/>
          </a:xfrm>
          <a:prstGeom prst="rect">
            <a:avLst/>
          </a:prstGeom>
          <a:solidFill>
            <a:srgbClr val="12A566"/>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701901"/>
            <a:ext cx="38124" cy="120249"/>
          </a:xfrm>
          <a:prstGeom prst="rect">
            <a:avLst/>
          </a:prstGeom>
          <a:solidFill>
            <a:srgbClr val="C2352F"/>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963312"/>
            <a:ext cx="51555" cy="120249"/>
          </a:xfrm>
          <a:prstGeom prst="rect">
            <a:avLst/>
          </a:prstGeom>
          <a:solidFill>
            <a:srgbClr val="C2352F"/>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224723"/>
            <a:ext cx="69237" cy="120249"/>
          </a:xfrm>
          <a:prstGeom prst="rect">
            <a:avLst/>
          </a:prstGeom>
          <a:solidFill>
            <a:srgbClr val="C2352F"/>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486134"/>
            <a:ext cx="117739" cy="120249"/>
          </a:xfrm>
          <a:prstGeom prst="rect">
            <a:avLst/>
          </a:prstGeom>
          <a:solidFill>
            <a:srgbClr val="C2352F"/>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747545"/>
            <a:ext cx="159400"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4008956"/>
            <a:ext cx="211118"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270366"/>
            <a:ext cx="215676"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531777"/>
            <a:ext cx="223232"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793188"/>
            <a:ext cx="299681"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5054599"/>
            <a:ext cx="302373"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316010"/>
            <a:ext cx="439122"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577420"/>
            <a:ext cx="701594"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838831"/>
            <a:ext cx="777240"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73852"/>
            <a:ext cx="1546178"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435262"/>
            <a:ext cx="1415979"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96673"/>
            <a:ext cx="1398122"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958084"/>
            <a:ext cx="1380211"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219495"/>
            <a:ext cx="1369862"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480906"/>
            <a:ext cx="1307689"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742316"/>
            <a:ext cx="1298606"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4003727"/>
            <a:ext cx="1294422"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265138"/>
            <a:ext cx="1271456"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526549"/>
            <a:ext cx="1251777" cy="130705"/>
          </a:xfrm>
          <a:prstGeom prst="rect">
            <a:avLst/>
          </a:prstGeom>
          <a:solidFill>
            <a:srgbClr val="12A566"/>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787960"/>
            <a:ext cx="1245672" cy="130705"/>
          </a:xfrm>
          <a:prstGeom prst="rect">
            <a:avLst/>
          </a:prstGeom>
          <a:solidFill>
            <a:srgbClr val="12A566"/>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5049371"/>
            <a:ext cx="1233197" cy="130705"/>
          </a:xfrm>
          <a:prstGeom prst="rect">
            <a:avLst/>
          </a:prstGeom>
          <a:solidFill>
            <a:srgbClr val="12A566"/>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310781"/>
            <a:ext cx="1232878" cy="130705"/>
          </a:xfrm>
          <a:prstGeom prst="rect">
            <a:avLst/>
          </a:prstGeom>
          <a:solidFill>
            <a:srgbClr val="12A566"/>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572192"/>
            <a:ext cx="1203401" cy="130705"/>
          </a:xfrm>
          <a:prstGeom prst="rect">
            <a:avLst/>
          </a:prstGeom>
          <a:solidFill>
            <a:srgbClr val="12A566"/>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833603"/>
            <a:ext cx="1188908" cy="130705"/>
          </a:xfrm>
          <a:prstGeom prst="rect">
            <a:avLst/>
          </a:prstGeom>
          <a:solidFill>
            <a:srgbClr val="12A566"/>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6095014"/>
            <a:ext cx="1188871" cy="130705"/>
          </a:xfrm>
          <a:prstGeom prst="rect">
            <a:avLst/>
          </a:prstGeom>
          <a:solidFill>
            <a:srgbClr val="12A566"/>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12441"/>
            <a:ext cx="1173558" cy="130705"/>
          </a:xfrm>
          <a:prstGeom prst="rect">
            <a:avLst/>
          </a:prstGeom>
          <a:solidFill>
            <a:srgbClr val="12A566"/>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73852"/>
            <a:ext cx="1128234" cy="130705"/>
          </a:xfrm>
          <a:prstGeom prst="rect">
            <a:avLst/>
          </a:prstGeom>
          <a:solidFill>
            <a:srgbClr val="12A566"/>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435262"/>
            <a:ext cx="1079577"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96673"/>
            <a:ext cx="1071834"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958084"/>
            <a:ext cx="1067637"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219495"/>
            <a:ext cx="1016963"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480906"/>
            <a:ext cx="1011567"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742316"/>
            <a:ext cx="855582"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4003727"/>
            <a:ext cx="845078"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265138"/>
            <a:ext cx="843628"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526549"/>
            <a:ext cx="838464"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787960"/>
            <a:ext cx="837243"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5049371"/>
            <a:ext cx="785861"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310781"/>
            <a:ext cx="749122"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572192"/>
            <a:ext cx="686949"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833603"/>
            <a:ext cx="608467"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443984"/>
          </a:xfrm>
          <a:prstGeom prst="rect">
            <a:avLst/>
          </a:prstGeom>
          <a:solidFill>
            <a:srgbClr val="0B2C4A"/>
          </a:solidFill>
          <a:ln/>
        </p:spPr>
      </p:sp>
      <p:sp>
        <p:nvSpPr>
          <p:cNvPr id="144" name="Shape 142"/>
          <p:cNvSpPr/>
          <p:nvPr/>
        </p:nvSpPr>
        <p:spPr>
          <a:xfrm>
            <a:off x="9654703"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7669"/>
            <a:ext cx="777240"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79080"/>
            <a:ext cx="573132"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440491"/>
            <a:ext cx="483678"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701901"/>
            <a:ext cx="420710"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963312"/>
            <a:ext cx="417523"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224723"/>
            <a:ext cx="395961"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486134"/>
            <a:ext cx="371787"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747545"/>
            <a:ext cx="353624"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4008956"/>
            <a:ext cx="313112"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270366"/>
            <a:ext cx="287712"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531777"/>
            <a:ext cx="242579"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793188"/>
            <a:ext cx="227731"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5054599"/>
            <a:ext cx="221497"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316010"/>
            <a:ext cx="165406"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577420"/>
            <a:ext cx="157298"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838831"/>
            <a:ext cx="131996"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6100242"/>
            <a:ext cx="122499"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7669"/>
            <a:ext cx="121330"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79080"/>
            <a:ext cx="105056"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440491"/>
            <a:ext cx="97329" cy="120249"/>
          </a:xfrm>
          <a:prstGeom prst="rect">
            <a:avLst/>
          </a:prstGeom>
          <a:solidFill>
            <a:srgbClr val="12A566"/>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701901"/>
            <a:ext cx="86662" cy="120249"/>
          </a:xfrm>
          <a:prstGeom prst="rect">
            <a:avLst/>
          </a:prstGeom>
          <a:solidFill>
            <a:srgbClr val="12A566"/>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963312"/>
            <a:ext cx="75448" cy="120249"/>
          </a:xfrm>
          <a:prstGeom prst="rect">
            <a:avLst/>
          </a:prstGeom>
          <a:solidFill>
            <a:srgbClr val="12A566"/>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224723"/>
            <a:ext cx="64416" cy="120249"/>
          </a:xfrm>
          <a:prstGeom prst="rect">
            <a:avLst/>
          </a:prstGeom>
          <a:solidFill>
            <a:srgbClr val="12A566"/>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486134"/>
            <a:ext cx="63134" cy="120249"/>
          </a:xfrm>
          <a:prstGeom prst="rect">
            <a:avLst/>
          </a:prstGeom>
          <a:solidFill>
            <a:srgbClr val="12A566"/>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747545"/>
            <a:ext cx="32600" cy="120249"/>
          </a:xfrm>
          <a:prstGeom prst="rect">
            <a:avLst/>
          </a:prstGeom>
          <a:solidFill>
            <a:srgbClr val="12A566"/>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4008956"/>
            <a:ext cx="28643" cy="120249"/>
          </a:xfrm>
          <a:prstGeom prst="rect">
            <a:avLst/>
          </a:prstGeom>
          <a:solidFill>
            <a:srgbClr val="12A566"/>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270366"/>
            <a:ext cx="27188" cy="120249"/>
          </a:xfrm>
          <a:prstGeom prst="rect">
            <a:avLst/>
          </a:prstGeom>
          <a:solidFill>
            <a:srgbClr val="12A566"/>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531777"/>
            <a:ext cx="12802" cy="120249"/>
          </a:xfrm>
          <a:prstGeom prst="rect">
            <a:avLst/>
          </a:prstGeom>
          <a:solidFill>
            <a:srgbClr val="12A566"/>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793188"/>
            <a:ext cx="12802"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5054599"/>
            <a:ext cx="59812"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316010"/>
            <a:ext cx="63965"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577420"/>
            <a:ext cx="112695"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838831"/>
            <a:ext cx="270547"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82727"/>
            <a:ext cx="868680" cy="122637"/>
          </a:xfrm>
          <a:prstGeom prst="rect">
            <a:avLst/>
          </a:prstGeom>
          <a:solidFill>
            <a:srgbClr val="12A566"/>
          </a:solidFill>
          <a:ln/>
        </p:spPr>
      </p:sp>
      <p:sp>
        <p:nvSpPr>
          <p:cNvPr id="14" name="Text 12"/>
          <p:cNvSpPr txBox="1"/>
          <p:nvPr/>
        </p:nvSpPr>
        <p:spPr>
          <a:xfrm>
            <a:off x="3931920" y="2121408"/>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28001"/>
            <a:ext cx="868680" cy="122637"/>
          </a:xfrm>
          <a:prstGeom prst="rect">
            <a:avLst/>
          </a:prstGeom>
          <a:solidFill>
            <a:srgbClr val="12A566"/>
          </a:solidFill>
          <a:ln/>
        </p:spPr>
      </p:sp>
      <p:sp>
        <p:nvSpPr>
          <p:cNvPr id="19" name="Text 17"/>
          <p:cNvSpPr txBox="1"/>
          <p:nvPr/>
        </p:nvSpPr>
        <p:spPr>
          <a:xfrm>
            <a:off x="3931920" y="2366682"/>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66682"/>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73275"/>
            <a:ext cx="861660" cy="122637"/>
          </a:xfrm>
          <a:prstGeom prst="rect">
            <a:avLst/>
          </a:prstGeom>
          <a:solidFill>
            <a:srgbClr val="12A566"/>
          </a:solidFill>
          <a:ln/>
        </p:spPr>
      </p:sp>
      <p:sp>
        <p:nvSpPr>
          <p:cNvPr id="24" name="Text 22"/>
          <p:cNvSpPr txBox="1"/>
          <p:nvPr/>
        </p:nvSpPr>
        <p:spPr>
          <a:xfrm>
            <a:off x="3931920" y="2611957"/>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611957"/>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918550"/>
            <a:ext cx="859905" cy="122637"/>
          </a:xfrm>
          <a:prstGeom prst="rect">
            <a:avLst/>
          </a:prstGeom>
          <a:solidFill>
            <a:srgbClr val="12A566"/>
          </a:solidFill>
          <a:ln/>
        </p:spPr>
      </p:sp>
      <p:sp>
        <p:nvSpPr>
          <p:cNvPr id="29" name="Text 27"/>
          <p:cNvSpPr txBox="1"/>
          <p:nvPr/>
        </p:nvSpPr>
        <p:spPr>
          <a:xfrm>
            <a:off x="3931920" y="2857231"/>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857231"/>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163824"/>
            <a:ext cx="851131" cy="122637"/>
          </a:xfrm>
          <a:prstGeom prst="rect">
            <a:avLst/>
          </a:prstGeom>
          <a:solidFill>
            <a:srgbClr val="12A566"/>
          </a:solidFill>
          <a:ln/>
        </p:spPr>
      </p:sp>
      <p:sp>
        <p:nvSpPr>
          <p:cNvPr id="34" name="Text 32"/>
          <p:cNvSpPr txBox="1"/>
          <p:nvPr/>
        </p:nvSpPr>
        <p:spPr>
          <a:xfrm>
            <a:off x="3931920" y="3102505"/>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102505"/>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409098"/>
            <a:ext cx="851131" cy="122637"/>
          </a:xfrm>
          <a:prstGeom prst="rect">
            <a:avLst/>
          </a:prstGeom>
          <a:solidFill>
            <a:srgbClr val="12A566"/>
          </a:solidFill>
          <a:ln/>
        </p:spPr>
      </p:sp>
      <p:sp>
        <p:nvSpPr>
          <p:cNvPr id="39" name="Text 37"/>
          <p:cNvSpPr txBox="1"/>
          <p:nvPr/>
        </p:nvSpPr>
        <p:spPr>
          <a:xfrm>
            <a:off x="3931920" y="3347780"/>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347780"/>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654373"/>
            <a:ext cx="843234" cy="122637"/>
          </a:xfrm>
          <a:prstGeom prst="rect">
            <a:avLst/>
          </a:prstGeom>
          <a:solidFill>
            <a:srgbClr val="12A566"/>
          </a:solidFill>
          <a:ln/>
        </p:spPr>
      </p:sp>
      <p:sp>
        <p:nvSpPr>
          <p:cNvPr id="44" name="Text 42"/>
          <p:cNvSpPr txBox="1"/>
          <p:nvPr/>
        </p:nvSpPr>
        <p:spPr>
          <a:xfrm>
            <a:off x="3931920" y="3593054"/>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593054"/>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899647"/>
            <a:ext cx="830949" cy="122637"/>
          </a:xfrm>
          <a:prstGeom prst="rect">
            <a:avLst/>
          </a:prstGeom>
          <a:solidFill>
            <a:srgbClr val="12A566"/>
          </a:solidFill>
          <a:ln/>
        </p:spPr>
      </p:sp>
      <p:sp>
        <p:nvSpPr>
          <p:cNvPr id="49" name="Text 47"/>
          <p:cNvSpPr txBox="1"/>
          <p:nvPr/>
        </p:nvSpPr>
        <p:spPr>
          <a:xfrm>
            <a:off x="3931920" y="3838328"/>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838328"/>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144921"/>
            <a:ext cx="822175" cy="122637"/>
          </a:xfrm>
          <a:prstGeom prst="rect">
            <a:avLst/>
          </a:prstGeom>
          <a:solidFill>
            <a:srgbClr val="12A566"/>
          </a:solidFill>
          <a:ln/>
        </p:spPr>
      </p:sp>
      <p:sp>
        <p:nvSpPr>
          <p:cNvPr id="54" name="Text 52"/>
          <p:cNvSpPr txBox="1"/>
          <p:nvPr/>
        </p:nvSpPr>
        <p:spPr>
          <a:xfrm>
            <a:off x="3931920" y="4083603"/>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4083603"/>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390196"/>
            <a:ext cx="817788" cy="122637"/>
          </a:xfrm>
          <a:prstGeom prst="rect">
            <a:avLst/>
          </a:prstGeom>
          <a:solidFill>
            <a:srgbClr val="12A566"/>
          </a:solidFill>
          <a:ln/>
        </p:spPr>
      </p:sp>
      <p:sp>
        <p:nvSpPr>
          <p:cNvPr id="59" name="Text 57"/>
          <p:cNvSpPr txBox="1"/>
          <p:nvPr/>
        </p:nvSpPr>
        <p:spPr>
          <a:xfrm>
            <a:off x="3931920" y="4328877"/>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328877"/>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635470"/>
            <a:ext cx="805503" cy="122637"/>
          </a:xfrm>
          <a:prstGeom prst="rect">
            <a:avLst/>
          </a:prstGeom>
          <a:solidFill>
            <a:srgbClr val="12A566"/>
          </a:solidFill>
          <a:ln/>
        </p:spPr>
      </p:sp>
      <p:sp>
        <p:nvSpPr>
          <p:cNvPr id="64" name="Text 62"/>
          <p:cNvSpPr txBox="1"/>
          <p:nvPr/>
        </p:nvSpPr>
        <p:spPr>
          <a:xfrm>
            <a:off x="3931920" y="4574152"/>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574152"/>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880744"/>
            <a:ext cx="804626" cy="122637"/>
          </a:xfrm>
          <a:prstGeom prst="rect">
            <a:avLst/>
          </a:prstGeom>
          <a:solidFill>
            <a:srgbClr val="12A566"/>
          </a:solidFill>
          <a:ln/>
        </p:spPr>
      </p:sp>
      <p:sp>
        <p:nvSpPr>
          <p:cNvPr id="69" name="Text 67"/>
          <p:cNvSpPr txBox="1"/>
          <p:nvPr/>
        </p:nvSpPr>
        <p:spPr>
          <a:xfrm>
            <a:off x="3931920" y="4819426"/>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819426"/>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126019"/>
            <a:ext cx="780935" cy="122637"/>
          </a:xfrm>
          <a:prstGeom prst="rect">
            <a:avLst/>
          </a:prstGeom>
          <a:solidFill>
            <a:srgbClr val="C2352F"/>
          </a:solidFill>
          <a:ln/>
        </p:spPr>
      </p:sp>
      <p:sp>
        <p:nvSpPr>
          <p:cNvPr id="74" name="Text 72"/>
          <p:cNvSpPr txBox="1"/>
          <p:nvPr/>
        </p:nvSpPr>
        <p:spPr>
          <a:xfrm>
            <a:off x="3931920" y="5064700"/>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5064700"/>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371293"/>
            <a:ext cx="768650" cy="122637"/>
          </a:xfrm>
          <a:prstGeom prst="rect">
            <a:avLst/>
          </a:prstGeom>
          <a:solidFill>
            <a:srgbClr val="C2352F"/>
          </a:solidFill>
          <a:ln/>
        </p:spPr>
      </p:sp>
      <p:sp>
        <p:nvSpPr>
          <p:cNvPr id="79" name="Text 77"/>
          <p:cNvSpPr txBox="1"/>
          <p:nvPr/>
        </p:nvSpPr>
        <p:spPr>
          <a:xfrm>
            <a:off x="3931920" y="5309975"/>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309975"/>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616568"/>
            <a:ext cx="757243" cy="122637"/>
          </a:xfrm>
          <a:prstGeom prst="rect">
            <a:avLst/>
          </a:prstGeom>
          <a:solidFill>
            <a:srgbClr val="C2352F"/>
          </a:solidFill>
          <a:ln/>
        </p:spPr>
      </p:sp>
      <p:sp>
        <p:nvSpPr>
          <p:cNvPr id="84" name="Text 82"/>
          <p:cNvSpPr txBox="1"/>
          <p:nvPr/>
        </p:nvSpPr>
        <p:spPr>
          <a:xfrm>
            <a:off x="3931920" y="5555249"/>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555249"/>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861842"/>
            <a:ext cx="741449" cy="122637"/>
          </a:xfrm>
          <a:prstGeom prst="rect">
            <a:avLst/>
          </a:prstGeom>
          <a:solidFill>
            <a:srgbClr val="C2352F"/>
          </a:solidFill>
          <a:ln/>
        </p:spPr>
      </p:sp>
      <p:sp>
        <p:nvSpPr>
          <p:cNvPr id="89" name="Text 87"/>
          <p:cNvSpPr txBox="1"/>
          <p:nvPr/>
        </p:nvSpPr>
        <p:spPr>
          <a:xfrm>
            <a:off x="3931920" y="5800523"/>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800523"/>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6107116"/>
            <a:ext cx="731797" cy="122637"/>
          </a:xfrm>
          <a:prstGeom prst="rect">
            <a:avLst/>
          </a:prstGeom>
          <a:solidFill>
            <a:srgbClr val="C2352F"/>
          </a:solidFill>
          <a:ln/>
        </p:spPr>
      </p:sp>
      <p:sp>
        <p:nvSpPr>
          <p:cNvPr id="94" name="Text 92"/>
          <p:cNvSpPr txBox="1"/>
          <p:nvPr/>
        </p:nvSpPr>
        <p:spPr>
          <a:xfrm>
            <a:off x="3931920" y="6045798"/>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6045798"/>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82727"/>
            <a:ext cx="723900" cy="122637"/>
          </a:xfrm>
          <a:prstGeom prst="rect">
            <a:avLst/>
          </a:prstGeom>
          <a:solidFill>
            <a:srgbClr val="C2352F"/>
          </a:solidFill>
          <a:ln/>
        </p:spPr>
      </p:sp>
      <p:sp>
        <p:nvSpPr>
          <p:cNvPr id="99" name="Text 97"/>
          <p:cNvSpPr txBox="1"/>
          <p:nvPr/>
        </p:nvSpPr>
        <p:spPr>
          <a:xfrm>
            <a:off x="9482328" y="2121408"/>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28001"/>
            <a:ext cx="716880" cy="122637"/>
          </a:xfrm>
          <a:prstGeom prst="rect">
            <a:avLst/>
          </a:prstGeom>
          <a:solidFill>
            <a:srgbClr val="C2352F"/>
          </a:solidFill>
          <a:ln/>
        </p:spPr>
      </p:sp>
      <p:sp>
        <p:nvSpPr>
          <p:cNvPr id="104" name="Text 102"/>
          <p:cNvSpPr txBox="1"/>
          <p:nvPr/>
        </p:nvSpPr>
        <p:spPr>
          <a:xfrm>
            <a:off x="9482328" y="2366682"/>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66682"/>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73275"/>
            <a:ext cx="715125" cy="122637"/>
          </a:xfrm>
          <a:prstGeom prst="rect">
            <a:avLst/>
          </a:prstGeom>
          <a:solidFill>
            <a:srgbClr val="C2352F"/>
          </a:solidFill>
          <a:ln/>
        </p:spPr>
      </p:sp>
      <p:sp>
        <p:nvSpPr>
          <p:cNvPr id="109" name="Text 107"/>
          <p:cNvSpPr txBox="1"/>
          <p:nvPr/>
        </p:nvSpPr>
        <p:spPr>
          <a:xfrm>
            <a:off x="9482328" y="2611957"/>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611957"/>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918550"/>
            <a:ext cx="714248" cy="122637"/>
          </a:xfrm>
          <a:prstGeom prst="rect">
            <a:avLst/>
          </a:prstGeom>
          <a:solidFill>
            <a:srgbClr val="C2352F"/>
          </a:solidFill>
          <a:ln/>
        </p:spPr>
      </p:sp>
      <p:sp>
        <p:nvSpPr>
          <p:cNvPr id="114" name="Text 112"/>
          <p:cNvSpPr txBox="1"/>
          <p:nvPr/>
        </p:nvSpPr>
        <p:spPr>
          <a:xfrm>
            <a:off x="9482328" y="2857231"/>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857231"/>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163824"/>
            <a:ext cx="713371" cy="122637"/>
          </a:xfrm>
          <a:prstGeom prst="rect">
            <a:avLst/>
          </a:prstGeom>
          <a:solidFill>
            <a:srgbClr val="C2352F"/>
          </a:solidFill>
          <a:ln/>
        </p:spPr>
      </p:sp>
      <p:sp>
        <p:nvSpPr>
          <p:cNvPr id="119" name="Text 117"/>
          <p:cNvSpPr txBox="1"/>
          <p:nvPr/>
        </p:nvSpPr>
        <p:spPr>
          <a:xfrm>
            <a:off x="9482328" y="3102505"/>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102505"/>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409098"/>
            <a:ext cx="693189" cy="122637"/>
          </a:xfrm>
          <a:prstGeom prst="rect">
            <a:avLst/>
          </a:prstGeom>
          <a:solidFill>
            <a:srgbClr val="C2352F"/>
          </a:solidFill>
          <a:ln/>
        </p:spPr>
      </p:sp>
      <p:sp>
        <p:nvSpPr>
          <p:cNvPr id="124" name="Text 122"/>
          <p:cNvSpPr txBox="1"/>
          <p:nvPr/>
        </p:nvSpPr>
        <p:spPr>
          <a:xfrm>
            <a:off x="9482328" y="3347780"/>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347780"/>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654373"/>
            <a:ext cx="667743" cy="122637"/>
          </a:xfrm>
          <a:prstGeom prst="rect">
            <a:avLst/>
          </a:prstGeom>
          <a:solidFill>
            <a:srgbClr val="C2352F"/>
          </a:solidFill>
          <a:ln/>
        </p:spPr>
      </p:sp>
      <p:sp>
        <p:nvSpPr>
          <p:cNvPr id="129" name="Text 127"/>
          <p:cNvSpPr txBox="1"/>
          <p:nvPr/>
        </p:nvSpPr>
        <p:spPr>
          <a:xfrm>
            <a:off x="9482328" y="3593054"/>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593054"/>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899647"/>
            <a:ext cx="640542" cy="122637"/>
          </a:xfrm>
          <a:prstGeom prst="rect">
            <a:avLst/>
          </a:prstGeom>
          <a:solidFill>
            <a:srgbClr val="C2352F"/>
          </a:solidFill>
          <a:ln/>
        </p:spPr>
      </p:sp>
      <p:sp>
        <p:nvSpPr>
          <p:cNvPr id="134" name="Text 132"/>
          <p:cNvSpPr txBox="1"/>
          <p:nvPr/>
        </p:nvSpPr>
        <p:spPr>
          <a:xfrm>
            <a:off x="9482328" y="3838328"/>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838328"/>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4144921"/>
            <a:ext cx="624748" cy="122637"/>
          </a:xfrm>
          <a:prstGeom prst="rect">
            <a:avLst/>
          </a:prstGeom>
          <a:solidFill>
            <a:srgbClr val="C2352F"/>
          </a:solidFill>
          <a:ln/>
        </p:spPr>
      </p:sp>
      <p:sp>
        <p:nvSpPr>
          <p:cNvPr id="139" name="Text 137"/>
          <p:cNvSpPr txBox="1"/>
          <p:nvPr/>
        </p:nvSpPr>
        <p:spPr>
          <a:xfrm>
            <a:off x="9482328" y="4083603"/>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4083603"/>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390196"/>
            <a:ext cx="623870" cy="122637"/>
          </a:xfrm>
          <a:prstGeom prst="rect">
            <a:avLst/>
          </a:prstGeom>
          <a:solidFill>
            <a:srgbClr val="C2352F"/>
          </a:solidFill>
          <a:ln/>
        </p:spPr>
      </p:sp>
      <p:sp>
        <p:nvSpPr>
          <p:cNvPr id="144" name="Text 142"/>
          <p:cNvSpPr txBox="1"/>
          <p:nvPr/>
        </p:nvSpPr>
        <p:spPr>
          <a:xfrm>
            <a:off x="9482328" y="4328877"/>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328877"/>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635470"/>
            <a:ext cx="601056" cy="122637"/>
          </a:xfrm>
          <a:prstGeom prst="rect">
            <a:avLst/>
          </a:prstGeom>
          <a:solidFill>
            <a:srgbClr val="C2352F"/>
          </a:solidFill>
          <a:ln/>
        </p:spPr>
      </p:sp>
      <p:sp>
        <p:nvSpPr>
          <p:cNvPr id="149" name="Text 147"/>
          <p:cNvSpPr txBox="1"/>
          <p:nvPr/>
        </p:nvSpPr>
        <p:spPr>
          <a:xfrm>
            <a:off x="9482328" y="4574152"/>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574152"/>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880744"/>
            <a:ext cx="550164" cy="122637"/>
          </a:xfrm>
          <a:prstGeom prst="rect">
            <a:avLst/>
          </a:prstGeom>
          <a:solidFill>
            <a:srgbClr val="C2352F"/>
          </a:solidFill>
          <a:ln/>
        </p:spPr>
      </p:sp>
      <p:sp>
        <p:nvSpPr>
          <p:cNvPr id="154" name="Text 152"/>
          <p:cNvSpPr txBox="1"/>
          <p:nvPr/>
        </p:nvSpPr>
        <p:spPr>
          <a:xfrm>
            <a:off x="9482328" y="4819426"/>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819426"/>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5126019"/>
            <a:ext cx="534370" cy="122637"/>
          </a:xfrm>
          <a:prstGeom prst="rect">
            <a:avLst/>
          </a:prstGeom>
          <a:solidFill>
            <a:srgbClr val="C2352F"/>
          </a:solidFill>
          <a:ln/>
        </p:spPr>
      </p:sp>
      <p:sp>
        <p:nvSpPr>
          <p:cNvPr id="159" name="Text 157"/>
          <p:cNvSpPr txBox="1"/>
          <p:nvPr/>
        </p:nvSpPr>
        <p:spPr>
          <a:xfrm>
            <a:off x="9482328" y="5064700"/>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5064700"/>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371293"/>
            <a:ext cx="435217" cy="122637"/>
          </a:xfrm>
          <a:prstGeom prst="rect">
            <a:avLst/>
          </a:prstGeom>
          <a:solidFill>
            <a:srgbClr val="C2352F"/>
          </a:solidFill>
          <a:ln/>
        </p:spPr>
      </p:sp>
      <p:sp>
        <p:nvSpPr>
          <p:cNvPr id="164" name="Text 162"/>
          <p:cNvSpPr txBox="1"/>
          <p:nvPr/>
        </p:nvSpPr>
        <p:spPr>
          <a:xfrm>
            <a:off x="9482328" y="5309975"/>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309975"/>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616568"/>
            <a:ext cx="400997" cy="122637"/>
          </a:xfrm>
          <a:prstGeom prst="rect">
            <a:avLst/>
          </a:prstGeom>
          <a:solidFill>
            <a:srgbClr val="C2352F"/>
          </a:solidFill>
          <a:ln/>
        </p:spPr>
      </p:sp>
      <p:sp>
        <p:nvSpPr>
          <p:cNvPr id="169" name="Text 167"/>
          <p:cNvSpPr txBox="1"/>
          <p:nvPr/>
        </p:nvSpPr>
        <p:spPr>
          <a:xfrm>
            <a:off x="9482328" y="5555249"/>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555249"/>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861842"/>
            <a:ext cx="355369" cy="122637"/>
          </a:xfrm>
          <a:prstGeom prst="rect">
            <a:avLst/>
          </a:prstGeom>
          <a:solidFill>
            <a:srgbClr val="C2352F"/>
          </a:solidFill>
          <a:ln/>
        </p:spPr>
      </p:sp>
      <p:sp>
        <p:nvSpPr>
          <p:cNvPr id="174" name="Text 172"/>
          <p:cNvSpPr txBox="1"/>
          <p:nvPr/>
        </p:nvSpPr>
        <p:spPr>
          <a:xfrm>
            <a:off x="9482328" y="5800523"/>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800523"/>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4169664"/>
          </a:xfrm>
          <a:prstGeom prst="rect">
            <a:avLst/>
          </a:prstGeom>
          <a:solidFill>
            <a:srgbClr val="0B2C4A"/>
          </a:solidFill>
          <a:ln/>
        </p:spPr>
      </p:sp>
      <p:sp>
        <p:nvSpPr>
          <p:cNvPr id="181" name="Shape 179"/>
          <p:cNvSpPr/>
          <p:nvPr/>
        </p:nvSpPr>
        <p:spPr>
          <a:xfrm>
            <a:off x="9341178" y="2121408"/>
            <a:ext cx="14630" cy="4169664"/>
          </a:xfrm>
          <a:prstGeom prst="rect">
            <a:avLst/>
          </a:prstGeom>
          <a:solidFill>
            <a:srgbClr val="0B2C4A"/>
          </a:solidFill>
          <a:ln/>
        </p:spPr>
      </p:sp>
      <p:sp>
        <p:nvSpPr>
          <p:cNvPr id="182" name="Shape 180"/>
          <p:cNvSpPr/>
          <p:nvPr/>
        </p:nvSpPr>
        <p:spPr>
          <a:xfrm>
            <a:off x="6085332" y="2121408"/>
            <a:ext cx="10973" cy="4169664"/>
          </a:xfrm>
          <a:prstGeom prst="rect">
            <a:avLst/>
          </a:prstGeom>
          <a:solidFill>
            <a:srgbClr val="D9D9D9"/>
          </a:solidFill>
          <a:ln/>
        </p:spPr>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82727"/>
            <a:ext cx="868680" cy="122637"/>
          </a:xfrm>
          <a:prstGeom prst="rect">
            <a:avLst/>
          </a:prstGeom>
          <a:solidFill>
            <a:srgbClr val="12A566"/>
          </a:solidFill>
          <a:ln/>
        </p:spPr>
      </p:sp>
      <p:sp>
        <p:nvSpPr>
          <p:cNvPr id="14" name="Text 12"/>
          <p:cNvSpPr txBox="1"/>
          <p:nvPr/>
        </p:nvSpPr>
        <p:spPr>
          <a:xfrm>
            <a:off x="3931920" y="2121408"/>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28001"/>
            <a:ext cx="832485" cy="122637"/>
          </a:xfrm>
          <a:prstGeom prst="rect">
            <a:avLst/>
          </a:prstGeom>
          <a:solidFill>
            <a:srgbClr val="12A566"/>
          </a:solidFill>
          <a:ln/>
        </p:spPr>
      </p:sp>
      <p:sp>
        <p:nvSpPr>
          <p:cNvPr id="19" name="Text 17"/>
          <p:cNvSpPr txBox="1"/>
          <p:nvPr/>
        </p:nvSpPr>
        <p:spPr>
          <a:xfrm>
            <a:off x="3931920" y="2366682"/>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66682"/>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73275"/>
            <a:ext cx="825246" cy="122637"/>
          </a:xfrm>
          <a:prstGeom prst="rect">
            <a:avLst/>
          </a:prstGeom>
          <a:solidFill>
            <a:srgbClr val="12A566"/>
          </a:solidFill>
          <a:ln/>
        </p:spPr>
      </p:sp>
      <p:sp>
        <p:nvSpPr>
          <p:cNvPr id="24" name="Text 22"/>
          <p:cNvSpPr txBox="1"/>
          <p:nvPr/>
        </p:nvSpPr>
        <p:spPr>
          <a:xfrm>
            <a:off x="3931920" y="2611957"/>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611957"/>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918550"/>
            <a:ext cx="805339" cy="122637"/>
          </a:xfrm>
          <a:prstGeom prst="rect">
            <a:avLst/>
          </a:prstGeom>
          <a:solidFill>
            <a:srgbClr val="12A566"/>
          </a:solidFill>
          <a:ln/>
        </p:spPr>
      </p:sp>
      <p:sp>
        <p:nvSpPr>
          <p:cNvPr id="29" name="Text 27"/>
          <p:cNvSpPr txBox="1"/>
          <p:nvPr/>
        </p:nvSpPr>
        <p:spPr>
          <a:xfrm>
            <a:off x="3931920" y="2857231"/>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857231"/>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63824"/>
            <a:ext cx="805339" cy="122637"/>
          </a:xfrm>
          <a:prstGeom prst="rect">
            <a:avLst/>
          </a:prstGeom>
          <a:solidFill>
            <a:srgbClr val="12A566"/>
          </a:solidFill>
          <a:ln/>
        </p:spPr>
      </p:sp>
      <p:sp>
        <p:nvSpPr>
          <p:cNvPr id="34" name="Text 32"/>
          <p:cNvSpPr txBox="1"/>
          <p:nvPr/>
        </p:nvSpPr>
        <p:spPr>
          <a:xfrm>
            <a:off x="3931920" y="3102505"/>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102505"/>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409098"/>
            <a:ext cx="805339" cy="122637"/>
          </a:xfrm>
          <a:prstGeom prst="rect">
            <a:avLst/>
          </a:prstGeom>
          <a:solidFill>
            <a:srgbClr val="12A566"/>
          </a:solidFill>
          <a:ln/>
        </p:spPr>
      </p:sp>
      <p:sp>
        <p:nvSpPr>
          <p:cNvPr id="39" name="Text 37"/>
          <p:cNvSpPr txBox="1"/>
          <p:nvPr/>
        </p:nvSpPr>
        <p:spPr>
          <a:xfrm>
            <a:off x="3931920" y="3347780"/>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347780"/>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654373"/>
            <a:ext cx="786336" cy="122637"/>
          </a:xfrm>
          <a:prstGeom prst="rect">
            <a:avLst/>
          </a:prstGeom>
          <a:solidFill>
            <a:srgbClr val="12A566"/>
          </a:solidFill>
          <a:ln/>
        </p:spPr>
      </p:sp>
      <p:sp>
        <p:nvSpPr>
          <p:cNvPr id="44" name="Text 42"/>
          <p:cNvSpPr txBox="1"/>
          <p:nvPr/>
        </p:nvSpPr>
        <p:spPr>
          <a:xfrm>
            <a:off x="3931920" y="3593054"/>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593054"/>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899647"/>
            <a:ext cx="773668" cy="122637"/>
          </a:xfrm>
          <a:prstGeom prst="rect">
            <a:avLst/>
          </a:prstGeom>
          <a:solidFill>
            <a:srgbClr val="12A566"/>
          </a:solidFill>
          <a:ln/>
        </p:spPr>
      </p:sp>
      <p:sp>
        <p:nvSpPr>
          <p:cNvPr id="49" name="Text 47"/>
          <p:cNvSpPr txBox="1"/>
          <p:nvPr/>
        </p:nvSpPr>
        <p:spPr>
          <a:xfrm>
            <a:off x="3931920" y="3838328"/>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838328"/>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144921"/>
            <a:ext cx="740188" cy="122637"/>
          </a:xfrm>
          <a:prstGeom prst="rect">
            <a:avLst/>
          </a:prstGeom>
          <a:solidFill>
            <a:srgbClr val="12A566"/>
          </a:solidFill>
          <a:ln/>
        </p:spPr>
      </p:sp>
      <p:sp>
        <p:nvSpPr>
          <p:cNvPr id="54" name="Text 52"/>
          <p:cNvSpPr txBox="1"/>
          <p:nvPr/>
        </p:nvSpPr>
        <p:spPr>
          <a:xfrm>
            <a:off x="3931920" y="4083603"/>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4083603"/>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390196"/>
            <a:ext cx="735663" cy="122637"/>
          </a:xfrm>
          <a:prstGeom prst="rect">
            <a:avLst/>
          </a:prstGeom>
          <a:solidFill>
            <a:srgbClr val="12A566"/>
          </a:solidFill>
          <a:ln/>
        </p:spPr>
      </p:sp>
      <p:sp>
        <p:nvSpPr>
          <p:cNvPr id="59" name="Text 57"/>
          <p:cNvSpPr txBox="1"/>
          <p:nvPr/>
        </p:nvSpPr>
        <p:spPr>
          <a:xfrm>
            <a:off x="3931920" y="4328877"/>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328877"/>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635470"/>
            <a:ext cx="718471" cy="122637"/>
          </a:xfrm>
          <a:prstGeom prst="rect">
            <a:avLst/>
          </a:prstGeom>
          <a:solidFill>
            <a:srgbClr val="12A566"/>
          </a:solidFill>
          <a:ln/>
        </p:spPr>
      </p:sp>
      <p:sp>
        <p:nvSpPr>
          <p:cNvPr id="64" name="Text 62"/>
          <p:cNvSpPr txBox="1"/>
          <p:nvPr/>
        </p:nvSpPr>
        <p:spPr>
          <a:xfrm>
            <a:off x="3931920" y="4574152"/>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574152"/>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880744"/>
            <a:ext cx="713946" cy="122637"/>
          </a:xfrm>
          <a:prstGeom prst="rect">
            <a:avLst/>
          </a:prstGeom>
          <a:solidFill>
            <a:srgbClr val="12A566"/>
          </a:solidFill>
          <a:ln/>
        </p:spPr>
      </p:sp>
      <p:sp>
        <p:nvSpPr>
          <p:cNvPr id="69" name="Text 67"/>
          <p:cNvSpPr txBox="1"/>
          <p:nvPr/>
        </p:nvSpPr>
        <p:spPr>
          <a:xfrm>
            <a:off x="3931920" y="4819426"/>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819426"/>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5126019"/>
            <a:ext cx="702183" cy="122637"/>
          </a:xfrm>
          <a:prstGeom prst="rect">
            <a:avLst/>
          </a:prstGeom>
          <a:solidFill>
            <a:srgbClr val="12A566"/>
          </a:solidFill>
          <a:ln/>
        </p:spPr>
      </p:sp>
      <p:sp>
        <p:nvSpPr>
          <p:cNvPr id="74" name="Text 72"/>
          <p:cNvSpPr txBox="1"/>
          <p:nvPr/>
        </p:nvSpPr>
        <p:spPr>
          <a:xfrm>
            <a:off x="3931920" y="5064700"/>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5064700"/>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371293"/>
            <a:ext cx="668703" cy="122637"/>
          </a:xfrm>
          <a:prstGeom prst="rect">
            <a:avLst/>
          </a:prstGeom>
          <a:solidFill>
            <a:srgbClr val="12A566"/>
          </a:solidFill>
          <a:ln/>
        </p:spPr>
      </p:sp>
      <p:sp>
        <p:nvSpPr>
          <p:cNvPr id="79" name="Text 77"/>
          <p:cNvSpPr txBox="1"/>
          <p:nvPr/>
        </p:nvSpPr>
        <p:spPr>
          <a:xfrm>
            <a:off x="3931920" y="5309975"/>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309975"/>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616568"/>
            <a:ext cx="637937" cy="122637"/>
          </a:xfrm>
          <a:prstGeom prst="rect">
            <a:avLst/>
          </a:prstGeom>
          <a:solidFill>
            <a:srgbClr val="12A566"/>
          </a:solidFill>
          <a:ln/>
        </p:spPr>
      </p:sp>
      <p:sp>
        <p:nvSpPr>
          <p:cNvPr id="84" name="Text 82"/>
          <p:cNvSpPr txBox="1"/>
          <p:nvPr/>
        </p:nvSpPr>
        <p:spPr>
          <a:xfrm>
            <a:off x="3931920" y="5555249"/>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555249"/>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861842"/>
            <a:ext cx="606266" cy="122637"/>
          </a:xfrm>
          <a:prstGeom prst="rect">
            <a:avLst/>
          </a:prstGeom>
          <a:solidFill>
            <a:srgbClr val="12A566"/>
          </a:solidFill>
          <a:ln/>
        </p:spPr>
      </p:sp>
      <p:sp>
        <p:nvSpPr>
          <p:cNvPr id="89" name="Text 87"/>
          <p:cNvSpPr txBox="1"/>
          <p:nvPr/>
        </p:nvSpPr>
        <p:spPr>
          <a:xfrm>
            <a:off x="3931920" y="5800523"/>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800523"/>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6107116"/>
            <a:ext cx="602647" cy="122637"/>
          </a:xfrm>
          <a:prstGeom prst="rect">
            <a:avLst/>
          </a:prstGeom>
          <a:solidFill>
            <a:srgbClr val="12A566"/>
          </a:solidFill>
          <a:ln/>
        </p:spPr>
      </p:sp>
      <p:sp>
        <p:nvSpPr>
          <p:cNvPr id="94" name="Text 92"/>
          <p:cNvSpPr txBox="1"/>
          <p:nvPr/>
        </p:nvSpPr>
        <p:spPr>
          <a:xfrm>
            <a:off x="3931920" y="6045798"/>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6045798"/>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82727"/>
            <a:ext cx="490442" cy="122637"/>
          </a:xfrm>
          <a:prstGeom prst="rect">
            <a:avLst/>
          </a:prstGeom>
          <a:solidFill>
            <a:srgbClr val="C2352F"/>
          </a:solidFill>
          <a:ln/>
        </p:spPr>
      </p:sp>
      <p:sp>
        <p:nvSpPr>
          <p:cNvPr id="99" name="Text 97"/>
          <p:cNvSpPr txBox="1"/>
          <p:nvPr/>
        </p:nvSpPr>
        <p:spPr>
          <a:xfrm>
            <a:off x="9482328" y="2121408"/>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28001"/>
            <a:ext cx="480489" cy="122637"/>
          </a:xfrm>
          <a:prstGeom prst="rect">
            <a:avLst/>
          </a:prstGeom>
          <a:solidFill>
            <a:srgbClr val="C2352F"/>
          </a:solidFill>
          <a:ln/>
        </p:spPr>
      </p:sp>
      <p:sp>
        <p:nvSpPr>
          <p:cNvPr id="104" name="Text 102"/>
          <p:cNvSpPr txBox="1"/>
          <p:nvPr/>
        </p:nvSpPr>
        <p:spPr>
          <a:xfrm>
            <a:off x="9482328" y="2366682"/>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66682"/>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73275"/>
            <a:ext cx="475059" cy="122637"/>
          </a:xfrm>
          <a:prstGeom prst="rect">
            <a:avLst/>
          </a:prstGeom>
          <a:solidFill>
            <a:srgbClr val="C2352F"/>
          </a:solidFill>
          <a:ln/>
        </p:spPr>
      </p:sp>
      <p:sp>
        <p:nvSpPr>
          <p:cNvPr id="109" name="Text 107"/>
          <p:cNvSpPr txBox="1"/>
          <p:nvPr/>
        </p:nvSpPr>
        <p:spPr>
          <a:xfrm>
            <a:off x="9482328" y="2611957"/>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611957"/>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918550"/>
            <a:ext cx="452437" cy="122637"/>
          </a:xfrm>
          <a:prstGeom prst="rect">
            <a:avLst/>
          </a:prstGeom>
          <a:solidFill>
            <a:srgbClr val="C2352F"/>
          </a:solidFill>
          <a:ln/>
        </p:spPr>
      </p:sp>
      <p:sp>
        <p:nvSpPr>
          <p:cNvPr id="114" name="Text 112"/>
          <p:cNvSpPr txBox="1"/>
          <p:nvPr/>
        </p:nvSpPr>
        <p:spPr>
          <a:xfrm>
            <a:off x="9482328" y="2857231"/>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857231"/>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163824"/>
            <a:ext cx="448818" cy="122637"/>
          </a:xfrm>
          <a:prstGeom prst="rect">
            <a:avLst/>
          </a:prstGeom>
          <a:solidFill>
            <a:srgbClr val="C2352F"/>
          </a:solidFill>
          <a:ln/>
        </p:spPr>
      </p:sp>
      <p:sp>
        <p:nvSpPr>
          <p:cNvPr id="119" name="Text 117"/>
          <p:cNvSpPr txBox="1"/>
          <p:nvPr/>
        </p:nvSpPr>
        <p:spPr>
          <a:xfrm>
            <a:off x="9482328" y="3102505"/>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102505"/>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409098"/>
            <a:ext cx="438864" cy="122637"/>
          </a:xfrm>
          <a:prstGeom prst="rect">
            <a:avLst/>
          </a:prstGeom>
          <a:solidFill>
            <a:srgbClr val="C2352F"/>
          </a:solidFill>
          <a:ln/>
        </p:spPr>
      </p:sp>
      <p:sp>
        <p:nvSpPr>
          <p:cNvPr id="124" name="Text 122"/>
          <p:cNvSpPr txBox="1"/>
          <p:nvPr/>
        </p:nvSpPr>
        <p:spPr>
          <a:xfrm>
            <a:off x="9482328" y="3347780"/>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347780"/>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654373"/>
            <a:ext cx="386382" cy="122637"/>
          </a:xfrm>
          <a:prstGeom prst="rect">
            <a:avLst/>
          </a:prstGeom>
          <a:solidFill>
            <a:srgbClr val="C2352F"/>
          </a:solidFill>
          <a:ln/>
        </p:spPr>
      </p:sp>
      <p:sp>
        <p:nvSpPr>
          <p:cNvPr id="129" name="Text 127"/>
          <p:cNvSpPr txBox="1"/>
          <p:nvPr/>
        </p:nvSpPr>
        <p:spPr>
          <a:xfrm>
            <a:off x="9482328" y="3593054"/>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593054"/>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899647"/>
            <a:ext cx="386382" cy="122637"/>
          </a:xfrm>
          <a:prstGeom prst="rect">
            <a:avLst/>
          </a:prstGeom>
          <a:solidFill>
            <a:srgbClr val="C2352F"/>
          </a:solidFill>
          <a:ln/>
        </p:spPr>
      </p:sp>
      <p:sp>
        <p:nvSpPr>
          <p:cNvPr id="134" name="Text 132"/>
          <p:cNvSpPr txBox="1"/>
          <p:nvPr/>
        </p:nvSpPr>
        <p:spPr>
          <a:xfrm>
            <a:off x="9482328" y="3838328"/>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838328"/>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4144921"/>
            <a:ext cx="379143" cy="122637"/>
          </a:xfrm>
          <a:prstGeom prst="rect">
            <a:avLst/>
          </a:prstGeom>
          <a:solidFill>
            <a:srgbClr val="C2352F"/>
          </a:solidFill>
          <a:ln/>
        </p:spPr>
      </p:sp>
      <p:sp>
        <p:nvSpPr>
          <p:cNvPr id="139" name="Text 137"/>
          <p:cNvSpPr txBox="1"/>
          <p:nvPr/>
        </p:nvSpPr>
        <p:spPr>
          <a:xfrm>
            <a:off x="9482328" y="4083603"/>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4083603"/>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390196"/>
            <a:ext cx="363760" cy="122637"/>
          </a:xfrm>
          <a:prstGeom prst="rect">
            <a:avLst/>
          </a:prstGeom>
          <a:solidFill>
            <a:srgbClr val="C2352F"/>
          </a:solidFill>
          <a:ln/>
        </p:spPr>
      </p:sp>
      <p:sp>
        <p:nvSpPr>
          <p:cNvPr id="144" name="Text 142"/>
          <p:cNvSpPr txBox="1"/>
          <p:nvPr/>
        </p:nvSpPr>
        <p:spPr>
          <a:xfrm>
            <a:off x="9482328" y="4328877"/>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328877"/>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635470"/>
            <a:ext cx="317611" cy="122637"/>
          </a:xfrm>
          <a:prstGeom prst="rect">
            <a:avLst/>
          </a:prstGeom>
          <a:solidFill>
            <a:srgbClr val="C2352F"/>
          </a:solidFill>
          <a:ln/>
        </p:spPr>
      </p:sp>
      <p:sp>
        <p:nvSpPr>
          <p:cNvPr id="149" name="Text 147"/>
          <p:cNvSpPr txBox="1"/>
          <p:nvPr/>
        </p:nvSpPr>
        <p:spPr>
          <a:xfrm>
            <a:off x="9482328" y="4574152"/>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574152"/>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880744"/>
            <a:ext cx="286845" cy="122637"/>
          </a:xfrm>
          <a:prstGeom prst="rect">
            <a:avLst/>
          </a:prstGeom>
          <a:solidFill>
            <a:srgbClr val="C2352F"/>
          </a:solidFill>
          <a:ln/>
        </p:spPr>
      </p:sp>
      <p:sp>
        <p:nvSpPr>
          <p:cNvPr id="154" name="Text 152"/>
          <p:cNvSpPr txBox="1"/>
          <p:nvPr/>
        </p:nvSpPr>
        <p:spPr>
          <a:xfrm>
            <a:off x="9482328" y="4819426"/>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819426"/>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5126019"/>
            <a:ext cx="285036" cy="122637"/>
          </a:xfrm>
          <a:prstGeom prst="rect">
            <a:avLst/>
          </a:prstGeom>
          <a:solidFill>
            <a:srgbClr val="C2352F"/>
          </a:solidFill>
          <a:ln/>
        </p:spPr>
      </p:sp>
      <p:sp>
        <p:nvSpPr>
          <p:cNvPr id="159" name="Text 157"/>
          <p:cNvSpPr txBox="1"/>
          <p:nvPr/>
        </p:nvSpPr>
        <p:spPr>
          <a:xfrm>
            <a:off x="9482328" y="5064700"/>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5064700"/>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371293"/>
            <a:ext cx="197263" cy="122637"/>
          </a:xfrm>
          <a:prstGeom prst="rect">
            <a:avLst/>
          </a:prstGeom>
          <a:solidFill>
            <a:srgbClr val="C2352F"/>
          </a:solidFill>
          <a:ln/>
        </p:spPr>
      </p:sp>
      <p:sp>
        <p:nvSpPr>
          <p:cNvPr id="164" name="Text 162"/>
          <p:cNvSpPr txBox="1"/>
          <p:nvPr/>
        </p:nvSpPr>
        <p:spPr>
          <a:xfrm>
            <a:off x="9482328" y="5309975"/>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309975"/>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616568"/>
            <a:ext cx="144780" cy="122637"/>
          </a:xfrm>
          <a:prstGeom prst="rect">
            <a:avLst/>
          </a:prstGeom>
          <a:solidFill>
            <a:srgbClr val="C2352F"/>
          </a:solidFill>
          <a:ln/>
        </p:spPr>
      </p:sp>
      <p:sp>
        <p:nvSpPr>
          <p:cNvPr id="169" name="Text 167"/>
          <p:cNvSpPr txBox="1"/>
          <p:nvPr/>
        </p:nvSpPr>
        <p:spPr>
          <a:xfrm>
            <a:off x="9482328" y="5555249"/>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555249"/>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861842"/>
            <a:ext cx="47053" cy="122637"/>
          </a:xfrm>
          <a:prstGeom prst="rect">
            <a:avLst/>
          </a:prstGeom>
          <a:solidFill>
            <a:srgbClr val="C2352F"/>
          </a:solidFill>
          <a:ln/>
        </p:spPr>
      </p:sp>
      <p:sp>
        <p:nvSpPr>
          <p:cNvPr id="174" name="Text 172"/>
          <p:cNvSpPr txBox="1"/>
          <p:nvPr/>
        </p:nvSpPr>
        <p:spPr>
          <a:xfrm>
            <a:off x="9482328" y="5800523"/>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800523"/>
            <a:ext cx="1188720"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4169664"/>
          </a:xfrm>
          <a:prstGeom prst="rect">
            <a:avLst/>
          </a:prstGeom>
          <a:solidFill>
            <a:srgbClr val="0B2C4A"/>
          </a:solidFill>
          <a:ln/>
        </p:spPr>
      </p:sp>
      <p:sp>
        <p:nvSpPr>
          <p:cNvPr id="181" name="Shape 179"/>
          <p:cNvSpPr/>
          <p:nvPr/>
        </p:nvSpPr>
        <p:spPr>
          <a:xfrm>
            <a:off x="9074854" y="2121408"/>
            <a:ext cx="14630" cy="4169664"/>
          </a:xfrm>
          <a:prstGeom prst="rect">
            <a:avLst/>
          </a:prstGeom>
          <a:solidFill>
            <a:srgbClr val="0B2C4A"/>
          </a:solidFill>
          <a:ln/>
        </p:spPr>
      </p:sp>
      <p:sp>
        <p:nvSpPr>
          <p:cNvPr id="182" name="Shape 180"/>
          <p:cNvSpPr/>
          <p:nvPr/>
        </p:nvSpPr>
        <p:spPr>
          <a:xfrm>
            <a:off x="6085332" y="2121408"/>
            <a:ext cx="10973" cy="4169664"/>
          </a:xfrm>
          <a:prstGeom prst="rect">
            <a:avLst/>
          </a:prstGeom>
          <a:solidFill>
            <a:srgbClr val="D9D9D9"/>
          </a:solidFill>
          <a:ln/>
        </p:spPr>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95866"/>
            <a:ext cx="868680" cy="148917"/>
          </a:xfrm>
          <a:prstGeom prst="rect">
            <a:avLst/>
          </a:prstGeom>
          <a:solidFill>
            <a:srgbClr val="12A566"/>
          </a:solidFill>
          <a:ln/>
        </p:spPr>
      </p:sp>
      <p:sp>
        <p:nvSpPr>
          <p:cNvPr id="14" name="Text 12"/>
          <p:cNvSpPr txBox="1"/>
          <p:nvPr/>
        </p:nvSpPr>
        <p:spPr>
          <a:xfrm>
            <a:off x="3931920" y="2121408"/>
            <a:ext cx="676656" cy="297833"/>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419241"/>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419241"/>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93699"/>
            <a:ext cx="862965" cy="148917"/>
          </a:xfrm>
          <a:prstGeom prst="rect">
            <a:avLst/>
          </a:prstGeom>
          <a:solidFill>
            <a:srgbClr val="12A566"/>
          </a:solidFill>
          <a:ln/>
        </p:spPr>
      </p:sp>
      <p:sp>
        <p:nvSpPr>
          <p:cNvPr id="19" name="Text 17"/>
          <p:cNvSpPr txBox="1"/>
          <p:nvPr/>
        </p:nvSpPr>
        <p:spPr>
          <a:xfrm>
            <a:off x="3931920" y="2419241"/>
            <a:ext cx="676656" cy="297833"/>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419241"/>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717074"/>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717074"/>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91533"/>
            <a:ext cx="847725" cy="148917"/>
          </a:xfrm>
          <a:prstGeom prst="rect">
            <a:avLst/>
          </a:prstGeom>
          <a:solidFill>
            <a:srgbClr val="12A566"/>
          </a:solidFill>
          <a:ln/>
        </p:spPr>
      </p:sp>
      <p:sp>
        <p:nvSpPr>
          <p:cNvPr id="24" name="Text 22"/>
          <p:cNvSpPr txBox="1"/>
          <p:nvPr/>
        </p:nvSpPr>
        <p:spPr>
          <a:xfrm>
            <a:off x="3931920" y="2717074"/>
            <a:ext cx="676656" cy="297833"/>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717074"/>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3014907"/>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14907"/>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89366"/>
            <a:ext cx="845820" cy="148917"/>
          </a:xfrm>
          <a:prstGeom prst="rect">
            <a:avLst/>
          </a:prstGeom>
          <a:solidFill>
            <a:srgbClr val="12A566"/>
          </a:solidFill>
          <a:ln/>
        </p:spPr>
      </p:sp>
      <p:sp>
        <p:nvSpPr>
          <p:cNvPr id="29" name="Text 27"/>
          <p:cNvSpPr txBox="1"/>
          <p:nvPr/>
        </p:nvSpPr>
        <p:spPr>
          <a:xfrm>
            <a:off x="3931920" y="3014907"/>
            <a:ext cx="676656" cy="297833"/>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3014907"/>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312741"/>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312741"/>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387199"/>
            <a:ext cx="755333" cy="148917"/>
          </a:xfrm>
          <a:prstGeom prst="rect">
            <a:avLst/>
          </a:prstGeom>
          <a:solidFill>
            <a:srgbClr val="12A566"/>
          </a:solidFill>
          <a:ln/>
        </p:spPr>
      </p:sp>
      <p:sp>
        <p:nvSpPr>
          <p:cNvPr id="34" name="Text 32"/>
          <p:cNvSpPr txBox="1"/>
          <p:nvPr/>
        </p:nvSpPr>
        <p:spPr>
          <a:xfrm>
            <a:off x="3931920" y="3312741"/>
            <a:ext cx="676656" cy="297833"/>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312741"/>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610574"/>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610574"/>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685032"/>
            <a:ext cx="687705" cy="148917"/>
          </a:xfrm>
          <a:prstGeom prst="rect">
            <a:avLst/>
          </a:prstGeom>
          <a:solidFill>
            <a:srgbClr val="12A566"/>
          </a:solidFill>
          <a:ln/>
        </p:spPr>
      </p:sp>
      <p:sp>
        <p:nvSpPr>
          <p:cNvPr id="39" name="Text 37"/>
          <p:cNvSpPr txBox="1"/>
          <p:nvPr/>
        </p:nvSpPr>
        <p:spPr>
          <a:xfrm>
            <a:off x="3931920" y="3610574"/>
            <a:ext cx="676656" cy="297833"/>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610574"/>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908407"/>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908407"/>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982865"/>
            <a:ext cx="666750" cy="148917"/>
          </a:xfrm>
          <a:prstGeom prst="rect">
            <a:avLst/>
          </a:prstGeom>
          <a:solidFill>
            <a:srgbClr val="12A566"/>
          </a:solidFill>
          <a:ln/>
        </p:spPr>
      </p:sp>
      <p:sp>
        <p:nvSpPr>
          <p:cNvPr id="44" name="Text 42"/>
          <p:cNvSpPr txBox="1"/>
          <p:nvPr/>
        </p:nvSpPr>
        <p:spPr>
          <a:xfrm>
            <a:off x="3931920" y="3908407"/>
            <a:ext cx="676656" cy="297833"/>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908407"/>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206240"/>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206240"/>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280698"/>
            <a:ext cx="658178" cy="148917"/>
          </a:xfrm>
          <a:prstGeom prst="rect">
            <a:avLst/>
          </a:prstGeom>
          <a:solidFill>
            <a:srgbClr val="12A566"/>
          </a:solidFill>
          <a:ln/>
        </p:spPr>
      </p:sp>
      <p:sp>
        <p:nvSpPr>
          <p:cNvPr id="49" name="Text 47"/>
          <p:cNvSpPr txBox="1"/>
          <p:nvPr/>
        </p:nvSpPr>
        <p:spPr>
          <a:xfrm>
            <a:off x="3931920" y="4206240"/>
            <a:ext cx="676656" cy="297833"/>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206240"/>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504073"/>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504073"/>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578531"/>
            <a:ext cx="578168" cy="148917"/>
          </a:xfrm>
          <a:prstGeom prst="rect">
            <a:avLst/>
          </a:prstGeom>
          <a:solidFill>
            <a:srgbClr val="12A566"/>
          </a:solidFill>
          <a:ln/>
        </p:spPr>
      </p:sp>
      <p:sp>
        <p:nvSpPr>
          <p:cNvPr id="54" name="Text 52"/>
          <p:cNvSpPr txBox="1"/>
          <p:nvPr/>
        </p:nvSpPr>
        <p:spPr>
          <a:xfrm>
            <a:off x="3931920" y="4504073"/>
            <a:ext cx="676656" cy="297833"/>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504073"/>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801906"/>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801906"/>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876365"/>
            <a:ext cx="571500" cy="148917"/>
          </a:xfrm>
          <a:prstGeom prst="rect">
            <a:avLst/>
          </a:prstGeom>
          <a:solidFill>
            <a:srgbClr val="12A566"/>
          </a:solidFill>
          <a:ln/>
        </p:spPr>
      </p:sp>
      <p:sp>
        <p:nvSpPr>
          <p:cNvPr id="59" name="Text 57"/>
          <p:cNvSpPr txBox="1"/>
          <p:nvPr/>
        </p:nvSpPr>
        <p:spPr>
          <a:xfrm>
            <a:off x="3931920" y="4801906"/>
            <a:ext cx="676656" cy="297833"/>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801906"/>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5099739"/>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5099739"/>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5174198"/>
            <a:ext cx="476250" cy="148917"/>
          </a:xfrm>
          <a:prstGeom prst="rect">
            <a:avLst/>
          </a:prstGeom>
          <a:solidFill>
            <a:srgbClr val="12A566"/>
          </a:solidFill>
          <a:ln/>
        </p:spPr>
      </p:sp>
      <p:sp>
        <p:nvSpPr>
          <p:cNvPr id="64" name="Text 62"/>
          <p:cNvSpPr txBox="1"/>
          <p:nvPr/>
        </p:nvSpPr>
        <p:spPr>
          <a:xfrm>
            <a:off x="3931920" y="5099739"/>
            <a:ext cx="676656" cy="297833"/>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5099739"/>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397573"/>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397573"/>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472031"/>
            <a:ext cx="419100" cy="148917"/>
          </a:xfrm>
          <a:prstGeom prst="rect">
            <a:avLst/>
          </a:prstGeom>
          <a:solidFill>
            <a:srgbClr val="C2352F"/>
          </a:solidFill>
          <a:ln/>
        </p:spPr>
      </p:sp>
      <p:sp>
        <p:nvSpPr>
          <p:cNvPr id="69" name="Text 67"/>
          <p:cNvSpPr txBox="1"/>
          <p:nvPr/>
        </p:nvSpPr>
        <p:spPr>
          <a:xfrm>
            <a:off x="3931920" y="5397573"/>
            <a:ext cx="676656" cy="297833"/>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397573"/>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695406"/>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695406"/>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769864"/>
            <a:ext cx="416338" cy="148917"/>
          </a:xfrm>
          <a:prstGeom prst="rect">
            <a:avLst/>
          </a:prstGeom>
          <a:solidFill>
            <a:srgbClr val="C2352F"/>
          </a:solidFill>
          <a:ln/>
        </p:spPr>
      </p:sp>
      <p:sp>
        <p:nvSpPr>
          <p:cNvPr id="74" name="Text 72"/>
          <p:cNvSpPr txBox="1"/>
          <p:nvPr/>
        </p:nvSpPr>
        <p:spPr>
          <a:xfrm>
            <a:off x="3931920" y="5695406"/>
            <a:ext cx="676656" cy="297833"/>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695406"/>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993239"/>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993239"/>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067697"/>
            <a:ext cx="375285" cy="148917"/>
          </a:xfrm>
          <a:prstGeom prst="rect">
            <a:avLst/>
          </a:prstGeom>
          <a:solidFill>
            <a:srgbClr val="C2352F"/>
          </a:solidFill>
          <a:ln/>
        </p:spPr>
      </p:sp>
      <p:sp>
        <p:nvSpPr>
          <p:cNvPr id="79" name="Text 77"/>
          <p:cNvSpPr txBox="1"/>
          <p:nvPr/>
        </p:nvSpPr>
        <p:spPr>
          <a:xfrm>
            <a:off x="3931920" y="5993239"/>
            <a:ext cx="676656" cy="297833"/>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993239"/>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95866"/>
            <a:ext cx="348615" cy="148917"/>
          </a:xfrm>
          <a:prstGeom prst="rect">
            <a:avLst/>
          </a:prstGeom>
          <a:solidFill>
            <a:srgbClr val="C2352F"/>
          </a:solidFill>
          <a:ln/>
        </p:spPr>
      </p:sp>
      <p:sp>
        <p:nvSpPr>
          <p:cNvPr id="84" name="Text 82"/>
          <p:cNvSpPr txBox="1"/>
          <p:nvPr/>
        </p:nvSpPr>
        <p:spPr>
          <a:xfrm>
            <a:off x="9482328" y="2121408"/>
            <a:ext cx="676656" cy="297833"/>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419241"/>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419241"/>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93699"/>
            <a:ext cx="332422" cy="148917"/>
          </a:xfrm>
          <a:prstGeom prst="rect">
            <a:avLst/>
          </a:prstGeom>
          <a:solidFill>
            <a:srgbClr val="C2352F"/>
          </a:solidFill>
          <a:ln/>
        </p:spPr>
      </p:sp>
      <p:sp>
        <p:nvSpPr>
          <p:cNvPr id="89" name="Text 87"/>
          <p:cNvSpPr txBox="1"/>
          <p:nvPr/>
        </p:nvSpPr>
        <p:spPr>
          <a:xfrm>
            <a:off x="9482328" y="2419241"/>
            <a:ext cx="676656" cy="297833"/>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419241"/>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717074"/>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717074"/>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91533"/>
            <a:ext cx="329565" cy="148917"/>
          </a:xfrm>
          <a:prstGeom prst="rect">
            <a:avLst/>
          </a:prstGeom>
          <a:solidFill>
            <a:srgbClr val="C2352F"/>
          </a:solidFill>
          <a:ln/>
        </p:spPr>
      </p:sp>
      <p:sp>
        <p:nvSpPr>
          <p:cNvPr id="94" name="Text 92"/>
          <p:cNvSpPr txBox="1"/>
          <p:nvPr/>
        </p:nvSpPr>
        <p:spPr>
          <a:xfrm>
            <a:off x="9482328" y="2717074"/>
            <a:ext cx="676656" cy="297833"/>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717074"/>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3014907"/>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3014907"/>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89366"/>
            <a:ext cx="304800" cy="148917"/>
          </a:xfrm>
          <a:prstGeom prst="rect">
            <a:avLst/>
          </a:prstGeom>
          <a:solidFill>
            <a:srgbClr val="C2352F"/>
          </a:solidFill>
          <a:ln/>
        </p:spPr>
      </p:sp>
      <p:sp>
        <p:nvSpPr>
          <p:cNvPr id="99" name="Text 97"/>
          <p:cNvSpPr txBox="1"/>
          <p:nvPr/>
        </p:nvSpPr>
        <p:spPr>
          <a:xfrm>
            <a:off x="9482328" y="3014907"/>
            <a:ext cx="676656" cy="297833"/>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3014907"/>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312741"/>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312741"/>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387199"/>
            <a:ext cx="297180" cy="148917"/>
          </a:xfrm>
          <a:prstGeom prst="rect">
            <a:avLst/>
          </a:prstGeom>
          <a:solidFill>
            <a:srgbClr val="C2352F"/>
          </a:solidFill>
          <a:ln/>
        </p:spPr>
      </p:sp>
      <p:sp>
        <p:nvSpPr>
          <p:cNvPr id="104" name="Text 102"/>
          <p:cNvSpPr txBox="1"/>
          <p:nvPr/>
        </p:nvSpPr>
        <p:spPr>
          <a:xfrm>
            <a:off x="9482328" y="3312741"/>
            <a:ext cx="676656" cy="297833"/>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312741"/>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610574"/>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610574"/>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685032"/>
            <a:ext cx="240983" cy="148917"/>
          </a:xfrm>
          <a:prstGeom prst="rect">
            <a:avLst/>
          </a:prstGeom>
          <a:solidFill>
            <a:srgbClr val="C2352F"/>
          </a:solidFill>
          <a:ln/>
        </p:spPr>
      </p:sp>
      <p:sp>
        <p:nvSpPr>
          <p:cNvPr id="109" name="Text 107"/>
          <p:cNvSpPr txBox="1"/>
          <p:nvPr/>
        </p:nvSpPr>
        <p:spPr>
          <a:xfrm>
            <a:off x="9482328" y="3610574"/>
            <a:ext cx="676656" cy="297833"/>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610574"/>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908407"/>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908407"/>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982865"/>
            <a:ext cx="222885" cy="148917"/>
          </a:xfrm>
          <a:prstGeom prst="rect">
            <a:avLst/>
          </a:prstGeom>
          <a:solidFill>
            <a:srgbClr val="C2352F"/>
          </a:solidFill>
          <a:ln/>
        </p:spPr>
      </p:sp>
      <p:sp>
        <p:nvSpPr>
          <p:cNvPr id="114" name="Text 112"/>
          <p:cNvSpPr txBox="1"/>
          <p:nvPr/>
        </p:nvSpPr>
        <p:spPr>
          <a:xfrm>
            <a:off x="9482328" y="3908407"/>
            <a:ext cx="676656" cy="297833"/>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908407"/>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206240"/>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206240"/>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280698"/>
            <a:ext cx="216217" cy="148917"/>
          </a:xfrm>
          <a:prstGeom prst="rect">
            <a:avLst/>
          </a:prstGeom>
          <a:solidFill>
            <a:srgbClr val="C2352F"/>
          </a:solidFill>
          <a:ln/>
        </p:spPr>
      </p:sp>
      <p:sp>
        <p:nvSpPr>
          <p:cNvPr id="119" name="Text 117"/>
          <p:cNvSpPr txBox="1"/>
          <p:nvPr/>
        </p:nvSpPr>
        <p:spPr>
          <a:xfrm>
            <a:off x="9482328" y="4206240"/>
            <a:ext cx="676656" cy="297833"/>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206240"/>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504073"/>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504073"/>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578531"/>
            <a:ext cx="216217" cy="148917"/>
          </a:xfrm>
          <a:prstGeom prst="rect">
            <a:avLst/>
          </a:prstGeom>
          <a:solidFill>
            <a:srgbClr val="C2352F"/>
          </a:solidFill>
          <a:ln/>
        </p:spPr>
      </p:sp>
      <p:sp>
        <p:nvSpPr>
          <p:cNvPr id="124" name="Text 122"/>
          <p:cNvSpPr txBox="1"/>
          <p:nvPr/>
        </p:nvSpPr>
        <p:spPr>
          <a:xfrm>
            <a:off x="9482328" y="4504073"/>
            <a:ext cx="676656" cy="297833"/>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504073"/>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801906"/>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801906"/>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876365"/>
            <a:ext cx="183833" cy="148917"/>
          </a:xfrm>
          <a:prstGeom prst="rect">
            <a:avLst/>
          </a:prstGeom>
          <a:solidFill>
            <a:srgbClr val="C2352F"/>
          </a:solidFill>
          <a:ln/>
        </p:spPr>
      </p:sp>
      <p:sp>
        <p:nvSpPr>
          <p:cNvPr id="129" name="Text 127"/>
          <p:cNvSpPr txBox="1"/>
          <p:nvPr/>
        </p:nvSpPr>
        <p:spPr>
          <a:xfrm>
            <a:off x="9482328" y="4801906"/>
            <a:ext cx="676656" cy="297833"/>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801906"/>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5099739"/>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5099739"/>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5174198"/>
            <a:ext cx="150495" cy="148917"/>
          </a:xfrm>
          <a:prstGeom prst="rect">
            <a:avLst/>
          </a:prstGeom>
          <a:solidFill>
            <a:srgbClr val="C2352F"/>
          </a:solidFill>
          <a:ln/>
        </p:spPr>
      </p:sp>
      <p:sp>
        <p:nvSpPr>
          <p:cNvPr id="134" name="Text 132"/>
          <p:cNvSpPr txBox="1"/>
          <p:nvPr/>
        </p:nvSpPr>
        <p:spPr>
          <a:xfrm>
            <a:off x="9482328" y="5099739"/>
            <a:ext cx="676656" cy="297833"/>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5099739"/>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397573"/>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397573"/>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472031"/>
            <a:ext cx="137160" cy="148917"/>
          </a:xfrm>
          <a:prstGeom prst="rect">
            <a:avLst/>
          </a:prstGeom>
          <a:solidFill>
            <a:srgbClr val="C2352F"/>
          </a:solidFill>
          <a:ln/>
        </p:spPr>
      </p:sp>
      <p:sp>
        <p:nvSpPr>
          <p:cNvPr id="139" name="Text 137"/>
          <p:cNvSpPr txBox="1"/>
          <p:nvPr/>
        </p:nvSpPr>
        <p:spPr>
          <a:xfrm>
            <a:off x="9482328" y="5397573"/>
            <a:ext cx="676656" cy="297833"/>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397573"/>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695406"/>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695406"/>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769864"/>
            <a:ext cx="135255" cy="148917"/>
          </a:xfrm>
          <a:prstGeom prst="rect">
            <a:avLst/>
          </a:prstGeom>
          <a:solidFill>
            <a:srgbClr val="C2352F"/>
          </a:solidFill>
          <a:ln/>
        </p:spPr>
      </p:sp>
      <p:sp>
        <p:nvSpPr>
          <p:cNvPr id="144" name="Text 142"/>
          <p:cNvSpPr txBox="1"/>
          <p:nvPr/>
        </p:nvSpPr>
        <p:spPr>
          <a:xfrm>
            <a:off x="9482328" y="5695406"/>
            <a:ext cx="676656" cy="297833"/>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695406"/>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993239"/>
            <a:ext cx="310896" cy="29783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993239"/>
            <a:ext cx="1920240" cy="297833"/>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067697"/>
            <a:ext cx="112395" cy="148917"/>
          </a:xfrm>
          <a:prstGeom prst="rect">
            <a:avLst/>
          </a:prstGeom>
          <a:solidFill>
            <a:srgbClr val="C2352F"/>
          </a:solidFill>
          <a:ln/>
        </p:spPr>
      </p:sp>
      <p:sp>
        <p:nvSpPr>
          <p:cNvPr id="149" name="Text 147"/>
          <p:cNvSpPr txBox="1"/>
          <p:nvPr/>
        </p:nvSpPr>
        <p:spPr>
          <a:xfrm>
            <a:off x="9482328" y="5993239"/>
            <a:ext cx="676656" cy="297833"/>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993239"/>
            <a:ext cx="1188720" cy="29783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4169664"/>
          </a:xfrm>
          <a:prstGeom prst="rect">
            <a:avLst/>
          </a:prstGeom>
          <a:solidFill>
            <a:srgbClr val="0B2C4A"/>
          </a:solidFill>
          <a:ln/>
        </p:spPr>
      </p:sp>
      <p:sp>
        <p:nvSpPr>
          <p:cNvPr id="156" name="Shape 154"/>
          <p:cNvSpPr/>
          <p:nvPr/>
        </p:nvSpPr>
        <p:spPr>
          <a:xfrm>
            <a:off x="8982910" y="2121408"/>
            <a:ext cx="14630" cy="4169664"/>
          </a:xfrm>
          <a:prstGeom prst="rect">
            <a:avLst/>
          </a:prstGeom>
          <a:solidFill>
            <a:srgbClr val="0B2C4A"/>
          </a:solidFill>
          <a:ln/>
        </p:spPr>
      </p:sp>
      <p:sp>
        <p:nvSpPr>
          <p:cNvPr id="157" name="Shape 155"/>
          <p:cNvSpPr/>
          <p:nvPr/>
        </p:nvSpPr>
        <p:spPr>
          <a:xfrm>
            <a:off x="6085332" y="2121408"/>
            <a:ext cx="10973" cy="4169664"/>
          </a:xfrm>
          <a:prstGeom prst="rect">
            <a:avLst/>
          </a:prstGeom>
          <a:solidFill>
            <a:srgbClr val="D9D9D9"/>
          </a:solidFill>
          <a:ln/>
        </p:spPr>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73852"/>
            <a:ext cx="1502209"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435262"/>
            <a:ext cx="1339459"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96673"/>
            <a:ext cx="1310026"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958084"/>
            <a:ext cx="1076659"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219495"/>
            <a:ext cx="1069015"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480906"/>
            <a:ext cx="1026449"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742316"/>
            <a:ext cx="995062"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4003727"/>
            <a:ext cx="912206" cy="130705"/>
          </a:xfrm>
          <a:prstGeom prst="rect">
            <a:avLst/>
          </a:prstGeom>
          <a:solidFill>
            <a:srgbClr val="C2352F"/>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265138"/>
            <a:ext cx="895065" cy="130705"/>
          </a:xfrm>
          <a:prstGeom prst="rect">
            <a:avLst/>
          </a:prstGeom>
          <a:solidFill>
            <a:srgbClr val="C2352F"/>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526549"/>
            <a:ext cx="893702" cy="130705"/>
          </a:xfrm>
          <a:prstGeom prst="rect">
            <a:avLst/>
          </a:prstGeom>
          <a:solidFill>
            <a:srgbClr val="C2352F"/>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787960"/>
            <a:ext cx="853471" cy="130705"/>
          </a:xfrm>
          <a:prstGeom prst="rect">
            <a:avLst/>
          </a:prstGeom>
          <a:solidFill>
            <a:srgbClr val="C2352F"/>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5049371"/>
            <a:ext cx="852824" cy="130705"/>
          </a:xfrm>
          <a:prstGeom prst="rect">
            <a:avLst/>
          </a:prstGeom>
          <a:solidFill>
            <a:srgbClr val="C2352F"/>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310781"/>
            <a:ext cx="836304" cy="130705"/>
          </a:xfrm>
          <a:prstGeom prst="rect">
            <a:avLst/>
          </a:prstGeom>
          <a:solidFill>
            <a:srgbClr val="C2352F"/>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572192"/>
            <a:ext cx="791605" cy="130705"/>
          </a:xfrm>
          <a:prstGeom prst="rect">
            <a:avLst/>
          </a:prstGeom>
          <a:solidFill>
            <a:srgbClr val="C2352F"/>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833603"/>
            <a:ext cx="790712" cy="130705"/>
          </a:xfrm>
          <a:prstGeom prst="rect">
            <a:avLst/>
          </a:prstGeom>
          <a:solidFill>
            <a:srgbClr val="C2352F"/>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6095014"/>
            <a:ext cx="773020" cy="130705"/>
          </a:xfrm>
          <a:prstGeom prst="rect">
            <a:avLst/>
          </a:prstGeom>
          <a:solidFill>
            <a:srgbClr val="C2352F"/>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12441"/>
            <a:ext cx="770247" cy="130705"/>
          </a:xfrm>
          <a:prstGeom prst="rect">
            <a:avLst/>
          </a:prstGeom>
          <a:solidFill>
            <a:srgbClr val="C2352F"/>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73852"/>
            <a:ext cx="758672" cy="130705"/>
          </a:xfrm>
          <a:prstGeom prst="rect">
            <a:avLst/>
          </a:prstGeom>
          <a:solidFill>
            <a:srgbClr val="C2352F"/>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435262"/>
            <a:ext cx="726142"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96673"/>
            <a:ext cx="722110"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958084"/>
            <a:ext cx="698534"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219495"/>
            <a:ext cx="684930"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480906"/>
            <a:ext cx="681795"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742316"/>
            <a:ext cx="680768"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4003727"/>
            <a:ext cx="600097"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265138"/>
            <a:ext cx="597592"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526549"/>
            <a:ext cx="518858"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787960"/>
            <a:ext cx="491810"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5049371"/>
            <a:ext cx="459272"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310781"/>
            <a:ext cx="345940"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572192"/>
            <a:ext cx="261424"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833603"/>
            <a:ext cx="259273"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443984"/>
          </a:xfrm>
          <a:prstGeom prst="rect">
            <a:avLst/>
          </a:prstGeom>
          <a:solidFill>
            <a:srgbClr val="0B2C4A"/>
          </a:solidFill>
          <a:ln/>
        </p:spPr>
      </p:sp>
      <p:sp>
        <p:nvSpPr>
          <p:cNvPr id="144" name="Shape 142"/>
          <p:cNvSpPr/>
          <p:nvPr/>
        </p:nvSpPr>
        <p:spPr>
          <a:xfrm>
            <a:off x="9473494"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59028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4320271"/>
          </a:xfrm>
          <a:prstGeom prst="rect">
            <a:avLst/>
          </a:prstGeom>
          <a:solidFill>
            <a:srgbClr val="9AA3AD"/>
          </a:solidFill>
          <a:ln/>
        </p:spPr>
      </p:sp>
      <p:sp>
        <p:nvSpPr>
          <p:cNvPr id="14" name="Text 12"/>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61538"/>
            <a:ext cx="239448" cy="148509"/>
          </a:xfrm>
          <a:prstGeom prst="rect">
            <a:avLst/>
          </a:prstGeom>
          <a:solidFill>
            <a:srgbClr val="12A566"/>
          </a:solidFill>
          <a:ln/>
        </p:spPr>
      </p:sp>
      <p:sp>
        <p:nvSpPr>
          <p:cNvPr id="17" name="Text 15"/>
          <p:cNvSpPr txBox="1"/>
          <p:nvPr/>
        </p:nvSpPr>
        <p:spPr>
          <a:xfrm>
            <a:off x="3401568" y="1700784"/>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31555"/>
            <a:ext cx="171145" cy="148509"/>
          </a:xfrm>
          <a:prstGeom prst="rect">
            <a:avLst/>
          </a:prstGeom>
          <a:solidFill>
            <a:srgbClr val="12A566"/>
          </a:solidFill>
          <a:ln/>
        </p:spPr>
      </p:sp>
      <p:sp>
        <p:nvSpPr>
          <p:cNvPr id="23" name="Text 21"/>
          <p:cNvSpPr txBox="1"/>
          <p:nvPr/>
        </p:nvSpPr>
        <p:spPr>
          <a:xfrm>
            <a:off x="3401568" y="1970801"/>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7080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2016521"/>
            <a:ext cx="54864" cy="178577"/>
          </a:xfrm>
          <a:prstGeom prst="rect">
            <a:avLst/>
          </a:prstGeom>
          <a:solidFill>
            <a:srgbClr val="12A566"/>
          </a:solidFill>
          <a:ln/>
        </p:spPr>
      </p:sp>
      <p:sp>
        <p:nvSpPr>
          <p:cNvPr id="27" name="Text 25"/>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301572"/>
            <a:ext cx="43486" cy="148509"/>
          </a:xfrm>
          <a:prstGeom prst="rect">
            <a:avLst/>
          </a:prstGeom>
          <a:solidFill>
            <a:srgbClr val="12A566"/>
          </a:solidFill>
          <a:ln/>
        </p:spPr>
      </p:sp>
      <p:sp>
        <p:nvSpPr>
          <p:cNvPr id="30" name="Text 28"/>
          <p:cNvSpPr txBox="1"/>
          <p:nvPr/>
        </p:nvSpPr>
        <p:spPr>
          <a:xfrm>
            <a:off x="3401568" y="2240818"/>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24081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86538"/>
            <a:ext cx="54864" cy="178577"/>
          </a:xfrm>
          <a:prstGeom prst="rect">
            <a:avLst/>
          </a:prstGeom>
          <a:solidFill>
            <a:srgbClr val="12A566"/>
          </a:solidFill>
          <a:ln/>
        </p:spPr>
      </p:sp>
      <p:sp>
        <p:nvSpPr>
          <p:cNvPr id="34" name="Text 32"/>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71589"/>
            <a:ext cx="42955" cy="148509"/>
          </a:xfrm>
          <a:prstGeom prst="rect">
            <a:avLst/>
          </a:prstGeom>
          <a:solidFill>
            <a:srgbClr val="12A566"/>
          </a:solidFill>
          <a:ln/>
        </p:spPr>
      </p:sp>
      <p:sp>
        <p:nvSpPr>
          <p:cNvPr id="37" name="Text 35"/>
          <p:cNvSpPr txBox="1"/>
          <p:nvPr/>
        </p:nvSpPr>
        <p:spPr>
          <a:xfrm>
            <a:off x="3401568" y="2510835"/>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51083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556555"/>
            <a:ext cx="54864" cy="178577"/>
          </a:xfrm>
          <a:prstGeom prst="rect">
            <a:avLst/>
          </a:prstGeom>
          <a:solidFill>
            <a:srgbClr val="12A566"/>
          </a:solidFill>
          <a:ln/>
        </p:spPr>
      </p:sp>
      <p:sp>
        <p:nvSpPr>
          <p:cNvPr id="41" name="Text 39"/>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841606"/>
            <a:ext cx="28061" cy="148509"/>
          </a:xfrm>
          <a:prstGeom prst="rect">
            <a:avLst/>
          </a:prstGeom>
          <a:solidFill>
            <a:srgbClr val="12A566"/>
          </a:solidFill>
          <a:ln/>
        </p:spPr>
      </p:sp>
      <p:sp>
        <p:nvSpPr>
          <p:cNvPr id="44" name="Text 42"/>
          <p:cNvSpPr txBox="1"/>
          <p:nvPr/>
        </p:nvSpPr>
        <p:spPr>
          <a:xfrm>
            <a:off x="3401568" y="2780852"/>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780852"/>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3111623"/>
            <a:ext cx="24562" cy="148509"/>
          </a:xfrm>
          <a:prstGeom prst="rect">
            <a:avLst/>
          </a:prstGeom>
          <a:solidFill>
            <a:srgbClr val="12A566"/>
          </a:solidFill>
          <a:ln/>
        </p:spPr>
      </p:sp>
      <p:sp>
        <p:nvSpPr>
          <p:cNvPr id="50" name="Text 48"/>
          <p:cNvSpPr txBox="1"/>
          <p:nvPr/>
        </p:nvSpPr>
        <p:spPr>
          <a:xfrm>
            <a:off x="3401568" y="3050869"/>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3050869"/>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381639"/>
            <a:ext cx="18288" cy="148509"/>
          </a:xfrm>
          <a:prstGeom prst="rect">
            <a:avLst/>
          </a:prstGeom>
          <a:solidFill>
            <a:srgbClr val="12A566"/>
          </a:solidFill>
          <a:ln/>
        </p:spPr>
      </p:sp>
      <p:sp>
        <p:nvSpPr>
          <p:cNvPr id="56" name="Text 54"/>
          <p:cNvSpPr txBox="1"/>
          <p:nvPr/>
        </p:nvSpPr>
        <p:spPr>
          <a:xfrm>
            <a:off x="3401568" y="3320886"/>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32088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651656"/>
            <a:ext cx="18288" cy="148509"/>
          </a:xfrm>
          <a:prstGeom prst="rect">
            <a:avLst/>
          </a:prstGeom>
          <a:solidFill>
            <a:srgbClr val="12A566"/>
          </a:solidFill>
          <a:ln/>
        </p:spPr>
      </p:sp>
      <p:sp>
        <p:nvSpPr>
          <p:cNvPr id="62" name="Text 60"/>
          <p:cNvSpPr txBox="1"/>
          <p:nvPr/>
        </p:nvSpPr>
        <p:spPr>
          <a:xfrm>
            <a:off x="3401568" y="3590903"/>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59090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921673"/>
            <a:ext cx="18288" cy="148509"/>
          </a:xfrm>
          <a:prstGeom prst="rect">
            <a:avLst/>
          </a:prstGeom>
          <a:solidFill>
            <a:srgbClr val="C2352F"/>
          </a:solidFill>
          <a:ln/>
        </p:spPr>
      </p:sp>
      <p:sp>
        <p:nvSpPr>
          <p:cNvPr id="68" name="Text 66"/>
          <p:cNvSpPr txBox="1"/>
          <p:nvPr/>
        </p:nvSpPr>
        <p:spPr>
          <a:xfrm>
            <a:off x="3401568" y="386092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86092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4191690"/>
            <a:ext cx="18288" cy="148509"/>
          </a:xfrm>
          <a:prstGeom prst="rect">
            <a:avLst/>
          </a:prstGeom>
          <a:solidFill>
            <a:srgbClr val="C2352F"/>
          </a:solidFill>
          <a:ln/>
        </p:spPr>
      </p:sp>
      <p:sp>
        <p:nvSpPr>
          <p:cNvPr id="74" name="Text 72"/>
          <p:cNvSpPr txBox="1"/>
          <p:nvPr/>
        </p:nvSpPr>
        <p:spPr>
          <a:xfrm>
            <a:off x="3401568" y="413093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413093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461707"/>
            <a:ext cx="18288" cy="148509"/>
          </a:xfrm>
          <a:prstGeom prst="rect">
            <a:avLst/>
          </a:prstGeom>
          <a:solidFill>
            <a:srgbClr val="C2352F"/>
          </a:solidFill>
          <a:ln/>
        </p:spPr>
      </p:sp>
      <p:sp>
        <p:nvSpPr>
          <p:cNvPr id="80" name="Text 78"/>
          <p:cNvSpPr txBox="1"/>
          <p:nvPr/>
        </p:nvSpPr>
        <p:spPr>
          <a:xfrm>
            <a:off x="3401568" y="440095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40095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731724"/>
            <a:ext cx="18288" cy="148509"/>
          </a:xfrm>
          <a:prstGeom prst="rect">
            <a:avLst/>
          </a:prstGeom>
          <a:solidFill>
            <a:srgbClr val="C2352F"/>
          </a:solidFill>
          <a:ln/>
        </p:spPr>
      </p:sp>
      <p:sp>
        <p:nvSpPr>
          <p:cNvPr id="86" name="Text 84"/>
          <p:cNvSpPr txBox="1"/>
          <p:nvPr/>
        </p:nvSpPr>
        <p:spPr>
          <a:xfrm>
            <a:off x="3401568" y="467097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67097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5001741"/>
            <a:ext cx="18288" cy="148509"/>
          </a:xfrm>
          <a:prstGeom prst="rect">
            <a:avLst/>
          </a:prstGeom>
          <a:solidFill>
            <a:srgbClr val="C2352F"/>
          </a:solidFill>
          <a:ln/>
        </p:spPr>
      </p:sp>
      <p:sp>
        <p:nvSpPr>
          <p:cNvPr id="92" name="Text 90"/>
          <p:cNvSpPr txBox="1"/>
          <p:nvPr/>
        </p:nvSpPr>
        <p:spPr>
          <a:xfrm>
            <a:off x="3401568" y="4940987"/>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940987"/>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5271758"/>
            <a:ext cx="18288" cy="148509"/>
          </a:xfrm>
          <a:prstGeom prst="rect">
            <a:avLst/>
          </a:prstGeom>
          <a:solidFill>
            <a:srgbClr val="C2352F"/>
          </a:solidFill>
          <a:ln/>
        </p:spPr>
      </p:sp>
      <p:sp>
        <p:nvSpPr>
          <p:cNvPr id="98" name="Text 96"/>
          <p:cNvSpPr txBox="1"/>
          <p:nvPr/>
        </p:nvSpPr>
        <p:spPr>
          <a:xfrm>
            <a:off x="3401568" y="521100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521100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541775"/>
            <a:ext cx="18288" cy="148509"/>
          </a:xfrm>
          <a:prstGeom prst="rect">
            <a:avLst/>
          </a:prstGeom>
          <a:solidFill>
            <a:srgbClr val="C2352F"/>
          </a:solidFill>
          <a:ln/>
        </p:spPr>
      </p:sp>
      <p:sp>
        <p:nvSpPr>
          <p:cNvPr id="104" name="Text 102"/>
          <p:cNvSpPr txBox="1"/>
          <p:nvPr/>
        </p:nvSpPr>
        <p:spPr>
          <a:xfrm>
            <a:off x="3401568" y="548102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48102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811792"/>
            <a:ext cx="18615" cy="148509"/>
          </a:xfrm>
          <a:prstGeom prst="rect">
            <a:avLst/>
          </a:prstGeom>
          <a:solidFill>
            <a:srgbClr val="C2352F"/>
          </a:solidFill>
          <a:ln/>
        </p:spPr>
      </p:sp>
      <p:sp>
        <p:nvSpPr>
          <p:cNvPr id="110" name="Text 108"/>
          <p:cNvSpPr txBox="1"/>
          <p:nvPr/>
        </p:nvSpPr>
        <p:spPr>
          <a:xfrm>
            <a:off x="3401568" y="575103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75103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796758"/>
            <a:ext cx="54864" cy="178577"/>
          </a:xfrm>
          <a:prstGeom prst="rect">
            <a:avLst/>
          </a:prstGeom>
          <a:solidFill>
            <a:srgbClr val="C2352F"/>
          </a:solidFill>
          <a:ln/>
        </p:spPr>
      </p:sp>
      <p:sp>
        <p:nvSpPr>
          <p:cNvPr id="114" name="Text 112"/>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6081809"/>
            <a:ext cx="21944" cy="148509"/>
          </a:xfrm>
          <a:prstGeom prst="rect">
            <a:avLst/>
          </a:prstGeom>
          <a:solidFill>
            <a:srgbClr val="C2352F"/>
          </a:solidFill>
          <a:ln/>
        </p:spPr>
      </p:sp>
      <p:sp>
        <p:nvSpPr>
          <p:cNvPr id="117" name="Text 115"/>
          <p:cNvSpPr txBox="1"/>
          <p:nvPr/>
        </p:nvSpPr>
        <p:spPr>
          <a:xfrm>
            <a:off x="3401568" y="6021055"/>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602105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602105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61538"/>
            <a:ext cx="23714" cy="148509"/>
          </a:xfrm>
          <a:prstGeom prst="rect">
            <a:avLst/>
          </a:prstGeom>
          <a:solidFill>
            <a:srgbClr val="C2352F"/>
          </a:solidFill>
          <a:ln/>
        </p:spPr>
      </p:sp>
      <p:sp>
        <p:nvSpPr>
          <p:cNvPr id="123" name="Text 121"/>
          <p:cNvSpPr txBox="1"/>
          <p:nvPr/>
        </p:nvSpPr>
        <p:spPr>
          <a:xfrm>
            <a:off x="8951976" y="170078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31555"/>
            <a:ext cx="24565" cy="148509"/>
          </a:xfrm>
          <a:prstGeom prst="rect">
            <a:avLst/>
          </a:prstGeom>
          <a:solidFill>
            <a:srgbClr val="C2352F"/>
          </a:solidFill>
          <a:ln/>
        </p:spPr>
      </p:sp>
      <p:sp>
        <p:nvSpPr>
          <p:cNvPr id="129" name="Text 127"/>
          <p:cNvSpPr txBox="1"/>
          <p:nvPr/>
        </p:nvSpPr>
        <p:spPr>
          <a:xfrm>
            <a:off x="8951976" y="197080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7080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301572"/>
            <a:ext cx="26564" cy="148509"/>
          </a:xfrm>
          <a:prstGeom prst="rect">
            <a:avLst/>
          </a:prstGeom>
          <a:solidFill>
            <a:srgbClr val="C2352F"/>
          </a:solidFill>
          <a:ln/>
        </p:spPr>
      </p:sp>
      <p:sp>
        <p:nvSpPr>
          <p:cNvPr id="135" name="Text 133"/>
          <p:cNvSpPr txBox="1"/>
          <p:nvPr/>
        </p:nvSpPr>
        <p:spPr>
          <a:xfrm>
            <a:off x="8951976" y="224081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24081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71589"/>
            <a:ext cx="27557" cy="148509"/>
          </a:xfrm>
          <a:prstGeom prst="rect">
            <a:avLst/>
          </a:prstGeom>
          <a:solidFill>
            <a:srgbClr val="C2352F"/>
          </a:solidFill>
          <a:ln/>
        </p:spPr>
      </p:sp>
      <p:sp>
        <p:nvSpPr>
          <p:cNvPr id="141" name="Text 139"/>
          <p:cNvSpPr txBox="1"/>
          <p:nvPr/>
        </p:nvSpPr>
        <p:spPr>
          <a:xfrm>
            <a:off x="8951976" y="2510835"/>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51083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841606"/>
            <a:ext cx="34202" cy="148509"/>
          </a:xfrm>
          <a:prstGeom prst="rect">
            <a:avLst/>
          </a:prstGeom>
          <a:solidFill>
            <a:srgbClr val="C2352F"/>
          </a:solidFill>
          <a:ln/>
        </p:spPr>
      </p:sp>
      <p:sp>
        <p:nvSpPr>
          <p:cNvPr id="147" name="Text 145"/>
          <p:cNvSpPr txBox="1"/>
          <p:nvPr/>
        </p:nvSpPr>
        <p:spPr>
          <a:xfrm>
            <a:off x="8951976" y="2780852"/>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780852"/>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3111623"/>
            <a:ext cx="34730" cy="148509"/>
          </a:xfrm>
          <a:prstGeom prst="rect">
            <a:avLst/>
          </a:prstGeom>
          <a:solidFill>
            <a:srgbClr val="C2352F"/>
          </a:solidFill>
          <a:ln/>
        </p:spPr>
      </p:sp>
      <p:sp>
        <p:nvSpPr>
          <p:cNvPr id="153" name="Text 151"/>
          <p:cNvSpPr txBox="1"/>
          <p:nvPr/>
        </p:nvSpPr>
        <p:spPr>
          <a:xfrm>
            <a:off x="8951976" y="3050869"/>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3050869"/>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381639"/>
            <a:ext cx="35977" cy="148509"/>
          </a:xfrm>
          <a:prstGeom prst="rect">
            <a:avLst/>
          </a:prstGeom>
          <a:solidFill>
            <a:srgbClr val="C2352F"/>
          </a:solidFill>
          <a:ln/>
        </p:spPr>
      </p:sp>
      <p:sp>
        <p:nvSpPr>
          <p:cNvPr id="159" name="Text 157"/>
          <p:cNvSpPr txBox="1"/>
          <p:nvPr/>
        </p:nvSpPr>
        <p:spPr>
          <a:xfrm>
            <a:off x="8951976" y="332088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32088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651656"/>
            <a:ext cx="38059" cy="148509"/>
          </a:xfrm>
          <a:prstGeom prst="rect">
            <a:avLst/>
          </a:prstGeom>
          <a:solidFill>
            <a:srgbClr val="C2352F"/>
          </a:solidFill>
          <a:ln/>
        </p:spPr>
      </p:sp>
      <p:sp>
        <p:nvSpPr>
          <p:cNvPr id="165" name="Text 163"/>
          <p:cNvSpPr txBox="1"/>
          <p:nvPr/>
        </p:nvSpPr>
        <p:spPr>
          <a:xfrm>
            <a:off x="8951976" y="359090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59090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921673"/>
            <a:ext cx="40036" cy="148509"/>
          </a:xfrm>
          <a:prstGeom prst="rect">
            <a:avLst/>
          </a:prstGeom>
          <a:solidFill>
            <a:srgbClr val="C2352F"/>
          </a:solidFill>
          <a:ln/>
        </p:spPr>
      </p:sp>
      <p:sp>
        <p:nvSpPr>
          <p:cNvPr id="171" name="Text 169"/>
          <p:cNvSpPr txBox="1"/>
          <p:nvPr/>
        </p:nvSpPr>
        <p:spPr>
          <a:xfrm>
            <a:off x="8951976" y="386092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86092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4191690"/>
            <a:ext cx="51741" cy="148509"/>
          </a:xfrm>
          <a:prstGeom prst="rect">
            <a:avLst/>
          </a:prstGeom>
          <a:solidFill>
            <a:srgbClr val="C2352F"/>
          </a:solidFill>
          <a:ln/>
        </p:spPr>
      </p:sp>
      <p:sp>
        <p:nvSpPr>
          <p:cNvPr id="177" name="Text 175"/>
          <p:cNvSpPr txBox="1"/>
          <p:nvPr/>
        </p:nvSpPr>
        <p:spPr>
          <a:xfrm>
            <a:off x="8951976" y="413093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413093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461707"/>
            <a:ext cx="59885" cy="148509"/>
          </a:xfrm>
          <a:prstGeom prst="rect">
            <a:avLst/>
          </a:prstGeom>
          <a:solidFill>
            <a:srgbClr val="C2352F"/>
          </a:solidFill>
          <a:ln/>
        </p:spPr>
      </p:sp>
      <p:sp>
        <p:nvSpPr>
          <p:cNvPr id="183" name="Text 181"/>
          <p:cNvSpPr txBox="1"/>
          <p:nvPr/>
        </p:nvSpPr>
        <p:spPr>
          <a:xfrm>
            <a:off x="8951976" y="440095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40095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446673"/>
            <a:ext cx="54864" cy="178577"/>
          </a:xfrm>
          <a:prstGeom prst="rect">
            <a:avLst/>
          </a:prstGeom>
          <a:solidFill>
            <a:srgbClr val="C2352F"/>
          </a:solidFill>
          <a:ln/>
        </p:spPr>
      </p:sp>
      <p:sp>
        <p:nvSpPr>
          <p:cNvPr id="187" name="Text 185"/>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731724"/>
            <a:ext cx="79062" cy="148509"/>
          </a:xfrm>
          <a:prstGeom prst="rect">
            <a:avLst/>
          </a:prstGeom>
          <a:solidFill>
            <a:srgbClr val="C2352F"/>
          </a:solidFill>
          <a:ln/>
        </p:spPr>
      </p:sp>
      <p:sp>
        <p:nvSpPr>
          <p:cNvPr id="190" name="Text 188"/>
          <p:cNvSpPr txBox="1"/>
          <p:nvPr/>
        </p:nvSpPr>
        <p:spPr>
          <a:xfrm>
            <a:off x="8951976" y="467097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67097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5001741"/>
            <a:ext cx="80452" cy="148509"/>
          </a:xfrm>
          <a:prstGeom prst="rect">
            <a:avLst/>
          </a:prstGeom>
          <a:solidFill>
            <a:srgbClr val="C2352F"/>
          </a:solidFill>
          <a:ln/>
        </p:spPr>
      </p:sp>
      <p:sp>
        <p:nvSpPr>
          <p:cNvPr id="196" name="Text 194"/>
          <p:cNvSpPr txBox="1"/>
          <p:nvPr/>
        </p:nvSpPr>
        <p:spPr>
          <a:xfrm>
            <a:off x="8951976" y="4940987"/>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940987"/>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5271758"/>
            <a:ext cx="87089" cy="148509"/>
          </a:xfrm>
          <a:prstGeom prst="rect">
            <a:avLst/>
          </a:prstGeom>
          <a:solidFill>
            <a:srgbClr val="C2352F"/>
          </a:solidFill>
          <a:ln/>
        </p:spPr>
      </p:sp>
      <p:sp>
        <p:nvSpPr>
          <p:cNvPr id="202" name="Text 200"/>
          <p:cNvSpPr txBox="1"/>
          <p:nvPr/>
        </p:nvSpPr>
        <p:spPr>
          <a:xfrm>
            <a:off x="8951976" y="521100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521100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541775"/>
            <a:ext cx="94245" cy="148509"/>
          </a:xfrm>
          <a:prstGeom prst="rect">
            <a:avLst/>
          </a:prstGeom>
          <a:solidFill>
            <a:srgbClr val="C2352F"/>
          </a:solidFill>
          <a:ln/>
        </p:spPr>
      </p:sp>
      <p:sp>
        <p:nvSpPr>
          <p:cNvPr id="208" name="Text 206"/>
          <p:cNvSpPr txBox="1"/>
          <p:nvPr/>
        </p:nvSpPr>
        <p:spPr>
          <a:xfrm>
            <a:off x="8951976" y="548102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48102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811792"/>
            <a:ext cx="236040" cy="148509"/>
          </a:xfrm>
          <a:prstGeom prst="rect">
            <a:avLst/>
          </a:prstGeom>
          <a:solidFill>
            <a:srgbClr val="C2352F"/>
          </a:solidFill>
          <a:ln/>
        </p:spPr>
      </p:sp>
      <p:sp>
        <p:nvSpPr>
          <p:cNvPr id="214" name="Text 212"/>
          <p:cNvSpPr txBox="1"/>
          <p:nvPr/>
        </p:nvSpPr>
        <p:spPr>
          <a:xfrm>
            <a:off x="8951976" y="575103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75103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796758"/>
            <a:ext cx="54864" cy="178577"/>
          </a:xfrm>
          <a:prstGeom prst="rect">
            <a:avLst/>
          </a:prstGeom>
          <a:solidFill>
            <a:srgbClr val="C2352F"/>
          </a:solidFill>
          <a:ln/>
        </p:spPr>
      </p:sp>
      <p:sp>
        <p:nvSpPr>
          <p:cNvPr id="218" name="Shape 216"/>
          <p:cNvSpPr/>
          <p:nvPr/>
        </p:nvSpPr>
        <p:spPr>
          <a:xfrm>
            <a:off x="6085332" y="1700784"/>
            <a:ext cx="10973" cy="4590288"/>
          </a:xfrm>
          <a:prstGeom prst="rect">
            <a:avLst/>
          </a:prstGeom>
          <a:solidFill>
            <a:srgbClr val="D9D9D9"/>
          </a:solidFill>
          <a:ln/>
        </p:spPr>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73852"/>
            <a:ext cx="1153473"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35262"/>
            <a:ext cx="1064356"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96673"/>
            <a:ext cx="1062417"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958084"/>
            <a:ext cx="938723" cy="130705"/>
          </a:xfrm>
          <a:prstGeom prst="rect">
            <a:avLst/>
          </a:prstGeom>
          <a:solidFill>
            <a:srgbClr val="C2352F"/>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219495"/>
            <a:ext cx="883929" cy="130705"/>
          </a:xfrm>
          <a:prstGeom prst="rect">
            <a:avLst/>
          </a:prstGeom>
          <a:solidFill>
            <a:srgbClr val="C2352F"/>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480906"/>
            <a:ext cx="847705" cy="130705"/>
          </a:xfrm>
          <a:prstGeom prst="rect">
            <a:avLst/>
          </a:prstGeom>
          <a:solidFill>
            <a:srgbClr val="C2352F"/>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742316"/>
            <a:ext cx="826302" cy="130705"/>
          </a:xfrm>
          <a:prstGeom prst="rect">
            <a:avLst/>
          </a:prstGeom>
          <a:solidFill>
            <a:srgbClr val="C2352F"/>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4003727"/>
            <a:ext cx="752231" cy="130705"/>
          </a:xfrm>
          <a:prstGeom prst="rect">
            <a:avLst/>
          </a:prstGeom>
          <a:solidFill>
            <a:srgbClr val="C2352F"/>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265138"/>
            <a:ext cx="734701" cy="130705"/>
          </a:xfrm>
          <a:prstGeom prst="rect">
            <a:avLst/>
          </a:prstGeom>
          <a:solidFill>
            <a:srgbClr val="C2352F"/>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526549"/>
            <a:ext cx="703205" cy="130705"/>
          </a:xfrm>
          <a:prstGeom prst="rect">
            <a:avLst/>
          </a:prstGeom>
          <a:solidFill>
            <a:srgbClr val="C2352F"/>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787960"/>
            <a:ext cx="640057" cy="130705"/>
          </a:xfrm>
          <a:prstGeom prst="rect">
            <a:avLst/>
          </a:prstGeom>
          <a:solidFill>
            <a:srgbClr val="C2352F"/>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5049371"/>
            <a:ext cx="569932" cy="130705"/>
          </a:xfrm>
          <a:prstGeom prst="rect">
            <a:avLst/>
          </a:prstGeom>
          <a:solidFill>
            <a:srgbClr val="C2352F"/>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310781"/>
            <a:ext cx="519894" cy="130705"/>
          </a:xfrm>
          <a:prstGeom prst="rect">
            <a:avLst/>
          </a:prstGeom>
          <a:solidFill>
            <a:srgbClr val="C2352F"/>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572192"/>
            <a:ext cx="485901" cy="130705"/>
          </a:xfrm>
          <a:prstGeom prst="rect">
            <a:avLst/>
          </a:prstGeom>
          <a:solidFill>
            <a:srgbClr val="C2352F"/>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833603"/>
            <a:ext cx="483593" cy="130705"/>
          </a:xfrm>
          <a:prstGeom prst="rect">
            <a:avLst/>
          </a:prstGeom>
          <a:solidFill>
            <a:srgbClr val="C2352F"/>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6095014"/>
            <a:ext cx="457948" cy="130705"/>
          </a:xfrm>
          <a:prstGeom prst="rect">
            <a:avLst/>
          </a:prstGeom>
          <a:solidFill>
            <a:srgbClr val="C2352F"/>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12441"/>
            <a:ext cx="385888" cy="130705"/>
          </a:xfrm>
          <a:prstGeom prst="rect">
            <a:avLst/>
          </a:prstGeom>
          <a:solidFill>
            <a:srgbClr val="C2352F"/>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73852"/>
            <a:ext cx="373935" cy="130705"/>
          </a:xfrm>
          <a:prstGeom prst="rect">
            <a:avLst/>
          </a:prstGeom>
          <a:solidFill>
            <a:srgbClr val="C2352F"/>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435262"/>
            <a:ext cx="328119"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96673"/>
            <a:ext cx="309470"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958084"/>
            <a:ext cx="231259"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219495"/>
            <a:ext cx="136790"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480906"/>
            <a:ext cx="104802"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742316"/>
            <a:ext cx="82384"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4003727"/>
            <a:ext cx="79502"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265138"/>
            <a:ext cx="76690"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526549"/>
            <a:ext cx="66479"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787960"/>
            <a:ext cx="31004"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5049371"/>
            <a:ext cx="26115"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310781"/>
            <a:ext cx="18288"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572192"/>
            <a:ext cx="18288"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833603"/>
            <a:ext cx="18288"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443984"/>
          </a:xfrm>
          <a:prstGeom prst="rect">
            <a:avLst/>
          </a:prstGeom>
          <a:solidFill>
            <a:srgbClr val="0B2C4A"/>
          </a:solidFill>
          <a:ln/>
        </p:spPr>
      </p:sp>
      <p:sp>
        <p:nvSpPr>
          <p:cNvPr id="144" name="Shape 142"/>
          <p:cNvSpPr/>
          <p:nvPr/>
        </p:nvSpPr>
        <p:spPr>
          <a:xfrm>
            <a:off x="9491113"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59028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4320271"/>
          </a:xfrm>
          <a:prstGeom prst="rect">
            <a:avLst/>
          </a:prstGeom>
          <a:solidFill>
            <a:srgbClr val="9AA3AD"/>
          </a:solidFill>
          <a:ln/>
        </p:spPr>
      </p:sp>
      <p:sp>
        <p:nvSpPr>
          <p:cNvPr id="14" name="Text 12"/>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61538"/>
            <a:ext cx="133022" cy="148509"/>
          </a:xfrm>
          <a:prstGeom prst="rect">
            <a:avLst/>
          </a:prstGeom>
          <a:solidFill>
            <a:srgbClr val="12A566"/>
          </a:solidFill>
          <a:ln/>
        </p:spPr>
      </p:sp>
      <p:sp>
        <p:nvSpPr>
          <p:cNvPr id="17" name="Text 15"/>
          <p:cNvSpPr txBox="1"/>
          <p:nvPr/>
        </p:nvSpPr>
        <p:spPr>
          <a:xfrm>
            <a:off x="3401568" y="1700784"/>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78577"/>
          </a:xfrm>
          <a:prstGeom prst="rect">
            <a:avLst/>
          </a:prstGeom>
          <a:solidFill>
            <a:srgbClr val="12A566"/>
          </a:solidFill>
          <a:ln/>
        </p:spPr>
      </p:sp>
      <p:sp>
        <p:nvSpPr>
          <p:cNvPr id="21" name="Text 19"/>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31555"/>
            <a:ext cx="58221" cy="148509"/>
          </a:xfrm>
          <a:prstGeom prst="rect">
            <a:avLst/>
          </a:prstGeom>
          <a:solidFill>
            <a:srgbClr val="12A566"/>
          </a:solidFill>
          <a:ln/>
        </p:spPr>
      </p:sp>
      <p:sp>
        <p:nvSpPr>
          <p:cNvPr id="24" name="Text 22"/>
          <p:cNvSpPr txBox="1"/>
          <p:nvPr/>
        </p:nvSpPr>
        <p:spPr>
          <a:xfrm>
            <a:off x="3401568" y="1970801"/>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7080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2016521"/>
            <a:ext cx="54864" cy="178577"/>
          </a:xfrm>
          <a:prstGeom prst="rect">
            <a:avLst/>
          </a:prstGeom>
          <a:solidFill>
            <a:srgbClr val="12A566"/>
          </a:solidFill>
          <a:ln/>
        </p:spPr>
      </p:sp>
      <p:sp>
        <p:nvSpPr>
          <p:cNvPr id="28" name="Text 26"/>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301572"/>
            <a:ext cx="26369" cy="148509"/>
          </a:xfrm>
          <a:prstGeom prst="rect">
            <a:avLst/>
          </a:prstGeom>
          <a:solidFill>
            <a:srgbClr val="12A566"/>
          </a:solidFill>
          <a:ln/>
        </p:spPr>
      </p:sp>
      <p:sp>
        <p:nvSpPr>
          <p:cNvPr id="31" name="Text 29"/>
          <p:cNvSpPr txBox="1"/>
          <p:nvPr/>
        </p:nvSpPr>
        <p:spPr>
          <a:xfrm>
            <a:off x="3401568" y="2240818"/>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24081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86538"/>
            <a:ext cx="54864" cy="178577"/>
          </a:xfrm>
          <a:prstGeom prst="rect">
            <a:avLst/>
          </a:prstGeom>
          <a:solidFill>
            <a:srgbClr val="12A566"/>
          </a:solidFill>
          <a:ln/>
        </p:spPr>
      </p:sp>
      <p:sp>
        <p:nvSpPr>
          <p:cNvPr id="35" name="Text 33"/>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71589"/>
            <a:ext cx="18288" cy="148509"/>
          </a:xfrm>
          <a:prstGeom prst="rect">
            <a:avLst/>
          </a:prstGeom>
          <a:solidFill>
            <a:srgbClr val="12A566"/>
          </a:solidFill>
          <a:ln/>
        </p:spPr>
      </p:sp>
      <p:sp>
        <p:nvSpPr>
          <p:cNvPr id="38" name="Text 36"/>
          <p:cNvSpPr txBox="1"/>
          <p:nvPr/>
        </p:nvSpPr>
        <p:spPr>
          <a:xfrm>
            <a:off x="3401568" y="2510835"/>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51083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841606"/>
            <a:ext cx="18288" cy="148509"/>
          </a:xfrm>
          <a:prstGeom prst="rect">
            <a:avLst/>
          </a:prstGeom>
          <a:solidFill>
            <a:srgbClr val="C2352F"/>
          </a:solidFill>
          <a:ln/>
        </p:spPr>
      </p:sp>
      <p:sp>
        <p:nvSpPr>
          <p:cNvPr id="44" name="Text 42"/>
          <p:cNvSpPr txBox="1"/>
          <p:nvPr/>
        </p:nvSpPr>
        <p:spPr>
          <a:xfrm>
            <a:off x="3401568" y="2780852"/>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780852"/>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3111623"/>
            <a:ext cx="18288" cy="148509"/>
          </a:xfrm>
          <a:prstGeom prst="rect">
            <a:avLst/>
          </a:prstGeom>
          <a:solidFill>
            <a:srgbClr val="C2352F"/>
          </a:solidFill>
          <a:ln/>
        </p:spPr>
      </p:sp>
      <p:sp>
        <p:nvSpPr>
          <p:cNvPr id="50" name="Text 48"/>
          <p:cNvSpPr txBox="1"/>
          <p:nvPr/>
        </p:nvSpPr>
        <p:spPr>
          <a:xfrm>
            <a:off x="3401568" y="3050869"/>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3050869"/>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381639"/>
            <a:ext cx="18288" cy="148509"/>
          </a:xfrm>
          <a:prstGeom prst="rect">
            <a:avLst/>
          </a:prstGeom>
          <a:solidFill>
            <a:srgbClr val="C2352F"/>
          </a:solidFill>
          <a:ln/>
        </p:spPr>
      </p:sp>
      <p:sp>
        <p:nvSpPr>
          <p:cNvPr id="56" name="Text 54"/>
          <p:cNvSpPr txBox="1"/>
          <p:nvPr/>
        </p:nvSpPr>
        <p:spPr>
          <a:xfrm>
            <a:off x="3401568" y="332088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32088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651656"/>
            <a:ext cx="18288" cy="148509"/>
          </a:xfrm>
          <a:prstGeom prst="rect">
            <a:avLst/>
          </a:prstGeom>
          <a:solidFill>
            <a:srgbClr val="C2352F"/>
          </a:solidFill>
          <a:ln/>
        </p:spPr>
      </p:sp>
      <p:sp>
        <p:nvSpPr>
          <p:cNvPr id="62" name="Text 60"/>
          <p:cNvSpPr txBox="1"/>
          <p:nvPr/>
        </p:nvSpPr>
        <p:spPr>
          <a:xfrm>
            <a:off x="3401568" y="359090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59090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921673"/>
            <a:ext cx="20716" cy="148509"/>
          </a:xfrm>
          <a:prstGeom prst="rect">
            <a:avLst/>
          </a:prstGeom>
          <a:solidFill>
            <a:srgbClr val="C2352F"/>
          </a:solidFill>
          <a:ln/>
        </p:spPr>
      </p:sp>
      <p:sp>
        <p:nvSpPr>
          <p:cNvPr id="68" name="Text 66"/>
          <p:cNvSpPr txBox="1"/>
          <p:nvPr/>
        </p:nvSpPr>
        <p:spPr>
          <a:xfrm>
            <a:off x="3401568" y="386092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86092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4191690"/>
            <a:ext cx="27204" cy="148509"/>
          </a:xfrm>
          <a:prstGeom prst="rect">
            <a:avLst/>
          </a:prstGeom>
          <a:solidFill>
            <a:srgbClr val="C2352F"/>
          </a:solidFill>
          <a:ln/>
        </p:spPr>
      </p:sp>
      <p:sp>
        <p:nvSpPr>
          <p:cNvPr id="74" name="Text 72"/>
          <p:cNvSpPr txBox="1"/>
          <p:nvPr/>
        </p:nvSpPr>
        <p:spPr>
          <a:xfrm>
            <a:off x="3401568" y="413093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413093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461707"/>
            <a:ext cx="35008" cy="148509"/>
          </a:xfrm>
          <a:prstGeom prst="rect">
            <a:avLst/>
          </a:prstGeom>
          <a:solidFill>
            <a:srgbClr val="C2352F"/>
          </a:solidFill>
          <a:ln/>
        </p:spPr>
      </p:sp>
      <p:sp>
        <p:nvSpPr>
          <p:cNvPr id="80" name="Text 78"/>
          <p:cNvSpPr txBox="1"/>
          <p:nvPr/>
        </p:nvSpPr>
        <p:spPr>
          <a:xfrm>
            <a:off x="3401568" y="440095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40095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731724"/>
            <a:ext cx="39760" cy="148509"/>
          </a:xfrm>
          <a:prstGeom prst="rect">
            <a:avLst/>
          </a:prstGeom>
          <a:solidFill>
            <a:srgbClr val="C2352F"/>
          </a:solidFill>
          <a:ln/>
        </p:spPr>
      </p:sp>
      <p:sp>
        <p:nvSpPr>
          <p:cNvPr id="86" name="Text 84"/>
          <p:cNvSpPr txBox="1"/>
          <p:nvPr/>
        </p:nvSpPr>
        <p:spPr>
          <a:xfrm>
            <a:off x="3401568" y="467097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67097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5001741"/>
            <a:ext cx="51181" cy="148509"/>
          </a:xfrm>
          <a:prstGeom prst="rect">
            <a:avLst/>
          </a:prstGeom>
          <a:solidFill>
            <a:srgbClr val="C2352F"/>
          </a:solidFill>
          <a:ln/>
        </p:spPr>
      </p:sp>
      <p:sp>
        <p:nvSpPr>
          <p:cNvPr id="92" name="Text 90"/>
          <p:cNvSpPr txBox="1"/>
          <p:nvPr/>
        </p:nvSpPr>
        <p:spPr>
          <a:xfrm>
            <a:off x="3401568" y="4940987"/>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940987"/>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5271758"/>
            <a:ext cx="52170" cy="148509"/>
          </a:xfrm>
          <a:prstGeom prst="rect">
            <a:avLst/>
          </a:prstGeom>
          <a:solidFill>
            <a:srgbClr val="C2352F"/>
          </a:solidFill>
          <a:ln/>
        </p:spPr>
      </p:sp>
      <p:sp>
        <p:nvSpPr>
          <p:cNvPr id="98" name="Text 96"/>
          <p:cNvSpPr txBox="1"/>
          <p:nvPr/>
        </p:nvSpPr>
        <p:spPr>
          <a:xfrm>
            <a:off x="3401568" y="521100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521100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541775"/>
            <a:ext cx="53041" cy="148509"/>
          </a:xfrm>
          <a:prstGeom prst="rect">
            <a:avLst/>
          </a:prstGeom>
          <a:solidFill>
            <a:srgbClr val="C2352F"/>
          </a:solidFill>
          <a:ln/>
        </p:spPr>
      </p:sp>
      <p:sp>
        <p:nvSpPr>
          <p:cNvPr id="104" name="Text 102"/>
          <p:cNvSpPr txBox="1"/>
          <p:nvPr/>
        </p:nvSpPr>
        <p:spPr>
          <a:xfrm>
            <a:off x="3401568" y="548102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48102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526741"/>
            <a:ext cx="54864" cy="178577"/>
          </a:xfrm>
          <a:prstGeom prst="rect">
            <a:avLst/>
          </a:prstGeom>
          <a:solidFill>
            <a:srgbClr val="C2352F"/>
          </a:solidFill>
          <a:ln/>
        </p:spPr>
      </p:sp>
      <p:sp>
        <p:nvSpPr>
          <p:cNvPr id="108" name="Text 106"/>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811792"/>
            <a:ext cx="58766" cy="148509"/>
          </a:xfrm>
          <a:prstGeom prst="rect">
            <a:avLst/>
          </a:prstGeom>
          <a:solidFill>
            <a:srgbClr val="C2352F"/>
          </a:solidFill>
          <a:ln/>
        </p:spPr>
      </p:sp>
      <p:sp>
        <p:nvSpPr>
          <p:cNvPr id="111" name="Text 109"/>
          <p:cNvSpPr txBox="1"/>
          <p:nvPr/>
        </p:nvSpPr>
        <p:spPr>
          <a:xfrm>
            <a:off x="3401568" y="575103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75103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6081809"/>
            <a:ext cx="68004" cy="148509"/>
          </a:xfrm>
          <a:prstGeom prst="rect">
            <a:avLst/>
          </a:prstGeom>
          <a:solidFill>
            <a:srgbClr val="C2352F"/>
          </a:solidFill>
          <a:ln/>
        </p:spPr>
      </p:sp>
      <p:sp>
        <p:nvSpPr>
          <p:cNvPr id="117" name="Text 115"/>
          <p:cNvSpPr txBox="1"/>
          <p:nvPr/>
        </p:nvSpPr>
        <p:spPr>
          <a:xfrm>
            <a:off x="3401568" y="6021055"/>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602105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602105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61538"/>
            <a:ext cx="72926" cy="148509"/>
          </a:xfrm>
          <a:prstGeom prst="rect">
            <a:avLst/>
          </a:prstGeom>
          <a:solidFill>
            <a:srgbClr val="C2352F"/>
          </a:solidFill>
          <a:ln/>
        </p:spPr>
      </p:sp>
      <p:sp>
        <p:nvSpPr>
          <p:cNvPr id="123" name="Text 121"/>
          <p:cNvSpPr txBox="1"/>
          <p:nvPr/>
        </p:nvSpPr>
        <p:spPr>
          <a:xfrm>
            <a:off x="8951976" y="170078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31555"/>
            <a:ext cx="98629" cy="148509"/>
          </a:xfrm>
          <a:prstGeom prst="rect">
            <a:avLst/>
          </a:prstGeom>
          <a:solidFill>
            <a:srgbClr val="C2352F"/>
          </a:solidFill>
          <a:ln/>
        </p:spPr>
      </p:sp>
      <p:sp>
        <p:nvSpPr>
          <p:cNvPr id="129" name="Text 127"/>
          <p:cNvSpPr txBox="1"/>
          <p:nvPr/>
        </p:nvSpPr>
        <p:spPr>
          <a:xfrm>
            <a:off x="8951976" y="197080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7080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301572"/>
            <a:ext cx="98927" cy="148509"/>
          </a:xfrm>
          <a:prstGeom prst="rect">
            <a:avLst/>
          </a:prstGeom>
          <a:solidFill>
            <a:srgbClr val="C2352F"/>
          </a:solidFill>
          <a:ln/>
        </p:spPr>
      </p:sp>
      <p:sp>
        <p:nvSpPr>
          <p:cNvPr id="135" name="Text 133"/>
          <p:cNvSpPr txBox="1"/>
          <p:nvPr/>
        </p:nvSpPr>
        <p:spPr>
          <a:xfrm>
            <a:off x="8951976" y="224081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24081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86538"/>
            <a:ext cx="54864" cy="178577"/>
          </a:xfrm>
          <a:prstGeom prst="rect">
            <a:avLst/>
          </a:prstGeom>
          <a:solidFill>
            <a:srgbClr val="9AA3AD"/>
          </a:solidFill>
          <a:ln/>
        </p:spPr>
      </p:sp>
      <p:sp>
        <p:nvSpPr>
          <p:cNvPr id="139" name="Text 137"/>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71589"/>
            <a:ext cx="107247" cy="148509"/>
          </a:xfrm>
          <a:prstGeom prst="rect">
            <a:avLst/>
          </a:prstGeom>
          <a:solidFill>
            <a:srgbClr val="C2352F"/>
          </a:solidFill>
          <a:ln/>
        </p:spPr>
      </p:sp>
      <p:sp>
        <p:nvSpPr>
          <p:cNvPr id="142" name="Text 140"/>
          <p:cNvSpPr txBox="1"/>
          <p:nvPr/>
        </p:nvSpPr>
        <p:spPr>
          <a:xfrm>
            <a:off x="8951976" y="2510835"/>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51083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556555"/>
            <a:ext cx="54864" cy="178577"/>
          </a:xfrm>
          <a:prstGeom prst="rect">
            <a:avLst/>
          </a:prstGeom>
          <a:solidFill>
            <a:srgbClr val="9AA3AD"/>
          </a:solidFill>
          <a:ln/>
        </p:spPr>
      </p:sp>
      <p:sp>
        <p:nvSpPr>
          <p:cNvPr id="146" name="Text 144"/>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841606"/>
            <a:ext cx="129225" cy="148509"/>
          </a:xfrm>
          <a:prstGeom prst="rect">
            <a:avLst/>
          </a:prstGeom>
          <a:solidFill>
            <a:srgbClr val="C2352F"/>
          </a:solidFill>
          <a:ln/>
        </p:spPr>
      </p:sp>
      <p:sp>
        <p:nvSpPr>
          <p:cNvPr id="149" name="Text 147"/>
          <p:cNvSpPr txBox="1"/>
          <p:nvPr/>
        </p:nvSpPr>
        <p:spPr>
          <a:xfrm>
            <a:off x="8951976" y="2780852"/>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780852"/>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3111623"/>
            <a:ext cx="129271" cy="148509"/>
          </a:xfrm>
          <a:prstGeom prst="rect">
            <a:avLst/>
          </a:prstGeom>
          <a:solidFill>
            <a:srgbClr val="C2352F"/>
          </a:solidFill>
          <a:ln/>
        </p:spPr>
      </p:sp>
      <p:sp>
        <p:nvSpPr>
          <p:cNvPr id="155" name="Text 153"/>
          <p:cNvSpPr txBox="1"/>
          <p:nvPr/>
        </p:nvSpPr>
        <p:spPr>
          <a:xfrm>
            <a:off x="8951976" y="3050869"/>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3050869"/>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3096589"/>
            <a:ext cx="54864" cy="178577"/>
          </a:xfrm>
          <a:prstGeom prst="rect">
            <a:avLst/>
          </a:prstGeom>
          <a:solidFill>
            <a:srgbClr val="C2352F"/>
          </a:solidFill>
          <a:ln/>
        </p:spPr>
      </p:sp>
      <p:sp>
        <p:nvSpPr>
          <p:cNvPr id="159" name="Text 157"/>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381639"/>
            <a:ext cx="136770" cy="148509"/>
          </a:xfrm>
          <a:prstGeom prst="rect">
            <a:avLst/>
          </a:prstGeom>
          <a:solidFill>
            <a:srgbClr val="C2352F"/>
          </a:solidFill>
          <a:ln/>
        </p:spPr>
      </p:sp>
      <p:sp>
        <p:nvSpPr>
          <p:cNvPr id="162" name="Text 160"/>
          <p:cNvSpPr txBox="1"/>
          <p:nvPr/>
        </p:nvSpPr>
        <p:spPr>
          <a:xfrm>
            <a:off x="8951976" y="332088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32088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651656"/>
            <a:ext cx="139675" cy="148509"/>
          </a:xfrm>
          <a:prstGeom prst="rect">
            <a:avLst/>
          </a:prstGeom>
          <a:solidFill>
            <a:srgbClr val="C2352F"/>
          </a:solidFill>
          <a:ln/>
        </p:spPr>
      </p:sp>
      <p:sp>
        <p:nvSpPr>
          <p:cNvPr id="168" name="Text 166"/>
          <p:cNvSpPr txBox="1"/>
          <p:nvPr/>
        </p:nvSpPr>
        <p:spPr>
          <a:xfrm>
            <a:off x="8951976" y="359090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59090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921673"/>
            <a:ext cx="146110" cy="148509"/>
          </a:xfrm>
          <a:prstGeom prst="rect">
            <a:avLst/>
          </a:prstGeom>
          <a:solidFill>
            <a:srgbClr val="C2352F"/>
          </a:solidFill>
          <a:ln/>
        </p:spPr>
      </p:sp>
      <p:sp>
        <p:nvSpPr>
          <p:cNvPr id="174" name="Text 172"/>
          <p:cNvSpPr txBox="1"/>
          <p:nvPr/>
        </p:nvSpPr>
        <p:spPr>
          <a:xfrm>
            <a:off x="8951976" y="386092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86092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4191690"/>
            <a:ext cx="152574" cy="148509"/>
          </a:xfrm>
          <a:prstGeom prst="rect">
            <a:avLst/>
          </a:prstGeom>
          <a:solidFill>
            <a:srgbClr val="C2352F"/>
          </a:solidFill>
          <a:ln/>
        </p:spPr>
      </p:sp>
      <p:sp>
        <p:nvSpPr>
          <p:cNvPr id="180" name="Text 178"/>
          <p:cNvSpPr txBox="1"/>
          <p:nvPr/>
        </p:nvSpPr>
        <p:spPr>
          <a:xfrm>
            <a:off x="8951976" y="413093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413093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461707"/>
            <a:ext cx="202569" cy="148509"/>
          </a:xfrm>
          <a:prstGeom prst="rect">
            <a:avLst/>
          </a:prstGeom>
          <a:solidFill>
            <a:srgbClr val="C2352F"/>
          </a:solidFill>
          <a:ln/>
        </p:spPr>
      </p:sp>
      <p:sp>
        <p:nvSpPr>
          <p:cNvPr id="186" name="Text 184"/>
          <p:cNvSpPr txBox="1"/>
          <p:nvPr/>
        </p:nvSpPr>
        <p:spPr>
          <a:xfrm>
            <a:off x="8951976" y="440095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40095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731724"/>
            <a:ext cx="207830" cy="148509"/>
          </a:xfrm>
          <a:prstGeom prst="rect">
            <a:avLst/>
          </a:prstGeom>
          <a:solidFill>
            <a:srgbClr val="C2352F"/>
          </a:solidFill>
          <a:ln/>
        </p:spPr>
      </p:sp>
      <p:sp>
        <p:nvSpPr>
          <p:cNvPr id="192" name="Text 190"/>
          <p:cNvSpPr txBox="1"/>
          <p:nvPr/>
        </p:nvSpPr>
        <p:spPr>
          <a:xfrm>
            <a:off x="8951976" y="467097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67097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5001741"/>
            <a:ext cx="238034" cy="148509"/>
          </a:xfrm>
          <a:prstGeom prst="rect">
            <a:avLst/>
          </a:prstGeom>
          <a:solidFill>
            <a:srgbClr val="C2352F"/>
          </a:solidFill>
          <a:ln/>
        </p:spPr>
      </p:sp>
      <p:sp>
        <p:nvSpPr>
          <p:cNvPr id="198" name="Text 196"/>
          <p:cNvSpPr txBox="1"/>
          <p:nvPr/>
        </p:nvSpPr>
        <p:spPr>
          <a:xfrm>
            <a:off x="8951976" y="4940987"/>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940987"/>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5271758"/>
            <a:ext cx="252161" cy="148509"/>
          </a:xfrm>
          <a:prstGeom prst="rect">
            <a:avLst/>
          </a:prstGeom>
          <a:solidFill>
            <a:srgbClr val="C2352F"/>
          </a:solidFill>
          <a:ln/>
        </p:spPr>
      </p:sp>
      <p:sp>
        <p:nvSpPr>
          <p:cNvPr id="204" name="Text 202"/>
          <p:cNvSpPr txBox="1"/>
          <p:nvPr/>
        </p:nvSpPr>
        <p:spPr>
          <a:xfrm>
            <a:off x="8951976" y="521100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521100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541775"/>
            <a:ext cx="280814" cy="148509"/>
          </a:xfrm>
          <a:prstGeom prst="rect">
            <a:avLst/>
          </a:prstGeom>
          <a:solidFill>
            <a:srgbClr val="C2352F"/>
          </a:solidFill>
          <a:ln/>
        </p:spPr>
      </p:sp>
      <p:sp>
        <p:nvSpPr>
          <p:cNvPr id="210" name="Text 208"/>
          <p:cNvSpPr txBox="1"/>
          <p:nvPr/>
        </p:nvSpPr>
        <p:spPr>
          <a:xfrm>
            <a:off x="8951976" y="548102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48102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811792"/>
            <a:ext cx="342466" cy="148509"/>
          </a:xfrm>
          <a:prstGeom prst="rect">
            <a:avLst/>
          </a:prstGeom>
          <a:solidFill>
            <a:srgbClr val="C2352F"/>
          </a:solidFill>
          <a:ln/>
        </p:spPr>
      </p:sp>
      <p:sp>
        <p:nvSpPr>
          <p:cNvPr id="216" name="Text 214"/>
          <p:cNvSpPr txBox="1"/>
          <p:nvPr/>
        </p:nvSpPr>
        <p:spPr>
          <a:xfrm>
            <a:off x="8951976" y="575103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75103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796758"/>
            <a:ext cx="54864" cy="178577"/>
          </a:xfrm>
          <a:prstGeom prst="rect">
            <a:avLst/>
          </a:prstGeom>
          <a:solidFill>
            <a:srgbClr val="C2352F"/>
          </a:solidFill>
          <a:ln/>
        </p:spPr>
      </p:sp>
      <p:sp>
        <p:nvSpPr>
          <p:cNvPr id="220" name="Shape 218"/>
          <p:cNvSpPr/>
          <p:nvPr/>
        </p:nvSpPr>
        <p:spPr>
          <a:xfrm>
            <a:off x="6085332" y="1700784"/>
            <a:ext cx="10973" cy="4590288"/>
          </a:xfrm>
          <a:prstGeom prst="rect">
            <a:avLst/>
          </a:prstGeom>
          <a:solidFill>
            <a:srgbClr val="D9D9D9"/>
          </a:solidFill>
          <a:ln/>
        </p:spPr>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73852"/>
            <a:ext cx="1277371"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435262"/>
            <a:ext cx="1171658"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96673"/>
            <a:ext cx="1042017"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958084"/>
            <a:ext cx="991227"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219495"/>
            <a:ext cx="975131"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480906"/>
            <a:ext cx="953847"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742316"/>
            <a:ext cx="880621"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4003727"/>
            <a:ext cx="869652"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265138"/>
            <a:ext cx="846628"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526549"/>
            <a:ext cx="830606" cy="130705"/>
          </a:xfrm>
          <a:prstGeom prst="rect">
            <a:avLst/>
          </a:prstGeom>
          <a:solidFill>
            <a:srgbClr val="12A566"/>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787960"/>
            <a:ext cx="824603" cy="130705"/>
          </a:xfrm>
          <a:prstGeom prst="rect">
            <a:avLst/>
          </a:prstGeom>
          <a:solidFill>
            <a:srgbClr val="12A566"/>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5049371"/>
            <a:ext cx="790584" cy="130705"/>
          </a:xfrm>
          <a:prstGeom prst="rect">
            <a:avLst/>
          </a:prstGeom>
          <a:solidFill>
            <a:srgbClr val="C2352F"/>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310781"/>
            <a:ext cx="780105" cy="130705"/>
          </a:xfrm>
          <a:prstGeom prst="rect">
            <a:avLst/>
          </a:prstGeom>
          <a:solidFill>
            <a:srgbClr val="C2352F"/>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572192"/>
            <a:ext cx="695403" cy="130705"/>
          </a:xfrm>
          <a:prstGeom prst="rect">
            <a:avLst/>
          </a:prstGeom>
          <a:solidFill>
            <a:srgbClr val="C2352F"/>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833603"/>
            <a:ext cx="688562" cy="130705"/>
          </a:xfrm>
          <a:prstGeom prst="rect">
            <a:avLst/>
          </a:prstGeom>
          <a:solidFill>
            <a:srgbClr val="C2352F"/>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6095014"/>
            <a:ext cx="686926" cy="130705"/>
          </a:xfrm>
          <a:prstGeom prst="rect">
            <a:avLst/>
          </a:prstGeom>
          <a:solidFill>
            <a:srgbClr val="C2352F"/>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12441"/>
            <a:ext cx="677808" cy="130705"/>
          </a:xfrm>
          <a:prstGeom prst="rect">
            <a:avLst/>
          </a:prstGeom>
          <a:solidFill>
            <a:srgbClr val="C2352F"/>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73852"/>
            <a:ext cx="661087" cy="130705"/>
          </a:xfrm>
          <a:prstGeom prst="rect">
            <a:avLst/>
          </a:prstGeom>
          <a:solidFill>
            <a:srgbClr val="C2352F"/>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435262"/>
            <a:ext cx="616668"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96673"/>
            <a:ext cx="593725"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958084"/>
            <a:ext cx="580349"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219495"/>
            <a:ext cx="577469"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480906"/>
            <a:ext cx="498268"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742316"/>
            <a:ext cx="487865"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4003727"/>
            <a:ext cx="475017"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265138"/>
            <a:ext cx="443916"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526549"/>
            <a:ext cx="388888"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787960"/>
            <a:ext cx="383191"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5049371"/>
            <a:ext cx="347029"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310781"/>
            <a:ext cx="260164"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572192"/>
            <a:ext cx="201580"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833603"/>
            <a:ext cx="158552"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443984"/>
          </a:xfrm>
          <a:prstGeom prst="rect">
            <a:avLst/>
          </a:prstGeom>
          <a:solidFill>
            <a:srgbClr val="0B2C4A"/>
          </a:solidFill>
          <a:ln/>
        </p:spPr>
      </p:sp>
      <p:sp>
        <p:nvSpPr>
          <p:cNvPr id="144" name="Shape 142"/>
          <p:cNvSpPr/>
          <p:nvPr/>
        </p:nvSpPr>
        <p:spPr>
          <a:xfrm>
            <a:off x="9370579"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59028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4320271"/>
          </a:xfrm>
          <a:prstGeom prst="rect">
            <a:avLst/>
          </a:prstGeom>
          <a:solidFill>
            <a:srgbClr val="9AA3AD"/>
          </a:solidFill>
          <a:ln/>
        </p:spPr>
      </p:sp>
      <p:sp>
        <p:nvSpPr>
          <p:cNvPr id="14" name="Text 12"/>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61538"/>
            <a:ext cx="300958" cy="148509"/>
          </a:xfrm>
          <a:prstGeom prst="rect">
            <a:avLst/>
          </a:prstGeom>
          <a:solidFill>
            <a:srgbClr val="12A566"/>
          </a:solidFill>
          <a:ln/>
        </p:spPr>
      </p:sp>
      <p:sp>
        <p:nvSpPr>
          <p:cNvPr id="17" name="Text 15"/>
          <p:cNvSpPr txBox="1"/>
          <p:nvPr/>
        </p:nvSpPr>
        <p:spPr>
          <a:xfrm>
            <a:off x="3401568" y="1700784"/>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78577"/>
          </a:xfrm>
          <a:prstGeom prst="rect">
            <a:avLst/>
          </a:prstGeom>
          <a:solidFill>
            <a:srgbClr val="12A566"/>
          </a:solidFill>
          <a:ln/>
        </p:spPr>
      </p:sp>
      <p:sp>
        <p:nvSpPr>
          <p:cNvPr id="21" name="Text 19"/>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31555"/>
            <a:ext cx="216846" cy="148509"/>
          </a:xfrm>
          <a:prstGeom prst="rect">
            <a:avLst/>
          </a:prstGeom>
          <a:solidFill>
            <a:srgbClr val="12A566"/>
          </a:solidFill>
          <a:ln/>
        </p:spPr>
      </p:sp>
      <p:sp>
        <p:nvSpPr>
          <p:cNvPr id="24" name="Text 22"/>
          <p:cNvSpPr txBox="1"/>
          <p:nvPr/>
        </p:nvSpPr>
        <p:spPr>
          <a:xfrm>
            <a:off x="3401568" y="1970801"/>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7080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2016521"/>
            <a:ext cx="54864" cy="178577"/>
          </a:xfrm>
          <a:prstGeom prst="rect">
            <a:avLst/>
          </a:prstGeom>
          <a:solidFill>
            <a:srgbClr val="12A566"/>
          </a:solidFill>
          <a:ln/>
        </p:spPr>
      </p:sp>
      <p:sp>
        <p:nvSpPr>
          <p:cNvPr id="28" name="Text 26"/>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301572"/>
            <a:ext cx="78044" cy="148509"/>
          </a:xfrm>
          <a:prstGeom prst="rect">
            <a:avLst/>
          </a:prstGeom>
          <a:solidFill>
            <a:srgbClr val="12A566"/>
          </a:solidFill>
          <a:ln/>
        </p:spPr>
      </p:sp>
      <p:sp>
        <p:nvSpPr>
          <p:cNvPr id="31" name="Text 29"/>
          <p:cNvSpPr txBox="1"/>
          <p:nvPr/>
        </p:nvSpPr>
        <p:spPr>
          <a:xfrm>
            <a:off x="3401568" y="2240818"/>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24081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71589"/>
            <a:ext cx="39072" cy="148509"/>
          </a:xfrm>
          <a:prstGeom prst="rect">
            <a:avLst/>
          </a:prstGeom>
          <a:solidFill>
            <a:srgbClr val="12A566"/>
          </a:solidFill>
          <a:ln/>
        </p:spPr>
      </p:sp>
      <p:sp>
        <p:nvSpPr>
          <p:cNvPr id="37" name="Text 35"/>
          <p:cNvSpPr txBox="1"/>
          <p:nvPr/>
        </p:nvSpPr>
        <p:spPr>
          <a:xfrm>
            <a:off x="3401568" y="2510835"/>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51083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556555"/>
            <a:ext cx="54864" cy="178577"/>
          </a:xfrm>
          <a:prstGeom prst="rect">
            <a:avLst/>
          </a:prstGeom>
          <a:solidFill>
            <a:srgbClr val="12A566"/>
          </a:solidFill>
          <a:ln/>
        </p:spPr>
      </p:sp>
      <p:sp>
        <p:nvSpPr>
          <p:cNvPr id="41" name="Text 39"/>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841606"/>
            <a:ext cx="37733" cy="148509"/>
          </a:xfrm>
          <a:prstGeom prst="rect">
            <a:avLst/>
          </a:prstGeom>
          <a:solidFill>
            <a:srgbClr val="12A566"/>
          </a:solidFill>
          <a:ln/>
        </p:spPr>
      </p:sp>
      <p:sp>
        <p:nvSpPr>
          <p:cNvPr id="44" name="Text 42"/>
          <p:cNvSpPr txBox="1"/>
          <p:nvPr/>
        </p:nvSpPr>
        <p:spPr>
          <a:xfrm>
            <a:off x="3401568" y="2780852"/>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780852"/>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3111623"/>
            <a:ext cx="27359" cy="148509"/>
          </a:xfrm>
          <a:prstGeom prst="rect">
            <a:avLst/>
          </a:prstGeom>
          <a:solidFill>
            <a:srgbClr val="12A566"/>
          </a:solidFill>
          <a:ln/>
        </p:spPr>
      </p:sp>
      <p:sp>
        <p:nvSpPr>
          <p:cNvPr id="50" name="Text 48"/>
          <p:cNvSpPr txBox="1"/>
          <p:nvPr/>
        </p:nvSpPr>
        <p:spPr>
          <a:xfrm>
            <a:off x="3401568" y="3050869"/>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3050869"/>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381639"/>
            <a:ext cx="24282" cy="148509"/>
          </a:xfrm>
          <a:prstGeom prst="rect">
            <a:avLst/>
          </a:prstGeom>
          <a:solidFill>
            <a:srgbClr val="12A566"/>
          </a:solidFill>
          <a:ln/>
        </p:spPr>
      </p:sp>
      <p:sp>
        <p:nvSpPr>
          <p:cNvPr id="56" name="Text 54"/>
          <p:cNvSpPr txBox="1"/>
          <p:nvPr/>
        </p:nvSpPr>
        <p:spPr>
          <a:xfrm>
            <a:off x="3401568" y="3320886"/>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32088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651656"/>
            <a:ext cx="22695" cy="148509"/>
          </a:xfrm>
          <a:prstGeom prst="rect">
            <a:avLst/>
          </a:prstGeom>
          <a:solidFill>
            <a:srgbClr val="12A566"/>
          </a:solidFill>
          <a:ln/>
        </p:spPr>
      </p:sp>
      <p:sp>
        <p:nvSpPr>
          <p:cNvPr id="62" name="Text 60"/>
          <p:cNvSpPr txBox="1"/>
          <p:nvPr/>
        </p:nvSpPr>
        <p:spPr>
          <a:xfrm>
            <a:off x="3401568" y="3590903"/>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59090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921673"/>
            <a:ext cx="18342" cy="148509"/>
          </a:xfrm>
          <a:prstGeom prst="rect">
            <a:avLst/>
          </a:prstGeom>
          <a:solidFill>
            <a:srgbClr val="12A566"/>
          </a:solidFill>
          <a:ln/>
        </p:spPr>
      </p:sp>
      <p:sp>
        <p:nvSpPr>
          <p:cNvPr id="68" name="Text 66"/>
          <p:cNvSpPr txBox="1"/>
          <p:nvPr/>
        </p:nvSpPr>
        <p:spPr>
          <a:xfrm>
            <a:off x="3401568" y="3860920"/>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86092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4191690"/>
            <a:ext cx="18288" cy="148509"/>
          </a:xfrm>
          <a:prstGeom prst="rect">
            <a:avLst/>
          </a:prstGeom>
          <a:solidFill>
            <a:srgbClr val="12A566"/>
          </a:solidFill>
          <a:ln/>
        </p:spPr>
      </p:sp>
      <p:sp>
        <p:nvSpPr>
          <p:cNvPr id="74" name="Text 72"/>
          <p:cNvSpPr txBox="1"/>
          <p:nvPr/>
        </p:nvSpPr>
        <p:spPr>
          <a:xfrm>
            <a:off x="3401568" y="4130936"/>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413093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461707"/>
            <a:ext cx="18288" cy="148509"/>
          </a:xfrm>
          <a:prstGeom prst="rect">
            <a:avLst/>
          </a:prstGeom>
          <a:solidFill>
            <a:srgbClr val="12A566"/>
          </a:solidFill>
          <a:ln/>
        </p:spPr>
      </p:sp>
      <p:sp>
        <p:nvSpPr>
          <p:cNvPr id="80" name="Text 78"/>
          <p:cNvSpPr txBox="1"/>
          <p:nvPr/>
        </p:nvSpPr>
        <p:spPr>
          <a:xfrm>
            <a:off x="3401568" y="4400953"/>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40095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731724"/>
            <a:ext cx="18288" cy="148509"/>
          </a:xfrm>
          <a:prstGeom prst="rect">
            <a:avLst/>
          </a:prstGeom>
          <a:solidFill>
            <a:srgbClr val="12A566"/>
          </a:solidFill>
          <a:ln/>
        </p:spPr>
      </p:sp>
      <p:sp>
        <p:nvSpPr>
          <p:cNvPr id="86" name="Text 84"/>
          <p:cNvSpPr txBox="1"/>
          <p:nvPr/>
        </p:nvSpPr>
        <p:spPr>
          <a:xfrm>
            <a:off x="3401568" y="4670970"/>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67097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5001741"/>
            <a:ext cx="18288" cy="148509"/>
          </a:xfrm>
          <a:prstGeom prst="rect">
            <a:avLst/>
          </a:prstGeom>
          <a:solidFill>
            <a:srgbClr val="C2352F"/>
          </a:solidFill>
          <a:ln/>
        </p:spPr>
      </p:sp>
      <p:sp>
        <p:nvSpPr>
          <p:cNvPr id="92" name="Text 90"/>
          <p:cNvSpPr txBox="1"/>
          <p:nvPr/>
        </p:nvSpPr>
        <p:spPr>
          <a:xfrm>
            <a:off x="3401568" y="4940987"/>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940987"/>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5271758"/>
            <a:ext cx="18288" cy="148509"/>
          </a:xfrm>
          <a:prstGeom prst="rect">
            <a:avLst/>
          </a:prstGeom>
          <a:solidFill>
            <a:srgbClr val="C2352F"/>
          </a:solidFill>
          <a:ln/>
        </p:spPr>
      </p:sp>
      <p:sp>
        <p:nvSpPr>
          <p:cNvPr id="98" name="Text 96"/>
          <p:cNvSpPr txBox="1"/>
          <p:nvPr/>
        </p:nvSpPr>
        <p:spPr>
          <a:xfrm>
            <a:off x="3401568" y="521100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521100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541775"/>
            <a:ext cx="18288" cy="148509"/>
          </a:xfrm>
          <a:prstGeom prst="rect">
            <a:avLst/>
          </a:prstGeom>
          <a:solidFill>
            <a:srgbClr val="C2352F"/>
          </a:solidFill>
          <a:ln/>
        </p:spPr>
      </p:sp>
      <p:sp>
        <p:nvSpPr>
          <p:cNvPr id="104" name="Text 102"/>
          <p:cNvSpPr txBox="1"/>
          <p:nvPr/>
        </p:nvSpPr>
        <p:spPr>
          <a:xfrm>
            <a:off x="3401568" y="548102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48102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811792"/>
            <a:ext cx="18288" cy="148509"/>
          </a:xfrm>
          <a:prstGeom prst="rect">
            <a:avLst/>
          </a:prstGeom>
          <a:solidFill>
            <a:srgbClr val="C2352F"/>
          </a:solidFill>
          <a:ln/>
        </p:spPr>
      </p:sp>
      <p:sp>
        <p:nvSpPr>
          <p:cNvPr id="110" name="Text 108"/>
          <p:cNvSpPr txBox="1"/>
          <p:nvPr/>
        </p:nvSpPr>
        <p:spPr>
          <a:xfrm>
            <a:off x="3401568" y="575103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75103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6081809"/>
            <a:ext cx="18288" cy="148509"/>
          </a:xfrm>
          <a:prstGeom prst="rect">
            <a:avLst/>
          </a:prstGeom>
          <a:solidFill>
            <a:srgbClr val="C2352F"/>
          </a:solidFill>
          <a:ln/>
        </p:spPr>
      </p:sp>
      <p:sp>
        <p:nvSpPr>
          <p:cNvPr id="116" name="Text 114"/>
          <p:cNvSpPr txBox="1"/>
          <p:nvPr/>
        </p:nvSpPr>
        <p:spPr>
          <a:xfrm>
            <a:off x="3401568" y="6021055"/>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602105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602105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61538"/>
            <a:ext cx="20464" cy="148509"/>
          </a:xfrm>
          <a:prstGeom prst="rect">
            <a:avLst/>
          </a:prstGeom>
          <a:solidFill>
            <a:srgbClr val="C2352F"/>
          </a:solidFill>
          <a:ln/>
        </p:spPr>
      </p:sp>
      <p:sp>
        <p:nvSpPr>
          <p:cNvPr id="122" name="Text 120"/>
          <p:cNvSpPr txBox="1"/>
          <p:nvPr/>
        </p:nvSpPr>
        <p:spPr>
          <a:xfrm>
            <a:off x="8951976" y="170078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31555"/>
            <a:ext cx="22768" cy="148509"/>
          </a:xfrm>
          <a:prstGeom prst="rect">
            <a:avLst/>
          </a:prstGeom>
          <a:solidFill>
            <a:srgbClr val="C2352F"/>
          </a:solidFill>
          <a:ln/>
        </p:spPr>
      </p:sp>
      <p:sp>
        <p:nvSpPr>
          <p:cNvPr id="128" name="Text 126"/>
          <p:cNvSpPr txBox="1"/>
          <p:nvPr/>
        </p:nvSpPr>
        <p:spPr>
          <a:xfrm>
            <a:off x="8951976" y="197080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7080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301572"/>
            <a:ext cx="23856" cy="148509"/>
          </a:xfrm>
          <a:prstGeom prst="rect">
            <a:avLst/>
          </a:prstGeom>
          <a:solidFill>
            <a:srgbClr val="C2352F"/>
          </a:solidFill>
          <a:ln/>
        </p:spPr>
      </p:sp>
      <p:sp>
        <p:nvSpPr>
          <p:cNvPr id="134" name="Text 132"/>
          <p:cNvSpPr txBox="1"/>
          <p:nvPr/>
        </p:nvSpPr>
        <p:spPr>
          <a:xfrm>
            <a:off x="8951976" y="224081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24081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71589"/>
            <a:ext cx="24663" cy="148509"/>
          </a:xfrm>
          <a:prstGeom prst="rect">
            <a:avLst/>
          </a:prstGeom>
          <a:solidFill>
            <a:srgbClr val="C2352F"/>
          </a:solidFill>
          <a:ln/>
        </p:spPr>
      </p:sp>
      <p:sp>
        <p:nvSpPr>
          <p:cNvPr id="140" name="Text 138"/>
          <p:cNvSpPr txBox="1"/>
          <p:nvPr/>
        </p:nvSpPr>
        <p:spPr>
          <a:xfrm>
            <a:off x="8951976" y="2510835"/>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51083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841606"/>
            <a:ext cx="25930" cy="148509"/>
          </a:xfrm>
          <a:prstGeom prst="rect">
            <a:avLst/>
          </a:prstGeom>
          <a:solidFill>
            <a:srgbClr val="C2352F"/>
          </a:solidFill>
          <a:ln/>
        </p:spPr>
      </p:sp>
      <p:sp>
        <p:nvSpPr>
          <p:cNvPr id="146" name="Text 144"/>
          <p:cNvSpPr txBox="1"/>
          <p:nvPr/>
        </p:nvSpPr>
        <p:spPr>
          <a:xfrm>
            <a:off x="8951976" y="2780852"/>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780852"/>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3111623"/>
            <a:ext cx="28970" cy="148509"/>
          </a:xfrm>
          <a:prstGeom prst="rect">
            <a:avLst/>
          </a:prstGeom>
          <a:solidFill>
            <a:srgbClr val="C2352F"/>
          </a:solidFill>
          <a:ln/>
        </p:spPr>
      </p:sp>
      <p:sp>
        <p:nvSpPr>
          <p:cNvPr id="152" name="Text 150"/>
          <p:cNvSpPr txBox="1"/>
          <p:nvPr/>
        </p:nvSpPr>
        <p:spPr>
          <a:xfrm>
            <a:off x="8951976" y="3050869"/>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3050869"/>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381639"/>
            <a:ext cx="36470" cy="148509"/>
          </a:xfrm>
          <a:prstGeom prst="rect">
            <a:avLst/>
          </a:prstGeom>
          <a:solidFill>
            <a:srgbClr val="C2352F"/>
          </a:solidFill>
          <a:ln/>
        </p:spPr>
      </p:sp>
      <p:sp>
        <p:nvSpPr>
          <p:cNvPr id="158" name="Text 156"/>
          <p:cNvSpPr txBox="1"/>
          <p:nvPr/>
        </p:nvSpPr>
        <p:spPr>
          <a:xfrm>
            <a:off x="8951976" y="332088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32088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651656"/>
            <a:ext cx="37183" cy="148509"/>
          </a:xfrm>
          <a:prstGeom prst="rect">
            <a:avLst/>
          </a:prstGeom>
          <a:solidFill>
            <a:srgbClr val="C2352F"/>
          </a:solidFill>
          <a:ln/>
        </p:spPr>
      </p:sp>
      <p:sp>
        <p:nvSpPr>
          <p:cNvPr id="164" name="Text 162"/>
          <p:cNvSpPr txBox="1"/>
          <p:nvPr/>
        </p:nvSpPr>
        <p:spPr>
          <a:xfrm>
            <a:off x="8951976" y="359090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59090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921673"/>
            <a:ext cx="55273" cy="148509"/>
          </a:xfrm>
          <a:prstGeom prst="rect">
            <a:avLst/>
          </a:prstGeom>
          <a:solidFill>
            <a:srgbClr val="C2352F"/>
          </a:solidFill>
          <a:ln/>
        </p:spPr>
      </p:sp>
      <p:sp>
        <p:nvSpPr>
          <p:cNvPr id="170" name="Text 168"/>
          <p:cNvSpPr txBox="1"/>
          <p:nvPr/>
        </p:nvSpPr>
        <p:spPr>
          <a:xfrm>
            <a:off x="8951976" y="386092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86092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4191690"/>
            <a:ext cx="60776" cy="148509"/>
          </a:xfrm>
          <a:prstGeom prst="rect">
            <a:avLst/>
          </a:prstGeom>
          <a:solidFill>
            <a:srgbClr val="C2352F"/>
          </a:solidFill>
          <a:ln/>
        </p:spPr>
      </p:sp>
      <p:sp>
        <p:nvSpPr>
          <p:cNvPr id="176" name="Text 174"/>
          <p:cNvSpPr txBox="1"/>
          <p:nvPr/>
        </p:nvSpPr>
        <p:spPr>
          <a:xfrm>
            <a:off x="8951976" y="413093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413093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461707"/>
            <a:ext cx="65625" cy="148509"/>
          </a:xfrm>
          <a:prstGeom prst="rect">
            <a:avLst/>
          </a:prstGeom>
          <a:solidFill>
            <a:srgbClr val="C2352F"/>
          </a:solidFill>
          <a:ln/>
        </p:spPr>
      </p:sp>
      <p:sp>
        <p:nvSpPr>
          <p:cNvPr id="182" name="Text 180"/>
          <p:cNvSpPr txBox="1"/>
          <p:nvPr/>
        </p:nvSpPr>
        <p:spPr>
          <a:xfrm>
            <a:off x="8951976" y="440095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40095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731724"/>
            <a:ext cx="77919" cy="148509"/>
          </a:xfrm>
          <a:prstGeom prst="rect">
            <a:avLst/>
          </a:prstGeom>
          <a:solidFill>
            <a:srgbClr val="C2352F"/>
          </a:solidFill>
          <a:ln/>
        </p:spPr>
      </p:sp>
      <p:sp>
        <p:nvSpPr>
          <p:cNvPr id="188" name="Text 186"/>
          <p:cNvSpPr txBox="1"/>
          <p:nvPr/>
        </p:nvSpPr>
        <p:spPr>
          <a:xfrm>
            <a:off x="8951976" y="467097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67097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716690"/>
            <a:ext cx="54864" cy="178577"/>
          </a:xfrm>
          <a:prstGeom prst="rect">
            <a:avLst/>
          </a:prstGeom>
          <a:solidFill>
            <a:srgbClr val="C2352F"/>
          </a:solidFill>
          <a:ln/>
        </p:spPr>
      </p:sp>
      <p:sp>
        <p:nvSpPr>
          <p:cNvPr id="192" name="Text 190"/>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5001741"/>
            <a:ext cx="86127" cy="148509"/>
          </a:xfrm>
          <a:prstGeom prst="rect">
            <a:avLst/>
          </a:prstGeom>
          <a:solidFill>
            <a:srgbClr val="C2352F"/>
          </a:solidFill>
          <a:ln/>
        </p:spPr>
      </p:sp>
      <p:sp>
        <p:nvSpPr>
          <p:cNvPr id="195" name="Text 193"/>
          <p:cNvSpPr txBox="1"/>
          <p:nvPr/>
        </p:nvSpPr>
        <p:spPr>
          <a:xfrm>
            <a:off x="8951976" y="4940987"/>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940987"/>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986707"/>
            <a:ext cx="54864" cy="178577"/>
          </a:xfrm>
          <a:prstGeom prst="rect">
            <a:avLst/>
          </a:prstGeom>
          <a:solidFill>
            <a:srgbClr val="C2352F"/>
          </a:solidFill>
          <a:ln/>
        </p:spPr>
      </p:sp>
      <p:sp>
        <p:nvSpPr>
          <p:cNvPr id="199" name="Text 197"/>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5271758"/>
            <a:ext cx="90150" cy="148509"/>
          </a:xfrm>
          <a:prstGeom prst="rect">
            <a:avLst/>
          </a:prstGeom>
          <a:solidFill>
            <a:srgbClr val="C2352F"/>
          </a:solidFill>
          <a:ln/>
        </p:spPr>
      </p:sp>
      <p:sp>
        <p:nvSpPr>
          <p:cNvPr id="202" name="Text 200"/>
          <p:cNvSpPr txBox="1"/>
          <p:nvPr/>
        </p:nvSpPr>
        <p:spPr>
          <a:xfrm>
            <a:off x="8951976" y="521100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521100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5256724"/>
            <a:ext cx="54864" cy="178577"/>
          </a:xfrm>
          <a:prstGeom prst="rect">
            <a:avLst/>
          </a:prstGeom>
          <a:solidFill>
            <a:srgbClr val="C2352F"/>
          </a:solidFill>
          <a:ln/>
        </p:spPr>
      </p:sp>
      <p:sp>
        <p:nvSpPr>
          <p:cNvPr id="206" name="Text 204"/>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541775"/>
            <a:ext cx="92525" cy="148509"/>
          </a:xfrm>
          <a:prstGeom prst="rect">
            <a:avLst/>
          </a:prstGeom>
          <a:solidFill>
            <a:srgbClr val="C2352F"/>
          </a:solidFill>
          <a:ln/>
        </p:spPr>
      </p:sp>
      <p:sp>
        <p:nvSpPr>
          <p:cNvPr id="209" name="Text 207"/>
          <p:cNvSpPr txBox="1"/>
          <p:nvPr/>
        </p:nvSpPr>
        <p:spPr>
          <a:xfrm>
            <a:off x="8951976" y="548102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48102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811792"/>
            <a:ext cx="174530" cy="148509"/>
          </a:xfrm>
          <a:prstGeom prst="rect">
            <a:avLst/>
          </a:prstGeom>
          <a:solidFill>
            <a:srgbClr val="C2352F"/>
          </a:solidFill>
          <a:ln/>
        </p:spPr>
      </p:sp>
      <p:sp>
        <p:nvSpPr>
          <p:cNvPr id="215" name="Text 213"/>
          <p:cNvSpPr txBox="1"/>
          <p:nvPr/>
        </p:nvSpPr>
        <p:spPr>
          <a:xfrm>
            <a:off x="8951976" y="575103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75103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590288"/>
          </a:xfrm>
          <a:prstGeom prst="rect">
            <a:avLst/>
          </a:prstGeom>
          <a:solidFill>
            <a:srgbClr val="D9D9D9"/>
          </a:solidFill>
          <a:ln/>
        </p:spPr>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73852"/>
            <a:ext cx="1471688"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435262"/>
            <a:ext cx="1196420"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96673"/>
            <a:ext cx="1144678"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958084"/>
            <a:ext cx="1092895"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219495"/>
            <a:ext cx="1003246"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480906"/>
            <a:ext cx="936777"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742316"/>
            <a:ext cx="899446" cy="130705"/>
          </a:xfrm>
          <a:prstGeom prst="rect">
            <a:avLst/>
          </a:prstGeom>
          <a:solidFill>
            <a:srgbClr val="C2352F"/>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4003727"/>
            <a:ext cx="865796" cy="130705"/>
          </a:xfrm>
          <a:prstGeom prst="rect">
            <a:avLst/>
          </a:prstGeom>
          <a:solidFill>
            <a:srgbClr val="C2352F"/>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265138"/>
            <a:ext cx="789612" cy="130705"/>
          </a:xfrm>
          <a:prstGeom prst="rect">
            <a:avLst/>
          </a:prstGeom>
          <a:solidFill>
            <a:srgbClr val="C2352F"/>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526549"/>
            <a:ext cx="733838" cy="130705"/>
          </a:xfrm>
          <a:prstGeom prst="rect">
            <a:avLst/>
          </a:prstGeom>
          <a:solidFill>
            <a:srgbClr val="C2352F"/>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787960"/>
            <a:ext cx="718556" cy="130705"/>
          </a:xfrm>
          <a:prstGeom prst="rect">
            <a:avLst/>
          </a:prstGeom>
          <a:solidFill>
            <a:srgbClr val="C2352F"/>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5049371"/>
            <a:ext cx="712146" cy="130705"/>
          </a:xfrm>
          <a:prstGeom prst="rect">
            <a:avLst/>
          </a:prstGeom>
          <a:solidFill>
            <a:srgbClr val="C2352F"/>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310781"/>
            <a:ext cx="674365" cy="130705"/>
          </a:xfrm>
          <a:prstGeom prst="rect">
            <a:avLst/>
          </a:prstGeom>
          <a:solidFill>
            <a:srgbClr val="C2352F"/>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572192"/>
            <a:ext cx="641436" cy="130705"/>
          </a:xfrm>
          <a:prstGeom prst="rect">
            <a:avLst/>
          </a:prstGeom>
          <a:solidFill>
            <a:srgbClr val="C2352F"/>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833603"/>
            <a:ext cx="636377" cy="130705"/>
          </a:xfrm>
          <a:prstGeom prst="rect">
            <a:avLst/>
          </a:prstGeom>
          <a:solidFill>
            <a:srgbClr val="C2352F"/>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6095014"/>
            <a:ext cx="624030" cy="130705"/>
          </a:xfrm>
          <a:prstGeom prst="rect">
            <a:avLst/>
          </a:prstGeom>
          <a:solidFill>
            <a:srgbClr val="C2352F"/>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12441"/>
            <a:ext cx="558764" cy="130705"/>
          </a:xfrm>
          <a:prstGeom prst="rect">
            <a:avLst/>
          </a:prstGeom>
          <a:solidFill>
            <a:srgbClr val="C2352F"/>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73852"/>
            <a:ext cx="524245" cy="130705"/>
          </a:xfrm>
          <a:prstGeom prst="rect">
            <a:avLst/>
          </a:prstGeom>
          <a:solidFill>
            <a:srgbClr val="C2352F"/>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435262"/>
            <a:ext cx="511532"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96673"/>
            <a:ext cx="444269"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958084"/>
            <a:ext cx="393958"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219495"/>
            <a:ext cx="393514"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480906"/>
            <a:ext cx="367056"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742316"/>
            <a:ext cx="334961"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4003727"/>
            <a:ext cx="331007"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265138"/>
            <a:ext cx="313417"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526549"/>
            <a:ext cx="206535"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787960"/>
            <a:ext cx="100839"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5049371"/>
            <a:ext cx="87903"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310781"/>
            <a:ext cx="18288"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572192"/>
            <a:ext cx="18288"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833603"/>
            <a:ext cx="18288"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443984"/>
          </a:xfrm>
          <a:prstGeom prst="rect">
            <a:avLst/>
          </a:prstGeom>
          <a:solidFill>
            <a:srgbClr val="0B2C4A"/>
          </a:solidFill>
          <a:ln/>
        </p:spPr>
      </p:sp>
      <p:sp>
        <p:nvSpPr>
          <p:cNvPr id="144" name="Shape 142"/>
          <p:cNvSpPr/>
          <p:nvPr/>
        </p:nvSpPr>
        <p:spPr>
          <a:xfrm>
            <a:off x="9467627"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59028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4320271"/>
          </a:xfrm>
          <a:prstGeom prst="rect">
            <a:avLst/>
          </a:prstGeom>
          <a:solidFill>
            <a:srgbClr val="9AA3AD"/>
          </a:solidFill>
          <a:ln/>
        </p:spPr>
      </p:sp>
      <p:sp>
        <p:nvSpPr>
          <p:cNvPr id="14" name="Text 12"/>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61538"/>
            <a:ext cx="268541" cy="148509"/>
          </a:xfrm>
          <a:prstGeom prst="rect">
            <a:avLst/>
          </a:prstGeom>
          <a:solidFill>
            <a:srgbClr val="12A566"/>
          </a:solidFill>
          <a:ln/>
        </p:spPr>
      </p:sp>
      <p:sp>
        <p:nvSpPr>
          <p:cNvPr id="17" name="Text 15"/>
          <p:cNvSpPr txBox="1"/>
          <p:nvPr/>
        </p:nvSpPr>
        <p:spPr>
          <a:xfrm>
            <a:off x="3401568" y="1700784"/>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78577"/>
          </a:xfrm>
          <a:prstGeom prst="rect">
            <a:avLst/>
          </a:prstGeom>
          <a:solidFill>
            <a:srgbClr val="12A566"/>
          </a:solidFill>
          <a:ln/>
        </p:spPr>
      </p:sp>
      <p:sp>
        <p:nvSpPr>
          <p:cNvPr id="21" name="Text 19"/>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31555"/>
            <a:ext cx="104320" cy="148509"/>
          </a:xfrm>
          <a:prstGeom prst="rect">
            <a:avLst/>
          </a:prstGeom>
          <a:solidFill>
            <a:srgbClr val="12A566"/>
          </a:solidFill>
          <a:ln/>
        </p:spPr>
      </p:sp>
      <p:sp>
        <p:nvSpPr>
          <p:cNvPr id="24" name="Text 22"/>
          <p:cNvSpPr txBox="1"/>
          <p:nvPr/>
        </p:nvSpPr>
        <p:spPr>
          <a:xfrm>
            <a:off x="3401568" y="1970801"/>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7080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2016521"/>
            <a:ext cx="54864" cy="178577"/>
          </a:xfrm>
          <a:prstGeom prst="rect">
            <a:avLst/>
          </a:prstGeom>
          <a:solidFill>
            <a:srgbClr val="12A566"/>
          </a:solidFill>
          <a:ln/>
        </p:spPr>
      </p:sp>
      <p:sp>
        <p:nvSpPr>
          <p:cNvPr id="28" name="Text 26"/>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301572"/>
            <a:ext cx="74727" cy="148509"/>
          </a:xfrm>
          <a:prstGeom prst="rect">
            <a:avLst/>
          </a:prstGeom>
          <a:solidFill>
            <a:srgbClr val="12A566"/>
          </a:solidFill>
          <a:ln/>
        </p:spPr>
      </p:sp>
      <p:sp>
        <p:nvSpPr>
          <p:cNvPr id="31" name="Text 29"/>
          <p:cNvSpPr txBox="1"/>
          <p:nvPr/>
        </p:nvSpPr>
        <p:spPr>
          <a:xfrm>
            <a:off x="3401568" y="2240818"/>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24081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86538"/>
            <a:ext cx="54864" cy="178577"/>
          </a:xfrm>
          <a:prstGeom prst="rect">
            <a:avLst/>
          </a:prstGeom>
          <a:solidFill>
            <a:srgbClr val="12A566"/>
          </a:solidFill>
          <a:ln/>
        </p:spPr>
      </p:sp>
      <p:sp>
        <p:nvSpPr>
          <p:cNvPr id="35" name="Text 33"/>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71589"/>
            <a:ext cx="19359" cy="148509"/>
          </a:xfrm>
          <a:prstGeom prst="rect">
            <a:avLst/>
          </a:prstGeom>
          <a:solidFill>
            <a:srgbClr val="12A566"/>
          </a:solidFill>
          <a:ln/>
        </p:spPr>
      </p:sp>
      <p:sp>
        <p:nvSpPr>
          <p:cNvPr id="38" name="Text 36"/>
          <p:cNvSpPr txBox="1"/>
          <p:nvPr/>
        </p:nvSpPr>
        <p:spPr>
          <a:xfrm>
            <a:off x="3401568" y="2510835"/>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51083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841606"/>
            <a:ext cx="18288" cy="148509"/>
          </a:xfrm>
          <a:prstGeom prst="rect">
            <a:avLst/>
          </a:prstGeom>
          <a:solidFill>
            <a:srgbClr val="12A566"/>
          </a:solidFill>
          <a:ln/>
        </p:spPr>
      </p:sp>
      <p:sp>
        <p:nvSpPr>
          <p:cNvPr id="44" name="Text 42"/>
          <p:cNvSpPr txBox="1"/>
          <p:nvPr/>
        </p:nvSpPr>
        <p:spPr>
          <a:xfrm>
            <a:off x="3401568" y="2780852"/>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780852"/>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3111623"/>
            <a:ext cx="18288" cy="148509"/>
          </a:xfrm>
          <a:prstGeom prst="rect">
            <a:avLst/>
          </a:prstGeom>
          <a:solidFill>
            <a:srgbClr val="12A566"/>
          </a:solidFill>
          <a:ln/>
        </p:spPr>
      </p:sp>
      <p:sp>
        <p:nvSpPr>
          <p:cNvPr id="50" name="Text 48"/>
          <p:cNvSpPr txBox="1"/>
          <p:nvPr/>
        </p:nvSpPr>
        <p:spPr>
          <a:xfrm>
            <a:off x="3401568" y="3050869"/>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3050869"/>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381639"/>
            <a:ext cx="18288" cy="148509"/>
          </a:xfrm>
          <a:prstGeom prst="rect">
            <a:avLst/>
          </a:prstGeom>
          <a:solidFill>
            <a:srgbClr val="12A566"/>
          </a:solidFill>
          <a:ln/>
        </p:spPr>
      </p:sp>
      <p:sp>
        <p:nvSpPr>
          <p:cNvPr id="56" name="Text 54"/>
          <p:cNvSpPr txBox="1"/>
          <p:nvPr/>
        </p:nvSpPr>
        <p:spPr>
          <a:xfrm>
            <a:off x="3401568" y="3320886"/>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32088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651656"/>
            <a:ext cx="18288" cy="148509"/>
          </a:xfrm>
          <a:prstGeom prst="rect">
            <a:avLst/>
          </a:prstGeom>
          <a:solidFill>
            <a:srgbClr val="C2352F"/>
          </a:solidFill>
          <a:ln/>
        </p:spPr>
      </p:sp>
      <p:sp>
        <p:nvSpPr>
          <p:cNvPr id="62" name="Text 60"/>
          <p:cNvSpPr txBox="1"/>
          <p:nvPr/>
        </p:nvSpPr>
        <p:spPr>
          <a:xfrm>
            <a:off x="3401568" y="359090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59090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921673"/>
            <a:ext cx="18288" cy="148509"/>
          </a:xfrm>
          <a:prstGeom prst="rect">
            <a:avLst/>
          </a:prstGeom>
          <a:solidFill>
            <a:srgbClr val="C2352F"/>
          </a:solidFill>
          <a:ln/>
        </p:spPr>
      </p:sp>
      <p:sp>
        <p:nvSpPr>
          <p:cNvPr id="68" name="Text 66"/>
          <p:cNvSpPr txBox="1"/>
          <p:nvPr/>
        </p:nvSpPr>
        <p:spPr>
          <a:xfrm>
            <a:off x="3401568" y="386092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86092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4191690"/>
            <a:ext cx="18509" cy="148509"/>
          </a:xfrm>
          <a:prstGeom prst="rect">
            <a:avLst/>
          </a:prstGeom>
          <a:solidFill>
            <a:srgbClr val="C2352F"/>
          </a:solidFill>
          <a:ln/>
        </p:spPr>
      </p:sp>
      <p:sp>
        <p:nvSpPr>
          <p:cNvPr id="74" name="Text 72"/>
          <p:cNvSpPr txBox="1"/>
          <p:nvPr/>
        </p:nvSpPr>
        <p:spPr>
          <a:xfrm>
            <a:off x="3401568" y="413093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413093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461707"/>
            <a:ext cx="26525" cy="148509"/>
          </a:xfrm>
          <a:prstGeom prst="rect">
            <a:avLst/>
          </a:prstGeom>
          <a:solidFill>
            <a:srgbClr val="C2352F"/>
          </a:solidFill>
          <a:ln/>
        </p:spPr>
      </p:sp>
      <p:sp>
        <p:nvSpPr>
          <p:cNvPr id="80" name="Text 78"/>
          <p:cNvSpPr txBox="1"/>
          <p:nvPr/>
        </p:nvSpPr>
        <p:spPr>
          <a:xfrm>
            <a:off x="3401568" y="440095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40095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731724"/>
            <a:ext cx="27462" cy="148509"/>
          </a:xfrm>
          <a:prstGeom prst="rect">
            <a:avLst/>
          </a:prstGeom>
          <a:solidFill>
            <a:srgbClr val="C2352F"/>
          </a:solidFill>
          <a:ln/>
        </p:spPr>
      </p:sp>
      <p:sp>
        <p:nvSpPr>
          <p:cNvPr id="86" name="Text 84"/>
          <p:cNvSpPr txBox="1"/>
          <p:nvPr/>
        </p:nvSpPr>
        <p:spPr>
          <a:xfrm>
            <a:off x="3401568" y="467097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67097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5001741"/>
            <a:ext cx="30866" cy="148509"/>
          </a:xfrm>
          <a:prstGeom prst="rect">
            <a:avLst/>
          </a:prstGeom>
          <a:solidFill>
            <a:srgbClr val="C2352F"/>
          </a:solidFill>
          <a:ln/>
        </p:spPr>
      </p:sp>
      <p:sp>
        <p:nvSpPr>
          <p:cNvPr id="92" name="Text 90"/>
          <p:cNvSpPr txBox="1"/>
          <p:nvPr/>
        </p:nvSpPr>
        <p:spPr>
          <a:xfrm>
            <a:off x="3401568" y="4940987"/>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940987"/>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5271758"/>
            <a:ext cx="34662" cy="148509"/>
          </a:xfrm>
          <a:prstGeom prst="rect">
            <a:avLst/>
          </a:prstGeom>
          <a:solidFill>
            <a:srgbClr val="C2352F"/>
          </a:solidFill>
          <a:ln/>
        </p:spPr>
      </p:sp>
      <p:sp>
        <p:nvSpPr>
          <p:cNvPr id="98" name="Text 96"/>
          <p:cNvSpPr txBox="1"/>
          <p:nvPr/>
        </p:nvSpPr>
        <p:spPr>
          <a:xfrm>
            <a:off x="3401568" y="521100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521100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541775"/>
            <a:ext cx="36243" cy="148509"/>
          </a:xfrm>
          <a:prstGeom prst="rect">
            <a:avLst/>
          </a:prstGeom>
          <a:solidFill>
            <a:srgbClr val="C2352F"/>
          </a:solidFill>
          <a:ln/>
        </p:spPr>
      </p:sp>
      <p:sp>
        <p:nvSpPr>
          <p:cNvPr id="104" name="Text 102"/>
          <p:cNvSpPr txBox="1"/>
          <p:nvPr/>
        </p:nvSpPr>
        <p:spPr>
          <a:xfrm>
            <a:off x="3401568" y="548102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48102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811792"/>
            <a:ext cx="37915" cy="148509"/>
          </a:xfrm>
          <a:prstGeom prst="rect">
            <a:avLst/>
          </a:prstGeom>
          <a:solidFill>
            <a:srgbClr val="C2352F"/>
          </a:solidFill>
          <a:ln/>
        </p:spPr>
      </p:sp>
      <p:sp>
        <p:nvSpPr>
          <p:cNvPr id="110" name="Text 108"/>
          <p:cNvSpPr txBox="1"/>
          <p:nvPr/>
        </p:nvSpPr>
        <p:spPr>
          <a:xfrm>
            <a:off x="3401568" y="575103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75103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6081809"/>
            <a:ext cx="41989" cy="148509"/>
          </a:xfrm>
          <a:prstGeom prst="rect">
            <a:avLst/>
          </a:prstGeom>
          <a:solidFill>
            <a:srgbClr val="C2352F"/>
          </a:solidFill>
          <a:ln/>
        </p:spPr>
      </p:sp>
      <p:sp>
        <p:nvSpPr>
          <p:cNvPr id="116" name="Text 114"/>
          <p:cNvSpPr txBox="1"/>
          <p:nvPr/>
        </p:nvSpPr>
        <p:spPr>
          <a:xfrm>
            <a:off x="3401568" y="6021055"/>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602105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602105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61538"/>
            <a:ext cx="49079" cy="148509"/>
          </a:xfrm>
          <a:prstGeom prst="rect">
            <a:avLst/>
          </a:prstGeom>
          <a:solidFill>
            <a:srgbClr val="C2352F"/>
          </a:solidFill>
          <a:ln/>
        </p:spPr>
      </p:sp>
      <p:sp>
        <p:nvSpPr>
          <p:cNvPr id="122" name="Text 120"/>
          <p:cNvSpPr txBox="1"/>
          <p:nvPr/>
        </p:nvSpPr>
        <p:spPr>
          <a:xfrm>
            <a:off x="8951976" y="170078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78577"/>
          </a:xfrm>
          <a:prstGeom prst="rect">
            <a:avLst/>
          </a:prstGeom>
          <a:solidFill>
            <a:srgbClr val="C2352F"/>
          </a:solidFill>
          <a:ln/>
        </p:spPr>
      </p:sp>
      <p:sp>
        <p:nvSpPr>
          <p:cNvPr id="126" name="Text 124"/>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31555"/>
            <a:ext cx="66649" cy="148509"/>
          </a:xfrm>
          <a:prstGeom prst="rect">
            <a:avLst/>
          </a:prstGeom>
          <a:solidFill>
            <a:srgbClr val="C2352F"/>
          </a:solidFill>
          <a:ln/>
        </p:spPr>
      </p:sp>
      <p:sp>
        <p:nvSpPr>
          <p:cNvPr id="129" name="Text 127"/>
          <p:cNvSpPr txBox="1"/>
          <p:nvPr/>
        </p:nvSpPr>
        <p:spPr>
          <a:xfrm>
            <a:off x="8951976" y="197080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7080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301572"/>
            <a:ext cx="74798" cy="148509"/>
          </a:xfrm>
          <a:prstGeom prst="rect">
            <a:avLst/>
          </a:prstGeom>
          <a:solidFill>
            <a:srgbClr val="C2352F"/>
          </a:solidFill>
          <a:ln/>
        </p:spPr>
      </p:sp>
      <p:sp>
        <p:nvSpPr>
          <p:cNvPr id="135" name="Text 133"/>
          <p:cNvSpPr txBox="1"/>
          <p:nvPr/>
        </p:nvSpPr>
        <p:spPr>
          <a:xfrm>
            <a:off x="8951976" y="224081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24081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86538"/>
            <a:ext cx="54864" cy="178577"/>
          </a:xfrm>
          <a:prstGeom prst="rect">
            <a:avLst/>
          </a:prstGeom>
          <a:solidFill>
            <a:srgbClr val="9AA3AD"/>
          </a:solidFill>
          <a:ln/>
        </p:spPr>
      </p:sp>
      <p:sp>
        <p:nvSpPr>
          <p:cNvPr id="139" name="Text 137"/>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71589"/>
            <a:ext cx="81394" cy="148509"/>
          </a:xfrm>
          <a:prstGeom prst="rect">
            <a:avLst/>
          </a:prstGeom>
          <a:solidFill>
            <a:srgbClr val="C2352F"/>
          </a:solidFill>
          <a:ln/>
        </p:spPr>
      </p:sp>
      <p:sp>
        <p:nvSpPr>
          <p:cNvPr id="142" name="Text 140"/>
          <p:cNvSpPr txBox="1"/>
          <p:nvPr/>
        </p:nvSpPr>
        <p:spPr>
          <a:xfrm>
            <a:off x="8951976" y="2510835"/>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51083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556555"/>
            <a:ext cx="54864" cy="178577"/>
          </a:xfrm>
          <a:prstGeom prst="rect">
            <a:avLst/>
          </a:prstGeom>
          <a:solidFill>
            <a:srgbClr val="9AA3AD"/>
          </a:solidFill>
          <a:ln/>
        </p:spPr>
      </p:sp>
      <p:sp>
        <p:nvSpPr>
          <p:cNvPr id="146" name="Text 144"/>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841606"/>
            <a:ext cx="81571" cy="148509"/>
          </a:xfrm>
          <a:prstGeom prst="rect">
            <a:avLst/>
          </a:prstGeom>
          <a:solidFill>
            <a:srgbClr val="C2352F"/>
          </a:solidFill>
          <a:ln/>
        </p:spPr>
      </p:sp>
      <p:sp>
        <p:nvSpPr>
          <p:cNvPr id="149" name="Text 147"/>
          <p:cNvSpPr txBox="1"/>
          <p:nvPr/>
        </p:nvSpPr>
        <p:spPr>
          <a:xfrm>
            <a:off x="8951976" y="2780852"/>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780852"/>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3111623"/>
            <a:ext cx="87168" cy="148509"/>
          </a:xfrm>
          <a:prstGeom prst="rect">
            <a:avLst/>
          </a:prstGeom>
          <a:solidFill>
            <a:srgbClr val="C2352F"/>
          </a:solidFill>
          <a:ln/>
        </p:spPr>
      </p:sp>
      <p:sp>
        <p:nvSpPr>
          <p:cNvPr id="155" name="Text 153"/>
          <p:cNvSpPr txBox="1"/>
          <p:nvPr/>
        </p:nvSpPr>
        <p:spPr>
          <a:xfrm>
            <a:off x="8951976" y="3050869"/>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3050869"/>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3096589"/>
            <a:ext cx="54864" cy="178577"/>
          </a:xfrm>
          <a:prstGeom prst="rect">
            <a:avLst/>
          </a:prstGeom>
          <a:solidFill>
            <a:srgbClr val="C2352F"/>
          </a:solidFill>
          <a:ln/>
        </p:spPr>
      </p:sp>
      <p:sp>
        <p:nvSpPr>
          <p:cNvPr id="159" name="Text 157"/>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381639"/>
            <a:ext cx="89822" cy="148509"/>
          </a:xfrm>
          <a:prstGeom prst="rect">
            <a:avLst/>
          </a:prstGeom>
          <a:solidFill>
            <a:srgbClr val="C2352F"/>
          </a:solidFill>
          <a:ln/>
        </p:spPr>
      </p:sp>
      <p:sp>
        <p:nvSpPr>
          <p:cNvPr id="162" name="Text 160"/>
          <p:cNvSpPr txBox="1"/>
          <p:nvPr/>
        </p:nvSpPr>
        <p:spPr>
          <a:xfrm>
            <a:off x="8951976" y="332088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32088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651656"/>
            <a:ext cx="90414" cy="148509"/>
          </a:xfrm>
          <a:prstGeom prst="rect">
            <a:avLst/>
          </a:prstGeom>
          <a:solidFill>
            <a:srgbClr val="C2352F"/>
          </a:solidFill>
          <a:ln/>
        </p:spPr>
      </p:sp>
      <p:sp>
        <p:nvSpPr>
          <p:cNvPr id="168" name="Text 166"/>
          <p:cNvSpPr txBox="1"/>
          <p:nvPr/>
        </p:nvSpPr>
        <p:spPr>
          <a:xfrm>
            <a:off x="8951976" y="359090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59090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636623"/>
            <a:ext cx="54864" cy="178577"/>
          </a:xfrm>
          <a:prstGeom prst="rect">
            <a:avLst/>
          </a:prstGeom>
          <a:solidFill>
            <a:srgbClr val="9AA3AD"/>
          </a:solidFill>
          <a:ln/>
        </p:spPr>
      </p:sp>
      <p:sp>
        <p:nvSpPr>
          <p:cNvPr id="172" name="Text 17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921673"/>
            <a:ext cx="92460" cy="148509"/>
          </a:xfrm>
          <a:prstGeom prst="rect">
            <a:avLst/>
          </a:prstGeom>
          <a:solidFill>
            <a:srgbClr val="C2352F"/>
          </a:solidFill>
          <a:ln/>
        </p:spPr>
      </p:sp>
      <p:sp>
        <p:nvSpPr>
          <p:cNvPr id="175" name="Text 173"/>
          <p:cNvSpPr txBox="1"/>
          <p:nvPr/>
        </p:nvSpPr>
        <p:spPr>
          <a:xfrm>
            <a:off x="8951976" y="386092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86092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4191690"/>
            <a:ext cx="94812" cy="148509"/>
          </a:xfrm>
          <a:prstGeom prst="rect">
            <a:avLst/>
          </a:prstGeom>
          <a:solidFill>
            <a:srgbClr val="C2352F"/>
          </a:solidFill>
          <a:ln/>
        </p:spPr>
      </p:sp>
      <p:sp>
        <p:nvSpPr>
          <p:cNvPr id="181" name="Text 179"/>
          <p:cNvSpPr txBox="1"/>
          <p:nvPr/>
        </p:nvSpPr>
        <p:spPr>
          <a:xfrm>
            <a:off x="8951976" y="413093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413093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461707"/>
            <a:ext cx="109184" cy="148509"/>
          </a:xfrm>
          <a:prstGeom prst="rect">
            <a:avLst/>
          </a:prstGeom>
          <a:solidFill>
            <a:srgbClr val="C2352F"/>
          </a:solidFill>
          <a:ln/>
        </p:spPr>
      </p:sp>
      <p:sp>
        <p:nvSpPr>
          <p:cNvPr id="187" name="Text 185"/>
          <p:cNvSpPr txBox="1"/>
          <p:nvPr/>
        </p:nvSpPr>
        <p:spPr>
          <a:xfrm>
            <a:off x="8951976" y="440095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40095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731724"/>
            <a:ext cx="109946" cy="148509"/>
          </a:xfrm>
          <a:prstGeom prst="rect">
            <a:avLst/>
          </a:prstGeom>
          <a:solidFill>
            <a:srgbClr val="C2352F"/>
          </a:solidFill>
          <a:ln/>
        </p:spPr>
      </p:sp>
      <p:sp>
        <p:nvSpPr>
          <p:cNvPr id="193" name="Text 191"/>
          <p:cNvSpPr txBox="1"/>
          <p:nvPr/>
        </p:nvSpPr>
        <p:spPr>
          <a:xfrm>
            <a:off x="8951976" y="467097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67097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5001741"/>
            <a:ext cx="123095" cy="148509"/>
          </a:xfrm>
          <a:prstGeom prst="rect">
            <a:avLst/>
          </a:prstGeom>
          <a:solidFill>
            <a:srgbClr val="C2352F"/>
          </a:solidFill>
          <a:ln/>
        </p:spPr>
      </p:sp>
      <p:sp>
        <p:nvSpPr>
          <p:cNvPr id="199" name="Text 197"/>
          <p:cNvSpPr txBox="1"/>
          <p:nvPr/>
        </p:nvSpPr>
        <p:spPr>
          <a:xfrm>
            <a:off x="8951976" y="4940987"/>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940987"/>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986707"/>
            <a:ext cx="54864" cy="178577"/>
          </a:xfrm>
          <a:prstGeom prst="rect">
            <a:avLst/>
          </a:prstGeom>
          <a:solidFill>
            <a:srgbClr val="9AA3AD"/>
          </a:solidFill>
          <a:ln/>
        </p:spPr>
      </p:sp>
      <p:sp>
        <p:nvSpPr>
          <p:cNvPr id="203" name="Text 201"/>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5271758"/>
            <a:ext cx="158353" cy="148509"/>
          </a:xfrm>
          <a:prstGeom prst="rect">
            <a:avLst/>
          </a:prstGeom>
          <a:solidFill>
            <a:srgbClr val="C2352F"/>
          </a:solidFill>
          <a:ln/>
        </p:spPr>
      </p:sp>
      <p:sp>
        <p:nvSpPr>
          <p:cNvPr id="206" name="Text 204"/>
          <p:cNvSpPr txBox="1"/>
          <p:nvPr/>
        </p:nvSpPr>
        <p:spPr>
          <a:xfrm>
            <a:off x="8951976" y="521100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521100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5256724"/>
            <a:ext cx="54864" cy="178577"/>
          </a:xfrm>
          <a:prstGeom prst="rect">
            <a:avLst/>
          </a:prstGeom>
          <a:solidFill>
            <a:srgbClr val="C2352F"/>
          </a:solidFill>
          <a:ln/>
        </p:spPr>
      </p:sp>
      <p:sp>
        <p:nvSpPr>
          <p:cNvPr id="210" name="Text 208"/>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541775"/>
            <a:ext cx="186992" cy="148509"/>
          </a:xfrm>
          <a:prstGeom prst="rect">
            <a:avLst/>
          </a:prstGeom>
          <a:solidFill>
            <a:srgbClr val="C2352F"/>
          </a:solidFill>
          <a:ln/>
        </p:spPr>
      </p:sp>
      <p:sp>
        <p:nvSpPr>
          <p:cNvPr id="213" name="Text 211"/>
          <p:cNvSpPr txBox="1"/>
          <p:nvPr/>
        </p:nvSpPr>
        <p:spPr>
          <a:xfrm>
            <a:off x="8951976" y="548102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48102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811792"/>
            <a:ext cx="206947" cy="148509"/>
          </a:xfrm>
          <a:prstGeom prst="rect">
            <a:avLst/>
          </a:prstGeom>
          <a:solidFill>
            <a:srgbClr val="C2352F"/>
          </a:solidFill>
          <a:ln/>
        </p:spPr>
      </p:sp>
      <p:sp>
        <p:nvSpPr>
          <p:cNvPr id="219" name="Text 217"/>
          <p:cNvSpPr txBox="1"/>
          <p:nvPr/>
        </p:nvSpPr>
        <p:spPr>
          <a:xfrm>
            <a:off x="8951976" y="575103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75103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590288"/>
          </a:xfrm>
          <a:prstGeom prst="rect">
            <a:avLst/>
          </a:prstGeom>
          <a:solidFill>
            <a:srgbClr val="D9D9D9"/>
          </a:solidFill>
          <a:ln/>
        </p:spPr>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59028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4320271"/>
          </a:xfrm>
          <a:prstGeom prst="rect">
            <a:avLst/>
          </a:prstGeom>
          <a:solidFill>
            <a:srgbClr val="9AA3AD"/>
          </a:solidFill>
          <a:ln/>
        </p:spPr>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61538"/>
            <a:ext cx="460348" cy="148509"/>
          </a:xfrm>
          <a:prstGeom prst="rect">
            <a:avLst/>
          </a:prstGeom>
          <a:solidFill>
            <a:srgbClr val="12A566"/>
          </a:solidFill>
          <a:ln/>
        </p:spPr>
      </p:sp>
      <p:sp>
        <p:nvSpPr>
          <p:cNvPr id="15" name="Text 13"/>
          <p:cNvSpPr txBox="1"/>
          <p:nvPr/>
        </p:nvSpPr>
        <p:spPr>
          <a:xfrm>
            <a:off x="3950208" y="1700784"/>
            <a:ext cx="109728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78577"/>
          </a:xfrm>
          <a:prstGeom prst="rect">
            <a:avLst/>
          </a:prstGeom>
          <a:solidFill>
            <a:srgbClr val="12A566"/>
          </a:solidFill>
          <a:ln/>
        </p:spPr>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31555"/>
            <a:ext cx="124432" cy="148509"/>
          </a:xfrm>
          <a:prstGeom prst="rect">
            <a:avLst/>
          </a:prstGeom>
          <a:solidFill>
            <a:srgbClr val="12A566"/>
          </a:solidFill>
          <a:ln/>
        </p:spPr>
      </p:sp>
      <p:sp>
        <p:nvSpPr>
          <p:cNvPr id="21" name="Text 19"/>
          <p:cNvSpPr txBox="1"/>
          <p:nvPr/>
        </p:nvSpPr>
        <p:spPr>
          <a:xfrm>
            <a:off x="3950208" y="1970801"/>
            <a:ext cx="109728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2016521"/>
            <a:ext cx="54864" cy="178577"/>
          </a:xfrm>
          <a:prstGeom prst="rect">
            <a:avLst/>
          </a:prstGeom>
          <a:solidFill>
            <a:srgbClr val="12A566"/>
          </a:solidFill>
          <a:ln/>
        </p:spPr>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301572"/>
            <a:ext cx="44339" cy="148509"/>
          </a:xfrm>
          <a:prstGeom prst="rect">
            <a:avLst/>
          </a:prstGeom>
          <a:solidFill>
            <a:srgbClr val="12A566"/>
          </a:solidFill>
          <a:ln/>
        </p:spPr>
      </p:sp>
      <p:sp>
        <p:nvSpPr>
          <p:cNvPr id="27" name="Text 25"/>
          <p:cNvSpPr txBox="1"/>
          <p:nvPr/>
        </p:nvSpPr>
        <p:spPr>
          <a:xfrm>
            <a:off x="3950208" y="2240818"/>
            <a:ext cx="109728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86538"/>
            <a:ext cx="54864" cy="178577"/>
          </a:xfrm>
          <a:prstGeom prst="rect">
            <a:avLst/>
          </a:prstGeom>
          <a:solidFill>
            <a:srgbClr val="12A566"/>
          </a:solidFill>
          <a:ln/>
        </p:spPr>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71589"/>
            <a:ext cx="37145" cy="148509"/>
          </a:xfrm>
          <a:prstGeom prst="rect">
            <a:avLst/>
          </a:prstGeom>
          <a:solidFill>
            <a:srgbClr val="12A566"/>
          </a:solidFill>
          <a:ln/>
        </p:spPr>
      </p:sp>
      <p:sp>
        <p:nvSpPr>
          <p:cNvPr id="33" name="Text 31"/>
          <p:cNvSpPr txBox="1"/>
          <p:nvPr/>
        </p:nvSpPr>
        <p:spPr>
          <a:xfrm>
            <a:off x="3950208" y="2510835"/>
            <a:ext cx="109728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780852"/>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841606"/>
            <a:ext cx="34144" cy="148509"/>
          </a:xfrm>
          <a:prstGeom prst="rect">
            <a:avLst/>
          </a:prstGeom>
          <a:solidFill>
            <a:srgbClr val="12A566"/>
          </a:solidFill>
          <a:ln/>
        </p:spPr>
      </p:sp>
      <p:sp>
        <p:nvSpPr>
          <p:cNvPr id="38" name="Text 36"/>
          <p:cNvSpPr txBox="1"/>
          <p:nvPr/>
        </p:nvSpPr>
        <p:spPr>
          <a:xfrm>
            <a:off x="3950208" y="2780852"/>
            <a:ext cx="109728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050869"/>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3111623"/>
            <a:ext cx="27581" cy="148509"/>
          </a:xfrm>
          <a:prstGeom prst="rect">
            <a:avLst/>
          </a:prstGeom>
          <a:solidFill>
            <a:srgbClr val="12A566"/>
          </a:solidFill>
          <a:ln/>
        </p:spPr>
      </p:sp>
      <p:sp>
        <p:nvSpPr>
          <p:cNvPr id="43" name="Text 41"/>
          <p:cNvSpPr txBox="1"/>
          <p:nvPr/>
        </p:nvSpPr>
        <p:spPr>
          <a:xfrm>
            <a:off x="3950208" y="3050869"/>
            <a:ext cx="109728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320886"/>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381639"/>
            <a:ext cx="19282" cy="148509"/>
          </a:xfrm>
          <a:prstGeom prst="rect">
            <a:avLst/>
          </a:prstGeom>
          <a:solidFill>
            <a:srgbClr val="12A566"/>
          </a:solidFill>
          <a:ln/>
        </p:spPr>
      </p:sp>
      <p:sp>
        <p:nvSpPr>
          <p:cNvPr id="48" name="Text 46"/>
          <p:cNvSpPr txBox="1"/>
          <p:nvPr/>
        </p:nvSpPr>
        <p:spPr>
          <a:xfrm>
            <a:off x="3950208" y="3320886"/>
            <a:ext cx="109728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590903"/>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651656"/>
            <a:ext cx="18292" cy="148509"/>
          </a:xfrm>
          <a:prstGeom prst="rect">
            <a:avLst/>
          </a:prstGeom>
          <a:solidFill>
            <a:srgbClr val="C2352F"/>
          </a:solidFill>
          <a:ln/>
        </p:spPr>
      </p:sp>
      <p:sp>
        <p:nvSpPr>
          <p:cNvPr id="53" name="Text 51"/>
          <p:cNvSpPr txBox="1"/>
          <p:nvPr/>
        </p:nvSpPr>
        <p:spPr>
          <a:xfrm>
            <a:off x="3950208" y="3590903"/>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860920"/>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921673"/>
            <a:ext cx="23293" cy="148509"/>
          </a:xfrm>
          <a:prstGeom prst="rect">
            <a:avLst/>
          </a:prstGeom>
          <a:solidFill>
            <a:srgbClr val="C2352F"/>
          </a:solidFill>
          <a:ln/>
        </p:spPr>
      </p:sp>
      <p:sp>
        <p:nvSpPr>
          <p:cNvPr id="58" name="Text 56"/>
          <p:cNvSpPr txBox="1"/>
          <p:nvPr/>
        </p:nvSpPr>
        <p:spPr>
          <a:xfrm>
            <a:off x="3950208" y="3860920"/>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0936"/>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4191690"/>
            <a:ext cx="23618" cy="148509"/>
          </a:xfrm>
          <a:prstGeom prst="rect">
            <a:avLst/>
          </a:prstGeom>
          <a:solidFill>
            <a:srgbClr val="C2352F"/>
          </a:solidFill>
          <a:ln/>
        </p:spPr>
      </p:sp>
      <p:sp>
        <p:nvSpPr>
          <p:cNvPr id="63" name="Text 61"/>
          <p:cNvSpPr txBox="1"/>
          <p:nvPr/>
        </p:nvSpPr>
        <p:spPr>
          <a:xfrm>
            <a:off x="3950208" y="4130936"/>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400953"/>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461707"/>
            <a:ext cx="26505" cy="148509"/>
          </a:xfrm>
          <a:prstGeom prst="rect">
            <a:avLst/>
          </a:prstGeom>
          <a:solidFill>
            <a:srgbClr val="C2352F"/>
          </a:solidFill>
          <a:ln/>
        </p:spPr>
      </p:sp>
      <p:sp>
        <p:nvSpPr>
          <p:cNvPr id="68" name="Text 66"/>
          <p:cNvSpPr txBox="1"/>
          <p:nvPr/>
        </p:nvSpPr>
        <p:spPr>
          <a:xfrm>
            <a:off x="3950208" y="4400953"/>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670970"/>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731724"/>
            <a:ext cx="33965" cy="148509"/>
          </a:xfrm>
          <a:prstGeom prst="rect">
            <a:avLst/>
          </a:prstGeom>
          <a:solidFill>
            <a:srgbClr val="C2352F"/>
          </a:solidFill>
          <a:ln/>
        </p:spPr>
      </p:sp>
      <p:sp>
        <p:nvSpPr>
          <p:cNvPr id="73" name="Text 71"/>
          <p:cNvSpPr txBox="1"/>
          <p:nvPr/>
        </p:nvSpPr>
        <p:spPr>
          <a:xfrm>
            <a:off x="3950208" y="4670970"/>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940987"/>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5001741"/>
            <a:ext cx="39445" cy="148509"/>
          </a:xfrm>
          <a:prstGeom prst="rect">
            <a:avLst/>
          </a:prstGeom>
          <a:solidFill>
            <a:srgbClr val="C2352F"/>
          </a:solidFill>
          <a:ln/>
        </p:spPr>
      </p:sp>
      <p:sp>
        <p:nvSpPr>
          <p:cNvPr id="78" name="Text 76"/>
          <p:cNvSpPr txBox="1"/>
          <p:nvPr/>
        </p:nvSpPr>
        <p:spPr>
          <a:xfrm>
            <a:off x="3950208" y="4940987"/>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211004"/>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5271758"/>
            <a:ext cx="43373" cy="148509"/>
          </a:xfrm>
          <a:prstGeom prst="rect">
            <a:avLst/>
          </a:prstGeom>
          <a:solidFill>
            <a:srgbClr val="C2352F"/>
          </a:solidFill>
          <a:ln/>
        </p:spPr>
      </p:sp>
      <p:sp>
        <p:nvSpPr>
          <p:cNvPr id="83" name="Text 81"/>
          <p:cNvSpPr txBox="1"/>
          <p:nvPr/>
        </p:nvSpPr>
        <p:spPr>
          <a:xfrm>
            <a:off x="3950208" y="5211004"/>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481021"/>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541775"/>
            <a:ext cx="48884" cy="148509"/>
          </a:xfrm>
          <a:prstGeom prst="rect">
            <a:avLst/>
          </a:prstGeom>
          <a:solidFill>
            <a:srgbClr val="C2352F"/>
          </a:solidFill>
          <a:ln/>
        </p:spPr>
      </p:sp>
      <p:sp>
        <p:nvSpPr>
          <p:cNvPr id="88" name="Text 86"/>
          <p:cNvSpPr txBox="1"/>
          <p:nvPr/>
        </p:nvSpPr>
        <p:spPr>
          <a:xfrm>
            <a:off x="3950208" y="5481021"/>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751038"/>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811792"/>
            <a:ext cx="49679" cy="148509"/>
          </a:xfrm>
          <a:prstGeom prst="rect">
            <a:avLst/>
          </a:prstGeom>
          <a:solidFill>
            <a:srgbClr val="C2352F"/>
          </a:solidFill>
          <a:ln/>
        </p:spPr>
      </p:sp>
      <p:sp>
        <p:nvSpPr>
          <p:cNvPr id="93" name="Text 91"/>
          <p:cNvSpPr txBox="1"/>
          <p:nvPr/>
        </p:nvSpPr>
        <p:spPr>
          <a:xfrm>
            <a:off x="3950208" y="5751038"/>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6021055"/>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6081809"/>
            <a:ext cx="50052" cy="148509"/>
          </a:xfrm>
          <a:prstGeom prst="rect">
            <a:avLst/>
          </a:prstGeom>
          <a:solidFill>
            <a:srgbClr val="C2352F"/>
          </a:solidFill>
          <a:ln/>
        </p:spPr>
      </p:sp>
      <p:sp>
        <p:nvSpPr>
          <p:cNvPr id="98" name="Text 96"/>
          <p:cNvSpPr txBox="1"/>
          <p:nvPr/>
        </p:nvSpPr>
        <p:spPr>
          <a:xfrm>
            <a:off x="3950208" y="6021055"/>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602105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61538"/>
            <a:ext cx="54219" cy="148509"/>
          </a:xfrm>
          <a:prstGeom prst="rect">
            <a:avLst/>
          </a:prstGeom>
          <a:solidFill>
            <a:srgbClr val="C2352F"/>
          </a:solidFill>
          <a:ln/>
        </p:spPr>
      </p:sp>
      <p:sp>
        <p:nvSpPr>
          <p:cNvPr id="103" name="Text 101"/>
          <p:cNvSpPr txBox="1"/>
          <p:nvPr/>
        </p:nvSpPr>
        <p:spPr>
          <a:xfrm>
            <a:off x="9500616" y="1700784"/>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70801"/>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31555"/>
            <a:ext cx="78026" cy="148509"/>
          </a:xfrm>
          <a:prstGeom prst="rect">
            <a:avLst/>
          </a:prstGeom>
          <a:solidFill>
            <a:srgbClr val="C2352F"/>
          </a:solidFill>
          <a:ln/>
        </p:spPr>
      </p:sp>
      <p:sp>
        <p:nvSpPr>
          <p:cNvPr id="108" name="Text 106"/>
          <p:cNvSpPr txBox="1"/>
          <p:nvPr/>
        </p:nvSpPr>
        <p:spPr>
          <a:xfrm>
            <a:off x="9500616" y="1970801"/>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240818"/>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301572"/>
            <a:ext cx="82223" cy="148509"/>
          </a:xfrm>
          <a:prstGeom prst="rect">
            <a:avLst/>
          </a:prstGeom>
          <a:solidFill>
            <a:srgbClr val="C2352F"/>
          </a:solidFill>
          <a:ln/>
        </p:spPr>
      </p:sp>
      <p:sp>
        <p:nvSpPr>
          <p:cNvPr id="113" name="Text 111"/>
          <p:cNvSpPr txBox="1"/>
          <p:nvPr/>
        </p:nvSpPr>
        <p:spPr>
          <a:xfrm>
            <a:off x="9500616" y="2240818"/>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510835"/>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71589"/>
            <a:ext cx="86632" cy="148509"/>
          </a:xfrm>
          <a:prstGeom prst="rect">
            <a:avLst/>
          </a:prstGeom>
          <a:solidFill>
            <a:srgbClr val="C2352F"/>
          </a:solidFill>
          <a:ln/>
        </p:spPr>
      </p:sp>
      <p:sp>
        <p:nvSpPr>
          <p:cNvPr id="118" name="Text 116"/>
          <p:cNvSpPr txBox="1"/>
          <p:nvPr/>
        </p:nvSpPr>
        <p:spPr>
          <a:xfrm>
            <a:off x="9500616" y="2510835"/>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780852"/>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841606"/>
            <a:ext cx="87048" cy="148509"/>
          </a:xfrm>
          <a:prstGeom prst="rect">
            <a:avLst/>
          </a:prstGeom>
          <a:solidFill>
            <a:srgbClr val="C2352F"/>
          </a:solidFill>
          <a:ln/>
        </p:spPr>
      </p:sp>
      <p:sp>
        <p:nvSpPr>
          <p:cNvPr id="123" name="Text 121"/>
          <p:cNvSpPr txBox="1"/>
          <p:nvPr/>
        </p:nvSpPr>
        <p:spPr>
          <a:xfrm>
            <a:off x="9500616" y="2780852"/>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050869"/>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3111623"/>
            <a:ext cx="115496" cy="148509"/>
          </a:xfrm>
          <a:prstGeom prst="rect">
            <a:avLst/>
          </a:prstGeom>
          <a:solidFill>
            <a:srgbClr val="C2352F"/>
          </a:solidFill>
          <a:ln/>
        </p:spPr>
      </p:sp>
      <p:sp>
        <p:nvSpPr>
          <p:cNvPr id="128" name="Text 126"/>
          <p:cNvSpPr txBox="1"/>
          <p:nvPr/>
        </p:nvSpPr>
        <p:spPr>
          <a:xfrm>
            <a:off x="9500616" y="3050869"/>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320886"/>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381639"/>
            <a:ext cx="123728" cy="148509"/>
          </a:xfrm>
          <a:prstGeom prst="rect">
            <a:avLst/>
          </a:prstGeom>
          <a:solidFill>
            <a:srgbClr val="C2352F"/>
          </a:solidFill>
          <a:ln/>
        </p:spPr>
      </p:sp>
      <p:sp>
        <p:nvSpPr>
          <p:cNvPr id="133" name="Text 131"/>
          <p:cNvSpPr txBox="1"/>
          <p:nvPr/>
        </p:nvSpPr>
        <p:spPr>
          <a:xfrm>
            <a:off x="9500616" y="3320886"/>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590903"/>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651656"/>
            <a:ext cx="123885" cy="148509"/>
          </a:xfrm>
          <a:prstGeom prst="rect">
            <a:avLst/>
          </a:prstGeom>
          <a:solidFill>
            <a:srgbClr val="C2352F"/>
          </a:solidFill>
          <a:ln/>
        </p:spPr>
      </p:sp>
      <p:sp>
        <p:nvSpPr>
          <p:cNvPr id="138" name="Text 136"/>
          <p:cNvSpPr txBox="1"/>
          <p:nvPr/>
        </p:nvSpPr>
        <p:spPr>
          <a:xfrm>
            <a:off x="9500616" y="3590903"/>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860920"/>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921673"/>
            <a:ext cx="133560" cy="148509"/>
          </a:xfrm>
          <a:prstGeom prst="rect">
            <a:avLst/>
          </a:prstGeom>
          <a:solidFill>
            <a:srgbClr val="C2352F"/>
          </a:solidFill>
          <a:ln/>
        </p:spPr>
      </p:sp>
      <p:sp>
        <p:nvSpPr>
          <p:cNvPr id="143" name="Text 141"/>
          <p:cNvSpPr txBox="1"/>
          <p:nvPr/>
        </p:nvSpPr>
        <p:spPr>
          <a:xfrm>
            <a:off x="9500616" y="3860920"/>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0936"/>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4191690"/>
            <a:ext cx="144171" cy="148509"/>
          </a:xfrm>
          <a:prstGeom prst="rect">
            <a:avLst/>
          </a:prstGeom>
          <a:solidFill>
            <a:srgbClr val="C2352F"/>
          </a:solidFill>
          <a:ln/>
        </p:spPr>
      </p:sp>
      <p:sp>
        <p:nvSpPr>
          <p:cNvPr id="148" name="Text 146"/>
          <p:cNvSpPr txBox="1"/>
          <p:nvPr/>
        </p:nvSpPr>
        <p:spPr>
          <a:xfrm>
            <a:off x="9500616" y="4130936"/>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400953"/>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461707"/>
            <a:ext cx="151614" cy="148509"/>
          </a:xfrm>
          <a:prstGeom prst="rect">
            <a:avLst/>
          </a:prstGeom>
          <a:solidFill>
            <a:srgbClr val="C2352F"/>
          </a:solidFill>
          <a:ln/>
        </p:spPr>
      </p:sp>
      <p:sp>
        <p:nvSpPr>
          <p:cNvPr id="153" name="Text 151"/>
          <p:cNvSpPr txBox="1"/>
          <p:nvPr/>
        </p:nvSpPr>
        <p:spPr>
          <a:xfrm>
            <a:off x="9500616" y="4400953"/>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670970"/>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731724"/>
            <a:ext cx="152747" cy="148509"/>
          </a:xfrm>
          <a:prstGeom prst="rect">
            <a:avLst/>
          </a:prstGeom>
          <a:solidFill>
            <a:srgbClr val="C2352F"/>
          </a:solidFill>
          <a:ln/>
        </p:spPr>
      </p:sp>
      <p:sp>
        <p:nvSpPr>
          <p:cNvPr id="158" name="Text 156"/>
          <p:cNvSpPr txBox="1"/>
          <p:nvPr/>
        </p:nvSpPr>
        <p:spPr>
          <a:xfrm>
            <a:off x="9500616" y="4670970"/>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940987"/>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5001741"/>
            <a:ext cx="187327" cy="148509"/>
          </a:xfrm>
          <a:prstGeom prst="rect">
            <a:avLst/>
          </a:prstGeom>
          <a:solidFill>
            <a:srgbClr val="C2352F"/>
          </a:solidFill>
          <a:ln/>
        </p:spPr>
      </p:sp>
      <p:sp>
        <p:nvSpPr>
          <p:cNvPr id="163" name="Text 161"/>
          <p:cNvSpPr txBox="1"/>
          <p:nvPr/>
        </p:nvSpPr>
        <p:spPr>
          <a:xfrm>
            <a:off x="9500616" y="4940987"/>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211004"/>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5271758"/>
            <a:ext cx="220332" cy="148509"/>
          </a:xfrm>
          <a:prstGeom prst="rect">
            <a:avLst/>
          </a:prstGeom>
          <a:solidFill>
            <a:srgbClr val="C2352F"/>
          </a:solidFill>
          <a:ln/>
        </p:spPr>
      </p:sp>
      <p:sp>
        <p:nvSpPr>
          <p:cNvPr id="168" name="Text 166"/>
          <p:cNvSpPr txBox="1"/>
          <p:nvPr/>
        </p:nvSpPr>
        <p:spPr>
          <a:xfrm>
            <a:off x="9500616" y="5211004"/>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5256724"/>
            <a:ext cx="54864" cy="178577"/>
          </a:xfrm>
          <a:prstGeom prst="rect">
            <a:avLst/>
          </a:prstGeom>
          <a:solidFill>
            <a:srgbClr val="C2352F"/>
          </a:solidFill>
          <a:ln/>
        </p:spPr>
      </p:sp>
      <p:sp>
        <p:nvSpPr>
          <p:cNvPr id="171" name="Text 169"/>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481021"/>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541775"/>
            <a:ext cx="294194" cy="148509"/>
          </a:xfrm>
          <a:prstGeom prst="rect">
            <a:avLst/>
          </a:prstGeom>
          <a:solidFill>
            <a:srgbClr val="C2352F"/>
          </a:solidFill>
          <a:ln/>
        </p:spPr>
      </p:sp>
      <p:sp>
        <p:nvSpPr>
          <p:cNvPr id="174" name="Text 172"/>
          <p:cNvSpPr txBox="1"/>
          <p:nvPr/>
        </p:nvSpPr>
        <p:spPr>
          <a:xfrm>
            <a:off x="9500616" y="5481021"/>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526741"/>
            <a:ext cx="54864" cy="178577"/>
          </a:xfrm>
          <a:prstGeom prst="rect">
            <a:avLst/>
          </a:prstGeom>
          <a:solidFill>
            <a:srgbClr val="C2352F"/>
          </a:solidFill>
          <a:ln/>
        </p:spPr>
      </p:sp>
      <p:sp>
        <p:nvSpPr>
          <p:cNvPr id="177" name="Text 175"/>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751038"/>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811792"/>
            <a:ext cx="335180" cy="148509"/>
          </a:xfrm>
          <a:prstGeom prst="rect">
            <a:avLst/>
          </a:prstGeom>
          <a:solidFill>
            <a:srgbClr val="C2352F"/>
          </a:solidFill>
          <a:ln/>
        </p:spPr>
      </p:sp>
      <p:sp>
        <p:nvSpPr>
          <p:cNvPr id="180" name="Text 178"/>
          <p:cNvSpPr txBox="1"/>
          <p:nvPr/>
        </p:nvSpPr>
        <p:spPr>
          <a:xfrm>
            <a:off x="9500616" y="5751038"/>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796758"/>
            <a:ext cx="54864" cy="178577"/>
          </a:xfrm>
          <a:prstGeom prst="rect">
            <a:avLst/>
          </a:prstGeom>
          <a:solidFill>
            <a:srgbClr val="C2352F"/>
          </a:solidFill>
          <a:ln/>
        </p:spPr>
      </p:sp>
      <p:sp>
        <p:nvSpPr>
          <p:cNvPr id="183" name="Shape 181"/>
          <p:cNvSpPr/>
          <p:nvPr/>
        </p:nvSpPr>
        <p:spPr>
          <a:xfrm>
            <a:off x="6085332" y="1700784"/>
            <a:ext cx="10973" cy="4590288"/>
          </a:xfrm>
          <a:prstGeom prst="rect">
            <a:avLst/>
          </a:prstGeom>
          <a:solidFill>
            <a:srgbClr val="D9D9D9"/>
          </a:solidFill>
          <a:ln/>
        </p:spPr>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73852"/>
            <a:ext cx="1676174"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435262"/>
            <a:ext cx="1535097"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96673"/>
            <a:ext cx="1440950"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958084"/>
            <a:ext cx="1416843"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219495"/>
            <a:ext cx="1364170"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480906"/>
            <a:ext cx="1354753"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742316"/>
            <a:ext cx="1334617"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4003727"/>
            <a:ext cx="1326282"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265138"/>
            <a:ext cx="1298491"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526549"/>
            <a:ext cx="1265243" cy="130705"/>
          </a:xfrm>
          <a:prstGeom prst="rect">
            <a:avLst/>
          </a:prstGeom>
          <a:solidFill>
            <a:srgbClr val="12A566"/>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787960"/>
            <a:ext cx="1238047" cy="130705"/>
          </a:xfrm>
          <a:prstGeom prst="rect">
            <a:avLst/>
          </a:prstGeom>
          <a:solidFill>
            <a:srgbClr val="12A566"/>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5049371"/>
            <a:ext cx="1199792" cy="130705"/>
          </a:xfrm>
          <a:prstGeom prst="rect">
            <a:avLst/>
          </a:prstGeom>
          <a:solidFill>
            <a:srgbClr val="12A566"/>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310781"/>
            <a:ext cx="1199589" cy="130705"/>
          </a:xfrm>
          <a:prstGeom prst="rect">
            <a:avLst/>
          </a:prstGeom>
          <a:solidFill>
            <a:srgbClr val="12A566"/>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572192"/>
            <a:ext cx="1158201" cy="130705"/>
          </a:xfrm>
          <a:prstGeom prst="rect">
            <a:avLst/>
          </a:prstGeom>
          <a:solidFill>
            <a:srgbClr val="12A566"/>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833603"/>
            <a:ext cx="1138632" cy="130705"/>
          </a:xfrm>
          <a:prstGeom prst="rect">
            <a:avLst/>
          </a:prstGeom>
          <a:solidFill>
            <a:srgbClr val="12A566"/>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6095014"/>
            <a:ext cx="1122612" cy="130705"/>
          </a:xfrm>
          <a:prstGeom prst="rect">
            <a:avLst/>
          </a:prstGeom>
          <a:solidFill>
            <a:srgbClr val="12A566"/>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12441"/>
            <a:ext cx="1121023" cy="130705"/>
          </a:xfrm>
          <a:prstGeom prst="rect">
            <a:avLst/>
          </a:prstGeom>
          <a:solidFill>
            <a:srgbClr val="12A566"/>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73852"/>
            <a:ext cx="1118529" cy="130705"/>
          </a:xfrm>
          <a:prstGeom prst="rect">
            <a:avLst/>
          </a:prstGeom>
          <a:solidFill>
            <a:srgbClr val="12A566"/>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435262"/>
            <a:ext cx="1098819" cy="130705"/>
          </a:xfrm>
          <a:prstGeom prst="rect">
            <a:avLst/>
          </a:prstGeom>
          <a:solidFill>
            <a:srgbClr val="12A566"/>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96673"/>
            <a:ext cx="1098580" cy="130705"/>
          </a:xfrm>
          <a:prstGeom prst="rect">
            <a:avLst/>
          </a:prstGeom>
          <a:solidFill>
            <a:srgbClr val="12A566"/>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958084"/>
            <a:ext cx="1047559"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219495"/>
            <a:ext cx="1040989"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480906"/>
            <a:ext cx="1016832"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742316"/>
            <a:ext cx="1002319"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4003727"/>
            <a:ext cx="975333"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265138"/>
            <a:ext cx="957418"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526549"/>
            <a:ext cx="939310"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787960"/>
            <a:ext cx="892374"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5049371"/>
            <a:ext cx="857012"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310781"/>
            <a:ext cx="838677"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572192"/>
            <a:ext cx="815241"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833603"/>
            <a:ext cx="712528"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443984"/>
          </a:xfrm>
          <a:prstGeom prst="rect">
            <a:avLst/>
          </a:prstGeom>
          <a:solidFill>
            <a:srgbClr val="0B2C4A"/>
          </a:solidFill>
          <a:ln/>
        </p:spPr>
      </p:sp>
      <p:sp>
        <p:nvSpPr>
          <p:cNvPr id="144" name="Shape 142"/>
          <p:cNvSpPr/>
          <p:nvPr/>
        </p:nvSpPr>
        <p:spPr>
          <a:xfrm>
            <a:off x="9612288"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7632"/>
            <a:ext cx="571500" cy="112826"/>
          </a:xfrm>
          <a:prstGeom prst="rect">
            <a:avLst/>
          </a:prstGeom>
          <a:solidFill>
            <a:srgbClr val="12A566"/>
          </a:solidFill>
          <a:ln/>
        </p:spPr>
      </p:sp>
      <p:sp>
        <p:nvSpPr>
          <p:cNvPr id="18" name="Text 16"/>
          <p:cNvSpPr txBox="1"/>
          <p:nvPr/>
        </p:nvSpPr>
        <p:spPr>
          <a:xfrm>
            <a:off x="4206240"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32906"/>
            <a:ext cx="458290" cy="112826"/>
          </a:xfrm>
          <a:prstGeom prst="rect">
            <a:avLst/>
          </a:prstGeom>
          <a:solidFill>
            <a:srgbClr val="12A566"/>
          </a:solidFill>
          <a:ln/>
        </p:spPr>
      </p:sp>
      <p:sp>
        <p:nvSpPr>
          <p:cNvPr id="23" name="Text 21"/>
          <p:cNvSpPr txBox="1"/>
          <p:nvPr/>
        </p:nvSpPr>
        <p:spPr>
          <a:xfrm>
            <a:off x="4206240"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78181"/>
            <a:ext cx="378989" cy="112826"/>
          </a:xfrm>
          <a:prstGeom prst="rect">
            <a:avLst/>
          </a:prstGeom>
          <a:solidFill>
            <a:srgbClr val="12A566"/>
          </a:solidFill>
          <a:ln/>
        </p:spPr>
      </p:sp>
      <p:sp>
        <p:nvSpPr>
          <p:cNvPr id="28" name="Text 26"/>
          <p:cNvSpPr txBox="1"/>
          <p:nvPr/>
        </p:nvSpPr>
        <p:spPr>
          <a:xfrm>
            <a:off x="4206240"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923455"/>
            <a:ext cx="355006" cy="112826"/>
          </a:xfrm>
          <a:prstGeom prst="rect">
            <a:avLst/>
          </a:prstGeom>
          <a:solidFill>
            <a:srgbClr val="12A566"/>
          </a:solidFill>
          <a:ln/>
        </p:spPr>
      </p:sp>
      <p:sp>
        <p:nvSpPr>
          <p:cNvPr id="33" name="Text 31"/>
          <p:cNvSpPr txBox="1"/>
          <p:nvPr/>
        </p:nvSpPr>
        <p:spPr>
          <a:xfrm>
            <a:off x="4206240"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168729"/>
            <a:ext cx="346724" cy="112826"/>
          </a:xfrm>
          <a:prstGeom prst="rect">
            <a:avLst/>
          </a:prstGeom>
          <a:solidFill>
            <a:srgbClr val="12A566"/>
          </a:solidFill>
          <a:ln/>
        </p:spPr>
      </p:sp>
      <p:sp>
        <p:nvSpPr>
          <p:cNvPr id="38" name="Text 36"/>
          <p:cNvSpPr txBox="1"/>
          <p:nvPr/>
        </p:nvSpPr>
        <p:spPr>
          <a:xfrm>
            <a:off x="4206240"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414004"/>
            <a:ext cx="266633" cy="112826"/>
          </a:xfrm>
          <a:prstGeom prst="rect">
            <a:avLst/>
          </a:prstGeom>
          <a:solidFill>
            <a:srgbClr val="12A566"/>
          </a:solidFill>
          <a:ln/>
        </p:spPr>
      </p:sp>
      <p:sp>
        <p:nvSpPr>
          <p:cNvPr id="43" name="Text 41"/>
          <p:cNvSpPr txBox="1"/>
          <p:nvPr/>
        </p:nvSpPr>
        <p:spPr>
          <a:xfrm>
            <a:off x="4206240"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659278"/>
            <a:ext cx="215058" cy="112826"/>
          </a:xfrm>
          <a:prstGeom prst="rect">
            <a:avLst/>
          </a:prstGeom>
          <a:solidFill>
            <a:srgbClr val="12A566"/>
          </a:solidFill>
          <a:ln/>
        </p:spPr>
      </p:sp>
      <p:sp>
        <p:nvSpPr>
          <p:cNvPr id="48" name="Text 46"/>
          <p:cNvSpPr txBox="1"/>
          <p:nvPr/>
        </p:nvSpPr>
        <p:spPr>
          <a:xfrm>
            <a:off x="4206240"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904553"/>
            <a:ext cx="185543" cy="112826"/>
          </a:xfrm>
          <a:prstGeom prst="rect">
            <a:avLst/>
          </a:prstGeom>
          <a:solidFill>
            <a:srgbClr val="12A566"/>
          </a:solidFill>
          <a:ln/>
        </p:spPr>
      </p:sp>
      <p:sp>
        <p:nvSpPr>
          <p:cNvPr id="53" name="Text 51"/>
          <p:cNvSpPr txBox="1"/>
          <p:nvPr/>
        </p:nvSpPr>
        <p:spPr>
          <a:xfrm>
            <a:off x="4206240"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4149827"/>
            <a:ext cx="173131" cy="112826"/>
          </a:xfrm>
          <a:prstGeom prst="rect">
            <a:avLst/>
          </a:prstGeom>
          <a:solidFill>
            <a:srgbClr val="12A566"/>
          </a:solidFill>
          <a:ln/>
        </p:spPr>
      </p:sp>
      <p:sp>
        <p:nvSpPr>
          <p:cNvPr id="58" name="Text 56"/>
          <p:cNvSpPr txBox="1"/>
          <p:nvPr/>
        </p:nvSpPr>
        <p:spPr>
          <a:xfrm>
            <a:off x="4206240" y="408360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408360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395101"/>
            <a:ext cx="84555" cy="112826"/>
          </a:xfrm>
          <a:prstGeom prst="rect">
            <a:avLst/>
          </a:prstGeom>
          <a:solidFill>
            <a:srgbClr val="12A566"/>
          </a:solidFill>
          <a:ln/>
        </p:spPr>
      </p:sp>
      <p:sp>
        <p:nvSpPr>
          <p:cNvPr id="63" name="Text 61"/>
          <p:cNvSpPr txBox="1"/>
          <p:nvPr/>
        </p:nvSpPr>
        <p:spPr>
          <a:xfrm>
            <a:off x="4206240" y="432887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32887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640376"/>
            <a:ext cx="79737" cy="112826"/>
          </a:xfrm>
          <a:prstGeom prst="rect">
            <a:avLst/>
          </a:prstGeom>
          <a:solidFill>
            <a:srgbClr val="12A566"/>
          </a:solidFill>
          <a:ln/>
        </p:spPr>
      </p:sp>
      <p:sp>
        <p:nvSpPr>
          <p:cNvPr id="68" name="Text 66"/>
          <p:cNvSpPr txBox="1"/>
          <p:nvPr/>
        </p:nvSpPr>
        <p:spPr>
          <a:xfrm>
            <a:off x="4206240" y="457415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57415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885650"/>
            <a:ext cx="78983" cy="112826"/>
          </a:xfrm>
          <a:prstGeom prst="rect">
            <a:avLst/>
          </a:prstGeom>
          <a:solidFill>
            <a:srgbClr val="12A566"/>
          </a:solidFill>
          <a:ln/>
        </p:spPr>
      </p:sp>
      <p:sp>
        <p:nvSpPr>
          <p:cNvPr id="73" name="Text 71"/>
          <p:cNvSpPr txBox="1"/>
          <p:nvPr/>
        </p:nvSpPr>
        <p:spPr>
          <a:xfrm>
            <a:off x="4206240" y="4819426"/>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819426"/>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5130924"/>
            <a:ext cx="77026" cy="112826"/>
          </a:xfrm>
          <a:prstGeom prst="rect">
            <a:avLst/>
          </a:prstGeom>
          <a:solidFill>
            <a:srgbClr val="12A566"/>
          </a:solidFill>
          <a:ln/>
        </p:spPr>
      </p:sp>
      <p:sp>
        <p:nvSpPr>
          <p:cNvPr id="78" name="Text 76"/>
          <p:cNvSpPr txBox="1"/>
          <p:nvPr/>
        </p:nvSpPr>
        <p:spPr>
          <a:xfrm>
            <a:off x="4206240" y="506470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506470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376199"/>
            <a:ext cx="63122" cy="112826"/>
          </a:xfrm>
          <a:prstGeom prst="rect">
            <a:avLst/>
          </a:prstGeom>
          <a:solidFill>
            <a:srgbClr val="12A566"/>
          </a:solidFill>
          <a:ln/>
        </p:spPr>
      </p:sp>
      <p:sp>
        <p:nvSpPr>
          <p:cNvPr id="83" name="Text 81"/>
          <p:cNvSpPr txBox="1"/>
          <p:nvPr/>
        </p:nvSpPr>
        <p:spPr>
          <a:xfrm>
            <a:off x="4206240" y="530997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30997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621473"/>
            <a:ext cx="59886" cy="112826"/>
          </a:xfrm>
          <a:prstGeom prst="rect">
            <a:avLst/>
          </a:prstGeom>
          <a:solidFill>
            <a:srgbClr val="12A566"/>
          </a:solidFill>
          <a:ln/>
        </p:spPr>
      </p:sp>
      <p:sp>
        <p:nvSpPr>
          <p:cNvPr id="88" name="Text 86"/>
          <p:cNvSpPr txBox="1"/>
          <p:nvPr/>
        </p:nvSpPr>
        <p:spPr>
          <a:xfrm>
            <a:off x="4206240" y="5555249"/>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555249"/>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866747"/>
            <a:ext cx="50878" cy="112826"/>
          </a:xfrm>
          <a:prstGeom prst="rect">
            <a:avLst/>
          </a:prstGeom>
          <a:solidFill>
            <a:srgbClr val="12A566"/>
          </a:solidFill>
          <a:ln/>
        </p:spPr>
      </p:sp>
      <p:sp>
        <p:nvSpPr>
          <p:cNvPr id="93" name="Text 91"/>
          <p:cNvSpPr txBox="1"/>
          <p:nvPr/>
        </p:nvSpPr>
        <p:spPr>
          <a:xfrm>
            <a:off x="4206240" y="580052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80052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6112022"/>
            <a:ext cx="48098" cy="112826"/>
          </a:xfrm>
          <a:prstGeom prst="rect">
            <a:avLst/>
          </a:prstGeom>
          <a:solidFill>
            <a:srgbClr val="12A566"/>
          </a:solidFill>
          <a:ln/>
        </p:spPr>
      </p:sp>
      <p:sp>
        <p:nvSpPr>
          <p:cNvPr id="98" name="Text 96"/>
          <p:cNvSpPr txBox="1"/>
          <p:nvPr/>
        </p:nvSpPr>
        <p:spPr>
          <a:xfrm>
            <a:off x="4206240" y="604579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604579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7632"/>
            <a:ext cx="40236" cy="112826"/>
          </a:xfrm>
          <a:prstGeom prst="rect">
            <a:avLst/>
          </a:prstGeom>
          <a:solidFill>
            <a:srgbClr val="12A566"/>
          </a:solidFill>
          <a:ln/>
        </p:spPr>
      </p:sp>
      <p:sp>
        <p:nvSpPr>
          <p:cNvPr id="103" name="Text 101"/>
          <p:cNvSpPr txBox="1"/>
          <p:nvPr/>
        </p:nvSpPr>
        <p:spPr>
          <a:xfrm>
            <a:off x="9756648"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32906"/>
            <a:ext cx="27776" cy="112826"/>
          </a:xfrm>
          <a:prstGeom prst="rect">
            <a:avLst/>
          </a:prstGeom>
          <a:solidFill>
            <a:srgbClr val="12A566"/>
          </a:solidFill>
          <a:ln/>
        </p:spPr>
      </p:sp>
      <p:sp>
        <p:nvSpPr>
          <p:cNvPr id="108" name="Text 106"/>
          <p:cNvSpPr txBox="1"/>
          <p:nvPr/>
        </p:nvSpPr>
        <p:spPr>
          <a:xfrm>
            <a:off x="9756648"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78181"/>
            <a:ext cx="12802" cy="112826"/>
          </a:xfrm>
          <a:prstGeom prst="rect">
            <a:avLst/>
          </a:prstGeom>
          <a:solidFill>
            <a:srgbClr val="12A566"/>
          </a:solidFill>
          <a:ln/>
        </p:spPr>
      </p:sp>
      <p:sp>
        <p:nvSpPr>
          <p:cNvPr id="113" name="Text 111"/>
          <p:cNvSpPr txBox="1"/>
          <p:nvPr/>
        </p:nvSpPr>
        <p:spPr>
          <a:xfrm>
            <a:off x="9756648"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923455"/>
            <a:ext cx="14009" cy="112826"/>
          </a:xfrm>
          <a:prstGeom prst="rect">
            <a:avLst/>
          </a:prstGeom>
          <a:solidFill>
            <a:srgbClr val="C2352F"/>
          </a:solidFill>
          <a:ln/>
        </p:spPr>
      </p:sp>
      <p:sp>
        <p:nvSpPr>
          <p:cNvPr id="118" name="Text 116"/>
          <p:cNvSpPr txBox="1"/>
          <p:nvPr/>
        </p:nvSpPr>
        <p:spPr>
          <a:xfrm>
            <a:off x="9756648" y="2857231"/>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857231"/>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168729"/>
            <a:ext cx="20674" cy="112826"/>
          </a:xfrm>
          <a:prstGeom prst="rect">
            <a:avLst/>
          </a:prstGeom>
          <a:solidFill>
            <a:srgbClr val="C2352F"/>
          </a:solidFill>
          <a:ln/>
        </p:spPr>
      </p:sp>
      <p:sp>
        <p:nvSpPr>
          <p:cNvPr id="123" name="Text 121"/>
          <p:cNvSpPr txBox="1"/>
          <p:nvPr/>
        </p:nvSpPr>
        <p:spPr>
          <a:xfrm>
            <a:off x="9756648" y="310250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10250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414004"/>
            <a:ext cx="27804" cy="112826"/>
          </a:xfrm>
          <a:prstGeom prst="rect">
            <a:avLst/>
          </a:prstGeom>
          <a:solidFill>
            <a:srgbClr val="C2352F"/>
          </a:solidFill>
          <a:ln/>
        </p:spPr>
      </p:sp>
      <p:sp>
        <p:nvSpPr>
          <p:cNvPr id="128" name="Text 126"/>
          <p:cNvSpPr txBox="1"/>
          <p:nvPr/>
        </p:nvSpPr>
        <p:spPr>
          <a:xfrm>
            <a:off x="9756648" y="334778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34778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659278"/>
            <a:ext cx="61452" cy="112826"/>
          </a:xfrm>
          <a:prstGeom prst="rect">
            <a:avLst/>
          </a:prstGeom>
          <a:solidFill>
            <a:srgbClr val="C2352F"/>
          </a:solidFill>
          <a:ln/>
        </p:spPr>
      </p:sp>
      <p:sp>
        <p:nvSpPr>
          <p:cNvPr id="133" name="Text 131"/>
          <p:cNvSpPr txBox="1"/>
          <p:nvPr/>
        </p:nvSpPr>
        <p:spPr>
          <a:xfrm>
            <a:off x="9756648" y="3593054"/>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593054"/>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904553"/>
            <a:ext cx="83038" cy="112826"/>
          </a:xfrm>
          <a:prstGeom prst="rect">
            <a:avLst/>
          </a:prstGeom>
          <a:solidFill>
            <a:srgbClr val="C2352F"/>
          </a:solidFill>
          <a:ln/>
        </p:spPr>
      </p:sp>
      <p:sp>
        <p:nvSpPr>
          <p:cNvPr id="138" name="Text 136"/>
          <p:cNvSpPr txBox="1"/>
          <p:nvPr/>
        </p:nvSpPr>
        <p:spPr>
          <a:xfrm>
            <a:off x="9756648" y="3838328"/>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838328"/>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4149827"/>
            <a:ext cx="95592" cy="112826"/>
          </a:xfrm>
          <a:prstGeom prst="rect">
            <a:avLst/>
          </a:prstGeom>
          <a:solidFill>
            <a:srgbClr val="C2352F"/>
          </a:solidFill>
          <a:ln/>
        </p:spPr>
      </p:sp>
      <p:sp>
        <p:nvSpPr>
          <p:cNvPr id="143" name="Text 141"/>
          <p:cNvSpPr txBox="1"/>
          <p:nvPr/>
        </p:nvSpPr>
        <p:spPr>
          <a:xfrm>
            <a:off x="9756648" y="408360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408360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395101"/>
            <a:ext cx="113751" cy="112826"/>
          </a:xfrm>
          <a:prstGeom prst="rect">
            <a:avLst/>
          </a:prstGeom>
          <a:solidFill>
            <a:srgbClr val="C2352F"/>
          </a:solidFill>
          <a:ln/>
        </p:spPr>
      </p:sp>
      <p:sp>
        <p:nvSpPr>
          <p:cNvPr id="148" name="Text 146"/>
          <p:cNvSpPr txBox="1"/>
          <p:nvPr/>
        </p:nvSpPr>
        <p:spPr>
          <a:xfrm>
            <a:off x="9756648" y="432887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32887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640376"/>
            <a:ext cx="126738" cy="112826"/>
          </a:xfrm>
          <a:prstGeom prst="rect">
            <a:avLst/>
          </a:prstGeom>
          <a:solidFill>
            <a:srgbClr val="C2352F"/>
          </a:solidFill>
          <a:ln/>
        </p:spPr>
      </p:sp>
      <p:sp>
        <p:nvSpPr>
          <p:cNvPr id="153" name="Text 151"/>
          <p:cNvSpPr txBox="1"/>
          <p:nvPr/>
        </p:nvSpPr>
        <p:spPr>
          <a:xfrm>
            <a:off x="9756648" y="4574152"/>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574152"/>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885650"/>
            <a:ext cx="218925" cy="112826"/>
          </a:xfrm>
          <a:prstGeom prst="rect">
            <a:avLst/>
          </a:prstGeom>
          <a:solidFill>
            <a:srgbClr val="C2352F"/>
          </a:solidFill>
          <a:ln/>
        </p:spPr>
      </p:sp>
      <p:sp>
        <p:nvSpPr>
          <p:cNvPr id="158" name="Text 156"/>
          <p:cNvSpPr txBox="1"/>
          <p:nvPr/>
        </p:nvSpPr>
        <p:spPr>
          <a:xfrm>
            <a:off x="9756648" y="4819426"/>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819426"/>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5130924"/>
            <a:ext cx="233523" cy="112826"/>
          </a:xfrm>
          <a:prstGeom prst="rect">
            <a:avLst/>
          </a:prstGeom>
          <a:solidFill>
            <a:srgbClr val="C2352F"/>
          </a:solidFill>
          <a:ln/>
        </p:spPr>
      </p:sp>
      <p:sp>
        <p:nvSpPr>
          <p:cNvPr id="163" name="Text 161"/>
          <p:cNvSpPr txBox="1"/>
          <p:nvPr/>
        </p:nvSpPr>
        <p:spPr>
          <a:xfrm>
            <a:off x="9756648" y="506470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506470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376199"/>
            <a:ext cx="434132" cy="112826"/>
          </a:xfrm>
          <a:prstGeom prst="rect">
            <a:avLst/>
          </a:prstGeom>
          <a:solidFill>
            <a:srgbClr val="C2352F"/>
          </a:solidFill>
          <a:ln/>
        </p:spPr>
      </p:sp>
      <p:sp>
        <p:nvSpPr>
          <p:cNvPr id="168" name="Text 166"/>
          <p:cNvSpPr txBox="1"/>
          <p:nvPr/>
        </p:nvSpPr>
        <p:spPr>
          <a:xfrm>
            <a:off x="9756648" y="530997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30997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621473"/>
            <a:ext cx="515130" cy="112826"/>
          </a:xfrm>
          <a:prstGeom prst="rect">
            <a:avLst/>
          </a:prstGeom>
          <a:solidFill>
            <a:srgbClr val="C2352F"/>
          </a:solidFill>
          <a:ln/>
        </p:spPr>
      </p:sp>
      <p:sp>
        <p:nvSpPr>
          <p:cNvPr id="173" name="Text 171"/>
          <p:cNvSpPr txBox="1"/>
          <p:nvPr/>
        </p:nvSpPr>
        <p:spPr>
          <a:xfrm>
            <a:off x="9756648" y="5555249"/>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555249"/>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866747"/>
            <a:ext cx="527481" cy="112826"/>
          </a:xfrm>
          <a:prstGeom prst="rect">
            <a:avLst/>
          </a:prstGeom>
          <a:solidFill>
            <a:srgbClr val="C2352F"/>
          </a:solidFill>
          <a:ln/>
        </p:spPr>
      </p:sp>
      <p:sp>
        <p:nvSpPr>
          <p:cNvPr id="178" name="Text 176"/>
          <p:cNvSpPr txBox="1"/>
          <p:nvPr/>
        </p:nvSpPr>
        <p:spPr>
          <a:xfrm>
            <a:off x="9756648" y="580052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80052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4169664"/>
          </a:xfrm>
          <a:prstGeom prst="rect">
            <a:avLst/>
          </a:prstGeom>
          <a:solidFill>
            <a:srgbClr val="9AA3AD"/>
          </a:solidFill>
          <a:ln/>
        </p:spPr>
      </p:sp>
      <p:sp>
        <p:nvSpPr>
          <p:cNvPr id="181" name="Shape 179"/>
          <p:cNvSpPr/>
          <p:nvPr/>
        </p:nvSpPr>
        <p:spPr>
          <a:xfrm>
            <a:off x="9124798" y="2121408"/>
            <a:ext cx="10973" cy="4169664"/>
          </a:xfrm>
          <a:prstGeom prst="rect">
            <a:avLst/>
          </a:prstGeom>
          <a:solidFill>
            <a:srgbClr val="9AA3AD"/>
          </a:solidFill>
          <a:ln/>
        </p:spPr>
      </p:sp>
      <p:sp>
        <p:nvSpPr>
          <p:cNvPr id="182" name="Shape 180"/>
          <p:cNvSpPr/>
          <p:nvPr/>
        </p:nvSpPr>
        <p:spPr>
          <a:xfrm>
            <a:off x="6085332" y="2121408"/>
            <a:ext cx="10973" cy="4169664"/>
          </a:xfrm>
          <a:prstGeom prst="rect">
            <a:avLst/>
          </a:prstGeom>
          <a:solidFill>
            <a:srgbClr val="D9D9D9"/>
          </a:solidFill>
          <a:ln/>
        </p:spPr>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968142"/>
            <a:ext cx="64008" cy="755294"/>
          </a:xfrm>
          <a:prstGeom prst="rect">
            <a:avLst/>
          </a:prstGeom>
          <a:solidFill>
            <a:srgbClr val="12A566"/>
          </a:solidFill>
          <a:ln/>
        </p:spPr>
      </p:sp>
      <p:sp>
        <p:nvSpPr>
          <p:cNvPr id="69" name="Text 6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760013"/>
            <a:ext cx="3489960" cy="828446"/>
          </a:xfrm>
          <a:prstGeom prst="rect">
            <a:avLst/>
          </a:prstGeom>
          <a:solidFill>
            <a:srgbClr val="F7F7F7"/>
          </a:solidFill>
          <a:ln/>
        </p:spPr>
      </p:sp>
      <p:sp>
        <p:nvSpPr>
          <p:cNvPr id="74" name="Shape 72"/>
          <p:cNvSpPr/>
          <p:nvPr/>
        </p:nvSpPr>
        <p:spPr>
          <a:xfrm>
            <a:off x="11466576" y="3796589"/>
            <a:ext cx="64008" cy="755294"/>
          </a:xfrm>
          <a:prstGeom prst="rect">
            <a:avLst/>
          </a:prstGeom>
          <a:solidFill>
            <a:srgbClr val="12A566"/>
          </a:solidFill>
          <a:ln/>
        </p:spPr>
      </p:sp>
      <p:sp>
        <p:nvSpPr>
          <p:cNvPr id="75" name="Text 7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4187952"/>
          </a:xfrm>
          <a:prstGeom prst="rect">
            <a:avLst/>
          </a:prstGeom>
          <a:solidFill>
            <a:srgbClr val="9AA3AD"/>
          </a:solidFill>
          <a:ln/>
        </p:spPr>
      </p:sp>
      <p:sp>
        <p:nvSpPr>
          <p:cNvPr id="14" name="Shape 12"/>
          <p:cNvSpPr/>
          <p:nvPr/>
        </p:nvSpPr>
        <p:spPr>
          <a:xfrm>
            <a:off x="3183188" y="2103120"/>
            <a:ext cx="0" cy="418795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941602"/>
          </a:xfrm>
          <a:prstGeom prst="rect">
            <a:avLst/>
          </a:prstGeom>
          <a:solidFill>
            <a:srgbClr val="9AA3AD"/>
          </a:solidFill>
          <a:ln/>
        </p:spPr>
      </p:sp>
      <p:sp>
        <p:nvSpPr>
          <p:cNvPr id="20" name="Shape 18"/>
          <p:cNvSpPr/>
          <p:nvPr/>
        </p:nvSpPr>
        <p:spPr>
          <a:xfrm>
            <a:off x="8733596" y="2103120"/>
            <a:ext cx="0" cy="3941602"/>
          </a:xfrm>
          <a:prstGeom prst="line">
            <a:avLst/>
          </a:prstGeom>
          <a:noFill/>
          <a:ln w="12700">
            <a:solidFill>
              <a:srgbClr val="0B2C4A"/>
            </a:solidFill>
            <a:prstDash val="dash"/>
          </a:ln>
        </p:spPr>
      </p:sp>
      <p:sp>
        <p:nvSpPr>
          <p:cNvPr id="21" name="Text 19"/>
          <p:cNvSpPr txBox="1"/>
          <p:nvPr/>
        </p:nvSpPr>
        <p:spPr>
          <a:xfrm>
            <a:off x="658368" y="2103120"/>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8549"/>
            <a:ext cx="130113" cy="135493"/>
          </a:xfrm>
          <a:prstGeom prst="rect">
            <a:avLst/>
          </a:prstGeom>
          <a:solidFill>
            <a:srgbClr val="12A566"/>
          </a:solidFill>
          <a:ln/>
        </p:spPr>
      </p:sp>
      <p:sp>
        <p:nvSpPr>
          <p:cNvPr id="23" name="Text 21"/>
          <p:cNvSpPr txBox="1"/>
          <p:nvPr/>
        </p:nvSpPr>
        <p:spPr>
          <a:xfrm>
            <a:off x="3840480" y="2103120"/>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49470"/>
            <a:ext cx="5394960" cy="246350"/>
          </a:xfrm>
          <a:prstGeom prst="rect">
            <a:avLst/>
          </a:prstGeom>
          <a:solidFill>
            <a:srgbClr val="F7F7F7"/>
          </a:solidFill>
          <a:ln/>
        </p:spPr>
      </p:sp>
      <p:sp>
        <p:nvSpPr>
          <p:cNvPr id="27" name="Text 25"/>
          <p:cNvSpPr txBox="1"/>
          <p:nvPr/>
        </p:nvSpPr>
        <p:spPr>
          <a:xfrm>
            <a:off x="658368" y="2349470"/>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404899"/>
            <a:ext cx="129665" cy="135493"/>
          </a:xfrm>
          <a:prstGeom prst="rect">
            <a:avLst/>
          </a:prstGeom>
          <a:solidFill>
            <a:srgbClr val="12A566"/>
          </a:solidFill>
          <a:ln/>
        </p:spPr>
      </p:sp>
      <p:sp>
        <p:nvSpPr>
          <p:cNvPr id="29" name="Text 27"/>
          <p:cNvSpPr txBox="1"/>
          <p:nvPr/>
        </p:nvSpPr>
        <p:spPr>
          <a:xfrm>
            <a:off x="3840480" y="2349470"/>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49470"/>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49470"/>
            <a:ext cx="859536"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95820"/>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51249"/>
            <a:ext cx="104292" cy="135493"/>
          </a:xfrm>
          <a:prstGeom prst="rect">
            <a:avLst/>
          </a:prstGeom>
          <a:solidFill>
            <a:srgbClr val="12A566"/>
          </a:solidFill>
          <a:ln/>
        </p:spPr>
      </p:sp>
      <p:sp>
        <p:nvSpPr>
          <p:cNvPr id="34" name="Text 32"/>
          <p:cNvSpPr txBox="1"/>
          <p:nvPr/>
        </p:nvSpPr>
        <p:spPr>
          <a:xfrm>
            <a:off x="3840480" y="2595820"/>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95820"/>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95820"/>
            <a:ext cx="859536"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842170"/>
            <a:ext cx="5394960" cy="246350"/>
          </a:xfrm>
          <a:prstGeom prst="rect">
            <a:avLst/>
          </a:prstGeom>
          <a:solidFill>
            <a:srgbClr val="F7F7F7"/>
          </a:solidFill>
          <a:ln/>
        </p:spPr>
      </p:sp>
      <p:sp>
        <p:nvSpPr>
          <p:cNvPr id="38" name="Text 36"/>
          <p:cNvSpPr txBox="1"/>
          <p:nvPr/>
        </p:nvSpPr>
        <p:spPr>
          <a:xfrm>
            <a:off x="658368" y="2842170"/>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97599"/>
            <a:ext cx="96492" cy="135493"/>
          </a:xfrm>
          <a:prstGeom prst="rect">
            <a:avLst/>
          </a:prstGeom>
          <a:solidFill>
            <a:srgbClr val="12A566"/>
          </a:solidFill>
          <a:ln/>
        </p:spPr>
      </p:sp>
      <p:sp>
        <p:nvSpPr>
          <p:cNvPr id="40" name="Text 38"/>
          <p:cNvSpPr txBox="1"/>
          <p:nvPr/>
        </p:nvSpPr>
        <p:spPr>
          <a:xfrm>
            <a:off x="3840480" y="2842170"/>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842170"/>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842170"/>
            <a:ext cx="859536"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88520"/>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143949"/>
            <a:ext cx="77376" cy="135493"/>
          </a:xfrm>
          <a:prstGeom prst="rect">
            <a:avLst/>
          </a:prstGeom>
          <a:solidFill>
            <a:srgbClr val="12A566"/>
          </a:solidFill>
          <a:ln/>
        </p:spPr>
      </p:sp>
      <p:sp>
        <p:nvSpPr>
          <p:cNvPr id="45" name="Text 43"/>
          <p:cNvSpPr txBox="1"/>
          <p:nvPr/>
        </p:nvSpPr>
        <p:spPr>
          <a:xfrm>
            <a:off x="3840480" y="3088520"/>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88520"/>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88520"/>
            <a:ext cx="859536"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334871"/>
            <a:ext cx="5394960" cy="246350"/>
          </a:xfrm>
          <a:prstGeom prst="rect">
            <a:avLst/>
          </a:prstGeom>
          <a:solidFill>
            <a:srgbClr val="F7F7F7"/>
          </a:solidFill>
          <a:ln/>
        </p:spPr>
      </p:sp>
      <p:sp>
        <p:nvSpPr>
          <p:cNvPr id="49" name="Text 47"/>
          <p:cNvSpPr txBox="1"/>
          <p:nvPr/>
        </p:nvSpPr>
        <p:spPr>
          <a:xfrm>
            <a:off x="658368" y="333487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390299"/>
            <a:ext cx="65728" cy="135493"/>
          </a:xfrm>
          <a:prstGeom prst="rect">
            <a:avLst/>
          </a:prstGeom>
          <a:solidFill>
            <a:srgbClr val="12A566"/>
          </a:solidFill>
          <a:ln/>
        </p:spPr>
      </p:sp>
      <p:sp>
        <p:nvSpPr>
          <p:cNvPr id="51" name="Text 49"/>
          <p:cNvSpPr txBox="1"/>
          <p:nvPr/>
        </p:nvSpPr>
        <p:spPr>
          <a:xfrm>
            <a:off x="3840480" y="333487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33487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334871"/>
            <a:ext cx="859536"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58122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636649"/>
            <a:ext cx="65019" cy="135493"/>
          </a:xfrm>
          <a:prstGeom prst="rect">
            <a:avLst/>
          </a:prstGeom>
          <a:solidFill>
            <a:srgbClr val="12A566"/>
          </a:solidFill>
          <a:ln/>
        </p:spPr>
      </p:sp>
      <p:sp>
        <p:nvSpPr>
          <p:cNvPr id="56" name="Text 54"/>
          <p:cNvSpPr txBox="1"/>
          <p:nvPr/>
        </p:nvSpPr>
        <p:spPr>
          <a:xfrm>
            <a:off x="3840480" y="358122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58122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581221"/>
            <a:ext cx="859536"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827571"/>
            <a:ext cx="5394960" cy="246350"/>
          </a:xfrm>
          <a:prstGeom prst="rect">
            <a:avLst/>
          </a:prstGeom>
          <a:solidFill>
            <a:srgbClr val="F7F7F7"/>
          </a:solidFill>
          <a:ln/>
        </p:spPr>
      </p:sp>
      <p:sp>
        <p:nvSpPr>
          <p:cNvPr id="60" name="Text 58"/>
          <p:cNvSpPr txBox="1"/>
          <p:nvPr/>
        </p:nvSpPr>
        <p:spPr>
          <a:xfrm>
            <a:off x="658368" y="382757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883000"/>
            <a:ext cx="23117" cy="135493"/>
          </a:xfrm>
          <a:prstGeom prst="rect">
            <a:avLst/>
          </a:prstGeom>
          <a:solidFill>
            <a:srgbClr val="12A566"/>
          </a:solidFill>
          <a:ln/>
        </p:spPr>
      </p:sp>
      <p:sp>
        <p:nvSpPr>
          <p:cNvPr id="62" name="Text 60"/>
          <p:cNvSpPr txBox="1"/>
          <p:nvPr/>
        </p:nvSpPr>
        <p:spPr>
          <a:xfrm>
            <a:off x="3840480" y="382757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82757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827571"/>
            <a:ext cx="859536"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407392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4129350"/>
            <a:ext cx="9144" cy="135493"/>
          </a:xfrm>
          <a:prstGeom prst="rect">
            <a:avLst/>
          </a:prstGeom>
          <a:solidFill>
            <a:srgbClr val="C2352F"/>
          </a:solidFill>
          <a:ln/>
        </p:spPr>
      </p:sp>
      <p:sp>
        <p:nvSpPr>
          <p:cNvPr id="67" name="Text 65"/>
          <p:cNvSpPr txBox="1"/>
          <p:nvPr/>
        </p:nvSpPr>
        <p:spPr>
          <a:xfrm>
            <a:off x="3840480" y="407392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407392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407392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320271"/>
            <a:ext cx="5394960" cy="246350"/>
          </a:xfrm>
          <a:prstGeom prst="rect">
            <a:avLst/>
          </a:prstGeom>
          <a:solidFill>
            <a:srgbClr val="F7F7F7"/>
          </a:solidFill>
          <a:ln/>
        </p:spPr>
      </p:sp>
      <p:sp>
        <p:nvSpPr>
          <p:cNvPr id="71" name="Text 69"/>
          <p:cNvSpPr txBox="1"/>
          <p:nvPr/>
        </p:nvSpPr>
        <p:spPr>
          <a:xfrm>
            <a:off x="658368" y="432027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375700"/>
            <a:ext cx="9144" cy="135493"/>
          </a:xfrm>
          <a:prstGeom prst="rect">
            <a:avLst/>
          </a:prstGeom>
          <a:solidFill>
            <a:srgbClr val="C2352F"/>
          </a:solidFill>
          <a:ln/>
        </p:spPr>
      </p:sp>
      <p:sp>
        <p:nvSpPr>
          <p:cNvPr id="73" name="Text 71"/>
          <p:cNvSpPr txBox="1"/>
          <p:nvPr/>
        </p:nvSpPr>
        <p:spPr>
          <a:xfrm>
            <a:off x="3840480" y="432027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32027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32027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56662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622050"/>
            <a:ext cx="9311" cy="135493"/>
          </a:xfrm>
          <a:prstGeom prst="rect">
            <a:avLst/>
          </a:prstGeom>
          <a:solidFill>
            <a:srgbClr val="C2352F"/>
          </a:solidFill>
          <a:ln/>
        </p:spPr>
      </p:sp>
      <p:sp>
        <p:nvSpPr>
          <p:cNvPr id="78" name="Text 76"/>
          <p:cNvSpPr txBox="1"/>
          <p:nvPr/>
        </p:nvSpPr>
        <p:spPr>
          <a:xfrm>
            <a:off x="3840480" y="456662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56662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56662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812971"/>
            <a:ext cx="5394960" cy="246350"/>
          </a:xfrm>
          <a:prstGeom prst="rect">
            <a:avLst/>
          </a:prstGeom>
          <a:solidFill>
            <a:srgbClr val="F7F7F7"/>
          </a:solidFill>
          <a:ln/>
        </p:spPr>
      </p:sp>
      <p:sp>
        <p:nvSpPr>
          <p:cNvPr id="82" name="Text 80"/>
          <p:cNvSpPr txBox="1"/>
          <p:nvPr/>
        </p:nvSpPr>
        <p:spPr>
          <a:xfrm>
            <a:off x="658368" y="481297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868400"/>
            <a:ext cx="10364" cy="135493"/>
          </a:xfrm>
          <a:prstGeom prst="rect">
            <a:avLst/>
          </a:prstGeom>
          <a:solidFill>
            <a:srgbClr val="C2352F"/>
          </a:solidFill>
          <a:ln/>
        </p:spPr>
      </p:sp>
      <p:sp>
        <p:nvSpPr>
          <p:cNvPr id="84" name="Text 82"/>
          <p:cNvSpPr txBox="1"/>
          <p:nvPr/>
        </p:nvSpPr>
        <p:spPr>
          <a:xfrm>
            <a:off x="3840480" y="481297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81297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81297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505932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5114750"/>
            <a:ext cx="33385" cy="135493"/>
          </a:xfrm>
          <a:prstGeom prst="rect">
            <a:avLst/>
          </a:prstGeom>
          <a:solidFill>
            <a:srgbClr val="C2352F"/>
          </a:solidFill>
          <a:ln/>
        </p:spPr>
      </p:sp>
      <p:sp>
        <p:nvSpPr>
          <p:cNvPr id="89" name="Text 87"/>
          <p:cNvSpPr txBox="1"/>
          <p:nvPr/>
        </p:nvSpPr>
        <p:spPr>
          <a:xfrm>
            <a:off x="3840480" y="505932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505932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505932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305672"/>
            <a:ext cx="5394960" cy="246350"/>
          </a:xfrm>
          <a:prstGeom prst="rect">
            <a:avLst/>
          </a:prstGeom>
          <a:solidFill>
            <a:srgbClr val="F7F7F7"/>
          </a:solidFill>
          <a:ln/>
        </p:spPr>
      </p:sp>
      <p:sp>
        <p:nvSpPr>
          <p:cNvPr id="93" name="Text 91"/>
          <p:cNvSpPr txBox="1"/>
          <p:nvPr/>
        </p:nvSpPr>
        <p:spPr>
          <a:xfrm>
            <a:off x="658368" y="5305672"/>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361100"/>
            <a:ext cx="56770" cy="135493"/>
          </a:xfrm>
          <a:prstGeom prst="rect">
            <a:avLst/>
          </a:prstGeom>
          <a:solidFill>
            <a:srgbClr val="C2352F"/>
          </a:solidFill>
          <a:ln/>
        </p:spPr>
      </p:sp>
      <p:sp>
        <p:nvSpPr>
          <p:cNvPr id="95" name="Text 93"/>
          <p:cNvSpPr txBox="1"/>
          <p:nvPr/>
        </p:nvSpPr>
        <p:spPr>
          <a:xfrm>
            <a:off x="3840480" y="5305672"/>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305672"/>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305672"/>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552022"/>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607450"/>
            <a:ext cx="56937" cy="135493"/>
          </a:xfrm>
          <a:prstGeom prst="rect">
            <a:avLst/>
          </a:prstGeom>
          <a:solidFill>
            <a:srgbClr val="C2352F"/>
          </a:solidFill>
          <a:ln/>
        </p:spPr>
      </p:sp>
      <p:sp>
        <p:nvSpPr>
          <p:cNvPr id="100" name="Text 98"/>
          <p:cNvSpPr txBox="1"/>
          <p:nvPr/>
        </p:nvSpPr>
        <p:spPr>
          <a:xfrm>
            <a:off x="3840480" y="5552022"/>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552022"/>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552022"/>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798372"/>
            <a:ext cx="5394960" cy="246350"/>
          </a:xfrm>
          <a:prstGeom prst="rect">
            <a:avLst/>
          </a:prstGeom>
          <a:solidFill>
            <a:srgbClr val="F7F7F7"/>
          </a:solidFill>
          <a:ln/>
        </p:spPr>
      </p:sp>
      <p:sp>
        <p:nvSpPr>
          <p:cNvPr id="104" name="Text 102"/>
          <p:cNvSpPr txBox="1"/>
          <p:nvPr/>
        </p:nvSpPr>
        <p:spPr>
          <a:xfrm>
            <a:off x="658368" y="5798372"/>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853801"/>
            <a:ext cx="57571" cy="135493"/>
          </a:xfrm>
          <a:prstGeom prst="rect">
            <a:avLst/>
          </a:prstGeom>
          <a:solidFill>
            <a:srgbClr val="C2352F"/>
          </a:solidFill>
          <a:ln/>
        </p:spPr>
      </p:sp>
      <p:sp>
        <p:nvSpPr>
          <p:cNvPr id="106" name="Text 104"/>
          <p:cNvSpPr txBox="1"/>
          <p:nvPr/>
        </p:nvSpPr>
        <p:spPr>
          <a:xfrm>
            <a:off x="3840480" y="5798372"/>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798372"/>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798372"/>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6044722"/>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6100151"/>
            <a:ext cx="59294" cy="135493"/>
          </a:xfrm>
          <a:prstGeom prst="rect">
            <a:avLst/>
          </a:prstGeom>
          <a:solidFill>
            <a:srgbClr val="C2352F"/>
          </a:solidFill>
          <a:ln/>
        </p:spPr>
      </p:sp>
      <p:sp>
        <p:nvSpPr>
          <p:cNvPr id="111" name="Text 109"/>
          <p:cNvSpPr txBox="1"/>
          <p:nvPr/>
        </p:nvSpPr>
        <p:spPr>
          <a:xfrm>
            <a:off x="3840480" y="6044722"/>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6044722"/>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6044722"/>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8549"/>
            <a:ext cx="70824" cy="135493"/>
          </a:xfrm>
          <a:prstGeom prst="rect">
            <a:avLst/>
          </a:prstGeom>
          <a:solidFill>
            <a:srgbClr val="C2352F"/>
          </a:solidFill>
          <a:ln/>
        </p:spPr>
      </p:sp>
      <p:sp>
        <p:nvSpPr>
          <p:cNvPr id="116" name="Text 114"/>
          <p:cNvSpPr txBox="1"/>
          <p:nvPr/>
        </p:nvSpPr>
        <p:spPr>
          <a:xfrm>
            <a:off x="9390888" y="2103120"/>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49470"/>
            <a:ext cx="5394960" cy="246350"/>
          </a:xfrm>
          <a:prstGeom prst="rect">
            <a:avLst/>
          </a:prstGeom>
          <a:solidFill>
            <a:srgbClr val="F7F7F7"/>
          </a:solidFill>
          <a:ln/>
        </p:spPr>
      </p:sp>
      <p:sp>
        <p:nvSpPr>
          <p:cNvPr id="120" name="Text 118"/>
          <p:cNvSpPr txBox="1"/>
          <p:nvPr/>
        </p:nvSpPr>
        <p:spPr>
          <a:xfrm>
            <a:off x="6208776" y="2349470"/>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404899"/>
            <a:ext cx="74766" cy="135493"/>
          </a:xfrm>
          <a:prstGeom prst="rect">
            <a:avLst/>
          </a:prstGeom>
          <a:solidFill>
            <a:srgbClr val="C2352F"/>
          </a:solidFill>
          <a:ln/>
        </p:spPr>
      </p:sp>
      <p:sp>
        <p:nvSpPr>
          <p:cNvPr id="122" name="Text 120"/>
          <p:cNvSpPr txBox="1"/>
          <p:nvPr/>
        </p:nvSpPr>
        <p:spPr>
          <a:xfrm>
            <a:off x="9390888" y="2349470"/>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49470"/>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49470"/>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95820"/>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51249"/>
            <a:ext cx="88711" cy="135493"/>
          </a:xfrm>
          <a:prstGeom prst="rect">
            <a:avLst/>
          </a:prstGeom>
          <a:solidFill>
            <a:srgbClr val="C2352F"/>
          </a:solidFill>
          <a:ln/>
        </p:spPr>
      </p:sp>
      <p:sp>
        <p:nvSpPr>
          <p:cNvPr id="127" name="Text 125"/>
          <p:cNvSpPr txBox="1"/>
          <p:nvPr/>
        </p:nvSpPr>
        <p:spPr>
          <a:xfrm>
            <a:off x="9390888" y="2595820"/>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95820"/>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95820"/>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842170"/>
            <a:ext cx="5394960" cy="246350"/>
          </a:xfrm>
          <a:prstGeom prst="rect">
            <a:avLst/>
          </a:prstGeom>
          <a:solidFill>
            <a:srgbClr val="F7F7F7"/>
          </a:solidFill>
          <a:ln/>
        </p:spPr>
      </p:sp>
      <p:sp>
        <p:nvSpPr>
          <p:cNvPr id="131" name="Text 129"/>
          <p:cNvSpPr txBox="1"/>
          <p:nvPr/>
        </p:nvSpPr>
        <p:spPr>
          <a:xfrm>
            <a:off x="6208776" y="2842170"/>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97599"/>
            <a:ext cx="94319" cy="135493"/>
          </a:xfrm>
          <a:prstGeom prst="rect">
            <a:avLst/>
          </a:prstGeom>
          <a:solidFill>
            <a:srgbClr val="C2352F"/>
          </a:solidFill>
          <a:ln/>
        </p:spPr>
      </p:sp>
      <p:sp>
        <p:nvSpPr>
          <p:cNvPr id="133" name="Text 131"/>
          <p:cNvSpPr txBox="1"/>
          <p:nvPr/>
        </p:nvSpPr>
        <p:spPr>
          <a:xfrm>
            <a:off x="9390888" y="2842170"/>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842170"/>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842170"/>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88520"/>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143949"/>
            <a:ext cx="101701" cy="135493"/>
          </a:xfrm>
          <a:prstGeom prst="rect">
            <a:avLst/>
          </a:prstGeom>
          <a:solidFill>
            <a:srgbClr val="C2352F"/>
          </a:solidFill>
          <a:ln/>
        </p:spPr>
      </p:sp>
      <p:sp>
        <p:nvSpPr>
          <p:cNvPr id="138" name="Text 136"/>
          <p:cNvSpPr txBox="1"/>
          <p:nvPr/>
        </p:nvSpPr>
        <p:spPr>
          <a:xfrm>
            <a:off x="9390888" y="3088520"/>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88520"/>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88520"/>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334871"/>
            <a:ext cx="5394960" cy="246350"/>
          </a:xfrm>
          <a:prstGeom prst="rect">
            <a:avLst/>
          </a:prstGeom>
          <a:solidFill>
            <a:srgbClr val="F7F7F7"/>
          </a:solidFill>
          <a:ln/>
        </p:spPr>
      </p:sp>
      <p:sp>
        <p:nvSpPr>
          <p:cNvPr id="142" name="Text 140"/>
          <p:cNvSpPr txBox="1"/>
          <p:nvPr/>
        </p:nvSpPr>
        <p:spPr>
          <a:xfrm>
            <a:off x="6208776" y="333487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390299"/>
            <a:ext cx="103782" cy="135493"/>
          </a:xfrm>
          <a:prstGeom prst="rect">
            <a:avLst/>
          </a:prstGeom>
          <a:solidFill>
            <a:srgbClr val="C2352F"/>
          </a:solidFill>
          <a:ln/>
        </p:spPr>
      </p:sp>
      <p:sp>
        <p:nvSpPr>
          <p:cNvPr id="144" name="Text 142"/>
          <p:cNvSpPr txBox="1"/>
          <p:nvPr/>
        </p:nvSpPr>
        <p:spPr>
          <a:xfrm>
            <a:off x="9390888" y="333487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33487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33487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58122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636649"/>
            <a:ext cx="126228" cy="135493"/>
          </a:xfrm>
          <a:prstGeom prst="rect">
            <a:avLst/>
          </a:prstGeom>
          <a:solidFill>
            <a:srgbClr val="C2352F"/>
          </a:solidFill>
          <a:ln/>
        </p:spPr>
      </p:sp>
      <p:sp>
        <p:nvSpPr>
          <p:cNvPr id="149" name="Text 147"/>
          <p:cNvSpPr txBox="1"/>
          <p:nvPr/>
        </p:nvSpPr>
        <p:spPr>
          <a:xfrm>
            <a:off x="9390888" y="358122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58122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58122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827571"/>
            <a:ext cx="5394960" cy="246350"/>
          </a:xfrm>
          <a:prstGeom prst="rect">
            <a:avLst/>
          </a:prstGeom>
          <a:solidFill>
            <a:srgbClr val="F7F7F7"/>
          </a:solidFill>
          <a:ln/>
        </p:spPr>
      </p:sp>
      <p:sp>
        <p:nvSpPr>
          <p:cNvPr id="153" name="Text 151"/>
          <p:cNvSpPr txBox="1"/>
          <p:nvPr/>
        </p:nvSpPr>
        <p:spPr>
          <a:xfrm>
            <a:off x="6208776" y="382757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883000"/>
            <a:ext cx="133478" cy="135493"/>
          </a:xfrm>
          <a:prstGeom prst="rect">
            <a:avLst/>
          </a:prstGeom>
          <a:solidFill>
            <a:srgbClr val="C2352F"/>
          </a:solidFill>
          <a:ln/>
        </p:spPr>
      </p:sp>
      <p:sp>
        <p:nvSpPr>
          <p:cNvPr id="155" name="Text 153"/>
          <p:cNvSpPr txBox="1"/>
          <p:nvPr/>
        </p:nvSpPr>
        <p:spPr>
          <a:xfrm>
            <a:off x="9390888" y="382757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82757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82757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407392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4129350"/>
            <a:ext cx="181504" cy="135493"/>
          </a:xfrm>
          <a:prstGeom prst="rect">
            <a:avLst/>
          </a:prstGeom>
          <a:solidFill>
            <a:srgbClr val="C2352F"/>
          </a:solidFill>
          <a:ln/>
        </p:spPr>
      </p:sp>
      <p:sp>
        <p:nvSpPr>
          <p:cNvPr id="160" name="Text 158"/>
          <p:cNvSpPr txBox="1"/>
          <p:nvPr/>
        </p:nvSpPr>
        <p:spPr>
          <a:xfrm>
            <a:off x="9390888" y="407392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407392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407392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320271"/>
            <a:ext cx="5394960" cy="246350"/>
          </a:xfrm>
          <a:prstGeom prst="rect">
            <a:avLst/>
          </a:prstGeom>
          <a:solidFill>
            <a:srgbClr val="F7F7F7"/>
          </a:solidFill>
          <a:ln/>
        </p:spPr>
      </p:sp>
      <p:sp>
        <p:nvSpPr>
          <p:cNvPr id="164" name="Text 162"/>
          <p:cNvSpPr txBox="1"/>
          <p:nvPr/>
        </p:nvSpPr>
        <p:spPr>
          <a:xfrm>
            <a:off x="6208776" y="432027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375700"/>
            <a:ext cx="188897" cy="135493"/>
          </a:xfrm>
          <a:prstGeom prst="rect">
            <a:avLst/>
          </a:prstGeom>
          <a:solidFill>
            <a:srgbClr val="C2352F"/>
          </a:solidFill>
          <a:ln/>
        </p:spPr>
      </p:sp>
      <p:sp>
        <p:nvSpPr>
          <p:cNvPr id="166" name="Text 164"/>
          <p:cNvSpPr txBox="1"/>
          <p:nvPr/>
        </p:nvSpPr>
        <p:spPr>
          <a:xfrm>
            <a:off x="9390888" y="432027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32027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32027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56662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622050"/>
            <a:ext cx="215327" cy="135493"/>
          </a:xfrm>
          <a:prstGeom prst="rect">
            <a:avLst/>
          </a:prstGeom>
          <a:solidFill>
            <a:srgbClr val="C2352F"/>
          </a:solidFill>
          <a:ln/>
        </p:spPr>
      </p:sp>
      <p:sp>
        <p:nvSpPr>
          <p:cNvPr id="171" name="Text 169"/>
          <p:cNvSpPr txBox="1"/>
          <p:nvPr/>
        </p:nvSpPr>
        <p:spPr>
          <a:xfrm>
            <a:off x="9390888" y="456662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56662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56662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812971"/>
            <a:ext cx="5394960" cy="246350"/>
          </a:xfrm>
          <a:prstGeom prst="rect">
            <a:avLst/>
          </a:prstGeom>
          <a:solidFill>
            <a:srgbClr val="F7F7F7"/>
          </a:solidFill>
          <a:ln/>
        </p:spPr>
      </p:sp>
      <p:sp>
        <p:nvSpPr>
          <p:cNvPr id="175" name="Text 173"/>
          <p:cNvSpPr txBox="1"/>
          <p:nvPr/>
        </p:nvSpPr>
        <p:spPr>
          <a:xfrm>
            <a:off x="6208776" y="481297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868400"/>
            <a:ext cx="242714" cy="135493"/>
          </a:xfrm>
          <a:prstGeom prst="rect">
            <a:avLst/>
          </a:prstGeom>
          <a:solidFill>
            <a:srgbClr val="C2352F"/>
          </a:solidFill>
          <a:ln/>
        </p:spPr>
      </p:sp>
      <p:sp>
        <p:nvSpPr>
          <p:cNvPr id="177" name="Text 175"/>
          <p:cNvSpPr txBox="1"/>
          <p:nvPr/>
        </p:nvSpPr>
        <p:spPr>
          <a:xfrm>
            <a:off x="9390888" y="481297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81297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81297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505932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5114750"/>
            <a:ext cx="291100" cy="135493"/>
          </a:xfrm>
          <a:prstGeom prst="rect">
            <a:avLst/>
          </a:prstGeom>
          <a:solidFill>
            <a:srgbClr val="C2352F"/>
          </a:solidFill>
          <a:ln/>
        </p:spPr>
      </p:sp>
      <p:sp>
        <p:nvSpPr>
          <p:cNvPr id="182" name="Text 180"/>
          <p:cNvSpPr txBox="1"/>
          <p:nvPr/>
        </p:nvSpPr>
        <p:spPr>
          <a:xfrm>
            <a:off x="9390888" y="505932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505932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505932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305672"/>
            <a:ext cx="5394960" cy="246350"/>
          </a:xfrm>
          <a:prstGeom prst="rect">
            <a:avLst/>
          </a:prstGeom>
          <a:solidFill>
            <a:srgbClr val="F7F7F7"/>
          </a:solidFill>
          <a:ln/>
        </p:spPr>
      </p:sp>
      <p:sp>
        <p:nvSpPr>
          <p:cNvPr id="186" name="Text 184"/>
          <p:cNvSpPr txBox="1"/>
          <p:nvPr/>
        </p:nvSpPr>
        <p:spPr>
          <a:xfrm>
            <a:off x="6208776" y="5305672"/>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361100"/>
            <a:ext cx="329823" cy="135493"/>
          </a:xfrm>
          <a:prstGeom prst="rect">
            <a:avLst/>
          </a:prstGeom>
          <a:solidFill>
            <a:srgbClr val="C2352F"/>
          </a:solidFill>
          <a:ln/>
        </p:spPr>
      </p:sp>
      <p:sp>
        <p:nvSpPr>
          <p:cNvPr id="188" name="Text 186"/>
          <p:cNvSpPr txBox="1"/>
          <p:nvPr/>
        </p:nvSpPr>
        <p:spPr>
          <a:xfrm>
            <a:off x="9390888" y="5305672"/>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305672"/>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305672"/>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552022"/>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607450"/>
            <a:ext cx="374709" cy="135493"/>
          </a:xfrm>
          <a:prstGeom prst="rect">
            <a:avLst/>
          </a:prstGeom>
          <a:solidFill>
            <a:srgbClr val="C2352F"/>
          </a:solidFill>
          <a:ln/>
        </p:spPr>
      </p:sp>
      <p:sp>
        <p:nvSpPr>
          <p:cNvPr id="193" name="Text 191"/>
          <p:cNvSpPr txBox="1"/>
          <p:nvPr/>
        </p:nvSpPr>
        <p:spPr>
          <a:xfrm>
            <a:off x="9390888" y="5552022"/>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552022"/>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552022"/>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798372"/>
            <a:ext cx="5394960" cy="246350"/>
          </a:xfrm>
          <a:prstGeom prst="rect">
            <a:avLst/>
          </a:prstGeom>
          <a:solidFill>
            <a:srgbClr val="F7F7F7"/>
          </a:solidFill>
          <a:ln/>
        </p:spPr>
      </p:sp>
      <p:sp>
        <p:nvSpPr>
          <p:cNvPr id="197" name="Text 195"/>
          <p:cNvSpPr txBox="1"/>
          <p:nvPr/>
        </p:nvSpPr>
        <p:spPr>
          <a:xfrm>
            <a:off x="6208776" y="5798372"/>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853801"/>
            <a:ext cx="539496" cy="135493"/>
          </a:xfrm>
          <a:prstGeom prst="rect">
            <a:avLst/>
          </a:prstGeom>
          <a:solidFill>
            <a:srgbClr val="C2352F"/>
          </a:solidFill>
          <a:ln/>
        </p:spPr>
      </p:sp>
      <p:sp>
        <p:nvSpPr>
          <p:cNvPr id="199" name="Text 197"/>
          <p:cNvSpPr txBox="1"/>
          <p:nvPr/>
        </p:nvSpPr>
        <p:spPr>
          <a:xfrm>
            <a:off x="9390888" y="5798372"/>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798372"/>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798372"/>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7669"/>
            <a:ext cx="495495"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79080"/>
            <a:ext cx="322622"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440491"/>
            <a:ext cx="303335"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701901"/>
            <a:ext cx="263778"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963312"/>
            <a:ext cx="214318"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224723"/>
            <a:ext cx="192096"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486134"/>
            <a:ext cx="188815"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747545"/>
            <a:ext cx="160577"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4008956"/>
            <a:ext cx="142780"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270366"/>
            <a:ext cx="132169"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531777"/>
            <a:ext cx="131489"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793188"/>
            <a:ext cx="117300"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5054599"/>
            <a:ext cx="95080"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316010"/>
            <a:ext cx="68825"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577420"/>
            <a:ext cx="36133"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838831"/>
            <a:ext cx="34356"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6100242"/>
            <a:ext cx="26542"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7669"/>
            <a:ext cx="12802"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79080"/>
            <a:ext cx="12802"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440491"/>
            <a:ext cx="35534" cy="120249"/>
          </a:xfrm>
          <a:prstGeom prst="rect">
            <a:avLst/>
          </a:prstGeom>
          <a:solidFill>
            <a:srgbClr val="C2352F"/>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701901"/>
            <a:ext cx="84771" cy="120249"/>
          </a:xfrm>
          <a:prstGeom prst="rect">
            <a:avLst/>
          </a:prstGeom>
          <a:solidFill>
            <a:srgbClr val="C2352F"/>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963312"/>
            <a:ext cx="110004" cy="120249"/>
          </a:xfrm>
          <a:prstGeom prst="rect">
            <a:avLst/>
          </a:prstGeom>
          <a:solidFill>
            <a:srgbClr val="C2352F"/>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224723"/>
            <a:ext cx="124546" cy="120249"/>
          </a:xfrm>
          <a:prstGeom prst="rect">
            <a:avLst/>
          </a:prstGeom>
          <a:solidFill>
            <a:srgbClr val="C2352F"/>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486134"/>
            <a:ext cx="134854" cy="120249"/>
          </a:xfrm>
          <a:prstGeom prst="rect">
            <a:avLst/>
          </a:prstGeom>
          <a:solidFill>
            <a:srgbClr val="C2352F"/>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747545"/>
            <a:ext cx="227271"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4008956"/>
            <a:ext cx="244460"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270366"/>
            <a:ext cx="276019"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531777"/>
            <a:ext cx="300923"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793188"/>
            <a:ext cx="381132"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5054599"/>
            <a:ext cx="406779"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316010"/>
            <a:ext cx="470076"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577420"/>
            <a:ext cx="493698"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838831"/>
            <a:ext cx="777240"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4187952"/>
          </a:xfrm>
          <a:prstGeom prst="rect">
            <a:avLst/>
          </a:prstGeom>
          <a:solidFill>
            <a:srgbClr val="9AA3AD"/>
          </a:solidFill>
          <a:ln/>
        </p:spPr>
      </p:sp>
      <p:sp>
        <p:nvSpPr>
          <p:cNvPr id="14" name="Shape 12"/>
          <p:cNvSpPr/>
          <p:nvPr/>
        </p:nvSpPr>
        <p:spPr>
          <a:xfrm>
            <a:off x="3125947" y="2103120"/>
            <a:ext cx="0" cy="418795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941602"/>
          </a:xfrm>
          <a:prstGeom prst="rect">
            <a:avLst/>
          </a:prstGeom>
          <a:solidFill>
            <a:srgbClr val="9AA3AD"/>
          </a:solidFill>
          <a:ln/>
        </p:spPr>
      </p:sp>
      <p:sp>
        <p:nvSpPr>
          <p:cNvPr id="20" name="Shape 18"/>
          <p:cNvSpPr/>
          <p:nvPr/>
        </p:nvSpPr>
        <p:spPr>
          <a:xfrm>
            <a:off x="8676355" y="2103120"/>
            <a:ext cx="0" cy="3941602"/>
          </a:xfrm>
          <a:prstGeom prst="line">
            <a:avLst/>
          </a:prstGeom>
          <a:noFill/>
          <a:ln w="12700">
            <a:solidFill>
              <a:srgbClr val="0B2C4A"/>
            </a:solidFill>
            <a:prstDash val="dash"/>
          </a:ln>
        </p:spPr>
      </p:sp>
      <p:sp>
        <p:nvSpPr>
          <p:cNvPr id="21" name="Text 19"/>
          <p:cNvSpPr txBox="1"/>
          <p:nvPr/>
        </p:nvSpPr>
        <p:spPr>
          <a:xfrm>
            <a:off x="658368" y="2103120"/>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8549"/>
            <a:ext cx="150363" cy="135493"/>
          </a:xfrm>
          <a:prstGeom prst="rect">
            <a:avLst/>
          </a:prstGeom>
          <a:solidFill>
            <a:srgbClr val="12A566"/>
          </a:solidFill>
          <a:ln/>
        </p:spPr>
      </p:sp>
      <p:sp>
        <p:nvSpPr>
          <p:cNvPr id="23" name="Text 21"/>
          <p:cNvSpPr txBox="1"/>
          <p:nvPr/>
        </p:nvSpPr>
        <p:spPr>
          <a:xfrm>
            <a:off x="3840480" y="2103120"/>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49470"/>
            <a:ext cx="5394960" cy="246350"/>
          </a:xfrm>
          <a:prstGeom prst="rect">
            <a:avLst/>
          </a:prstGeom>
          <a:solidFill>
            <a:srgbClr val="F7F7F7"/>
          </a:solidFill>
          <a:ln/>
        </p:spPr>
      </p:sp>
      <p:sp>
        <p:nvSpPr>
          <p:cNvPr id="27" name="Text 25"/>
          <p:cNvSpPr txBox="1"/>
          <p:nvPr/>
        </p:nvSpPr>
        <p:spPr>
          <a:xfrm>
            <a:off x="658368" y="2349470"/>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404899"/>
            <a:ext cx="70154" cy="135493"/>
          </a:xfrm>
          <a:prstGeom prst="rect">
            <a:avLst/>
          </a:prstGeom>
          <a:solidFill>
            <a:srgbClr val="12A566"/>
          </a:solidFill>
          <a:ln/>
        </p:spPr>
      </p:sp>
      <p:sp>
        <p:nvSpPr>
          <p:cNvPr id="29" name="Text 27"/>
          <p:cNvSpPr txBox="1"/>
          <p:nvPr/>
        </p:nvSpPr>
        <p:spPr>
          <a:xfrm>
            <a:off x="3840480" y="2349470"/>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49470"/>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49470"/>
            <a:ext cx="859536"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95820"/>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51249"/>
            <a:ext cx="38107" cy="135493"/>
          </a:xfrm>
          <a:prstGeom prst="rect">
            <a:avLst/>
          </a:prstGeom>
          <a:solidFill>
            <a:srgbClr val="12A566"/>
          </a:solidFill>
          <a:ln/>
        </p:spPr>
      </p:sp>
      <p:sp>
        <p:nvSpPr>
          <p:cNvPr id="34" name="Text 32"/>
          <p:cNvSpPr txBox="1"/>
          <p:nvPr/>
        </p:nvSpPr>
        <p:spPr>
          <a:xfrm>
            <a:off x="3840480" y="2595820"/>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95820"/>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95820"/>
            <a:ext cx="859536"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842170"/>
            <a:ext cx="5394960" cy="246350"/>
          </a:xfrm>
          <a:prstGeom prst="rect">
            <a:avLst/>
          </a:prstGeom>
          <a:solidFill>
            <a:srgbClr val="F7F7F7"/>
          </a:solidFill>
          <a:ln/>
        </p:spPr>
      </p:sp>
      <p:sp>
        <p:nvSpPr>
          <p:cNvPr id="38" name="Text 36"/>
          <p:cNvSpPr txBox="1"/>
          <p:nvPr/>
        </p:nvSpPr>
        <p:spPr>
          <a:xfrm>
            <a:off x="658368" y="2842170"/>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97599"/>
            <a:ext cx="20517" cy="135493"/>
          </a:xfrm>
          <a:prstGeom prst="rect">
            <a:avLst/>
          </a:prstGeom>
          <a:solidFill>
            <a:srgbClr val="12A566"/>
          </a:solidFill>
          <a:ln/>
        </p:spPr>
      </p:sp>
      <p:sp>
        <p:nvSpPr>
          <p:cNvPr id="40" name="Text 38"/>
          <p:cNvSpPr txBox="1"/>
          <p:nvPr/>
        </p:nvSpPr>
        <p:spPr>
          <a:xfrm>
            <a:off x="3840480" y="2842170"/>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842170"/>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842170"/>
            <a:ext cx="859536"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88520"/>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143949"/>
            <a:ext cx="9144" cy="135493"/>
          </a:xfrm>
          <a:prstGeom prst="rect">
            <a:avLst/>
          </a:prstGeom>
          <a:solidFill>
            <a:srgbClr val="12A566"/>
          </a:solidFill>
          <a:ln/>
        </p:spPr>
      </p:sp>
      <p:sp>
        <p:nvSpPr>
          <p:cNvPr id="45" name="Text 43"/>
          <p:cNvSpPr txBox="1"/>
          <p:nvPr/>
        </p:nvSpPr>
        <p:spPr>
          <a:xfrm>
            <a:off x="3840480" y="3088520"/>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88520"/>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88520"/>
            <a:ext cx="859536"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334871"/>
            <a:ext cx="5394960" cy="246350"/>
          </a:xfrm>
          <a:prstGeom prst="rect">
            <a:avLst/>
          </a:prstGeom>
          <a:solidFill>
            <a:srgbClr val="F7F7F7"/>
          </a:solidFill>
          <a:ln/>
        </p:spPr>
      </p:sp>
      <p:sp>
        <p:nvSpPr>
          <p:cNvPr id="49" name="Text 47"/>
          <p:cNvSpPr txBox="1"/>
          <p:nvPr/>
        </p:nvSpPr>
        <p:spPr>
          <a:xfrm>
            <a:off x="658368" y="333487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390299"/>
            <a:ext cx="33082" cy="135493"/>
          </a:xfrm>
          <a:prstGeom prst="rect">
            <a:avLst/>
          </a:prstGeom>
          <a:solidFill>
            <a:srgbClr val="C2352F"/>
          </a:solidFill>
          <a:ln/>
        </p:spPr>
      </p:sp>
      <p:sp>
        <p:nvSpPr>
          <p:cNvPr id="51" name="Text 49"/>
          <p:cNvSpPr txBox="1"/>
          <p:nvPr/>
        </p:nvSpPr>
        <p:spPr>
          <a:xfrm>
            <a:off x="3840480" y="333487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33487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33487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58122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636649"/>
            <a:ext cx="75667" cy="135493"/>
          </a:xfrm>
          <a:prstGeom prst="rect">
            <a:avLst/>
          </a:prstGeom>
          <a:solidFill>
            <a:srgbClr val="C2352F"/>
          </a:solidFill>
          <a:ln/>
        </p:spPr>
      </p:sp>
      <p:sp>
        <p:nvSpPr>
          <p:cNvPr id="56" name="Text 54"/>
          <p:cNvSpPr txBox="1"/>
          <p:nvPr/>
        </p:nvSpPr>
        <p:spPr>
          <a:xfrm>
            <a:off x="3840480" y="358122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58122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58122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827571"/>
            <a:ext cx="5394960" cy="246350"/>
          </a:xfrm>
          <a:prstGeom prst="rect">
            <a:avLst/>
          </a:prstGeom>
          <a:solidFill>
            <a:srgbClr val="F7F7F7"/>
          </a:solidFill>
          <a:ln/>
        </p:spPr>
      </p:sp>
      <p:sp>
        <p:nvSpPr>
          <p:cNvPr id="60" name="Text 58"/>
          <p:cNvSpPr txBox="1"/>
          <p:nvPr/>
        </p:nvSpPr>
        <p:spPr>
          <a:xfrm>
            <a:off x="658368" y="382757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883000"/>
            <a:ext cx="76927" cy="135493"/>
          </a:xfrm>
          <a:prstGeom prst="rect">
            <a:avLst/>
          </a:prstGeom>
          <a:solidFill>
            <a:srgbClr val="C2352F"/>
          </a:solidFill>
          <a:ln/>
        </p:spPr>
      </p:sp>
      <p:sp>
        <p:nvSpPr>
          <p:cNvPr id="62" name="Text 60"/>
          <p:cNvSpPr txBox="1"/>
          <p:nvPr/>
        </p:nvSpPr>
        <p:spPr>
          <a:xfrm>
            <a:off x="3840480" y="382757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82757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82757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407392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4129350"/>
            <a:ext cx="77838" cy="135493"/>
          </a:xfrm>
          <a:prstGeom prst="rect">
            <a:avLst/>
          </a:prstGeom>
          <a:solidFill>
            <a:srgbClr val="C2352F"/>
          </a:solidFill>
          <a:ln/>
        </p:spPr>
      </p:sp>
      <p:sp>
        <p:nvSpPr>
          <p:cNvPr id="67" name="Text 65"/>
          <p:cNvSpPr txBox="1"/>
          <p:nvPr/>
        </p:nvSpPr>
        <p:spPr>
          <a:xfrm>
            <a:off x="3840480" y="407392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407392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407392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320271"/>
            <a:ext cx="5394960" cy="246350"/>
          </a:xfrm>
          <a:prstGeom prst="rect">
            <a:avLst/>
          </a:prstGeom>
          <a:solidFill>
            <a:srgbClr val="F7F7F7"/>
          </a:solidFill>
          <a:ln/>
        </p:spPr>
      </p:sp>
      <p:sp>
        <p:nvSpPr>
          <p:cNvPr id="71" name="Text 69"/>
          <p:cNvSpPr txBox="1"/>
          <p:nvPr/>
        </p:nvSpPr>
        <p:spPr>
          <a:xfrm>
            <a:off x="658368" y="432027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375700"/>
            <a:ext cx="117777" cy="135493"/>
          </a:xfrm>
          <a:prstGeom prst="rect">
            <a:avLst/>
          </a:prstGeom>
          <a:solidFill>
            <a:srgbClr val="C2352F"/>
          </a:solidFill>
          <a:ln/>
        </p:spPr>
      </p:sp>
      <p:sp>
        <p:nvSpPr>
          <p:cNvPr id="73" name="Text 71"/>
          <p:cNvSpPr txBox="1"/>
          <p:nvPr/>
        </p:nvSpPr>
        <p:spPr>
          <a:xfrm>
            <a:off x="3840480" y="432027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32027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32027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56662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622050"/>
            <a:ext cx="118627" cy="135493"/>
          </a:xfrm>
          <a:prstGeom prst="rect">
            <a:avLst/>
          </a:prstGeom>
          <a:solidFill>
            <a:srgbClr val="C2352F"/>
          </a:solidFill>
          <a:ln/>
        </p:spPr>
      </p:sp>
      <p:sp>
        <p:nvSpPr>
          <p:cNvPr id="78" name="Text 76"/>
          <p:cNvSpPr txBox="1"/>
          <p:nvPr/>
        </p:nvSpPr>
        <p:spPr>
          <a:xfrm>
            <a:off x="3840480" y="456662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56662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56662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812971"/>
            <a:ext cx="5394960" cy="246350"/>
          </a:xfrm>
          <a:prstGeom prst="rect">
            <a:avLst/>
          </a:prstGeom>
          <a:solidFill>
            <a:srgbClr val="F7F7F7"/>
          </a:solidFill>
          <a:ln/>
        </p:spPr>
      </p:sp>
      <p:sp>
        <p:nvSpPr>
          <p:cNvPr id="82" name="Text 80"/>
          <p:cNvSpPr txBox="1"/>
          <p:nvPr/>
        </p:nvSpPr>
        <p:spPr>
          <a:xfrm>
            <a:off x="658368" y="481297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868400"/>
            <a:ext cx="158652" cy="135493"/>
          </a:xfrm>
          <a:prstGeom prst="rect">
            <a:avLst/>
          </a:prstGeom>
          <a:solidFill>
            <a:srgbClr val="C2352F"/>
          </a:solidFill>
          <a:ln/>
        </p:spPr>
      </p:sp>
      <p:sp>
        <p:nvSpPr>
          <p:cNvPr id="84" name="Text 82"/>
          <p:cNvSpPr txBox="1"/>
          <p:nvPr/>
        </p:nvSpPr>
        <p:spPr>
          <a:xfrm>
            <a:off x="3840480" y="481297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81297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81297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505932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5114750"/>
            <a:ext cx="174029" cy="135493"/>
          </a:xfrm>
          <a:prstGeom prst="rect">
            <a:avLst/>
          </a:prstGeom>
          <a:solidFill>
            <a:srgbClr val="C2352F"/>
          </a:solidFill>
          <a:ln/>
        </p:spPr>
      </p:sp>
      <p:sp>
        <p:nvSpPr>
          <p:cNvPr id="89" name="Text 87"/>
          <p:cNvSpPr txBox="1"/>
          <p:nvPr/>
        </p:nvSpPr>
        <p:spPr>
          <a:xfrm>
            <a:off x="3840480" y="505932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505932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505932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305672"/>
            <a:ext cx="5394960" cy="246350"/>
          </a:xfrm>
          <a:prstGeom prst="rect">
            <a:avLst/>
          </a:prstGeom>
          <a:solidFill>
            <a:srgbClr val="F7F7F7"/>
          </a:solidFill>
          <a:ln/>
        </p:spPr>
      </p:sp>
      <p:sp>
        <p:nvSpPr>
          <p:cNvPr id="93" name="Text 91"/>
          <p:cNvSpPr txBox="1"/>
          <p:nvPr/>
        </p:nvSpPr>
        <p:spPr>
          <a:xfrm>
            <a:off x="658368" y="5305672"/>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361100"/>
            <a:ext cx="177814" cy="135493"/>
          </a:xfrm>
          <a:prstGeom prst="rect">
            <a:avLst/>
          </a:prstGeom>
          <a:solidFill>
            <a:srgbClr val="C2352F"/>
          </a:solidFill>
          <a:ln/>
        </p:spPr>
      </p:sp>
      <p:sp>
        <p:nvSpPr>
          <p:cNvPr id="95" name="Text 93"/>
          <p:cNvSpPr txBox="1"/>
          <p:nvPr/>
        </p:nvSpPr>
        <p:spPr>
          <a:xfrm>
            <a:off x="3840480" y="5305672"/>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305672"/>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305672"/>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552022"/>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607450"/>
            <a:ext cx="184291" cy="135493"/>
          </a:xfrm>
          <a:prstGeom prst="rect">
            <a:avLst/>
          </a:prstGeom>
          <a:solidFill>
            <a:srgbClr val="C2352F"/>
          </a:solidFill>
          <a:ln/>
        </p:spPr>
      </p:sp>
      <p:sp>
        <p:nvSpPr>
          <p:cNvPr id="100" name="Text 98"/>
          <p:cNvSpPr txBox="1"/>
          <p:nvPr/>
        </p:nvSpPr>
        <p:spPr>
          <a:xfrm>
            <a:off x="3840480" y="5552022"/>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552022"/>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552022"/>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798372"/>
            <a:ext cx="5394960" cy="246350"/>
          </a:xfrm>
          <a:prstGeom prst="rect">
            <a:avLst/>
          </a:prstGeom>
          <a:solidFill>
            <a:srgbClr val="F7F7F7"/>
          </a:solidFill>
          <a:ln/>
        </p:spPr>
      </p:sp>
      <p:sp>
        <p:nvSpPr>
          <p:cNvPr id="104" name="Text 102"/>
          <p:cNvSpPr txBox="1"/>
          <p:nvPr/>
        </p:nvSpPr>
        <p:spPr>
          <a:xfrm>
            <a:off x="658368" y="5798372"/>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853801"/>
            <a:ext cx="195211" cy="135493"/>
          </a:xfrm>
          <a:prstGeom prst="rect">
            <a:avLst/>
          </a:prstGeom>
          <a:solidFill>
            <a:srgbClr val="C2352F"/>
          </a:solidFill>
          <a:ln/>
        </p:spPr>
      </p:sp>
      <p:sp>
        <p:nvSpPr>
          <p:cNvPr id="106" name="Text 104"/>
          <p:cNvSpPr txBox="1"/>
          <p:nvPr/>
        </p:nvSpPr>
        <p:spPr>
          <a:xfrm>
            <a:off x="3840480" y="5798372"/>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798372"/>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798372"/>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6044722"/>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6100151"/>
            <a:ext cx="221925" cy="135493"/>
          </a:xfrm>
          <a:prstGeom prst="rect">
            <a:avLst/>
          </a:prstGeom>
          <a:solidFill>
            <a:srgbClr val="C2352F"/>
          </a:solidFill>
          <a:ln/>
        </p:spPr>
      </p:sp>
      <p:sp>
        <p:nvSpPr>
          <p:cNvPr id="111" name="Text 109"/>
          <p:cNvSpPr txBox="1"/>
          <p:nvPr/>
        </p:nvSpPr>
        <p:spPr>
          <a:xfrm>
            <a:off x="3840480" y="6044722"/>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6044722"/>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6044722"/>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8549"/>
            <a:ext cx="229962" cy="135493"/>
          </a:xfrm>
          <a:prstGeom prst="rect">
            <a:avLst/>
          </a:prstGeom>
          <a:solidFill>
            <a:srgbClr val="C2352F"/>
          </a:solidFill>
          <a:ln/>
        </p:spPr>
      </p:sp>
      <p:sp>
        <p:nvSpPr>
          <p:cNvPr id="116" name="Text 114"/>
          <p:cNvSpPr txBox="1"/>
          <p:nvPr/>
        </p:nvSpPr>
        <p:spPr>
          <a:xfrm>
            <a:off x="9390888" y="2103120"/>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49470"/>
            <a:ext cx="5394960" cy="246350"/>
          </a:xfrm>
          <a:prstGeom prst="rect">
            <a:avLst/>
          </a:prstGeom>
          <a:solidFill>
            <a:srgbClr val="F7F7F7"/>
          </a:solidFill>
          <a:ln/>
        </p:spPr>
      </p:sp>
      <p:sp>
        <p:nvSpPr>
          <p:cNvPr id="120" name="Text 118"/>
          <p:cNvSpPr txBox="1"/>
          <p:nvPr/>
        </p:nvSpPr>
        <p:spPr>
          <a:xfrm>
            <a:off x="6208776" y="2349470"/>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404899"/>
            <a:ext cx="240042" cy="135493"/>
          </a:xfrm>
          <a:prstGeom prst="rect">
            <a:avLst/>
          </a:prstGeom>
          <a:solidFill>
            <a:srgbClr val="C2352F"/>
          </a:solidFill>
          <a:ln/>
        </p:spPr>
      </p:sp>
      <p:sp>
        <p:nvSpPr>
          <p:cNvPr id="122" name="Text 120"/>
          <p:cNvSpPr txBox="1"/>
          <p:nvPr/>
        </p:nvSpPr>
        <p:spPr>
          <a:xfrm>
            <a:off x="9390888" y="2349470"/>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49470"/>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49470"/>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95820"/>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51249"/>
            <a:ext cx="240756" cy="135493"/>
          </a:xfrm>
          <a:prstGeom prst="rect">
            <a:avLst/>
          </a:prstGeom>
          <a:solidFill>
            <a:srgbClr val="C2352F"/>
          </a:solidFill>
          <a:ln/>
        </p:spPr>
      </p:sp>
      <p:sp>
        <p:nvSpPr>
          <p:cNvPr id="127" name="Text 125"/>
          <p:cNvSpPr txBox="1"/>
          <p:nvPr/>
        </p:nvSpPr>
        <p:spPr>
          <a:xfrm>
            <a:off x="9390888" y="2595820"/>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95820"/>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95820"/>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842170"/>
            <a:ext cx="5394960" cy="246350"/>
          </a:xfrm>
          <a:prstGeom prst="rect">
            <a:avLst/>
          </a:prstGeom>
          <a:solidFill>
            <a:srgbClr val="F7F7F7"/>
          </a:solidFill>
          <a:ln/>
        </p:spPr>
      </p:sp>
      <p:sp>
        <p:nvSpPr>
          <p:cNvPr id="131" name="Text 129"/>
          <p:cNvSpPr txBox="1"/>
          <p:nvPr/>
        </p:nvSpPr>
        <p:spPr>
          <a:xfrm>
            <a:off x="6208776" y="2842170"/>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97599"/>
            <a:ext cx="259924" cy="135493"/>
          </a:xfrm>
          <a:prstGeom prst="rect">
            <a:avLst/>
          </a:prstGeom>
          <a:solidFill>
            <a:srgbClr val="C2352F"/>
          </a:solidFill>
          <a:ln/>
        </p:spPr>
      </p:sp>
      <p:sp>
        <p:nvSpPr>
          <p:cNvPr id="133" name="Text 131"/>
          <p:cNvSpPr txBox="1"/>
          <p:nvPr/>
        </p:nvSpPr>
        <p:spPr>
          <a:xfrm>
            <a:off x="9390888" y="2842170"/>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842170"/>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842170"/>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88520"/>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143949"/>
            <a:ext cx="264450" cy="135493"/>
          </a:xfrm>
          <a:prstGeom prst="rect">
            <a:avLst/>
          </a:prstGeom>
          <a:solidFill>
            <a:srgbClr val="C2352F"/>
          </a:solidFill>
          <a:ln/>
        </p:spPr>
      </p:sp>
      <p:sp>
        <p:nvSpPr>
          <p:cNvPr id="138" name="Text 136"/>
          <p:cNvSpPr txBox="1"/>
          <p:nvPr/>
        </p:nvSpPr>
        <p:spPr>
          <a:xfrm>
            <a:off x="9390888" y="3088520"/>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88520"/>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88520"/>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334871"/>
            <a:ext cx="5394960" cy="246350"/>
          </a:xfrm>
          <a:prstGeom prst="rect">
            <a:avLst/>
          </a:prstGeom>
          <a:solidFill>
            <a:srgbClr val="F7F7F7"/>
          </a:solidFill>
          <a:ln/>
        </p:spPr>
      </p:sp>
      <p:sp>
        <p:nvSpPr>
          <p:cNvPr id="142" name="Text 140"/>
          <p:cNvSpPr txBox="1"/>
          <p:nvPr/>
        </p:nvSpPr>
        <p:spPr>
          <a:xfrm>
            <a:off x="6208776" y="333487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390299"/>
            <a:ext cx="270915" cy="135493"/>
          </a:xfrm>
          <a:prstGeom prst="rect">
            <a:avLst/>
          </a:prstGeom>
          <a:solidFill>
            <a:srgbClr val="C2352F"/>
          </a:solidFill>
          <a:ln/>
        </p:spPr>
      </p:sp>
      <p:sp>
        <p:nvSpPr>
          <p:cNvPr id="144" name="Text 142"/>
          <p:cNvSpPr txBox="1"/>
          <p:nvPr/>
        </p:nvSpPr>
        <p:spPr>
          <a:xfrm>
            <a:off x="9390888" y="333487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33487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33487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58122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636649"/>
            <a:ext cx="306388" cy="135493"/>
          </a:xfrm>
          <a:prstGeom prst="rect">
            <a:avLst/>
          </a:prstGeom>
          <a:solidFill>
            <a:srgbClr val="C2352F"/>
          </a:solidFill>
          <a:ln/>
        </p:spPr>
      </p:sp>
      <p:sp>
        <p:nvSpPr>
          <p:cNvPr id="149" name="Text 147"/>
          <p:cNvSpPr txBox="1"/>
          <p:nvPr/>
        </p:nvSpPr>
        <p:spPr>
          <a:xfrm>
            <a:off x="9390888" y="358122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58122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58122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827571"/>
            <a:ext cx="5394960" cy="246350"/>
          </a:xfrm>
          <a:prstGeom prst="rect">
            <a:avLst/>
          </a:prstGeom>
          <a:solidFill>
            <a:srgbClr val="F7F7F7"/>
          </a:solidFill>
          <a:ln/>
        </p:spPr>
      </p:sp>
      <p:sp>
        <p:nvSpPr>
          <p:cNvPr id="153" name="Text 151"/>
          <p:cNvSpPr txBox="1"/>
          <p:nvPr/>
        </p:nvSpPr>
        <p:spPr>
          <a:xfrm>
            <a:off x="6208776" y="382757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883000"/>
            <a:ext cx="309434" cy="135493"/>
          </a:xfrm>
          <a:prstGeom prst="rect">
            <a:avLst/>
          </a:prstGeom>
          <a:solidFill>
            <a:srgbClr val="C2352F"/>
          </a:solidFill>
          <a:ln/>
        </p:spPr>
      </p:sp>
      <p:sp>
        <p:nvSpPr>
          <p:cNvPr id="155" name="Text 153"/>
          <p:cNvSpPr txBox="1"/>
          <p:nvPr/>
        </p:nvSpPr>
        <p:spPr>
          <a:xfrm>
            <a:off x="9390888" y="382757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82757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82757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407392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4129350"/>
            <a:ext cx="312506" cy="135493"/>
          </a:xfrm>
          <a:prstGeom prst="rect">
            <a:avLst/>
          </a:prstGeom>
          <a:solidFill>
            <a:srgbClr val="C2352F"/>
          </a:solidFill>
          <a:ln/>
        </p:spPr>
      </p:sp>
      <p:sp>
        <p:nvSpPr>
          <p:cNvPr id="160" name="Text 158"/>
          <p:cNvSpPr txBox="1"/>
          <p:nvPr/>
        </p:nvSpPr>
        <p:spPr>
          <a:xfrm>
            <a:off x="9390888" y="407392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407392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407392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320271"/>
            <a:ext cx="5394960" cy="246350"/>
          </a:xfrm>
          <a:prstGeom prst="rect">
            <a:avLst/>
          </a:prstGeom>
          <a:solidFill>
            <a:srgbClr val="F7F7F7"/>
          </a:solidFill>
          <a:ln/>
        </p:spPr>
      </p:sp>
      <p:sp>
        <p:nvSpPr>
          <p:cNvPr id="164" name="Text 162"/>
          <p:cNvSpPr txBox="1"/>
          <p:nvPr/>
        </p:nvSpPr>
        <p:spPr>
          <a:xfrm>
            <a:off x="6208776" y="432027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375700"/>
            <a:ext cx="314238" cy="135493"/>
          </a:xfrm>
          <a:prstGeom prst="rect">
            <a:avLst/>
          </a:prstGeom>
          <a:solidFill>
            <a:srgbClr val="C2352F"/>
          </a:solidFill>
          <a:ln/>
        </p:spPr>
      </p:sp>
      <p:sp>
        <p:nvSpPr>
          <p:cNvPr id="166" name="Text 164"/>
          <p:cNvSpPr txBox="1"/>
          <p:nvPr/>
        </p:nvSpPr>
        <p:spPr>
          <a:xfrm>
            <a:off x="9390888" y="432027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32027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32027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56662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622050"/>
            <a:ext cx="332944" cy="135493"/>
          </a:xfrm>
          <a:prstGeom prst="rect">
            <a:avLst/>
          </a:prstGeom>
          <a:solidFill>
            <a:srgbClr val="C2352F"/>
          </a:solidFill>
          <a:ln/>
        </p:spPr>
      </p:sp>
      <p:sp>
        <p:nvSpPr>
          <p:cNvPr id="171" name="Text 169"/>
          <p:cNvSpPr txBox="1"/>
          <p:nvPr/>
        </p:nvSpPr>
        <p:spPr>
          <a:xfrm>
            <a:off x="9390888" y="456662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56662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56662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812971"/>
            <a:ext cx="5394960" cy="246350"/>
          </a:xfrm>
          <a:prstGeom prst="rect">
            <a:avLst/>
          </a:prstGeom>
          <a:solidFill>
            <a:srgbClr val="F7F7F7"/>
          </a:solidFill>
          <a:ln/>
        </p:spPr>
      </p:sp>
      <p:sp>
        <p:nvSpPr>
          <p:cNvPr id="175" name="Text 173"/>
          <p:cNvSpPr txBox="1"/>
          <p:nvPr/>
        </p:nvSpPr>
        <p:spPr>
          <a:xfrm>
            <a:off x="6208776" y="481297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868400"/>
            <a:ext cx="344119" cy="135493"/>
          </a:xfrm>
          <a:prstGeom prst="rect">
            <a:avLst/>
          </a:prstGeom>
          <a:solidFill>
            <a:srgbClr val="C2352F"/>
          </a:solidFill>
          <a:ln/>
        </p:spPr>
      </p:sp>
      <p:sp>
        <p:nvSpPr>
          <p:cNvPr id="177" name="Text 175"/>
          <p:cNvSpPr txBox="1"/>
          <p:nvPr/>
        </p:nvSpPr>
        <p:spPr>
          <a:xfrm>
            <a:off x="9390888" y="481297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81297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81297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5059321"/>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5114750"/>
            <a:ext cx="446870" cy="135493"/>
          </a:xfrm>
          <a:prstGeom prst="rect">
            <a:avLst/>
          </a:prstGeom>
          <a:solidFill>
            <a:srgbClr val="C2352F"/>
          </a:solidFill>
          <a:ln/>
        </p:spPr>
      </p:sp>
      <p:sp>
        <p:nvSpPr>
          <p:cNvPr id="182" name="Text 180"/>
          <p:cNvSpPr txBox="1"/>
          <p:nvPr/>
        </p:nvSpPr>
        <p:spPr>
          <a:xfrm>
            <a:off x="9390888" y="5059321"/>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5059321"/>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5059321"/>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305672"/>
            <a:ext cx="5394960" cy="246350"/>
          </a:xfrm>
          <a:prstGeom prst="rect">
            <a:avLst/>
          </a:prstGeom>
          <a:solidFill>
            <a:srgbClr val="F7F7F7"/>
          </a:solidFill>
          <a:ln/>
        </p:spPr>
      </p:sp>
      <p:sp>
        <p:nvSpPr>
          <p:cNvPr id="186" name="Text 184"/>
          <p:cNvSpPr txBox="1"/>
          <p:nvPr/>
        </p:nvSpPr>
        <p:spPr>
          <a:xfrm>
            <a:off x="6208776" y="5305672"/>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361100"/>
            <a:ext cx="452684" cy="135493"/>
          </a:xfrm>
          <a:prstGeom prst="rect">
            <a:avLst/>
          </a:prstGeom>
          <a:solidFill>
            <a:srgbClr val="C2352F"/>
          </a:solidFill>
          <a:ln/>
        </p:spPr>
      </p:sp>
      <p:sp>
        <p:nvSpPr>
          <p:cNvPr id="188" name="Text 186"/>
          <p:cNvSpPr txBox="1"/>
          <p:nvPr/>
        </p:nvSpPr>
        <p:spPr>
          <a:xfrm>
            <a:off x="9390888" y="5305672"/>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305672"/>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305672"/>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552022"/>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607450"/>
            <a:ext cx="473895" cy="135493"/>
          </a:xfrm>
          <a:prstGeom prst="rect">
            <a:avLst/>
          </a:prstGeom>
          <a:solidFill>
            <a:srgbClr val="C2352F"/>
          </a:solidFill>
          <a:ln/>
        </p:spPr>
      </p:sp>
      <p:sp>
        <p:nvSpPr>
          <p:cNvPr id="193" name="Text 191"/>
          <p:cNvSpPr txBox="1"/>
          <p:nvPr/>
        </p:nvSpPr>
        <p:spPr>
          <a:xfrm>
            <a:off x="9390888" y="5552022"/>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552022"/>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552022"/>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798372"/>
            <a:ext cx="5394960" cy="246350"/>
          </a:xfrm>
          <a:prstGeom prst="rect">
            <a:avLst/>
          </a:prstGeom>
          <a:solidFill>
            <a:srgbClr val="F7F7F7"/>
          </a:solidFill>
          <a:ln/>
        </p:spPr>
      </p:sp>
      <p:sp>
        <p:nvSpPr>
          <p:cNvPr id="197" name="Text 195"/>
          <p:cNvSpPr txBox="1"/>
          <p:nvPr/>
        </p:nvSpPr>
        <p:spPr>
          <a:xfrm>
            <a:off x="6208776" y="5798372"/>
            <a:ext cx="2011680"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853801"/>
            <a:ext cx="539496" cy="135493"/>
          </a:xfrm>
          <a:prstGeom prst="rect">
            <a:avLst/>
          </a:prstGeom>
          <a:solidFill>
            <a:srgbClr val="C2352F"/>
          </a:solidFill>
          <a:ln/>
        </p:spPr>
      </p:sp>
      <p:sp>
        <p:nvSpPr>
          <p:cNvPr id="199" name="Text 197"/>
          <p:cNvSpPr txBox="1"/>
          <p:nvPr/>
        </p:nvSpPr>
        <p:spPr>
          <a:xfrm>
            <a:off x="9390888" y="5798372"/>
            <a:ext cx="566928" cy="246350"/>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798372"/>
            <a:ext cx="566928" cy="246350"/>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798372"/>
            <a:ext cx="859536"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7669"/>
            <a:ext cx="777240"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79080"/>
            <a:ext cx="746935"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440491"/>
            <a:ext cx="544841"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701901"/>
            <a:ext cx="411845"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963312"/>
            <a:ext cx="410069"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224723"/>
            <a:ext cx="366175"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486134"/>
            <a:ext cx="321691"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747545"/>
            <a:ext cx="314225"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4008956"/>
            <a:ext cx="301280"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270366"/>
            <a:ext cx="260605"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531777"/>
            <a:ext cx="253666"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793188"/>
            <a:ext cx="211088"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5054599"/>
            <a:ext cx="192231"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316010"/>
            <a:ext cx="190854"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577420"/>
            <a:ext cx="190842"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838831"/>
            <a:ext cx="158978"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6100242"/>
            <a:ext cx="145538"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7669"/>
            <a:ext cx="118014"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79080"/>
            <a:ext cx="112861"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440491"/>
            <a:ext cx="51131" cy="120249"/>
          </a:xfrm>
          <a:prstGeom prst="rect">
            <a:avLst/>
          </a:prstGeom>
          <a:solidFill>
            <a:srgbClr val="12A566"/>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701901"/>
            <a:ext cx="42573" cy="120249"/>
          </a:xfrm>
          <a:prstGeom prst="rect">
            <a:avLst/>
          </a:prstGeom>
          <a:solidFill>
            <a:srgbClr val="12A566"/>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963312"/>
            <a:ext cx="29555" cy="120249"/>
          </a:xfrm>
          <a:prstGeom prst="rect">
            <a:avLst/>
          </a:prstGeom>
          <a:solidFill>
            <a:srgbClr val="C2352F"/>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224723"/>
            <a:ext cx="42699" cy="120249"/>
          </a:xfrm>
          <a:prstGeom prst="rect">
            <a:avLst/>
          </a:prstGeom>
          <a:solidFill>
            <a:srgbClr val="C2352F"/>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486134"/>
            <a:ext cx="121509" cy="120249"/>
          </a:xfrm>
          <a:prstGeom prst="rect">
            <a:avLst/>
          </a:prstGeom>
          <a:solidFill>
            <a:srgbClr val="C2352F"/>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747545"/>
            <a:ext cx="285823"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4008956"/>
            <a:ext cx="324313"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270366"/>
            <a:ext cx="371370"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531777"/>
            <a:ext cx="371964"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793188"/>
            <a:ext cx="377492"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5054599"/>
            <a:ext cx="454431"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316010"/>
            <a:ext cx="460783"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577420"/>
            <a:ext cx="575770"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838831"/>
            <a:ext cx="604034"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7669"/>
            <a:ext cx="185057" cy="120249"/>
          </a:xfrm>
          <a:prstGeom prst="rect">
            <a:avLst/>
          </a:prstGeom>
          <a:solidFill>
            <a:srgbClr val="2587C5"/>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79080"/>
            <a:ext cx="148046" cy="120249"/>
          </a:xfrm>
          <a:prstGeom prst="rect">
            <a:avLst/>
          </a:prstGeom>
          <a:solidFill>
            <a:srgbClr val="2587C5"/>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440491"/>
            <a:ext cx="148046" cy="120249"/>
          </a:xfrm>
          <a:prstGeom prst="rect">
            <a:avLst/>
          </a:prstGeom>
          <a:solidFill>
            <a:srgbClr val="2587C5"/>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701901"/>
            <a:ext cx="111034" cy="120249"/>
          </a:xfrm>
          <a:prstGeom prst="rect">
            <a:avLst/>
          </a:prstGeom>
          <a:solidFill>
            <a:srgbClr val="2587C5"/>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963312"/>
            <a:ext cx="111034" cy="120249"/>
          </a:xfrm>
          <a:prstGeom prst="rect">
            <a:avLst/>
          </a:prstGeom>
          <a:solidFill>
            <a:srgbClr val="2587C5"/>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224723"/>
            <a:ext cx="74023" cy="120249"/>
          </a:xfrm>
          <a:prstGeom prst="rect">
            <a:avLst/>
          </a:prstGeom>
          <a:solidFill>
            <a:srgbClr val="2587C5"/>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486134"/>
            <a:ext cx="37011" cy="120249"/>
          </a:xfrm>
          <a:prstGeom prst="rect">
            <a:avLst/>
          </a:prstGeom>
          <a:solidFill>
            <a:srgbClr val="2587C5"/>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747545"/>
            <a:ext cx="37011" cy="120249"/>
          </a:xfrm>
          <a:prstGeom prst="rect">
            <a:avLst/>
          </a:prstGeom>
          <a:solidFill>
            <a:srgbClr val="2587C5"/>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4008956"/>
            <a:ext cx="37011" cy="120249"/>
          </a:xfrm>
          <a:prstGeom prst="rect">
            <a:avLst/>
          </a:prstGeom>
          <a:solidFill>
            <a:srgbClr val="2587C5"/>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270366"/>
            <a:ext cx="37011" cy="120249"/>
          </a:xfrm>
          <a:prstGeom prst="rect">
            <a:avLst/>
          </a:prstGeom>
          <a:solidFill>
            <a:srgbClr val="2587C5"/>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531777"/>
            <a:ext cx="37011" cy="120249"/>
          </a:xfrm>
          <a:prstGeom prst="rect">
            <a:avLst/>
          </a:prstGeom>
          <a:solidFill>
            <a:srgbClr val="2587C5"/>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793188"/>
            <a:ext cx="37011" cy="120249"/>
          </a:xfrm>
          <a:prstGeom prst="rect">
            <a:avLst/>
          </a:prstGeom>
          <a:solidFill>
            <a:srgbClr val="2587C5"/>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5054599"/>
            <a:ext cx="37011" cy="120249"/>
          </a:xfrm>
          <a:prstGeom prst="rect">
            <a:avLst/>
          </a:prstGeom>
          <a:solidFill>
            <a:srgbClr val="2587C5"/>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316010"/>
            <a:ext cx="37011" cy="120249"/>
          </a:xfrm>
          <a:prstGeom prst="rect">
            <a:avLst/>
          </a:prstGeom>
          <a:solidFill>
            <a:srgbClr val="2587C5"/>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577420"/>
            <a:ext cx="37011" cy="120249"/>
          </a:xfrm>
          <a:prstGeom prst="rect">
            <a:avLst/>
          </a:prstGeom>
          <a:solidFill>
            <a:srgbClr val="2587C5"/>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838831"/>
            <a:ext cx="37011" cy="120249"/>
          </a:xfrm>
          <a:prstGeom prst="rect">
            <a:avLst/>
          </a:prstGeom>
          <a:solidFill>
            <a:srgbClr val="2587C5"/>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6100242"/>
            <a:ext cx="37011" cy="120249"/>
          </a:xfrm>
          <a:prstGeom prst="rect">
            <a:avLst/>
          </a:prstGeom>
          <a:solidFill>
            <a:srgbClr val="2587C5"/>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7669"/>
            <a:ext cx="37011" cy="120249"/>
          </a:xfrm>
          <a:prstGeom prst="rect">
            <a:avLst/>
          </a:prstGeom>
          <a:solidFill>
            <a:srgbClr val="2587C5"/>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79080"/>
            <a:ext cx="37011" cy="120249"/>
          </a:xfrm>
          <a:prstGeom prst="rect">
            <a:avLst/>
          </a:prstGeom>
          <a:solidFill>
            <a:srgbClr val="2587C5"/>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440491"/>
            <a:ext cx="74023" cy="120249"/>
          </a:xfrm>
          <a:prstGeom prst="rect">
            <a:avLst/>
          </a:prstGeom>
          <a:solidFill>
            <a:srgbClr val="2587C5"/>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701901"/>
            <a:ext cx="74023" cy="120249"/>
          </a:xfrm>
          <a:prstGeom prst="rect">
            <a:avLst/>
          </a:prstGeom>
          <a:solidFill>
            <a:srgbClr val="2587C5"/>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963312"/>
            <a:ext cx="111034" cy="120249"/>
          </a:xfrm>
          <a:prstGeom prst="rect">
            <a:avLst/>
          </a:prstGeom>
          <a:solidFill>
            <a:srgbClr val="2587C5"/>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224723"/>
            <a:ext cx="111034" cy="120249"/>
          </a:xfrm>
          <a:prstGeom prst="rect">
            <a:avLst/>
          </a:prstGeom>
          <a:solidFill>
            <a:srgbClr val="2587C5"/>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486134"/>
            <a:ext cx="111034" cy="120249"/>
          </a:xfrm>
          <a:prstGeom prst="rect">
            <a:avLst/>
          </a:prstGeom>
          <a:solidFill>
            <a:srgbClr val="2587C5"/>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747545"/>
            <a:ext cx="148046" cy="120249"/>
          </a:xfrm>
          <a:prstGeom prst="rect">
            <a:avLst/>
          </a:prstGeom>
          <a:solidFill>
            <a:srgbClr val="2587C5"/>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4008956"/>
            <a:ext cx="148046" cy="120249"/>
          </a:xfrm>
          <a:prstGeom prst="rect">
            <a:avLst/>
          </a:prstGeom>
          <a:solidFill>
            <a:srgbClr val="2587C5"/>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270366"/>
            <a:ext cx="222069" cy="120249"/>
          </a:xfrm>
          <a:prstGeom prst="rect">
            <a:avLst/>
          </a:prstGeom>
          <a:solidFill>
            <a:srgbClr val="2587C5"/>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531777"/>
            <a:ext cx="259080" cy="120249"/>
          </a:xfrm>
          <a:prstGeom prst="rect">
            <a:avLst/>
          </a:prstGeom>
          <a:solidFill>
            <a:srgbClr val="2587C5"/>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793188"/>
            <a:ext cx="296091" cy="120249"/>
          </a:xfrm>
          <a:prstGeom prst="rect">
            <a:avLst/>
          </a:prstGeom>
          <a:solidFill>
            <a:srgbClr val="2587C5"/>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5054599"/>
            <a:ext cx="296091" cy="120249"/>
          </a:xfrm>
          <a:prstGeom prst="rect">
            <a:avLst/>
          </a:prstGeom>
          <a:solidFill>
            <a:srgbClr val="2587C5"/>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316010"/>
            <a:ext cx="333103" cy="120249"/>
          </a:xfrm>
          <a:prstGeom prst="rect">
            <a:avLst/>
          </a:prstGeom>
          <a:solidFill>
            <a:srgbClr val="2587C5"/>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577420"/>
            <a:ext cx="444137" cy="120249"/>
          </a:xfrm>
          <a:prstGeom prst="rect">
            <a:avLst/>
          </a:prstGeom>
          <a:solidFill>
            <a:srgbClr val="2587C5"/>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838831"/>
            <a:ext cx="777240" cy="120249"/>
          </a:xfrm>
          <a:prstGeom prst="rect">
            <a:avLst/>
          </a:prstGeom>
          <a:solidFill>
            <a:srgbClr val="2587C5"/>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73852"/>
            <a:ext cx="1337457"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435262"/>
            <a:ext cx="1317240"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96673"/>
            <a:ext cx="1308608"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958084"/>
            <a:ext cx="1219968"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219495"/>
            <a:ext cx="1158109"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480906"/>
            <a:ext cx="1151261"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742316"/>
            <a:ext cx="1121653"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4003727"/>
            <a:ext cx="1097901"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265138"/>
            <a:ext cx="1075517"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526549"/>
            <a:ext cx="1053034" cy="130705"/>
          </a:xfrm>
          <a:prstGeom prst="rect">
            <a:avLst/>
          </a:prstGeom>
          <a:solidFill>
            <a:srgbClr val="12A566"/>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787960"/>
            <a:ext cx="1028227" cy="130705"/>
          </a:xfrm>
          <a:prstGeom prst="rect">
            <a:avLst/>
          </a:prstGeom>
          <a:solidFill>
            <a:srgbClr val="12A566"/>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5049371"/>
            <a:ext cx="1022027" cy="130705"/>
          </a:xfrm>
          <a:prstGeom prst="rect">
            <a:avLst/>
          </a:prstGeom>
          <a:solidFill>
            <a:srgbClr val="12A566"/>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310781"/>
            <a:ext cx="958239" cy="130705"/>
          </a:xfrm>
          <a:prstGeom prst="rect">
            <a:avLst/>
          </a:prstGeom>
          <a:solidFill>
            <a:srgbClr val="C2352F"/>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572192"/>
            <a:ext cx="928293" cy="130705"/>
          </a:xfrm>
          <a:prstGeom prst="rect">
            <a:avLst/>
          </a:prstGeom>
          <a:solidFill>
            <a:srgbClr val="C2352F"/>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833603"/>
            <a:ext cx="928044" cy="130705"/>
          </a:xfrm>
          <a:prstGeom prst="rect">
            <a:avLst/>
          </a:prstGeom>
          <a:solidFill>
            <a:srgbClr val="C2352F"/>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6095014"/>
            <a:ext cx="901400" cy="130705"/>
          </a:xfrm>
          <a:prstGeom prst="rect">
            <a:avLst/>
          </a:prstGeom>
          <a:solidFill>
            <a:srgbClr val="C2352F"/>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12441"/>
            <a:ext cx="891506" cy="130705"/>
          </a:xfrm>
          <a:prstGeom prst="rect">
            <a:avLst/>
          </a:prstGeom>
          <a:solidFill>
            <a:srgbClr val="C2352F"/>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73852"/>
            <a:ext cx="872721" cy="130705"/>
          </a:xfrm>
          <a:prstGeom prst="rect">
            <a:avLst/>
          </a:prstGeom>
          <a:solidFill>
            <a:srgbClr val="C2352F"/>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435262"/>
            <a:ext cx="868263"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96673"/>
            <a:ext cx="865684"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958084"/>
            <a:ext cx="862196"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219495"/>
            <a:ext cx="838650"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480906"/>
            <a:ext cx="832186"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742316"/>
            <a:ext cx="802409"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4003727"/>
            <a:ext cx="796340"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265138"/>
            <a:ext cx="790518"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526549"/>
            <a:ext cx="778288"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787960"/>
            <a:ext cx="749257"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5049371"/>
            <a:ext cx="717653"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310781"/>
            <a:ext cx="712241"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572192"/>
            <a:ext cx="684854"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833603"/>
            <a:ext cx="659710"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443984"/>
          </a:xfrm>
          <a:prstGeom prst="rect">
            <a:avLst/>
          </a:prstGeom>
          <a:solidFill>
            <a:srgbClr val="0B2C4A"/>
          </a:solidFill>
          <a:ln/>
        </p:spPr>
      </p:sp>
      <p:sp>
        <p:nvSpPr>
          <p:cNvPr id="144" name="Shape 142"/>
          <p:cNvSpPr/>
          <p:nvPr/>
        </p:nvSpPr>
        <p:spPr>
          <a:xfrm>
            <a:off x="9533332"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7669"/>
            <a:ext cx="777240"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79080"/>
            <a:ext cx="548170"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440491"/>
            <a:ext cx="475660"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701901"/>
            <a:ext cx="450223"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963312"/>
            <a:ext cx="440887"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224723"/>
            <a:ext cx="427536"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486134"/>
            <a:ext cx="390960"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747545"/>
            <a:ext cx="330873"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4008956"/>
            <a:ext cx="319451"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270366"/>
            <a:ext cx="307782"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531777"/>
            <a:ext cx="299645"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793188"/>
            <a:ext cx="276949"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5054599"/>
            <a:ext cx="274963"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316010"/>
            <a:ext cx="236325"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577420"/>
            <a:ext cx="220225"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838831"/>
            <a:ext cx="205895"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6100242"/>
            <a:ext cx="201986"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7669"/>
            <a:ext cx="197582"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79080"/>
            <a:ext cx="184443"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440491"/>
            <a:ext cx="173399" cy="120249"/>
          </a:xfrm>
          <a:prstGeom prst="rect">
            <a:avLst/>
          </a:prstGeom>
          <a:solidFill>
            <a:srgbClr val="12A566"/>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701901"/>
            <a:ext cx="172997" cy="120249"/>
          </a:xfrm>
          <a:prstGeom prst="rect">
            <a:avLst/>
          </a:prstGeom>
          <a:solidFill>
            <a:srgbClr val="12A566"/>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963312"/>
            <a:ext cx="172188" cy="120249"/>
          </a:xfrm>
          <a:prstGeom prst="rect">
            <a:avLst/>
          </a:prstGeom>
          <a:solidFill>
            <a:srgbClr val="12A566"/>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224723"/>
            <a:ext cx="164612" cy="120249"/>
          </a:xfrm>
          <a:prstGeom prst="rect">
            <a:avLst/>
          </a:prstGeom>
          <a:solidFill>
            <a:srgbClr val="12A566"/>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486134"/>
            <a:ext cx="136163" cy="120249"/>
          </a:xfrm>
          <a:prstGeom prst="rect">
            <a:avLst/>
          </a:prstGeom>
          <a:solidFill>
            <a:srgbClr val="12A566"/>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747545"/>
            <a:ext cx="126601" cy="120249"/>
          </a:xfrm>
          <a:prstGeom prst="rect">
            <a:avLst/>
          </a:prstGeom>
          <a:solidFill>
            <a:srgbClr val="12A566"/>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4008956"/>
            <a:ext cx="78291" cy="120249"/>
          </a:xfrm>
          <a:prstGeom prst="rect">
            <a:avLst/>
          </a:prstGeom>
          <a:solidFill>
            <a:srgbClr val="12A566"/>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270366"/>
            <a:ext cx="34218" cy="120249"/>
          </a:xfrm>
          <a:prstGeom prst="rect">
            <a:avLst/>
          </a:prstGeom>
          <a:solidFill>
            <a:srgbClr val="12A566"/>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531777"/>
            <a:ext cx="12802"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793188"/>
            <a:ext cx="22705"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5054599"/>
            <a:ext cx="77328"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316010"/>
            <a:ext cx="94400"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577420"/>
            <a:ext cx="229963"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838831"/>
            <a:ext cx="246546"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968142"/>
            <a:ext cx="64008" cy="755294"/>
          </a:xfrm>
          <a:prstGeom prst="rect">
            <a:avLst/>
          </a:prstGeom>
          <a:solidFill>
            <a:srgbClr val="12A566"/>
          </a:solidFill>
          <a:ln/>
        </p:spPr>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January through September 2026, year to date.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sold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73852"/>
            <a:ext cx="1663031"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435262"/>
            <a:ext cx="1503694"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96673"/>
            <a:ext cx="1493335"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958084"/>
            <a:ext cx="1488550"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219495"/>
            <a:ext cx="1465805"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480906"/>
            <a:ext cx="1423787"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742316"/>
            <a:ext cx="1394590"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4003727"/>
            <a:ext cx="1387136"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265138"/>
            <a:ext cx="1366169"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526549"/>
            <a:ext cx="1345338" cy="130705"/>
          </a:xfrm>
          <a:prstGeom prst="rect">
            <a:avLst/>
          </a:prstGeom>
          <a:solidFill>
            <a:srgbClr val="12A566"/>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787960"/>
            <a:ext cx="1328569" cy="130705"/>
          </a:xfrm>
          <a:prstGeom prst="rect">
            <a:avLst/>
          </a:prstGeom>
          <a:solidFill>
            <a:srgbClr val="12A566"/>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5049371"/>
            <a:ext cx="1259696" cy="130705"/>
          </a:xfrm>
          <a:prstGeom prst="rect">
            <a:avLst/>
          </a:prstGeom>
          <a:solidFill>
            <a:srgbClr val="12A566"/>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310781"/>
            <a:ext cx="1227504" cy="130705"/>
          </a:xfrm>
          <a:prstGeom prst="rect">
            <a:avLst/>
          </a:prstGeom>
          <a:solidFill>
            <a:srgbClr val="12A566"/>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572192"/>
            <a:ext cx="1183546" cy="130705"/>
          </a:xfrm>
          <a:prstGeom prst="rect">
            <a:avLst/>
          </a:prstGeom>
          <a:solidFill>
            <a:srgbClr val="12A566"/>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833603"/>
            <a:ext cx="1125838" cy="130705"/>
          </a:xfrm>
          <a:prstGeom prst="rect">
            <a:avLst/>
          </a:prstGeom>
          <a:solidFill>
            <a:srgbClr val="12A566"/>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6095014"/>
            <a:ext cx="1103246" cy="130705"/>
          </a:xfrm>
          <a:prstGeom prst="rect">
            <a:avLst/>
          </a:prstGeom>
          <a:solidFill>
            <a:srgbClr val="12A566"/>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12441"/>
            <a:ext cx="1102256" cy="130705"/>
          </a:xfrm>
          <a:prstGeom prst="rect">
            <a:avLst/>
          </a:prstGeom>
          <a:solidFill>
            <a:srgbClr val="12A566"/>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73852"/>
            <a:ext cx="1100233" cy="130705"/>
          </a:xfrm>
          <a:prstGeom prst="rect">
            <a:avLst/>
          </a:prstGeom>
          <a:solidFill>
            <a:srgbClr val="12A566"/>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435262"/>
            <a:ext cx="1028587" cy="130705"/>
          </a:xfrm>
          <a:prstGeom prst="rect">
            <a:avLst/>
          </a:prstGeom>
          <a:solidFill>
            <a:srgbClr val="12A566"/>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96673"/>
            <a:ext cx="940185"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958084"/>
            <a:ext cx="892570"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219495"/>
            <a:ext cx="836550"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480906"/>
            <a:ext cx="830598"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742316"/>
            <a:ext cx="794181"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4003727"/>
            <a:ext cx="724094"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265138"/>
            <a:ext cx="697908"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526549"/>
            <a:ext cx="672256"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787960"/>
            <a:ext cx="647056"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5049371"/>
            <a:ext cx="625345"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310781"/>
            <a:ext cx="612255"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572192"/>
            <a:ext cx="592803"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833603"/>
            <a:ext cx="591028"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443984"/>
          </a:xfrm>
          <a:prstGeom prst="rect">
            <a:avLst/>
          </a:prstGeom>
          <a:solidFill>
            <a:srgbClr val="0B2C4A"/>
          </a:solidFill>
          <a:ln/>
        </p:spPr>
      </p:sp>
      <p:sp>
        <p:nvSpPr>
          <p:cNvPr id="144" name="Shape 142"/>
          <p:cNvSpPr/>
          <p:nvPr/>
        </p:nvSpPr>
        <p:spPr>
          <a:xfrm>
            <a:off x="9521028"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61538"/>
            <a:ext cx="594360" cy="148509"/>
          </a:xfrm>
          <a:prstGeom prst="rect">
            <a:avLst/>
          </a:prstGeom>
          <a:solidFill>
            <a:srgbClr val="C2352F"/>
          </a:solidFill>
          <a:ln/>
        </p:spPr>
      </p:sp>
      <p:sp>
        <p:nvSpPr>
          <p:cNvPr id="15" name="Text 13"/>
          <p:cNvSpPr txBox="1"/>
          <p:nvPr/>
        </p:nvSpPr>
        <p:spPr>
          <a:xfrm>
            <a:off x="3520440" y="1700784"/>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31555"/>
            <a:ext cx="423252" cy="148509"/>
          </a:xfrm>
          <a:prstGeom prst="rect">
            <a:avLst/>
          </a:prstGeom>
          <a:solidFill>
            <a:srgbClr val="C2352F"/>
          </a:solidFill>
          <a:ln/>
        </p:spPr>
      </p:sp>
      <p:sp>
        <p:nvSpPr>
          <p:cNvPr id="21" name="Text 19"/>
          <p:cNvSpPr txBox="1"/>
          <p:nvPr/>
        </p:nvSpPr>
        <p:spPr>
          <a:xfrm>
            <a:off x="3520440" y="1970801"/>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70801"/>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70801"/>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301572"/>
            <a:ext cx="383101" cy="148509"/>
          </a:xfrm>
          <a:prstGeom prst="rect">
            <a:avLst/>
          </a:prstGeom>
          <a:solidFill>
            <a:srgbClr val="C2352F"/>
          </a:solidFill>
          <a:ln/>
        </p:spPr>
      </p:sp>
      <p:sp>
        <p:nvSpPr>
          <p:cNvPr id="27" name="Text 25"/>
          <p:cNvSpPr txBox="1"/>
          <p:nvPr/>
        </p:nvSpPr>
        <p:spPr>
          <a:xfrm>
            <a:off x="3520440" y="2240818"/>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240818"/>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240818"/>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71589"/>
            <a:ext cx="377643" cy="148509"/>
          </a:xfrm>
          <a:prstGeom prst="rect">
            <a:avLst/>
          </a:prstGeom>
          <a:solidFill>
            <a:srgbClr val="C2352F"/>
          </a:solidFill>
          <a:ln/>
        </p:spPr>
      </p:sp>
      <p:sp>
        <p:nvSpPr>
          <p:cNvPr id="33" name="Text 31"/>
          <p:cNvSpPr txBox="1"/>
          <p:nvPr/>
        </p:nvSpPr>
        <p:spPr>
          <a:xfrm>
            <a:off x="3520440" y="2510835"/>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510835"/>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510835"/>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841606"/>
            <a:ext cx="332905" cy="148509"/>
          </a:xfrm>
          <a:prstGeom prst="rect">
            <a:avLst/>
          </a:prstGeom>
          <a:solidFill>
            <a:srgbClr val="C2352F"/>
          </a:solidFill>
          <a:ln/>
        </p:spPr>
      </p:sp>
      <p:sp>
        <p:nvSpPr>
          <p:cNvPr id="39" name="Text 37"/>
          <p:cNvSpPr txBox="1"/>
          <p:nvPr/>
        </p:nvSpPr>
        <p:spPr>
          <a:xfrm>
            <a:off x="3520440" y="2780852"/>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780852"/>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780852"/>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3111623"/>
            <a:ext cx="329038" cy="148509"/>
          </a:xfrm>
          <a:prstGeom prst="rect">
            <a:avLst/>
          </a:prstGeom>
          <a:solidFill>
            <a:srgbClr val="C2352F"/>
          </a:solidFill>
          <a:ln/>
        </p:spPr>
      </p:sp>
      <p:sp>
        <p:nvSpPr>
          <p:cNvPr id="45" name="Text 43"/>
          <p:cNvSpPr txBox="1"/>
          <p:nvPr/>
        </p:nvSpPr>
        <p:spPr>
          <a:xfrm>
            <a:off x="3520440" y="3050869"/>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3050869"/>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3050869"/>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381639"/>
            <a:ext cx="291475" cy="148509"/>
          </a:xfrm>
          <a:prstGeom prst="rect">
            <a:avLst/>
          </a:prstGeom>
          <a:solidFill>
            <a:srgbClr val="C2352F"/>
          </a:solidFill>
          <a:ln/>
        </p:spPr>
      </p:sp>
      <p:sp>
        <p:nvSpPr>
          <p:cNvPr id="51" name="Text 49"/>
          <p:cNvSpPr txBox="1"/>
          <p:nvPr/>
        </p:nvSpPr>
        <p:spPr>
          <a:xfrm>
            <a:off x="3520440" y="3320886"/>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320886"/>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320886"/>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651656"/>
            <a:ext cx="288910" cy="148509"/>
          </a:xfrm>
          <a:prstGeom prst="rect">
            <a:avLst/>
          </a:prstGeom>
          <a:solidFill>
            <a:srgbClr val="C2352F"/>
          </a:solidFill>
          <a:ln/>
        </p:spPr>
      </p:sp>
      <p:sp>
        <p:nvSpPr>
          <p:cNvPr id="57" name="Text 55"/>
          <p:cNvSpPr txBox="1"/>
          <p:nvPr/>
        </p:nvSpPr>
        <p:spPr>
          <a:xfrm>
            <a:off x="3520440" y="3590903"/>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590903"/>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590903"/>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921673"/>
            <a:ext cx="286162" cy="148509"/>
          </a:xfrm>
          <a:prstGeom prst="rect">
            <a:avLst/>
          </a:prstGeom>
          <a:solidFill>
            <a:srgbClr val="C2352F"/>
          </a:solidFill>
          <a:ln/>
        </p:spPr>
      </p:sp>
      <p:sp>
        <p:nvSpPr>
          <p:cNvPr id="63" name="Text 61"/>
          <p:cNvSpPr txBox="1"/>
          <p:nvPr/>
        </p:nvSpPr>
        <p:spPr>
          <a:xfrm>
            <a:off x="3520440" y="3860920"/>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860920"/>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860920"/>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280027" cy="148509"/>
          </a:xfrm>
          <a:prstGeom prst="rect">
            <a:avLst/>
          </a:prstGeom>
          <a:solidFill>
            <a:srgbClr val="C2352F"/>
          </a:solidFill>
          <a:ln/>
        </p:spPr>
      </p:sp>
      <p:sp>
        <p:nvSpPr>
          <p:cNvPr id="69" name="Text 67"/>
          <p:cNvSpPr txBox="1"/>
          <p:nvPr/>
        </p:nvSpPr>
        <p:spPr>
          <a:xfrm>
            <a:off x="3520440" y="4130936"/>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4130936"/>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4130936"/>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461707"/>
            <a:ext cx="264542" cy="148509"/>
          </a:xfrm>
          <a:prstGeom prst="rect">
            <a:avLst/>
          </a:prstGeom>
          <a:solidFill>
            <a:srgbClr val="C2352F"/>
          </a:solidFill>
          <a:ln/>
        </p:spPr>
      </p:sp>
      <p:sp>
        <p:nvSpPr>
          <p:cNvPr id="75" name="Text 73"/>
          <p:cNvSpPr txBox="1"/>
          <p:nvPr/>
        </p:nvSpPr>
        <p:spPr>
          <a:xfrm>
            <a:off x="3520440" y="4400953"/>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400953"/>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400953"/>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731724"/>
            <a:ext cx="238147" cy="148509"/>
          </a:xfrm>
          <a:prstGeom prst="rect">
            <a:avLst/>
          </a:prstGeom>
          <a:solidFill>
            <a:srgbClr val="C2352F"/>
          </a:solidFill>
          <a:ln/>
        </p:spPr>
      </p:sp>
      <p:sp>
        <p:nvSpPr>
          <p:cNvPr id="81" name="Text 79"/>
          <p:cNvSpPr txBox="1"/>
          <p:nvPr/>
        </p:nvSpPr>
        <p:spPr>
          <a:xfrm>
            <a:off x="3520440" y="4670970"/>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670970"/>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670970"/>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5001741"/>
            <a:ext cx="233408" cy="148509"/>
          </a:xfrm>
          <a:prstGeom prst="rect">
            <a:avLst/>
          </a:prstGeom>
          <a:solidFill>
            <a:srgbClr val="C2352F"/>
          </a:solidFill>
          <a:ln/>
        </p:spPr>
      </p:sp>
      <p:sp>
        <p:nvSpPr>
          <p:cNvPr id="87" name="Text 85"/>
          <p:cNvSpPr txBox="1"/>
          <p:nvPr/>
        </p:nvSpPr>
        <p:spPr>
          <a:xfrm>
            <a:off x="3520440" y="4940987"/>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940987"/>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940987"/>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5271758"/>
            <a:ext cx="217057" cy="148509"/>
          </a:xfrm>
          <a:prstGeom prst="rect">
            <a:avLst/>
          </a:prstGeom>
          <a:solidFill>
            <a:srgbClr val="C2352F"/>
          </a:solidFill>
          <a:ln/>
        </p:spPr>
      </p:sp>
      <p:sp>
        <p:nvSpPr>
          <p:cNvPr id="93" name="Text 91"/>
          <p:cNvSpPr txBox="1"/>
          <p:nvPr/>
        </p:nvSpPr>
        <p:spPr>
          <a:xfrm>
            <a:off x="3520440" y="5211004"/>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5211004"/>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5211004"/>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541775"/>
            <a:ext cx="180426" cy="148509"/>
          </a:xfrm>
          <a:prstGeom prst="rect">
            <a:avLst/>
          </a:prstGeom>
          <a:solidFill>
            <a:srgbClr val="C2352F"/>
          </a:solidFill>
          <a:ln/>
        </p:spPr>
      </p:sp>
      <p:sp>
        <p:nvSpPr>
          <p:cNvPr id="99" name="Text 97"/>
          <p:cNvSpPr txBox="1"/>
          <p:nvPr/>
        </p:nvSpPr>
        <p:spPr>
          <a:xfrm>
            <a:off x="3520440" y="5481021"/>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481021"/>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481021"/>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811792"/>
            <a:ext cx="164601" cy="148509"/>
          </a:xfrm>
          <a:prstGeom prst="rect">
            <a:avLst/>
          </a:prstGeom>
          <a:solidFill>
            <a:srgbClr val="C2352F"/>
          </a:solidFill>
          <a:ln/>
        </p:spPr>
      </p:sp>
      <p:sp>
        <p:nvSpPr>
          <p:cNvPr id="105" name="Text 103"/>
          <p:cNvSpPr txBox="1"/>
          <p:nvPr/>
        </p:nvSpPr>
        <p:spPr>
          <a:xfrm>
            <a:off x="3520440" y="5751038"/>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751038"/>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751038"/>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6081809"/>
            <a:ext cx="159807" cy="148509"/>
          </a:xfrm>
          <a:prstGeom prst="rect">
            <a:avLst/>
          </a:prstGeom>
          <a:solidFill>
            <a:srgbClr val="C2352F"/>
          </a:solidFill>
          <a:ln/>
        </p:spPr>
      </p:sp>
      <p:sp>
        <p:nvSpPr>
          <p:cNvPr id="111" name="Text 109"/>
          <p:cNvSpPr txBox="1"/>
          <p:nvPr/>
        </p:nvSpPr>
        <p:spPr>
          <a:xfrm>
            <a:off x="3520440" y="6021055"/>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6021055"/>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6021055"/>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61538"/>
            <a:ext cx="148734" cy="148509"/>
          </a:xfrm>
          <a:prstGeom prst="rect">
            <a:avLst/>
          </a:prstGeom>
          <a:solidFill>
            <a:srgbClr val="C2352F"/>
          </a:solidFill>
          <a:ln/>
        </p:spPr>
      </p:sp>
      <p:sp>
        <p:nvSpPr>
          <p:cNvPr id="117" name="Text 115"/>
          <p:cNvSpPr txBox="1"/>
          <p:nvPr/>
        </p:nvSpPr>
        <p:spPr>
          <a:xfrm>
            <a:off x="9070848" y="1700784"/>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31555"/>
            <a:ext cx="129329" cy="148509"/>
          </a:xfrm>
          <a:prstGeom prst="rect">
            <a:avLst/>
          </a:prstGeom>
          <a:solidFill>
            <a:srgbClr val="C2352F"/>
          </a:solidFill>
          <a:ln/>
        </p:spPr>
      </p:sp>
      <p:sp>
        <p:nvSpPr>
          <p:cNvPr id="123" name="Text 121"/>
          <p:cNvSpPr txBox="1"/>
          <p:nvPr/>
        </p:nvSpPr>
        <p:spPr>
          <a:xfrm>
            <a:off x="9070848" y="1970801"/>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70801"/>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70801"/>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9109" cy="148509"/>
          </a:xfrm>
          <a:prstGeom prst="rect">
            <a:avLst/>
          </a:prstGeom>
          <a:solidFill>
            <a:srgbClr val="C2352F"/>
          </a:solidFill>
          <a:ln/>
        </p:spPr>
      </p:sp>
      <p:sp>
        <p:nvSpPr>
          <p:cNvPr id="129" name="Text 127"/>
          <p:cNvSpPr txBox="1"/>
          <p:nvPr/>
        </p:nvSpPr>
        <p:spPr>
          <a:xfrm>
            <a:off x="9070848" y="2240818"/>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240818"/>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240818"/>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71589"/>
            <a:ext cx="92701" cy="148509"/>
          </a:xfrm>
          <a:prstGeom prst="rect">
            <a:avLst/>
          </a:prstGeom>
          <a:solidFill>
            <a:srgbClr val="C2352F"/>
          </a:solidFill>
          <a:ln/>
        </p:spPr>
      </p:sp>
      <p:sp>
        <p:nvSpPr>
          <p:cNvPr id="135" name="Text 133"/>
          <p:cNvSpPr txBox="1"/>
          <p:nvPr/>
        </p:nvSpPr>
        <p:spPr>
          <a:xfrm>
            <a:off x="9070848" y="2510835"/>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510835"/>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510835"/>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841606"/>
            <a:ext cx="89382" cy="148509"/>
          </a:xfrm>
          <a:prstGeom prst="rect">
            <a:avLst/>
          </a:prstGeom>
          <a:solidFill>
            <a:srgbClr val="C2352F"/>
          </a:solidFill>
          <a:ln/>
        </p:spPr>
      </p:sp>
      <p:sp>
        <p:nvSpPr>
          <p:cNvPr id="141" name="Text 139"/>
          <p:cNvSpPr txBox="1"/>
          <p:nvPr/>
        </p:nvSpPr>
        <p:spPr>
          <a:xfrm>
            <a:off x="9070848" y="2780852"/>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780852"/>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780852"/>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3111623"/>
            <a:ext cx="83365" cy="148509"/>
          </a:xfrm>
          <a:prstGeom prst="rect">
            <a:avLst/>
          </a:prstGeom>
          <a:solidFill>
            <a:srgbClr val="C2352F"/>
          </a:solidFill>
          <a:ln/>
        </p:spPr>
      </p:sp>
      <p:sp>
        <p:nvSpPr>
          <p:cNvPr id="147" name="Text 145"/>
          <p:cNvSpPr txBox="1"/>
          <p:nvPr/>
        </p:nvSpPr>
        <p:spPr>
          <a:xfrm>
            <a:off x="9070848" y="3050869"/>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3050869"/>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3050869"/>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381639"/>
            <a:ext cx="78085" cy="148509"/>
          </a:xfrm>
          <a:prstGeom prst="rect">
            <a:avLst/>
          </a:prstGeom>
          <a:solidFill>
            <a:srgbClr val="C2352F"/>
          </a:solidFill>
          <a:ln/>
        </p:spPr>
      </p:sp>
      <p:sp>
        <p:nvSpPr>
          <p:cNvPr id="153" name="Text 151"/>
          <p:cNvSpPr txBox="1"/>
          <p:nvPr/>
        </p:nvSpPr>
        <p:spPr>
          <a:xfrm>
            <a:off x="9070848" y="3320886"/>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320886"/>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320886"/>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651656"/>
            <a:ext cx="77498" cy="148509"/>
          </a:xfrm>
          <a:prstGeom prst="rect">
            <a:avLst/>
          </a:prstGeom>
          <a:solidFill>
            <a:srgbClr val="C2352F"/>
          </a:solidFill>
          <a:ln/>
        </p:spPr>
      </p:sp>
      <p:sp>
        <p:nvSpPr>
          <p:cNvPr id="159" name="Text 157"/>
          <p:cNvSpPr txBox="1"/>
          <p:nvPr/>
        </p:nvSpPr>
        <p:spPr>
          <a:xfrm>
            <a:off x="9070848" y="3590903"/>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590903"/>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590903"/>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921673"/>
            <a:ext cx="75663" cy="148509"/>
          </a:xfrm>
          <a:prstGeom prst="rect">
            <a:avLst/>
          </a:prstGeom>
          <a:solidFill>
            <a:srgbClr val="C2352F"/>
          </a:solidFill>
          <a:ln/>
        </p:spPr>
      </p:sp>
      <p:sp>
        <p:nvSpPr>
          <p:cNvPr id="165" name="Text 163"/>
          <p:cNvSpPr txBox="1"/>
          <p:nvPr/>
        </p:nvSpPr>
        <p:spPr>
          <a:xfrm>
            <a:off x="9070848" y="3860920"/>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860920"/>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860920"/>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4191690"/>
            <a:ext cx="56358" cy="148509"/>
          </a:xfrm>
          <a:prstGeom prst="rect">
            <a:avLst/>
          </a:prstGeom>
          <a:solidFill>
            <a:srgbClr val="C2352F"/>
          </a:solidFill>
          <a:ln/>
        </p:spPr>
      </p:sp>
      <p:sp>
        <p:nvSpPr>
          <p:cNvPr id="171" name="Text 169"/>
          <p:cNvSpPr txBox="1"/>
          <p:nvPr/>
        </p:nvSpPr>
        <p:spPr>
          <a:xfrm>
            <a:off x="9070848" y="4130936"/>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4130936"/>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4130936"/>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461707"/>
            <a:ext cx="48801" cy="148509"/>
          </a:xfrm>
          <a:prstGeom prst="rect">
            <a:avLst/>
          </a:prstGeom>
          <a:solidFill>
            <a:srgbClr val="C2352F"/>
          </a:solidFill>
          <a:ln/>
        </p:spPr>
      </p:sp>
      <p:sp>
        <p:nvSpPr>
          <p:cNvPr id="177" name="Text 175"/>
          <p:cNvSpPr txBox="1"/>
          <p:nvPr/>
        </p:nvSpPr>
        <p:spPr>
          <a:xfrm>
            <a:off x="9070848" y="4400953"/>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400953"/>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400953"/>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731724"/>
            <a:ext cx="48716" cy="148509"/>
          </a:xfrm>
          <a:prstGeom prst="rect">
            <a:avLst/>
          </a:prstGeom>
          <a:solidFill>
            <a:srgbClr val="C2352F"/>
          </a:solidFill>
          <a:ln/>
        </p:spPr>
      </p:sp>
      <p:sp>
        <p:nvSpPr>
          <p:cNvPr id="183" name="Text 181"/>
          <p:cNvSpPr txBox="1"/>
          <p:nvPr/>
        </p:nvSpPr>
        <p:spPr>
          <a:xfrm>
            <a:off x="9070848" y="4670970"/>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670970"/>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670970"/>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5001741"/>
            <a:ext cx="42835" cy="148509"/>
          </a:xfrm>
          <a:prstGeom prst="rect">
            <a:avLst/>
          </a:prstGeom>
          <a:solidFill>
            <a:srgbClr val="C2352F"/>
          </a:solidFill>
          <a:ln/>
        </p:spPr>
      </p:sp>
      <p:sp>
        <p:nvSpPr>
          <p:cNvPr id="189" name="Text 187"/>
          <p:cNvSpPr txBox="1"/>
          <p:nvPr/>
        </p:nvSpPr>
        <p:spPr>
          <a:xfrm>
            <a:off x="9070848" y="4940987"/>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940987"/>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940987"/>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5271758"/>
            <a:ext cx="39448" cy="148509"/>
          </a:xfrm>
          <a:prstGeom prst="rect">
            <a:avLst/>
          </a:prstGeom>
          <a:solidFill>
            <a:srgbClr val="C2352F"/>
          </a:solidFill>
          <a:ln/>
        </p:spPr>
      </p:sp>
      <p:sp>
        <p:nvSpPr>
          <p:cNvPr id="195" name="Text 193"/>
          <p:cNvSpPr txBox="1"/>
          <p:nvPr/>
        </p:nvSpPr>
        <p:spPr>
          <a:xfrm>
            <a:off x="9070848" y="5211004"/>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5211004"/>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5211004"/>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541775"/>
            <a:ext cx="32291" cy="148509"/>
          </a:xfrm>
          <a:prstGeom prst="rect">
            <a:avLst/>
          </a:prstGeom>
          <a:solidFill>
            <a:srgbClr val="C2352F"/>
          </a:solidFill>
          <a:ln/>
        </p:spPr>
      </p:sp>
      <p:sp>
        <p:nvSpPr>
          <p:cNvPr id="201" name="Text 199"/>
          <p:cNvSpPr txBox="1"/>
          <p:nvPr/>
        </p:nvSpPr>
        <p:spPr>
          <a:xfrm>
            <a:off x="9070848" y="5481021"/>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481021"/>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481021"/>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811792"/>
            <a:ext cx="18288" cy="148509"/>
          </a:xfrm>
          <a:prstGeom prst="rect">
            <a:avLst/>
          </a:prstGeom>
          <a:solidFill>
            <a:srgbClr val="C2352F"/>
          </a:solidFill>
          <a:ln/>
        </p:spPr>
      </p:sp>
      <p:sp>
        <p:nvSpPr>
          <p:cNvPr id="207" name="Text 205"/>
          <p:cNvSpPr txBox="1"/>
          <p:nvPr/>
        </p:nvSpPr>
        <p:spPr>
          <a:xfrm>
            <a:off x="9070848" y="5751038"/>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751038"/>
            <a:ext cx="93268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751038"/>
            <a:ext cx="676656"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61538"/>
            <a:ext cx="466344" cy="148509"/>
          </a:xfrm>
          <a:prstGeom prst="rect">
            <a:avLst/>
          </a:prstGeom>
          <a:solidFill>
            <a:srgbClr val="C2352F"/>
          </a:solidFill>
          <a:ln/>
        </p:spPr>
      </p:sp>
      <p:sp>
        <p:nvSpPr>
          <p:cNvPr id="15" name="Text 13"/>
          <p:cNvSpPr txBox="1"/>
          <p:nvPr/>
        </p:nvSpPr>
        <p:spPr>
          <a:xfrm>
            <a:off x="3392424" y="1700784"/>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31555"/>
            <a:ext cx="435113" cy="148509"/>
          </a:xfrm>
          <a:prstGeom prst="rect">
            <a:avLst/>
          </a:prstGeom>
          <a:solidFill>
            <a:srgbClr val="C2352F"/>
          </a:solidFill>
          <a:ln/>
        </p:spPr>
      </p:sp>
      <p:sp>
        <p:nvSpPr>
          <p:cNvPr id="21" name="Text 19"/>
          <p:cNvSpPr txBox="1"/>
          <p:nvPr/>
        </p:nvSpPr>
        <p:spPr>
          <a:xfrm>
            <a:off x="3392424" y="1970801"/>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301572"/>
            <a:ext cx="371948" cy="148509"/>
          </a:xfrm>
          <a:prstGeom prst="rect">
            <a:avLst/>
          </a:prstGeom>
          <a:solidFill>
            <a:srgbClr val="C2352F"/>
          </a:solidFill>
          <a:ln/>
        </p:spPr>
      </p:sp>
      <p:sp>
        <p:nvSpPr>
          <p:cNvPr id="27" name="Text 25"/>
          <p:cNvSpPr txBox="1"/>
          <p:nvPr/>
        </p:nvSpPr>
        <p:spPr>
          <a:xfrm>
            <a:off x="3392424" y="2240818"/>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71589"/>
            <a:ext cx="359385" cy="148509"/>
          </a:xfrm>
          <a:prstGeom prst="rect">
            <a:avLst/>
          </a:prstGeom>
          <a:solidFill>
            <a:srgbClr val="C2352F"/>
          </a:solidFill>
          <a:ln/>
        </p:spPr>
      </p:sp>
      <p:sp>
        <p:nvSpPr>
          <p:cNvPr id="33" name="Text 31"/>
          <p:cNvSpPr txBox="1"/>
          <p:nvPr/>
        </p:nvSpPr>
        <p:spPr>
          <a:xfrm>
            <a:off x="3392424" y="2510835"/>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841606"/>
            <a:ext cx="339754" cy="148509"/>
          </a:xfrm>
          <a:prstGeom prst="rect">
            <a:avLst/>
          </a:prstGeom>
          <a:solidFill>
            <a:srgbClr val="C2352F"/>
          </a:solidFill>
          <a:ln/>
        </p:spPr>
      </p:sp>
      <p:sp>
        <p:nvSpPr>
          <p:cNvPr id="39" name="Text 37"/>
          <p:cNvSpPr txBox="1"/>
          <p:nvPr/>
        </p:nvSpPr>
        <p:spPr>
          <a:xfrm>
            <a:off x="3392424" y="2780852"/>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3111623"/>
            <a:ext cx="292285" cy="148509"/>
          </a:xfrm>
          <a:prstGeom prst="rect">
            <a:avLst/>
          </a:prstGeom>
          <a:solidFill>
            <a:srgbClr val="C2352F"/>
          </a:solidFill>
          <a:ln/>
        </p:spPr>
      </p:sp>
      <p:sp>
        <p:nvSpPr>
          <p:cNvPr id="45" name="Text 43"/>
          <p:cNvSpPr txBox="1"/>
          <p:nvPr/>
        </p:nvSpPr>
        <p:spPr>
          <a:xfrm>
            <a:off x="3392424" y="3050869"/>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381639"/>
            <a:ext cx="286413" cy="148509"/>
          </a:xfrm>
          <a:prstGeom prst="rect">
            <a:avLst/>
          </a:prstGeom>
          <a:solidFill>
            <a:srgbClr val="C2352F"/>
          </a:solidFill>
          <a:ln/>
        </p:spPr>
      </p:sp>
      <p:sp>
        <p:nvSpPr>
          <p:cNvPr id="51" name="Text 49"/>
          <p:cNvSpPr txBox="1"/>
          <p:nvPr/>
        </p:nvSpPr>
        <p:spPr>
          <a:xfrm>
            <a:off x="3392424" y="3320886"/>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651656"/>
            <a:ext cx="277524" cy="148509"/>
          </a:xfrm>
          <a:prstGeom prst="rect">
            <a:avLst/>
          </a:prstGeom>
          <a:solidFill>
            <a:srgbClr val="C2352F"/>
          </a:solidFill>
          <a:ln/>
        </p:spPr>
      </p:sp>
      <p:sp>
        <p:nvSpPr>
          <p:cNvPr id="57" name="Text 55"/>
          <p:cNvSpPr txBox="1"/>
          <p:nvPr/>
        </p:nvSpPr>
        <p:spPr>
          <a:xfrm>
            <a:off x="3392424" y="3590903"/>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921673"/>
            <a:ext cx="270873" cy="148509"/>
          </a:xfrm>
          <a:prstGeom prst="rect">
            <a:avLst/>
          </a:prstGeom>
          <a:solidFill>
            <a:srgbClr val="C2352F"/>
          </a:solidFill>
          <a:ln/>
        </p:spPr>
      </p:sp>
      <p:sp>
        <p:nvSpPr>
          <p:cNvPr id="63" name="Text 61"/>
          <p:cNvSpPr txBox="1"/>
          <p:nvPr/>
        </p:nvSpPr>
        <p:spPr>
          <a:xfrm>
            <a:off x="3392424" y="3860920"/>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4191690"/>
            <a:ext cx="217136" cy="148509"/>
          </a:xfrm>
          <a:prstGeom prst="rect">
            <a:avLst/>
          </a:prstGeom>
          <a:solidFill>
            <a:srgbClr val="C2352F"/>
          </a:solidFill>
          <a:ln/>
        </p:spPr>
      </p:sp>
      <p:sp>
        <p:nvSpPr>
          <p:cNvPr id="69" name="Text 67"/>
          <p:cNvSpPr txBox="1"/>
          <p:nvPr/>
        </p:nvSpPr>
        <p:spPr>
          <a:xfrm>
            <a:off x="3392424" y="4130936"/>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461707"/>
            <a:ext cx="210283" cy="148509"/>
          </a:xfrm>
          <a:prstGeom prst="rect">
            <a:avLst/>
          </a:prstGeom>
          <a:solidFill>
            <a:srgbClr val="C2352F"/>
          </a:solidFill>
          <a:ln/>
        </p:spPr>
      </p:sp>
      <p:sp>
        <p:nvSpPr>
          <p:cNvPr id="75" name="Text 73"/>
          <p:cNvSpPr txBox="1"/>
          <p:nvPr/>
        </p:nvSpPr>
        <p:spPr>
          <a:xfrm>
            <a:off x="3392424" y="4400953"/>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731724"/>
            <a:ext cx="199373" cy="148509"/>
          </a:xfrm>
          <a:prstGeom prst="rect">
            <a:avLst/>
          </a:prstGeom>
          <a:solidFill>
            <a:srgbClr val="C2352F"/>
          </a:solidFill>
          <a:ln/>
        </p:spPr>
      </p:sp>
      <p:sp>
        <p:nvSpPr>
          <p:cNvPr id="81" name="Text 79"/>
          <p:cNvSpPr txBox="1"/>
          <p:nvPr/>
        </p:nvSpPr>
        <p:spPr>
          <a:xfrm>
            <a:off x="3392424" y="4670970"/>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5001741"/>
            <a:ext cx="197385" cy="148509"/>
          </a:xfrm>
          <a:prstGeom prst="rect">
            <a:avLst/>
          </a:prstGeom>
          <a:solidFill>
            <a:srgbClr val="C2352F"/>
          </a:solidFill>
          <a:ln/>
        </p:spPr>
      </p:sp>
      <p:sp>
        <p:nvSpPr>
          <p:cNvPr id="87" name="Text 85"/>
          <p:cNvSpPr txBox="1"/>
          <p:nvPr/>
        </p:nvSpPr>
        <p:spPr>
          <a:xfrm>
            <a:off x="3392424" y="4940987"/>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5271758"/>
            <a:ext cx="169024" cy="148509"/>
          </a:xfrm>
          <a:prstGeom prst="rect">
            <a:avLst/>
          </a:prstGeom>
          <a:solidFill>
            <a:srgbClr val="C2352F"/>
          </a:solidFill>
          <a:ln/>
        </p:spPr>
      </p:sp>
      <p:sp>
        <p:nvSpPr>
          <p:cNvPr id="93" name="Text 91"/>
          <p:cNvSpPr txBox="1"/>
          <p:nvPr/>
        </p:nvSpPr>
        <p:spPr>
          <a:xfrm>
            <a:off x="3392424" y="5211004"/>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541775"/>
            <a:ext cx="131586" cy="148509"/>
          </a:xfrm>
          <a:prstGeom prst="rect">
            <a:avLst/>
          </a:prstGeom>
          <a:solidFill>
            <a:srgbClr val="C2352F"/>
          </a:solidFill>
          <a:ln/>
        </p:spPr>
      </p:sp>
      <p:sp>
        <p:nvSpPr>
          <p:cNvPr id="99" name="Text 97"/>
          <p:cNvSpPr txBox="1"/>
          <p:nvPr/>
        </p:nvSpPr>
        <p:spPr>
          <a:xfrm>
            <a:off x="3392424" y="5481021"/>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811792"/>
            <a:ext cx="120839" cy="148509"/>
          </a:xfrm>
          <a:prstGeom prst="rect">
            <a:avLst/>
          </a:prstGeom>
          <a:solidFill>
            <a:srgbClr val="C2352F"/>
          </a:solidFill>
          <a:ln/>
        </p:spPr>
      </p:sp>
      <p:sp>
        <p:nvSpPr>
          <p:cNvPr id="105" name="Text 103"/>
          <p:cNvSpPr txBox="1"/>
          <p:nvPr/>
        </p:nvSpPr>
        <p:spPr>
          <a:xfrm>
            <a:off x="3392424" y="5751038"/>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6081809"/>
            <a:ext cx="116857" cy="148509"/>
          </a:xfrm>
          <a:prstGeom prst="rect">
            <a:avLst/>
          </a:prstGeom>
          <a:solidFill>
            <a:srgbClr val="C2352F"/>
          </a:solidFill>
          <a:ln/>
        </p:spPr>
      </p:sp>
      <p:sp>
        <p:nvSpPr>
          <p:cNvPr id="111" name="Text 109"/>
          <p:cNvSpPr txBox="1"/>
          <p:nvPr/>
        </p:nvSpPr>
        <p:spPr>
          <a:xfrm>
            <a:off x="3392424" y="6021055"/>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602105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602105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61538"/>
            <a:ext cx="116484" cy="148509"/>
          </a:xfrm>
          <a:prstGeom prst="rect">
            <a:avLst/>
          </a:prstGeom>
          <a:solidFill>
            <a:srgbClr val="C2352F"/>
          </a:solidFill>
          <a:ln/>
        </p:spPr>
      </p:sp>
      <p:sp>
        <p:nvSpPr>
          <p:cNvPr id="117" name="Text 115"/>
          <p:cNvSpPr txBox="1"/>
          <p:nvPr/>
        </p:nvSpPr>
        <p:spPr>
          <a:xfrm>
            <a:off x="8942832" y="1700784"/>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31555"/>
            <a:ext cx="115541" cy="148509"/>
          </a:xfrm>
          <a:prstGeom prst="rect">
            <a:avLst/>
          </a:prstGeom>
          <a:solidFill>
            <a:srgbClr val="C2352F"/>
          </a:solidFill>
          <a:ln/>
        </p:spPr>
      </p:sp>
      <p:sp>
        <p:nvSpPr>
          <p:cNvPr id="123" name="Text 121"/>
          <p:cNvSpPr txBox="1"/>
          <p:nvPr/>
        </p:nvSpPr>
        <p:spPr>
          <a:xfrm>
            <a:off x="8942832" y="1970801"/>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301572"/>
            <a:ext cx="111161" cy="148509"/>
          </a:xfrm>
          <a:prstGeom prst="rect">
            <a:avLst/>
          </a:prstGeom>
          <a:solidFill>
            <a:srgbClr val="C2352F"/>
          </a:solidFill>
          <a:ln/>
        </p:spPr>
      </p:sp>
      <p:sp>
        <p:nvSpPr>
          <p:cNvPr id="129" name="Text 127"/>
          <p:cNvSpPr txBox="1"/>
          <p:nvPr/>
        </p:nvSpPr>
        <p:spPr>
          <a:xfrm>
            <a:off x="8942832" y="2240818"/>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84754" cy="148509"/>
          </a:xfrm>
          <a:prstGeom prst="rect">
            <a:avLst/>
          </a:prstGeom>
          <a:solidFill>
            <a:srgbClr val="C2352F"/>
          </a:solidFill>
          <a:ln/>
        </p:spPr>
      </p:sp>
      <p:sp>
        <p:nvSpPr>
          <p:cNvPr id="135" name="Text 133"/>
          <p:cNvSpPr txBox="1"/>
          <p:nvPr/>
        </p:nvSpPr>
        <p:spPr>
          <a:xfrm>
            <a:off x="8942832" y="2510835"/>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841606"/>
            <a:ext cx="75701" cy="148509"/>
          </a:xfrm>
          <a:prstGeom prst="rect">
            <a:avLst/>
          </a:prstGeom>
          <a:solidFill>
            <a:srgbClr val="C2352F"/>
          </a:solidFill>
          <a:ln/>
        </p:spPr>
      </p:sp>
      <p:sp>
        <p:nvSpPr>
          <p:cNvPr id="141" name="Text 139"/>
          <p:cNvSpPr txBox="1"/>
          <p:nvPr/>
        </p:nvSpPr>
        <p:spPr>
          <a:xfrm>
            <a:off x="8942832" y="2780852"/>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3111623"/>
            <a:ext cx="69750" cy="148509"/>
          </a:xfrm>
          <a:prstGeom prst="rect">
            <a:avLst/>
          </a:prstGeom>
          <a:solidFill>
            <a:srgbClr val="C2352F"/>
          </a:solidFill>
          <a:ln/>
        </p:spPr>
      </p:sp>
      <p:sp>
        <p:nvSpPr>
          <p:cNvPr id="147" name="Text 145"/>
          <p:cNvSpPr txBox="1"/>
          <p:nvPr/>
        </p:nvSpPr>
        <p:spPr>
          <a:xfrm>
            <a:off x="8942832" y="3050869"/>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381639"/>
            <a:ext cx="61333" cy="148509"/>
          </a:xfrm>
          <a:prstGeom prst="rect">
            <a:avLst/>
          </a:prstGeom>
          <a:solidFill>
            <a:srgbClr val="C2352F"/>
          </a:solidFill>
          <a:ln/>
        </p:spPr>
      </p:sp>
      <p:sp>
        <p:nvSpPr>
          <p:cNvPr id="153" name="Text 151"/>
          <p:cNvSpPr txBox="1"/>
          <p:nvPr/>
        </p:nvSpPr>
        <p:spPr>
          <a:xfrm>
            <a:off x="8942832" y="3320886"/>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651656"/>
            <a:ext cx="59486" cy="148509"/>
          </a:xfrm>
          <a:prstGeom prst="rect">
            <a:avLst/>
          </a:prstGeom>
          <a:solidFill>
            <a:srgbClr val="C2352F"/>
          </a:solidFill>
          <a:ln/>
        </p:spPr>
      </p:sp>
      <p:sp>
        <p:nvSpPr>
          <p:cNvPr id="159" name="Text 157"/>
          <p:cNvSpPr txBox="1"/>
          <p:nvPr/>
        </p:nvSpPr>
        <p:spPr>
          <a:xfrm>
            <a:off x="8942832" y="3590903"/>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921673"/>
            <a:ext cx="58291" cy="148509"/>
          </a:xfrm>
          <a:prstGeom prst="rect">
            <a:avLst/>
          </a:prstGeom>
          <a:solidFill>
            <a:srgbClr val="C2352F"/>
          </a:solidFill>
          <a:ln/>
        </p:spPr>
      </p:sp>
      <p:sp>
        <p:nvSpPr>
          <p:cNvPr id="165" name="Text 163"/>
          <p:cNvSpPr txBox="1"/>
          <p:nvPr/>
        </p:nvSpPr>
        <p:spPr>
          <a:xfrm>
            <a:off x="8942832" y="3860920"/>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4191690"/>
            <a:ext cx="42032" cy="148509"/>
          </a:xfrm>
          <a:prstGeom prst="rect">
            <a:avLst/>
          </a:prstGeom>
          <a:solidFill>
            <a:srgbClr val="C2352F"/>
          </a:solidFill>
          <a:ln/>
        </p:spPr>
      </p:sp>
      <p:sp>
        <p:nvSpPr>
          <p:cNvPr id="171" name="Text 169"/>
          <p:cNvSpPr txBox="1"/>
          <p:nvPr/>
        </p:nvSpPr>
        <p:spPr>
          <a:xfrm>
            <a:off x="8942832" y="4130936"/>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461707"/>
            <a:ext cx="38916" cy="148509"/>
          </a:xfrm>
          <a:prstGeom prst="rect">
            <a:avLst/>
          </a:prstGeom>
          <a:solidFill>
            <a:srgbClr val="C2352F"/>
          </a:solidFill>
          <a:ln/>
        </p:spPr>
      </p:sp>
      <p:sp>
        <p:nvSpPr>
          <p:cNvPr id="177" name="Text 175"/>
          <p:cNvSpPr txBox="1"/>
          <p:nvPr/>
        </p:nvSpPr>
        <p:spPr>
          <a:xfrm>
            <a:off x="8942832" y="4400953"/>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731724"/>
            <a:ext cx="28242" cy="148509"/>
          </a:xfrm>
          <a:prstGeom prst="rect">
            <a:avLst/>
          </a:prstGeom>
          <a:solidFill>
            <a:srgbClr val="C2352F"/>
          </a:solidFill>
          <a:ln/>
        </p:spPr>
      </p:sp>
      <p:sp>
        <p:nvSpPr>
          <p:cNvPr id="183" name="Text 181"/>
          <p:cNvSpPr txBox="1"/>
          <p:nvPr/>
        </p:nvSpPr>
        <p:spPr>
          <a:xfrm>
            <a:off x="8942832" y="4670970"/>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5001741"/>
            <a:ext cx="27287" cy="148509"/>
          </a:xfrm>
          <a:prstGeom prst="rect">
            <a:avLst/>
          </a:prstGeom>
          <a:solidFill>
            <a:srgbClr val="C2352F"/>
          </a:solidFill>
          <a:ln/>
        </p:spPr>
      </p:sp>
      <p:sp>
        <p:nvSpPr>
          <p:cNvPr id="189" name="Text 187"/>
          <p:cNvSpPr txBox="1"/>
          <p:nvPr/>
        </p:nvSpPr>
        <p:spPr>
          <a:xfrm>
            <a:off x="8942832" y="4940987"/>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5271758"/>
            <a:ext cx="19910" cy="148509"/>
          </a:xfrm>
          <a:prstGeom prst="rect">
            <a:avLst/>
          </a:prstGeom>
          <a:solidFill>
            <a:srgbClr val="C2352F"/>
          </a:solidFill>
          <a:ln/>
        </p:spPr>
      </p:sp>
      <p:sp>
        <p:nvSpPr>
          <p:cNvPr id="195" name="Text 193"/>
          <p:cNvSpPr txBox="1"/>
          <p:nvPr/>
        </p:nvSpPr>
        <p:spPr>
          <a:xfrm>
            <a:off x="8942832" y="5211004"/>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541775"/>
            <a:ext cx="18288" cy="148509"/>
          </a:xfrm>
          <a:prstGeom prst="rect">
            <a:avLst/>
          </a:prstGeom>
          <a:solidFill>
            <a:srgbClr val="C2352F"/>
          </a:solidFill>
          <a:ln/>
        </p:spPr>
      </p:sp>
      <p:sp>
        <p:nvSpPr>
          <p:cNvPr id="201" name="Text 199"/>
          <p:cNvSpPr txBox="1"/>
          <p:nvPr/>
        </p:nvSpPr>
        <p:spPr>
          <a:xfrm>
            <a:off x="8942832" y="5481021"/>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811792"/>
            <a:ext cx="18288" cy="148509"/>
          </a:xfrm>
          <a:prstGeom prst="rect">
            <a:avLst/>
          </a:prstGeom>
          <a:solidFill>
            <a:srgbClr val="C2352F"/>
          </a:solidFill>
          <a:ln/>
        </p:spPr>
      </p:sp>
      <p:sp>
        <p:nvSpPr>
          <p:cNvPr id="207" name="Text 205"/>
          <p:cNvSpPr txBox="1"/>
          <p:nvPr/>
        </p:nvSpPr>
        <p:spPr>
          <a:xfrm>
            <a:off x="8942832" y="5751038"/>
            <a:ext cx="786384"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7632"/>
            <a:ext cx="571500" cy="112826"/>
          </a:xfrm>
          <a:prstGeom prst="rect">
            <a:avLst/>
          </a:prstGeom>
          <a:solidFill>
            <a:srgbClr val="12A566"/>
          </a:solidFill>
          <a:ln/>
        </p:spPr>
      </p:sp>
      <p:sp>
        <p:nvSpPr>
          <p:cNvPr id="18" name="Text 16"/>
          <p:cNvSpPr txBox="1"/>
          <p:nvPr/>
        </p:nvSpPr>
        <p:spPr>
          <a:xfrm>
            <a:off x="4206240"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53834"/>
          </a:xfrm>
          <a:prstGeom prst="rect">
            <a:avLst/>
          </a:prstGeom>
          <a:solidFill>
            <a:srgbClr val="12A566"/>
          </a:solidFill>
          <a:ln/>
        </p:spPr>
      </p:sp>
      <p:sp>
        <p:nvSpPr>
          <p:cNvPr id="21" name="Text 19"/>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32906"/>
            <a:ext cx="277267" cy="112826"/>
          </a:xfrm>
          <a:prstGeom prst="rect">
            <a:avLst/>
          </a:prstGeom>
          <a:solidFill>
            <a:srgbClr val="12A566"/>
          </a:solidFill>
          <a:ln/>
        </p:spPr>
      </p:sp>
      <p:sp>
        <p:nvSpPr>
          <p:cNvPr id="24" name="Text 22"/>
          <p:cNvSpPr txBox="1"/>
          <p:nvPr/>
        </p:nvSpPr>
        <p:spPr>
          <a:xfrm>
            <a:off x="4206240"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412402"/>
            <a:ext cx="54864" cy="153834"/>
          </a:xfrm>
          <a:prstGeom prst="rect">
            <a:avLst/>
          </a:prstGeom>
          <a:solidFill>
            <a:srgbClr val="12A566"/>
          </a:solidFill>
          <a:ln/>
        </p:spPr>
      </p:sp>
      <p:sp>
        <p:nvSpPr>
          <p:cNvPr id="27" name="Text 25"/>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78181"/>
            <a:ext cx="159416" cy="112826"/>
          </a:xfrm>
          <a:prstGeom prst="rect">
            <a:avLst/>
          </a:prstGeom>
          <a:solidFill>
            <a:srgbClr val="12A566"/>
          </a:solidFill>
          <a:ln/>
        </p:spPr>
      </p:sp>
      <p:sp>
        <p:nvSpPr>
          <p:cNvPr id="30" name="Text 28"/>
          <p:cNvSpPr txBox="1"/>
          <p:nvPr/>
        </p:nvSpPr>
        <p:spPr>
          <a:xfrm>
            <a:off x="4206240"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923455"/>
            <a:ext cx="142804" cy="112826"/>
          </a:xfrm>
          <a:prstGeom prst="rect">
            <a:avLst/>
          </a:prstGeom>
          <a:solidFill>
            <a:srgbClr val="12A566"/>
          </a:solidFill>
          <a:ln/>
        </p:spPr>
      </p:sp>
      <p:sp>
        <p:nvSpPr>
          <p:cNvPr id="35" name="Text 33"/>
          <p:cNvSpPr txBox="1"/>
          <p:nvPr/>
        </p:nvSpPr>
        <p:spPr>
          <a:xfrm>
            <a:off x="4206240"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168729"/>
            <a:ext cx="89161" cy="112826"/>
          </a:xfrm>
          <a:prstGeom prst="rect">
            <a:avLst/>
          </a:prstGeom>
          <a:solidFill>
            <a:srgbClr val="12A566"/>
          </a:solidFill>
          <a:ln/>
        </p:spPr>
      </p:sp>
      <p:sp>
        <p:nvSpPr>
          <p:cNvPr id="40" name="Text 38"/>
          <p:cNvSpPr txBox="1"/>
          <p:nvPr/>
        </p:nvSpPr>
        <p:spPr>
          <a:xfrm>
            <a:off x="4206240"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414004"/>
            <a:ext cx="54587" cy="112826"/>
          </a:xfrm>
          <a:prstGeom prst="rect">
            <a:avLst/>
          </a:prstGeom>
          <a:solidFill>
            <a:srgbClr val="12A566"/>
          </a:solidFill>
          <a:ln/>
        </p:spPr>
      </p:sp>
      <p:sp>
        <p:nvSpPr>
          <p:cNvPr id="45" name="Text 43"/>
          <p:cNvSpPr txBox="1"/>
          <p:nvPr/>
        </p:nvSpPr>
        <p:spPr>
          <a:xfrm>
            <a:off x="4206240"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393500"/>
            <a:ext cx="54864" cy="153834"/>
          </a:xfrm>
          <a:prstGeom prst="rect">
            <a:avLst/>
          </a:prstGeom>
          <a:solidFill>
            <a:srgbClr val="12A566"/>
          </a:solidFill>
          <a:ln/>
        </p:spPr>
      </p:sp>
      <p:sp>
        <p:nvSpPr>
          <p:cNvPr id="48" name="Text 46"/>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659278"/>
            <a:ext cx="47745" cy="112826"/>
          </a:xfrm>
          <a:prstGeom prst="rect">
            <a:avLst/>
          </a:prstGeom>
          <a:solidFill>
            <a:srgbClr val="12A566"/>
          </a:solidFill>
          <a:ln/>
        </p:spPr>
      </p:sp>
      <p:sp>
        <p:nvSpPr>
          <p:cNvPr id="51" name="Text 49"/>
          <p:cNvSpPr txBox="1"/>
          <p:nvPr/>
        </p:nvSpPr>
        <p:spPr>
          <a:xfrm>
            <a:off x="4206240"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904553"/>
            <a:ext cx="41257" cy="112826"/>
          </a:xfrm>
          <a:prstGeom prst="rect">
            <a:avLst/>
          </a:prstGeom>
          <a:solidFill>
            <a:srgbClr val="12A566"/>
          </a:solidFill>
          <a:ln/>
        </p:spPr>
      </p:sp>
      <p:sp>
        <p:nvSpPr>
          <p:cNvPr id="56" name="Text 54"/>
          <p:cNvSpPr txBox="1"/>
          <p:nvPr/>
        </p:nvSpPr>
        <p:spPr>
          <a:xfrm>
            <a:off x="4206240"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4149827"/>
            <a:ext cx="36189" cy="112826"/>
          </a:xfrm>
          <a:prstGeom prst="rect">
            <a:avLst/>
          </a:prstGeom>
          <a:solidFill>
            <a:srgbClr val="12A566"/>
          </a:solidFill>
          <a:ln/>
        </p:spPr>
      </p:sp>
      <p:sp>
        <p:nvSpPr>
          <p:cNvPr id="61" name="Text 59"/>
          <p:cNvSpPr txBox="1"/>
          <p:nvPr/>
        </p:nvSpPr>
        <p:spPr>
          <a:xfrm>
            <a:off x="4206240" y="408360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408360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395101"/>
            <a:ext cx="33030" cy="112826"/>
          </a:xfrm>
          <a:prstGeom prst="rect">
            <a:avLst/>
          </a:prstGeom>
          <a:solidFill>
            <a:srgbClr val="12A566"/>
          </a:solidFill>
          <a:ln/>
        </p:spPr>
      </p:sp>
      <p:sp>
        <p:nvSpPr>
          <p:cNvPr id="66" name="Text 64"/>
          <p:cNvSpPr txBox="1"/>
          <p:nvPr/>
        </p:nvSpPr>
        <p:spPr>
          <a:xfrm>
            <a:off x="4206240" y="432887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32887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640376"/>
            <a:ext cx="32509" cy="112826"/>
          </a:xfrm>
          <a:prstGeom prst="rect">
            <a:avLst/>
          </a:prstGeom>
          <a:solidFill>
            <a:srgbClr val="12A566"/>
          </a:solidFill>
          <a:ln/>
        </p:spPr>
      </p:sp>
      <p:sp>
        <p:nvSpPr>
          <p:cNvPr id="71" name="Text 69"/>
          <p:cNvSpPr txBox="1"/>
          <p:nvPr/>
        </p:nvSpPr>
        <p:spPr>
          <a:xfrm>
            <a:off x="4206240" y="457415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57415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885650"/>
            <a:ext cx="13097" cy="112826"/>
          </a:xfrm>
          <a:prstGeom prst="rect">
            <a:avLst/>
          </a:prstGeom>
          <a:solidFill>
            <a:srgbClr val="12A566"/>
          </a:solidFill>
          <a:ln/>
        </p:spPr>
      </p:sp>
      <p:sp>
        <p:nvSpPr>
          <p:cNvPr id="76" name="Text 74"/>
          <p:cNvSpPr txBox="1"/>
          <p:nvPr/>
        </p:nvSpPr>
        <p:spPr>
          <a:xfrm>
            <a:off x="4206240" y="4819426"/>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819426"/>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5130924"/>
            <a:ext cx="12802" cy="112826"/>
          </a:xfrm>
          <a:prstGeom prst="rect">
            <a:avLst/>
          </a:prstGeom>
          <a:solidFill>
            <a:srgbClr val="12A566"/>
          </a:solidFill>
          <a:ln/>
        </p:spPr>
      </p:sp>
      <p:sp>
        <p:nvSpPr>
          <p:cNvPr id="81" name="Text 79"/>
          <p:cNvSpPr txBox="1"/>
          <p:nvPr/>
        </p:nvSpPr>
        <p:spPr>
          <a:xfrm>
            <a:off x="4206240" y="506470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506470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376199"/>
            <a:ext cx="12802" cy="112826"/>
          </a:xfrm>
          <a:prstGeom prst="rect">
            <a:avLst/>
          </a:prstGeom>
          <a:solidFill>
            <a:srgbClr val="12A566"/>
          </a:solidFill>
          <a:ln/>
        </p:spPr>
      </p:sp>
      <p:sp>
        <p:nvSpPr>
          <p:cNvPr id="86" name="Text 84"/>
          <p:cNvSpPr txBox="1"/>
          <p:nvPr/>
        </p:nvSpPr>
        <p:spPr>
          <a:xfrm>
            <a:off x="4206240" y="530997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30997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621473"/>
            <a:ext cx="12802" cy="112826"/>
          </a:xfrm>
          <a:prstGeom prst="rect">
            <a:avLst/>
          </a:prstGeom>
          <a:solidFill>
            <a:srgbClr val="12A566"/>
          </a:solidFill>
          <a:ln/>
        </p:spPr>
      </p:sp>
      <p:sp>
        <p:nvSpPr>
          <p:cNvPr id="91" name="Text 89"/>
          <p:cNvSpPr txBox="1"/>
          <p:nvPr/>
        </p:nvSpPr>
        <p:spPr>
          <a:xfrm>
            <a:off x="4206240" y="5555249"/>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555249"/>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866747"/>
            <a:ext cx="12802" cy="112826"/>
          </a:xfrm>
          <a:prstGeom prst="rect">
            <a:avLst/>
          </a:prstGeom>
          <a:solidFill>
            <a:srgbClr val="12A566"/>
          </a:solidFill>
          <a:ln/>
        </p:spPr>
      </p:sp>
      <p:sp>
        <p:nvSpPr>
          <p:cNvPr id="96" name="Text 94"/>
          <p:cNvSpPr txBox="1"/>
          <p:nvPr/>
        </p:nvSpPr>
        <p:spPr>
          <a:xfrm>
            <a:off x="4206240" y="580052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80052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6112022"/>
            <a:ext cx="12802" cy="112826"/>
          </a:xfrm>
          <a:prstGeom prst="rect">
            <a:avLst/>
          </a:prstGeom>
          <a:solidFill>
            <a:srgbClr val="12A566"/>
          </a:solidFill>
          <a:ln/>
        </p:spPr>
      </p:sp>
      <p:sp>
        <p:nvSpPr>
          <p:cNvPr id="101" name="Text 99"/>
          <p:cNvSpPr txBox="1"/>
          <p:nvPr/>
        </p:nvSpPr>
        <p:spPr>
          <a:xfrm>
            <a:off x="4206240" y="604579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604579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7632"/>
            <a:ext cx="12802" cy="112826"/>
          </a:xfrm>
          <a:prstGeom prst="rect">
            <a:avLst/>
          </a:prstGeom>
          <a:solidFill>
            <a:srgbClr val="12A566"/>
          </a:solidFill>
          <a:ln/>
        </p:spPr>
      </p:sp>
      <p:sp>
        <p:nvSpPr>
          <p:cNvPr id="106" name="Text 104"/>
          <p:cNvSpPr txBox="1"/>
          <p:nvPr/>
        </p:nvSpPr>
        <p:spPr>
          <a:xfrm>
            <a:off x="9756648"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32906"/>
            <a:ext cx="12802" cy="112826"/>
          </a:xfrm>
          <a:prstGeom prst="rect">
            <a:avLst/>
          </a:prstGeom>
          <a:solidFill>
            <a:srgbClr val="C2352F"/>
          </a:solidFill>
          <a:ln/>
        </p:spPr>
      </p:sp>
      <p:sp>
        <p:nvSpPr>
          <p:cNvPr id="111" name="Text 109"/>
          <p:cNvSpPr txBox="1"/>
          <p:nvPr/>
        </p:nvSpPr>
        <p:spPr>
          <a:xfrm>
            <a:off x="9756648" y="2366682"/>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66682"/>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78181"/>
            <a:ext cx="12802" cy="112826"/>
          </a:xfrm>
          <a:prstGeom prst="rect">
            <a:avLst/>
          </a:prstGeom>
          <a:solidFill>
            <a:srgbClr val="C2352F"/>
          </a:solidFill>
          <a:ln/>
        </p:spPr>
      </p:sp>
      <p:sp>
        <p:nvSpPr>
          <p:cNvPr id="116" name="Text 114"/>
          <p:cNvSpPr txBox="1"/>
          <p:nvPr/>
        </p:nvSpPr>
        <p:spPr>
          <a:xfrm>
            <a:off x="9756648" y="261195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61195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923455"/>
            <a:ext cx="12802" cy="112826"/>
          </a:xfrm>
          <a:prstGeom prst="rect">
            <a:avLst/>
          </a:prstGeom>
          <a:solidFill>
            <a:srgbClr val="C2352F"/>
          </a:solidFill>
          <a:ln/>
        </p:spPr>
      </p:sp>
      <p:sp>
        <p:nvSpPr>
          <p:cNvPr id="121" name="Text 119"/>
          <p:cNvSpPr txBox="1"/>
          <p:nvPr/>
        </p:nvSpPr>
        <p:spPr>
          <a:xfrm>
            <a:off x="9756648" y="2857231"/>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857231"/>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168729"/>
            <a:ext cx="12802" cy="112826"/>
          </a:xfrm>
          <a:prstGeom prst="rect">
            <a:avLst/>
          </a:prstGeom>
          <a:solidFill>
            <a:srgbClr val="C2352F"/>
          </a:solidFill>
          <a:ln/>
        </p:spPr>
      </p:sp>
      <p:sp>
        <p:nvSpPr>
          <p:cNvPr id="126" name="Text 124"/>
          <p:cNvSpPr txBox="1"/>
          <p:nvPr/>
        </p:nvSpPr>
        <p:spPr>
          <a:xfrm>
            <a:off x="9756648" y="310250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10250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414004"/>
            <a:ext cx="12802" cy="112826"/>
          </a:xfrm>
          <a:prstGeom prst="rect">
            <a:avLst/>
          </a:prstGeom>
          <a:solidFill>
            <a:srgbClr val="C2352F"/>
          </a:solidFill>
          <a:ln/>
        </p:spPr>
      </p:sp>
      <p:sp>
        <p:nvSpPr>
          <p:cNvPr id="131" name="Text 129"/>
          <p:cNvSpPr txBox="1"/>
          <p:nvPr/>
        </p:nvSpPr>
        <p:spPr>
          <a:xfrm>
            <a:off x="9756648" y="334778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34778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659278"/>
            <a:ext cx="12802" cy="112826"/>
          </a:xfrm>
          <a:prstGeom prst="rect">
            <a:avLst/>
          </a:prstGeom>
          <a:solidFill>
            <a:srgbClr val="C2352F"/>
          </a:solidFill>
          <a:ln/>
        </p:spPr>
      </p:sp>
      <p:sp>
        <p:nvSpPr>
          <p:cNvPr id="136" name="Text 134"/>
          <p:cNvSpPr txBox="1"/>
          <p:nvPr/>
        </p:nvSpPr>
        <p:spPr>
          <a:xfrm>
            <a:off x="9756648" y="3593054"/>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593054"/>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904553"/>
            <a:ext cx="16516" cy="112826"/>
          </a:xfrm>
          <a:prstGeom prst="rect">
            <a:avLst/>
          </a:prstGeom>
          <a:solidFill>
            <a:srgbClr val="C2352F"/>
          </a:solidFill>
          <a:ln/>
        </p:spPr>
      </p:sp>
      <p:sp>
        <p:nvSpPr>
          <p:cNvPr id="141" name="Text 139"/>
          <p:cNvSpPr txBox="1"/>
          <p:nvPr/>
        </p:nvSpPr>
        <p:spPr>
          <a:xfrm>
            <a:off x="9756648" y="3838328"/>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838328"/>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4149827"/>
            <a:ext cx="23397" cy="112826"/>
          </a:xfrm>
          <a:prstGeom prst="rect">
            <a:avLst/>
          </a:prstGeom>
          <a:solidFill>
            <a:srgbClr val="C2352F"/>
          </a:solidFill>
          <a:ln/>
        </p:spPr>
      </p:sp>
      <p:sp>
        <p:nvSpPr>
          <p:cNvPr id="146" name="Text 144"/>
          <p:cNvSpPr txBox="1"/>
          <p:nvPr/>
        </p:nvSpPr>
        <p:spPr>
          <a:xfrm>
            <a:off x="9756648" y="408360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408360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4129323"/>
            <a:ext cx="54864" cy="153834"/>
          </a:xfrm>
          <a:prstGeom prst="rect">
            <a:avLst/>
          </a:prstGeom>
          <a:solidFill>
            <a:srgbClr val="C2352F"/>
          </a:solidFill>
          <a:ln/>
        </p:spPr>
      </p:sp>
      <p:sp>
        <p:nvSpPr>
          <p:cNvPr id="149" name="Text 147"/>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395101"/>
            <a:ext cx="45365" cy="112826"/>
          </a:xfrm>
          <a:prstGeom prst="rect">
            <a:avLst/>
          </a:prstGeom>
          <a:solidFill>
            <a:srgbClr val="C2352F"/>
          </a:solidFill>
          <a:ln/>
        </p:spPr>
      </p:sp>
      <p:sp>
        <p:nvSpPr>
          <p:cNvPr id="152" name="Text 150"/>
          <p:cNvSpPr txBox="1"/>
          <p:nvPr/>
        </p:nvSpPr>
        <p:spPr>
          <a:xfrm>
            <a:off x="9756648" y="432887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32887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640376"/>
            <a:ext cx="46164" cy="112826"/>
          </a:xfrm>
          <a:prstGeom prst="rect">
            <a:avLst/>
          </a:prstGeom>
          <a:solidFill>
            <a:srgbClr val="C2352F"/>
          </a:solidFill>
          <a:ln/>
        </p:spPr>
      </p:sp>
      <p:sp>
        <p:nvSpPr>
          <p:cNvPr id="157" name="Text 155"/>
          <p:cNvSpPr txBox="1"/>
          <p:nvPr/>
        </p:nvSpPr>
        <p:spPr>
          <a:xfrm>
            <a:off x="9756648" y="4574152"/>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574152"/>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885650"/>
            <a:ext cx="58699" cy="112826"/>
          </a:xfrm>
          <a:prstGeom prst="rect">
            <a:avLst/>
          </a:prstGeom>
          <a:solidFill>
            <a:srgbClr val="C2352F"/>
          </a:solidFill>
          <a:ln/>
        </p:spPr>
      </p:sp>
      <p:sp>
        <p:nvSpPr>
          <p:cNvPr id="162" name="Text 160"/>
          <p:cNvSpPr txBox="1"/>
          <p:nvPr/>
        </p:nvSpPr>
        <p:spPr>
          <a:xfrm>
            <a:off x="9756648" y="4819426"/>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819426"/>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5130924"/>
            <a:ext cx="115539" cy="112826"/>
          </a:xfrm>
          <a:prstGeom prst="rect">
            <a:avLst/>
          </a:prstGeom>
          <a:solidFill>
            <a:srgbClr val="C2352F"/>
          </a:solidFill>
          <a:ln/>
        </p:spPr>
      </p:sp>
      <p:sp>
        <p:nvSpPr>
          <p:cNvPr id="167" name="Text 165"/>
          <p:cNvSpPr txBox="1"/>
          <p:nvPr/>
        </p:nvSpPr>
        <p:spPr>
          <a:xfrm>
            <a:off x="9756648" y="506470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506470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5110420"/>
            <a:ext cx="54864" cy="153834"/>
          </a:xfrm>
          <a:prstGeom prst="rect">
            <a:avLst/>
          </a:prstGeom>
          <a:solidFill>
            <a:srgbClr val="C2352F"/>
          </a:solidFill>
          <a:ln/>
        </p:spPr>
      </p:sp>
      <p:sp>
        <p:nvSpPr>
          <p:cNvPr id="170" name="Text 168"/>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376199"/>
            <a:ext cx="159652" cy="112826"/>
          </a:xfrm>
          <a:prstGeom prst="rect">
            <a:avLst/>
          </a:prstGeom>
          <a:solidFill>
            <a:srgbClr val="C2352F"/>
          </a:solidFill>
          <a:ln/>
        </p:spPr>
      </p:sp>
      <p:sp>
        <p:nvSpPr>
          <p:cNvPr id="173" name="Text 171"/>
          <p:cNvSpPr txBox="1"/>
          <p:nvPr/>
        </p:nvSpPr>
        <p:spPr>
          <a:xfrm>
            <a:off x="9756648" y="530997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30997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621473"/>
            <a:ext cx="165076" cy="112826"/>
          </a:xfrm>
          <a:prstGeom prst="rect">
            <a:avLst/>
          </a:prstGeom>
          <a:solidFill>
            <a:srgbClr val="C2352F"/>
          </a:solidFill>
          <a:ln/>
        </p:spPr>
      </p:sp>
      <p:sp>
        <p:nvSpPr>
          <p:cNvPr id="178" name="Text 176"/>
          <p:cNvSpPr txBox="1"/>
          <p:nvPr/>
        </p:nvSpPr>
        <p:spPr>
          <a:xfrm>
            <a:off x="9756648" y="5555249"/>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555249"/>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866747"/>
            <a:ext cx="231435" cy="112826"/>
          </a:xfrm>
          <a:prstGeom prst="rect">
            <a:avLst/>
          </a:prstGeom>
          <a:solidFill>
            <a:srgbClr val="C2352F"/>
          </a:solidFill>
          <a:ln/>
        </p:spPr>
      </p:sp>
      <p:sp>
        <p:nvSpPr>
          <p:cNvPr id="183" name="Text 181"/>
          <p:cNvSpPr txBox="1"/>
          <p:nvPr/>
        </p:nvSpPr>
        <p:spPr>
          <a:xfrm>
            <a:off x="9756648" y="580052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80052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846243"/>
            <a:ext cx="54864" cy="153834"/>
          </a:xfrm>
          <a:prstGeom prst="rect">
            <a:avLst/>
          </a:prstGeom>
          <a:solidFill>
            <a:srgbClr val="C2352F"/>
          </a:solidFill>
          <a:ln/>
        </p:spPr>
      </p:sp>
      <p:sp>
        <p:nvSpPr>
          <p:cNvPr id="186" name="Shape 184"/>
          <p:cNvSpPr/>
          <p:nvPr/>
        </p:nvSpPr>
        <p:spPr>
          <a:xfrm>
            <a:off x="3574390" y="2121408"/>
            <a:ext cx="10973" cy="4169664"/>
          </a:xfrm>
          <a:prstGeom prst="rect">
            <a:avLst/>
          </a:prstGeom>
          <a:solidFill>
            <a:srgbClr val="9AA3AD"/>
          </a:solidFill>
          <a:ln/>
        </p:spPr>
      </p:sp>
      <p:sp>
        <p:nvSpPr>
          <p:cNvPr id="187" name="Shape 185"/>
          <p:cNvSpPr/>
          <p:nvPr/>
        </p:nvSpPr>
        <p:spPr>
          <a:xfrm>
            <a:off x="9124798" y="2121408"/>
            <a:ext cx="10973" cy="4169664"/>
          </a:xfrm>
          <a:prstGeom prst="rect">
            <a:avLst/>
          </a:prstGeom>
          <a:solidFill>
            <a:srgbClr val="9AA3AD"/>
          </a:solidFill>
          <a:ln/>
        </p:spPr>
      </p:sp>
      <p:sp>
        <p:nvSpPr>
          <p:cNvPr id="188" name="Shape 186"/>
          <p:cNvSpPr/>
          <p:nvPr/>
        </p:nvSpPr>
        <p:spPr>
          <a:xfrm>
            <a:off x="6085332" y="2121408"/>
            <a:ext cx="10973" cy="416966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 and name who owns it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73852"/>
            <a:ext cx="1337833"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435262"/>
            <a:ext cx="1330750"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96673"/>
            <a:ext cx="1325919"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958084"/>
            <a:ext cx="1292406"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219495"/>
            <a:ext cx="1245988"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480906"/>
            <a:ext cx="1233940"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742316"/>
            <a:ext cx="1135970"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4003727"/>
            <a:ext cx="1105695"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265138"/>
            <a:ext cx="1091852"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526549"/>
            <a:ext cx="1062579" cy="130705"/>
          </a:xfrm>
          <a:prstGeom prst="rect">
            <a:avLst/>
          </a:prstGeom>
          <a:solidFill>
            <a:srgbClr val="12A566"/>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787960"/>
            <a:ext cx="1052866" cy="130705"/>
          </a:xfrm>
          <a:prstGeom prst="rect">
            <a:avLst/>
          </a:prstGeom>
          <a:solidFill>
            <a:srgbClr val="12A566"/>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5049371"/>
            <a:ext cx="1037454" cy="130705"/>
          </a:xfrm>
          <a:prstGeom prst="rect">
            <a:avLst/>
          </a:prstGeom>
          <a:solidFill>
            <a:srgbClr val="12A566"/>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310781"/>
            <a:ext cx="1037318" cy="130705"/>
          </a:xfrm>
          <a:prstGeom prst="rect">
            <a:avLst/>
          </a:prstGeom>
          <a:solidFill>
            <a:srgbClr val="12A566"/>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572192"/>
            <a:ext cx="1025918" cy="130705"/>
          </a:xfrm>
          <a:prstGeom prst="rect">
            <a:avLst/>
          </a:prstGeom>
          <a:solidFill>
            <a:srgbClr val="12A566"/>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833603"/>
            <a:ext cx="979141" cy="130705"/>
          </a:xfrm>
          <a:prstGeom prst="rect">
            <a:avLst/>
          </a:prstGeom>
          <a:solidFill>
            <a:srgbClr val="12A566"/>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6095014"/>
            <a:ext cx="971152" cy="130705"/>
          </a:xfrm>
          <a:prstGeom prst="rect">
            <a:avLst/>
          </a:prstGeom>
          <a:solidFill>
            <a:srgbClr val="12A566"/>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12441"/>
            <a:ext cx="944283" cy="130705"/>
          </a:xfrm>
          <a:prstGeom prst="rect">
            <a:avLst/>
          </a:prstGeom>
          <a:solidFill>
            <a:srgbClr val="12A566"/>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73852"/>
            <a:ext cx="939782" cy="130705"/>
          </a:xfrm>
          <a:prstGeom prst="rect">
            <a:avLst/>
          </a:prstGeom>
          <a:solidFill>
            <a:srgbClr val="12A566"/>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435262"/>
            <a:ext cx="935092" cy="130705"/>
          </a:xfrm>
          <a:prstGeom prst="rect">
            <a:avLst/>
          </a:prstGeom>
          <a:solidFill>
            <a:srgbClr val="12A566"/>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96673"/>
            <a:ext cx="932611" cy="130705"/>
          </a:xfrm>
          <a:prstGeom prst="rect">
            <a:avLst/>
          </a:prstGeom>
          <a:solidFill>
            <a:srgbClr val="12A566"/>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958084"/>
            <a:ext cx="903003" cy="130705"/>
          </a:xfrm>
          <a:prstGeom prst="rect">
            <a:avLst/>
          </a:prstGeom>
          <a:solidFill>
            <a:srgbClr val="12A566"/>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219495"/>
            <a:ext cx="883327" cy="130705"/>
          </a:xfrm>
          <a:prstGeom prst="rect">
            <a:avLst/>
          </a:prstGeom>
          <a:solidFill>
            <a:srgbClr val="12A566"/>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480906"/>
            <a:ext cx="863903" cy="130705"/>
          </a:xfrm>
          <a:prstGeom prst="rect">
            <a:avLst/>
          </a:prstGeom>
          <a:solidFill>
            <a:srgbClr val="12A566"/>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742316"/>
            <a:ext cx="816673" cy="130705"/>
          </a:xfrm>
          <a:prstGeom prst="rect">
            <a:avLst/>
          </a:prstGeom>
          <a:solidFill>
            <a:srgbClr val="12A566"/>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4003727"/>
            <a:ext cx="760618"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265138"/>
            <a:ext cx="753672"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526549"/>
            <a:ext cx="733304"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787960"/>
            <a:ext cx="713521"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5049371"/>
            <a:ext cx="707954"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310781"/>
            <a:ext cx="666961"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572192"/>
            <a:ext cx="661223"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833603"/>
            <a:ext cx="574635"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443984"/>
          </a:xfrm>
          <a:prstGeom prst="rect">
            <a:avLst/>
          </a:prstGeom>
          <a:solidFill>
            <a:srgbClr val="0B2C4A"/>
          </a:solidFill>
          <a:ln/>
        </p:spPr>
      </p:sp>
      <p:sp>
        <p:nvSpPr>
          <p:cNvPr id="144" name="Shape 142"/>
          <p:cNvSpPr/>
          <p:nvPr/>
        </p:nvSpPr>
        <p:spPr>
          <a:xfrm>
            <a:off x="9350686"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7669"/>
            <a:ext cx="525241"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79080"/>
            <a:ext cx="467524"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440491"/>
            <a:ext cx="415619"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701901"/>
            <a:ext cx="265194"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963312"/>
            <a:ext cx="190549"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224723"/>
            <a:ext cx="179531"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486134"/>
            <a:ext cx="174904"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747545"/>
            <a:ext cx="157180"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4008956"/>
            <a:ext cx="146799"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270366"/>
            <a:ext cx="136967"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531777"/>
            <a:ext cx="76979"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793188"/>
            <a:ext cx="75062"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5054599"/>
            <a:ext cx="60320"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316010"/>
            <a:ext cx="35578"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577420"/>
            <a:ext cx="21435"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838831"/>
            <a:ext cx="12802"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6100242"/>
            <a:ext cx="12802"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7669"/>
            <a:ext cx="29140" cy="120249"/>
          </a:xfrm>
          <a:prstGeom prst="rect">
            <a:avLst/>
          </a:prstGeom>
          <a:solidFill>
            <a:srgbClr val="C2352F"/>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79080"/>
            <a:ext cx="119319" cy="120249"/>
          </a:xfrm>
          <a:prstGeom prst="rect">
            <a:avLst/>
          </a:prstGeom>
          <a:solidFill>
            <a:srgbClr val="C2352F"/>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440491"/>
            <a:ext cx="180317" cy="120249"/>
          </a:xfrm>
          <a:prstGeom prst="rect">
            <a:avLst/>
          </a:prstGeom>
          <a:solidFill>
            <a:srgbClr val="C2352F"/>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701901"/>
            <a:ext cx="191124" cy="120249"/>
          </a:xfrm>
          <a:prstGeom prst="rect">
            <a:avLst/>
          </a:prstGeom>
          <a:solidFill>
            <a:srgbClr val="C2352F"/>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963312"/>
            <a:ext cx="222655" cy="120249"/>
          </a:xfrm>
          <a:prstGeom prst="rect">
            <a:avLst/>
          </a:prstGeom>
          <a:solidFill>
            <a:srgbClr val="C2352F"/>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224723"/>
            <a:ext cx="266723" cy="120249"/>
          </a:xfrm>
          <a:prstGeom prst="rect">
            <a:avLst/>
          </a:prstGeom>
          <a:solidFill>
            <a:srgbClr val="C2352F"/>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486134"/>
            <a:ext cx="285012" cy="120249"/>
          </a:xfrm>
          <a:prstGeom prst="rect">
            <a:avLst/>
          </a:prstGeom>
          <a:solidFill>
            <a:srgbClr val="C2352F"/>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747545"/>
            <a:ext cx="372394"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4008956"/>
            <a:ext cx="388162"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270366"/>
            <a:ext cx="394619"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531777"/>
            <a:ext cx="430870"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793188"/>
            <a:ext cx="472111"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5054599"/>
            <a:ext cx="537299"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316010"/>
            <a:ext cx="574363"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577420"/>
            <a:ext cx="769040"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838831"/>
            <a:ext cx="777240"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7669"/>
            <a:ext cx="503191"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79080"/>
            <a:ext cx="469619"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440491"/>
            <a:ext cx="335572"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701901"/>
            <a:ext cx="330812"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963312"/>
            <a:ext cx="322124"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224723"/>
            <a:ext cx="146890"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486134"/>
            <a:ext cx="132129"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747545"/>
            <a:ext cx="129359"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4008956"/>
            <a:ext cx="122411"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270366"/>
            <a:ext cx="105953"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531777"/>
            <a:ext cx="63458"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793188"/>
            <a:ext cx="48093"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5054599"/>
            <a:ext cx="39795"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316010"/>
            <a:ext cx="29040"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577420"/>
            <a:ext cx="28477"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838831"/>
            <a:ext cx="14904"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6100242"/>
            <a:ext cx="12802"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7669"/>
            <a:ext cx="12802"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79080"/>
            <a:ext cx="12802"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440491"/>
            <a:ext cx="12802" cy="120249"/>
          </a:xfrm>
          <a:prstGeom prst="rect">
            <a:avLst/>
          </a:prstGeom>
          <a:solidFill>
            <a:srgbClr val="12A566"/>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701901"/>
            <a:ext cx="12802" cy="120249"/>
          </a:xfrm>
          <a:prstGeom prst="rect">
            <a:avLst/>
          </a:prstGeom>
          <a:solidFill>
            <a:srgbClr val="12A566"/>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963312"/>
            <a:ext cx="12802" cy="120249"/>
          </a:xfrm>
          <a:prstGeom prst="rect">
            <a:avLst/>
          </a:prstGeom>
          <a:solidFill>
            <a:srgbClr val="12A566"/>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224723"/>
            <a:ext cx="14230" cy="120249"/>
          </a:xfrm>
          <a:prstGeom prst="rect">
            <a:avLst/>
          </a:prstGeom>
          <a:solidFill>
            <a:srgbClr val="C2352F"/>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486134"/>
            <a:ext cx="75728" cy="120249"/>
          </a:xfrm>
          <a:prstGeom prst="rect">
            <a:avLst/>
          </a:prstGeom>
          <a:solidFill>
            <a:srgbClr val="C2352F"/>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747545"/>
            <a:ext cx="77286"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4008956"/>
            <a:ext cx="78976"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270366"/>
            <a:ext cx="89109"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531777"/>
            <a:ext cx="97312"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793188"/>
            <a:ext cx="143435"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5054599"/>
            <a:ext cx="154150"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316010"/>
            <a:ext cx="198221"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577420"/>
            <a:ext cx="261317"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838831"/>
            <a:ext cx="777240"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7669"/>
            <a:ext cx="777240"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79080"/>
            <a:ext cx="544934"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440491"/>
            <a:ext cx="430045"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701901"/>
            <a:ext cx="412371"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963312"/>
            <a:ext cx="368727"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224723"/>
            <a:ext cx="313981"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486134"/>
            <a:ext cx="246169"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747545"/>
            <a:ext cx="243244"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4008956"/>
            <a:ext cx="202065"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270366"/>
            <a:ext cx="178519"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531777"/>
            <a:ext cx="170934"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793188"/>
            <a:ext cx="116180"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5054599"/>
            <a:ext cx="109258"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316010"/>
            <a:ext cx="99898"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577420"/>
            <a:ext cx="89782"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838831"/>
            <a:ext cx="81310"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6100242"/>
            <a:ext cx="73463"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7669"/>
            <a:ext cx="61540"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79080"/>
            <a:ext cx="55474"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440491"/>
            <a:ext cx="45730" cy="120249"/>
          </a:xfrm>
          <a:prstGeom prst="rect">
            <a:avLst/>
          </a:prstGeom>
          <a:solidFill>
            <a:srgbClr val="12A566"/>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701901"/>
            <a:ext cx="33279" cy="120249"/>
          </a:xfrm>
          <a:prstGeom prst="rect">
            <a:avLst/>
          </a:prstGeom>
          <a:solidFill>
            <a:srgbClr val="12A566"/>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963312"/>
            <a:ext cx="28318" cy="120249"/>
          </a:xfrm>
          <a:prstGeom prst="rect">
            <a:avLst/>
          </a:prstGeom>
          <a:solidFill>
            <a:srgbClr val="12A566"/>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224723"/>
            <a:ext cx="12802" cy="120249"/>
          </a:xfrm>
          <a:prstGeom prst="rect">
            <a:avLst/>
          </a:prstGeom>
          <a:solidFill>
            <a:srgbClr val="C2352F"/>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486134"/>
            <a:ext cx="15821" cy="120249"/>
          </a:xfrm>
          <a:prstGeom prst="rect">
            <a:avLst/>
          </a:prstGeom>
          <a:solidFill>
            <a:srgbClr val="C2352F"/>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747545"/>
            <a:ext cx="19711"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4008956"/>
            <a:ext cx="114347"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270366"/>
            <a:ext cx="123311"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531777"/>
            <a:ext cx="135020"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793188"/>
            <a:ext cx="155096"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5054599"/>
            <a:ext cx="324073"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316010"/>
            <a:ext cx="448763"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577420"/>
            <a:ext cx="652493"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838831"/>
            <a:ext cx="741157"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2026-10-27T17:13:14Z</dcterms:created>
  <dcterms:modified xsi:type="dcterms:W3CDTF">2026-10-27T17:13:14Z</dcterms:modified>
</cp:coreProperties>
</file>