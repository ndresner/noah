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chart" Target="../charts/chart39.xml"/><Relationship Id="rId9" Type="http://schemas.openxmlformats.org/officeDocument/2006/relationships/chart" Target="../charts/chart40.xml"/><Relationship Id="rId10" Type="http://schemas.openxmlformats.org/officeDocument/2006/relationships/chart" Target="../charts/chart41.xml"/><Relationship Id="rId11" Type="http://schemas.openxmlformats.org/officeDocument/2006/relationships/chart" Target="../charts/chart42.xml"/><Relationship Id="rId12" Type="http://schemas.openxmlformats.org/officeDocument/2006/relationships/chart" Target="../charts/chart43.xml"/><Relationship Id="rId13" Type="http://schemas.openxmlformats.org/officeDocument/2006/relationships/chart" Target="../charts/chart44.xml"/><Relationship Id="rId14" Type="http://schemas.openxmlformats.org/officeDocument/2006/relationships/chart" Target="../charts/chart45.xml"/><Relationship Id="rId15" Type="http://schemas.openxmlformats.org/officeDocument/2006/relationships/chart" Target="../charts/chart46.xml"/><Relationship Id="rId16" Type="http://schemas.openxmlformats.org/officeDocument/2006/relationships/chart" Target="../charts/chart47.xml"/><Relationship Id="rId17" Type="http://schemas.openxmlformats.org/officeDocument/2006/relationships/chart" Target="../charts/chart48.xml"/><Relationship Id="rId18" Type="http://schemas.openxmlformats.org/officeDocument/2006/relationships/chart" Target="../charts/chart49.xml"/><Relationship Id="rId19" Type="http://schemas.openxmlformats.org/officeDocument/2006/relationships/chart" Target="../charts/chart50.xml"/><Relationship Id="rId20" Type="http://schemas.openxmlformats.org/officeDocument/2006/relationships/chart" Target="../charts/chart51.xml"/><Relationship Id="rId21" Type="http://schemas.openxmlformats.org/officeDocument/2006/relationships/chart" Target="../charts/chart52.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chart" Target="../charts/chart10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chart" Target="../charts/chart114.xml"/><Relationship Id="rId7" Type="http://schemas.openxmlformats.org/officeDocument/2006/relationships/chart" Target="../charts/chart115.xml"/><Relationship Id="rId8" Type="http://schemas.openxmlformats.org/officeDocument/2006/relationships/chart" Target="../charts/chart116.xml"/><Relationship Id="rId9" Type="http://schemas.openxmlformats.org/officeDocument/2006/relationships/chart" Target="../charts/chart117.xml"/><Relationship Id="rId10" Type="http://schemas.openxmlformats.org/officeDocument/2006/relationships/chart" Target="../charts/chart118.xml"/><Relationship Id="rId11" Type="http://schemas.openxmlformats.org/officeDocument/2006/relationships/chart" Target="../charts/chart119.xml"/><Relationship Id="rId12" Type="http://schemas.openxmlformats.org/officeDocument/2006/relationships/chart" Target="../charts/chart120.xml"/><Relationship Id="rId13" Type="http://schemas.openxmlformats.org/officeDocument/2006/relationships/chart" Target="../charts/chart121.xml"/><Relationship Id="rId14" Type="http://schemas.openxmlformats.org/officeDocument/2006/relationships/chart" Target="../charts/chart122.xml"/><Relationship Id="rId15" Type="http://schemas.openxmlformats.org/officeDocument/2006/relationships/chart" Target="../charts/chart123.xml"/><Relationship Id="rId16" Type="http://schemas.openxmlformats.org/officeDocument/2006/relationships/chart" Target="../charts/chart124.xml"/><Relationship Id="rId17" Type="http://schemas.openxmlformats.org/officeDocument/2006/relationships/chart" Target="../charts/chart125.xml"/><Relationship Id="rId18" Type="http://schemas.openxmlformats.org/officeDocument/2006/relationships/chart" Target="../charts/chart126.xml"/><Relationship Id="rId19" Type="http://schemas.openxmlformats.org/officeDocument/2006/relationships/chart" Target="../charts/chart127.xml"/><Relationship Id="rId20" Type="http://schemas.openxmlformats.org/officeDocument/2006/relationships/chart" Target="../charts/chart128.xml"/><Relationship Id="rId21" Type="http://schemas.openxmlformats.org/officeDocument/2006/relationships/chart" Target="../charts/chart129.xml"/><Relationship Id="rId2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0.xml"/><Relationship Id="rId3" Type="http://schemas.openxmlformats.org/officeDocument/2006/relationships/chart" Target="../charts/chart131.xml"/><Relationship Id="rId4" Type="http://schemas.openxmlformats.org/officeDocument/2006/relationships/chart" Target="../charts/chart132.xml"/><Relationship Id="rId5" Type="http://schemas.openxmlformats.org/officeDocument/2006/relationships/chart" Target="../charts/chart133.xml"/><Relationship Id="rId6" Type="http://schemas.openxmlformats.org/officeDocument/2006/relationships/chart" Target="../charts/chart1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chart" Target="../charts/chart197.xml"/><Relationship Id="rId13" Type="http://schemas.openxmlformats.org/officeDocument/2006/relationships/chart" Target="../charts/chart198.xml"/><Relationship Id="rId14" Type="http://schemas.openxmlformats.org/officeDocument/2006/relationships/chart" Target="../charts/chart199.xml"/><Relationship Id="rId15" Type="http://schemas.openxmlformats.org/officeDocument/2006/relationships/chart" Target="../charts/chart200.xml"/><Relationship Id="rId16" Type="http://schemas.openxmlformats.org/officeDocument/2006/relationships/chart" Target="../charts/chart201.xml"/><Relationship Id="rId17" Type="http://schemas.openxmlformats.org/officeDocument/2006/relationships/chart" Target="../charts/chart202.xml"/><Relationship Id="rId18" Type="http://schemas.openxmlformats.org/officeDocument/2006/relationships/chart" Target="../charts/chart203.xml"/><Relationship Id="rId19" Type="http://schemas.openxmlformats.org/officeDocument/2006/relationships/chart" Target="../charts/chart204.xml"/><Relationship Id="rId20" Type="http://schemas.openxmlformats.org/officeDocument/2006/relationships/chart" Target="../charts/chart205.xml"/><Relationship Id="rId21" Type="http://schemas.openxmlformats.org/officeDocument/2006/relationships/chart" Target="../charts/chart206.xml"/><Relationship Id="rId2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chart" Target="../charts/chart223.xml"/><Relationship Id="rId13" Type="http://schemas.openxmlformats.org/officeDocument/2006/relationships/chart" Target="../charts/chart224.xml"/><Relationship Id="rId14" Type="http://schemas.openxmlformats.org/officeDocument/2006/relationships/chart" Target="../charts/chart225.xml"/><Relationship Id="rId15" Type="http://schemas.openxmlformats.org/officeDocument/2006/relationships/chart" Target="../charts/chart226.xml"/><Relationship Id="rId16" Type="http://schemas.openxmlformats.org/officeDocument/2006/relationships/chart" Target="../charts/chart227.xml"/><Relationship Id="rId17" Type="http://schemas.openxmlformats.org/officeDocument/2006/relationships/chart" Target="../charts/chart228.xml"/><Relationship Id="rId18" Type="http://schemas.openxmlformats.org/officeDocument/2006/relationships/chart" Target="../charts/chart229.xml"/><Relationship Id="rId19" Type="http://schemas.openxmlformats.org/officeDocument/2006/relationships/chart" Target="../charts/chart230.xml"/><Relationship Id="rId20" Type="http://schemas.openxmlformats.org/officeDocument/2006/relationships/chart" Target="../charts/chart231.xml"/><Relationship Id="rId21" Type="http://schemas.openxmlformats.org/officeDocument/2006/relationships/chart" Target="../charts/chart232.xml"/><Relationship Id="rId2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3.xml"/><Relationship Id="rId3" Type="http://schemas.openxmlformats.org/officeDocument/2006/relationships/chart" Target="../charts/chart264.xml"/><Relationship Id="rId4" Type="http://schemas.openxmlformats.org/officeDocument/2006/relationships/chart" Target="../charts/chart265.xml"/><Relationship Id="rId5" Type="http://schemas.openxmlformats.org/officeDocument/2006/relationships/chart" Target="../charts/chart266.xml"/><Relationship Id="rId6" Type="http://schemas.openxmlformats.org/officeDocument/2006/relationships/chart" Target="../charts/chart267.xml"/><Relationship Id="rId7" Type="http://schemas.openxmlformats.org/officeDocument/2006/relationships/chart" Target="../charts/chart268.xml"/><Relationship Id="rId8" Type="http://schemas.openxmlformats.org/officeDocument/2006/relationships/chart" Target="../charts/chart269.xml"/><Relationship Id="rId9" Type="http://schemas.openxmlformats.org/officeDocument/2006/relationships/chart" Target="../charts/chart270.xml"/><Relationship Id="rId10" Type="http://schemas.openxmlformats.org/officeDocument/2006/relationships/chart" Target="../charts/chart271.xml"/><Relationship Id="rId11" Type="http://schemas.openxmlformats.org/officeDocument/2006/relationships/chart" Target="../charts/chart272.xml"/><Relationship Id="rId12" Type="http://schemas.openxmlformats.org/officeDocument/2006/relationships/chart" Target="../charts/chart273.xml"/><Relationship Id="rId13" Type="http://schemas.openxmlformats.org/officeDocument/2006/relationships/chart" Target="../charts/chart274.xml"/><Relationship Id="rId14" Type="http://schemas.openxmlformats.org/officeDocument/2006/relationships/chart" Target="../charts/chart275.xml"/><Relationship Id="rId15" Type="http://schemas.openxmlformats.org/officeDocument/2006/relationships/chart" Target="../charts/chart276.xml"/><Relationship Id="rId16" Type="http://schemas.openxmlformats.org/officeDocument/2006/relationships/chart" Target="../charts/chart277.xml"/><Relationship Id="rId17" Type="http://schemas.openxmlformats.org/officeDocument/2006/relationships/chart" Target="../charts/chart278.xml"/><Relationship Id="rId18" Type="http://schemas.openxmlformats.org/officeDocument/2006/relationships/chart" Target="../charts/chart279.xml"/><Relationship Id="rId19" Type="http://schemas.openxmlformats.org/officeDocument/2006/relationships/chart" Target="../charts/chart280.xml"/><Relationship Id="rId20" Type="http://schemas.openxmlformats.org/officeDocument/2006/relationships/chart" Target="../charts/chart281.xml"/><Relationship Id="rId21" Type="http://schemas.openxmlformats.org/officeDocument/2006/relationships/chart" Target="../charts/chart282.xml"/><Relationship Id="rId2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3.xml"/><Relationship Id="rId3" Type="http://schemas.openxmlformats.org/officeDocument/2006/relationships/chart" Target="../charts/chart284.xml"/><Relationship Id="rId4" Type="http://schemas.openxmlformats.org/officeDocument/2006/relationships/chart" Target="../charts/chart285.xml"/><Relationship Id="rId5" Type="http://schemas.openxmlformats.org/officeDocument/2006/relationships/chart" Target="../charts/chart286.xml"/><Relationship Id="rId6" Type="http://schemas.openxmlformats.org/officeDocument/2006/relationships/chart" Target="../charts/chart28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8.xml"/><Relationship Id="rId3" Type="http://schemas.openxmlformats.org/officeDocument/2006/relationships/chart" Target="../charts/chart289.xml"/><Relationship Id="rId4" Type="http://schemas.openxmlformats.org/officeDocument/2006/relationships/chart" Target="../charts/chart290.xml"/><Relationship Id="rId5" Type="http://schemas.openxmlformats.org/officeDocument/2006/relationships/chart" Target="../charts/chart291.xml"/><Relationship Id="rId6" Type="http://schemas.openxmlformats.org/officeDocument/2006/relationships/chart" Target="../charts/chart292.xml"/><Relationship Id="rId7" Type="http://schemas.openxmlformats.org/officeDocument/2006/relationships/chart" Target="../charts/chart293.xml"/><Relationship Id="rId8" Type="http://schemas.openxmlformats.org/officeDocument/2006/relationships/chart" Target="../charts/chart294.xml"/><Relationship Id="rId9" Type="http://schemas.openxmlformats.org/officeDocument/2006/relationships/chart" Target="../charts/chart295.xml"/><Relationship Id="rId10" Type="http://schemas.openxmlformats.org/officeDocument/2006/relationships/chart" Target="../charts/chart296.xml"/><Relationship Id="rId11" Type="http://schemas.openxmlformats.org/officeDocument/2006/relationships/chart" Target="../charts/chart297.xml"/><Relationship Id="rId12" Type="http://schemas.openxmlformats.org/officeDocument/2006/relationships/chart" Target="../charts/chart298.xml"/><Relationship Id="rId13" Type="http://schemas.openxmlformats.org/officeDocument/2006/relationships/chart" Target="../charts/chart299.xml"/><Relationship Id="rId14" Type="http://schemas.openxmlformats.org/officeDocument/2006/relationships/chart" Target="../charts/chart300.xml"/><Relationship Id="rId15" Type="http://schemas.openxmlformats.org/officeDocument/2006/relationships/chart" Target="../charts/chart301.xml"/><Relationship Id="rId16" Type="http://schemas.openxmlformats.org/officeDocument/2006/relationships/chart" Target="../charts/chart302.xml"/><Relationship Id="rId17" Type="http://schemas.openxmlformats.org/officeDocument/2006/relationships/chart" Target="../charts/chart303.xml"/><Relationship Id="rId18" Type="http://schemas.openxmlformats.org/officeDocument/2006/relationships/chart" Target="../charts/chart304.xml"/><Relationship Id="rId19" Type="http://schemas.openxmlformats.org/officeDocument/2006/relationships/chart" Target="../charts/chart305.xml"/><Relationship Id="rId20" Type="http://schemas.openxmlformats.org/officeDocument/2006/relationships/chart" Target="../charts/chart306.xml"/><Relationship Id="rId21" Type="http://schemas.openxmlformats.org/officeDocument/2006/relationships/chart" Target="../charts/chart307.xml"/><Relationship Id="rId2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8.xml"/><Relationship Id="rId3" Type="http://schemas.openxmlformats.org/officeDocument/2006/relationships/chart" Target="../charts/chart309.xml"/><Relationship Id="rId4" Type="http://schemas.openxmlformats.org/officeDocument/2006/relationships/chart" Target="../charts/chart310.xml"/><Relationship Id="rId5" Type="http://schemas.openxmlformats.org/officeDocument/2006/relationships/chart" Target="../charts/chart311.xml"/><Relationship Id="rId6" Type="http://schemas.openxmlformats.org/officeDocument/2006/relationships/chart" Target="../charts/chart312.xml"/><Relationship Id="rId7" Type="http://schemas.openxmlformats.org/officeDocument/2006/relationships/chart" Target="../charts/chart313.xml"/><Relationship Id="rId8" Type="http://schemas.openxmlformats.org/officeDocument/2006/relationships/chart" Target="../charts/chart314.xml"/><Relationship Id="rId9" Type="http://schemas.openxmlformats.org/officeDocument/2006/relationships/chart" Target="../charts/chart31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6.xml"/><Relationship Id="rId3" Type="http://schemas.openxmlformats.org/officeDocument/2006/relationships/chart" Target="../charts/chart317.xml"/><Relationship Id="rId4" Type="http://schemas.openxmlformats.org/officeDocument/2006/relationships/chart" Target="../charts/chart318.xml"/><Relationship Id="rId5" Type="http://schemas.openxmlformats.org/officeDocument/2006/relationships/chart" Target="../charts/chart319.xml"/><Relationship Id="rId6" Type="http://schemas.openxmlformats.org/officeDocument/2006/relationships/chart" Target="../charts/chart320.xml"/><Relationship Id="rId7" Type="http://schemas.openxmlformats.org/officeDocument/2006/relationships/chart" Target="../charts/chart321.xml"/><Relationship Id="rId8" Type="http://schemas.openxmlformats.org/officeDocument/2006/relationships/chart" Target="../charts/chart322.xml"/><Relationship Id="rId9" Type="http://schemas.openxmlformats.org/officeDocument/2006/relationships/chart" Target="../charts/chart323.xml"/><Relationship Id="rId10" Type="http://schemas.openxmlformats.org/officeDocument/2006/relationships/chart" Target="../charts/chart324.xml"/><Relationship Id="rId11" Type="http://schemas.openxmlformats.org/officeDocument/2006/relationships/chart" Target="../charts/chart325.xml"/><Relationship Id="rId12" Type="http://schemas.openxmlformats.org/officeDocument/2006/relationships/chart" Target="../charts/chart326.xml"/><Relationship Id="rId13" Type="http://schemas.openxmlformats.org/officeDocument/2006/relationships/chart" Target="../charts/chart327.xml"/><Relationship Id="rId14" Type="http://schemas.openxmlformats.org/officeDocument/2006/relationships/chart" Target="../charts/chart328.xml"/><Relationship Id="rId15" Type="http://schemas.openxmlformats.org/officeDocument/2006/relationships/chart" Target="../charts/chart329.xml"/><Relationship Id="rId16" Type="http://schemas.openxmlformats.org/officeDocument/2006/relationships/chart" Target="../charts/chart330.xml"/><Relationship Id="rId17" Type="http://schemas.openxmlformats.org/officeDocument/2006/relationships/chart" Target="../charts/chart331.xml"/><Relationship Id="rId18" Type="http://schemas.openxmlformats.org/officeDocument/2006/relationships/chart" Target="../charts/chart332.xml"/><Relationship Id="rId19" Type="http://schemas.openxmlformats.org/officeDocument/2006/relationships/chart" Target="../charts/chart333.xml"/><Relationship Id="rId20" Type="http://schemas.openxmlformats.org/officeDocument/2006/relationships/chart" Target="../charts/chart334.xml"/><Relationship Id="rId21" Type="http://schemas.openxmlformats.org/officeDocument/2006/relationships/chart" Target="../charts/chart335.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6.xml"/><Relationship Id="rId3" Type="http://schemas.openxmlformats.org/officeDocument/2006/relationships/chart" Target="../charts/chart337.xml"/><Relationship Id="rId4" Type="http://schemas.openxmlformats.org/officeDocument/2006/relationships/chart" Target="../charts/chart338.xml"/><Relationship Id="rId5" Type="http://schemas.openxmlformats.org/officeDocument/2006/relationships/chart" Target="../charts/chart339.xml"/><Relationship Id="rId6" Type="http://schemas.openxmlformats.org/officeDocument/2006/relationships/chart" Target="../charts/chart34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1.xml"/><Relationship Id="rId3" Type="http://schemas.openxmlformats.org/officeDocument/2006/relationships/chart" Target="../charts/chart342.xml"/><Relationship Id="rId4" Type="http://schemas.openxmlformats.org/officeDocument/2006/relationships/chart" Target="../charts/chart343.xml"/><Relationship Id="rId5" Type="http://schemas.openxmlformats.org/officeDocument/2006/relationships/chart" Target="../charts/chart344.xml"/><Relationship Id="rId6" Type="http://schemas.openxmlformats.org/officeDocument/2006/relationships/chart" Target="../charts/chart345.xml"/><Relationship Id="rId7" Type="http://schemas.openxmlformats.org/officeDocument/2006/relationships/chart" Target="../charts/chart346.xml"/><Relationship Id="rId8" Type="http://schemas.openxmlformats.org/officeDocument/2006/relationships/chart" Target="../charts/chart347.xml"/><Relationship Id="rId9" Type="http://schemas.openxmlformats.org/officeDocument/2006/relationships/chart" Target="../charts/chart348.xml"/><Relationship Id="rId10" Type="http://schemas.openxmlformats.org/officeDocument/2006/relationships/chart" Target="../charts/chart349.xml"/><Relationship Id="rId11" Type="http://schemas.openxmlformats.org/officeDocument/2006/relationships/chart" Target="../charts/chart350.xml"/><Relationship Id="rId12" Type="http://schemas.openxmlformats.org/officeDocument/2006/relationships/chart" Target="../charts/chart351.xml"/><Relationship Id="rId13" Type="http://schemas.openxmlformats.org/officeDocument/2006/relationships/chart" Target="../charts/chart352.xml"/><Relationship Id="rId14" Type="http://schemas.openxmlformats.org/officeDocument/2006/relationships/chart" Target="../charts/chart353.xml"/><Relationship Id="rId15" Type="http://schemas.openxmlformats.org/officeDocument/2006/relationships/chart" Target="../charts/chart354.xml"/><Relationship Id="rId16" Type="http://schemas.openxmlformats.org/officeDocument/2006/relationships/chart" Target="../charts/chart355.xml"/><Relationship Id="rId17" Type="http://schemas.openxmlformats.org/officeDocument/2006/relationships/chart" Target="../charts/chart356.xml"/><Relationship Id="rId18" Type="http://schemas.openxmlformats.org/officeDocument/2006/relationships/chart" Target="../charts/chart357.xml"/><Relationship Id="rId19" Type="http://schemas.openxmlformats.org/officeDocument/2006/relationships/chart" Target="../charts/chart358.xml"/><Relationship Id="rId20" Type="http://schemas.openxmlformats.org/officeDocument/2006/relationships/chart" Target="../charts/chart359.xml"/><Relationship Id="rId21" Type="http://schemas.openxmlformats.org/officeDocument/2006/relationships/chart" Target="../charts/chart360.xml"/><Relationship Id="rId2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1.xml"/><Relationship Id="rId3" Type="http://schemas.openxmlformats.org/officeDocument/2006/relationships/chart" Target="../charts/chart362.xml"/><Relationship Id="rId4" Type="http://schemas.openxmlformats.org/officeDocument/2006/relationships/chart" Target="../charts/chart363.xml"/><Relationship Id="rId5" Type="http://schemas.openxmlformats.org/officeDocument/2006/relationships/chart" Target="../charts/chart364.xml"/><Relationship Id="rId6" Type="http://schemas.openxmlformats.org/officeDocument/2006/relationships/chart" Target="../charts/chart365.xml"/><Relationship Id="rId7" Type="http://schemas.openxmlformats.org/officeDocument/2006/relationships/chart" Target="../charts/chart36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chart" Target="../charts/chart3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3.xml"/><Relationship Id="rId3" Type="http://schemas.openxmlformats.org/officeDocument/2006/relationships/chart" Target="../charts/chart394.xml"/><Relationship Id="rId4" Type="http://schemas.openxmlformats.org/officeDocument/2006/relationships/chart" Target="../charts/chart395.xml"/><Relationship Id="rId5" Type="http://schemas.openxmlformats.org/officeDocument/2006/relationships/chart" Target="../charts/chart396.xml"/><Relationship Id="rId6" Type="http://schemas.openxmlformats.org/officeDocument/2006/relationships/chart" Target="../charts/chart397.xml"/><Relationship Id="rId7" Type="http://schemas.openxmlformats.org/officeDocument/2006/relationships/chart" Target="../charts/chart398.xml"/><Relationship Id="rId8" Type="http://schemas.openxmlformats.org/officeDocument/2006/relationships/chart" Target="../charts/chart399.xml"/><Relationship Id="rId9" Type="http://schemas.openxmlformats.org/officeDocument/2006/relationships/chart" Target="../charts/chart400.xml"/><Relationship Id="rId10" Type="http://schemas.openxmlformats.org/officeDocument/2006/relationships/chart" Target="../charts/chart401.xml"/><Relationship Id="rId11" Type="http://schemas.openxmlformats.org/officeDocument/2006/relationships/chart" Target="../charts/chart402.xml"/><Relationship Id="rId12" Type="http://schemas.openxmlformats.org/officeDocument/2006/relationships/chart" Target="../charts/chart403.xml"/><Relationship Id="rId13" Type="http://schemas.openxmlformats.org/officeDocument/2006/relationships/chart" Target="../charts/chart404.xml"/><Relationship Id="rId14" Type="http://schemas.openxmlformats.org/officeDocument/2006/relationships/chart" Target="../charts/chart405.xml"/><Relationship Id="rId15" Type="http://schemas.openxmlformats.org/officeDocument/2006/relationships/chart" Target="../charts/chart406.xml"/><Relationship Id="rId16" Type="http://schemas.openxmlformats.org/officeDocument/2006/relationships/chart" Target="../charts/chart407.xml"/><Relationship Id="rId17" Type="http://schemas.openxmlformats.org/officeDocument/2006/relationships/chart" Target="../charts/chart408.xml"/><Relationship Id="rId18" Type="http://schemas.openxmlformats.org/officeDocument/2006/relationships/chart" Target="../charts/chart409.xml"/><Relationship Id="rId19" Type="http://schemas.openxmlformats.org/officeDocument/2006/relationships/chart" Target="../charts/chart410.xml"/><Relationship Id="rId20" Type="http://schemas.openxmlformats.org/officeDocument/2006/relationships/chart" Target="../charts/chart411.xml"/><Relationship Id="rId21" Type="http://schemas.openxmlformats.org/officeDocument/2006/relationships/chart" Target="../charts/chart412.xml"/><Relationship Id="rId2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3.xml"/><Relationship Id="rId3" Type="http://schemas.openxmlformats.org/officeDocument/2006/relationships/chart" Target="../charts/chart414.xml"/><Relationship Id="rId4" Type="http://schemas.openxmlformats.org/officeDocument/2006/relationships/chart" Target="../charts/chart415.xml"/><Relationship Id="rId5" Type="http://schemas.openxmlformats.org/officeDocument/2006/relationships/chart" Target="../charts/chart416.xml"/><Relationship Id="rId6" Type="http://schemas.openxmlformats.org/officeDocument/2006/relationships/chart" Target="../charts/chart417.xml"/><Relationship Id="rId7" Type="http://schemas.openxmlformats.org/officeDocument/2006/relationships/chart" Target="../charts/chart41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9.xml"/><Relationship Id="rId3" Type="http://schemas.openxmlformats.org/officeDocument/2006/relationships/chart" Target="../charts/chart420.xml"/><Relationship Id="rId4" Type="http://schemas.openxmlformats.org/officeDocument/2006/relationships/chart" Target="../charts/chart421.xml"/><Relationship Id="rId5" Type="http://schemas.openxmlformats.org/officeDocument/2006/relationships/chart" Target="../charts/chart422.xml"/><Relationship Id="rId6" Type="http://schemas.openxmlformats.org/officeDocument/2006/relationships/chart" Target="../charts/chart423.xml"/><Relationship Id="rId7" Type="http://schemas.openxmlformats.org/officeDocument/2006/relationships/chart" Target="../charts/chart424.xml"/><Relationship Id="rId8" Type="http://schemas.openxmlformats.org/officeDocument/2006/relationships/chart" Target="../charts/chart425.xml"/><Relationship Id="rId9" Type="http://schemas.openxmlformats.org/officeDocument/2006/relationships/chart" Target="../charts/chart426.xml"/><Relationship Id="rId10" Type="http://schemas.openxmlformats.org/officeDocument/2006/relationships/chart" Target="../charts/chart427.xml"/><Relationship Id="rId11" Type="http://schemas.openxmlformats.org/officeDocument/2006/relationships/chart" Target="../charts/chart428.xml"/><Relationship Id="rId12" Type="http://schemas.openxmlformats.org/officeDocument/2006/relationships/chart" Target="../charts/chart429.xml"/><Relationship Id="rId13" Type="http://schemas.openxmlformats.org/officeDocument/2006/relationships/chart" Target="../charts/chart430.xml"/><Relationship Id="rId14" Type="http://schemas.openxmlformats.org/officeDocument/2006/relationships/chart" Target="../charts/chart431.xml"/><Relationship Id="rId15" Type="http://schemas.openxmlformats.org/officeDocument/2006/relationships/chart" Target="../charts/chart432.xml"/><Relationship Id="rId16" Type="http://schemas.openxmlformats.org/officeDocument/2006/relationships/chart" Target="../charts/chart433.xml"/><Relationship Id="rId17" Type="http://schemas.openxmlformats.org/officeDocument/2006/relationships/chart" Target="../charts/chart434.xml"/><Relationship Id="rId18" Type="http://schemas.openxmlformats.org/officeDocument/2006/relationships/chart" Target="../charts/chart435.xml"/><Relationship Id="rId19" Type="http://schemas.openxmlformats.org/officeDocument/2006/relationships/chart" Target="../charts/chart436.xml"/><Relationship Id="rId20" Type="http://schemas.openxmlformats.org/officeDocument/2006/relationships/chart" Target="../charts/chart437.xml"/><Relationship Id="rId21" Type="http://schemas.openxmlformats.org/officeDocument/2006/relationships/chart" Target="../charts/chart438.xml"/><Relationship Id="rId2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9.xml"/><Relationship Id="rId3" Type="http://schemas.openxmlformats.org/officeDocument/2006/relationships/chart" Target="../charts/chart440.xml"/><Relationship Id="rId4" Type="http://schemas.openxmlformats.org/officeDocument/2006/relationships/chart" Target="../charts/chart441.xml"/><Relationship Id="rId5" Type="http://schemas.openxmlformats.org/officeDocument/2006/relationships/chart" Target="../charts/chart442.xml"/><Relationship Id="rId6" Type="http://schemas.openxmlformats.org/officeDocument/2006/relationships/chart" Target="../charts/chart443.xml"/><Relationship Id="rId7" Type="http://schemas.openxmlformats.org/officeDocument/2006/relationships/chart" Target="../charts/chart44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5.xml"/><Relationship Id="rId3" Type="http://schemas.openxmlformats.org/officeDocument/2006/relationships/chart" Target="../charts/chart446.xml"/><Relationship Id="rId4" Type="http://schemas.openxmlformats.org/officeDocument/2006/relationships/chart" Target="../charts/chart447.xml"/><Relationship Id="rId5" Type="http://schemas.openxmlformats.org/officeDocument/2006/relationships/chart" Target="../charts/chart448.xml"/><Relationship Id="rId6" Type="http://schemas.openxmlformats.org/officeDocument/2006/relationships/chart" Target="../charts/chart449.xml"/><Relationship Id="rId7" Type="http://schemas.openxmlformats.org/officeDocument/2006/relationships/chart" Target="../charts/chart450.xml"/><Relationship Id="rId8" Type="http://schemas.openxmlformats.org/officeDocument/2006/relationships/chart" Target="../charts/chart451.xml"/><Relationship Id="rId9" Type="http://schemas.openxmlformats.org/officeDocument/2006/relationships/chart" Target="../charts/chart452.xml"/><Relationship Id="rId10" Type="http://schemas.openxmlformats.org/officeDocument/2006/relationships/chart" Target="../charts/chart453.xml"/><Relationship Id="rId11" Type="http://schemas.openxmlformats.org/officeDocument/2006/relationships/chart" Target="../charts/chart454.xml"/><Relationship Id="rId12" Type="http://schemas.openxmlformats.org/officeDocument/2006/relationships/chart" Target="../charts/chart455.xml"/><Relationship Id="rId13" Type="http://schemas.openxmlformats.org/officeDocument/2006/relationships/chart" Target="../charts/chart456.xml"/><Relationship Id="rId14" Type="http://schemas.openxmlformats.org/officeDocument/2006/relationships/chart" Target="../charts/chart457.xml"/><Relationship Id="rId15" Type="http://schemas.openxmlformats.org/officeDocument/2006/relationships/chart" Target="../charts/chart458.xml"/><Relationship Id="rId16" Type="http://schemas.openxmlformats.org/officeDocument/2006/relationships/chart" Target="../charts/chart459.xml"/><Relationship Id="rId17" Type="http://schemas.openxmlformats.org/officeDocument/2006/relationships/chart" Target="../charts/chart460.xml"/><Relationship Id="rId18" Type="http://schemas.openxmlformats.org/officeDocument/2006/relationships/chart" Target="../charts/chart461.xml"/><Relationship Id="rId19" Type="http://schemas.openxmlformats.org/officeDocument/2006/relationships/chart" Target="../charts/chart462.xml"/><Relationship Id="rId20" Type="http://schemas.openxmlformats.org/officeDocument/2006/relationships/chart" Target="../charts/chart463.xml"/><Relationship Id="rId21" Type="http://schemas.openxmlformats.org/officeDocument/2006/relationships/chart" Target="../charts/chart464.xml"/><Relationship Id="rId2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5.xml"/><Relationship Id="rId3" Type="http://schemas.openxmlformats.org/officeDocument/2006/relationships/chart" Target="../charts/chart466.xml"/><Relationship Id="rId4" Type="http://schemas.openxmlformats.org/officeDocument/2006/relationships/chart" Target="../charts/chart467.xml"/><Relationship Id="rId5" Type="http://schemas.openxmlformats.org/officeDocument/2006/relationships/chart" Target="../charts/chart468.xml"/><Relationship Id="rId6" Type="http://schemas.openxmlformats.org/officeDocument/2006/relationships/chart" Target="../charts/chart469.xml"/><Relationship Id="rId7" Type="http://schemas.openxmlformats.org/officeDocument/2006/relationships/chart" Target="../charts/chart47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1.xml"/><Relationship Id="rId3" Type="http://schemas.openxmlformats.org/officeDocument/2006/relationships/chart" Target="../charts/chart472.xml"/><Relationship Id="rId4" Type="http://schemas.openxmlformats.org/officeDocument/2006/relationships/chart" Target="../charts/chart473.xml"/><Relationship Id="rId5" Type="http://schemas.openxmlformats.org/officeDocument/2006/relationships/chart" Target="../charts/chart474.xml"/><Relationship Id="rId6" Type="http://schemas.openxmlformats.org/officeDocument/2006/relationships/chart" Target="../charts/chart475.xml"/><Relationship Id="rId7" Type="http://schemas.openxmlformats.org/officeDocument/2006/relationships/chart" Target="../charts/chart476.xml"/><Relationship Id="rId8" Type="http://schemas.openxmlformats.org/officeDocument/2006/relationships/chart" Target="../charts/chart477.xml"/><Relationship Id="rId9" Type="http://schemas.openxmlformats.org/officeDocument/2006/relationships/chart" Target="../charts/chart478.xml"/><Relationship Id="rId10" Type="http://schemas.openxmlformats.org/officeDocument/2006/relationships/chart" Target="../charts/chart479.xml"/><Relationship Id="rId11" Type="http://schemas.openxmlformats.org/officeDocument/2006/relationships/chart" Target="../charts/chart480.xml"/><Relationship Id="rId12" Type="http://schemas.openxmlformats.org/officeDocument/2006/relationships/chart" Target="../charts/chart481.xml"/><Relationship Id="rId13" Type="http://schemas.openxmlformats.org/officeDocument/2006/relationships/chart" Target="../charts/chart482.xml"/><Relationship Id="rId14" Type="http://schemas.openxmlformats.org/officeDocument/2006/relationships/chart" Target="../charts/chart483.xml"/><Relationship Id="rId15" Type="http://schemas.openxmlformats.org/officeDocument/2006/relationships/chart" Target="../charts/chart484.xml"/><Relationship Id="rId16" Type="http://schemas.openxmlformats.org/officeDocument/2006/relationships/chart" Target="../charts/chart485.xml"/><Relationship Id="rId17" Type="http://schemas.openxmlformats.org/officeDocument/2006/relationships/chart" Target="../charts/chart486.xml"/><Relationship Id="rId18" Type="http://schemas.openxmlformats.org/officeDocument/2006/relationships/chart" Target="../charts/chart487.xml"/><Relationship Id="rId19" Type="http://schemas.openxmlformats.org/officeDocument/2006/relationships/chart" Target="../charts/chart488.xml"/><Relationship Id="rId20" Type="http://schemas.openxmlformats.org/officeDocument/2006/relationships/chart" Target="../charts/chart489.xml"/><Relationship Id="rId21" Type="http://schemas.openxmlformats.org/officeDocument/2006/relationships/chart" Target="../charts/chart490.xml"/><Relationship Id="rId2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1.xml"/><Relationship Id="rId3" Type="http://schemas.openxmlformats.org/officeDocument/2006/relationships/chart" Target="../charts/chart492.xml"/><Relationship Id="rId4" Type="http://schemas.openxmlformats.org/officeDocument/2006/relationships/chart" Target="../charts/chart493.xml"/><Relationship Id="rId5" Type="http://schemas.openxmlformats.org/officeDocument/2006/relationships/chart" Target="../charts/chart494.xml"/><Relationship Id="rId6" Type="http://schemas.openxmlformats.org/officeDocument/2006/relationships/chart" Target="../charts/chart495.xml"/><Relationship Id="rId7" Type="http://schemas.openxmlformats.org/officeDocument/2006/relationships/chart" Target="../charts/chart49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7.xml"/><Relationship Id="rId3" Type="http://schemas.openxmlformats.org/officeDocument/2006/relationships/chart" Target="../charts/chart498.xml"/><Relationship Id="rId4" Type="http://schemas.openxmlformats.org/officeDocument/2006/relationships/chart" Target="../charts/chart499.xml"/><Relationship Id="rId5" Type="http://schemas.openxmlformats.org/officeDocument/2006/relationships/chart" Target="../charts/chart500.xml"/><Relationship Id="rId6" Type="http://schemas.openxmlformats.org/officeDocument/2006/relationships/chart" Target="../charts/chart501.xml"/><Relationship Id="rId7" Type="http://schemas.openxmlformats.org/officeDocument/2006/relationships/chart" Target="../charts/chart502.xml"/><Relationship Id="rId8" Type="http://schemas.openxmlformats.org/officeDocument/2006/relationships/chart" Target="../charts/chart503.xml"/><Relationship Id="rId9" Type="http://schemas.openxmlformats.org/officeDocument/2006/relationships/chart" Target="../charts/chart504.xml"/><Relationship Id="rId10" Type="http://schemas.openxmlformats.org/officeDocument/2006/relationships/chart" Target="../charts/chart505.xml"/><Relationship Id="rId11" Type="http://schemas.openxmlformats.org/officeDocument/2006/relationships/chart" Target="../charts/chart506.xml"/><Relationship Id="rId12" Type="http://schemas.openxmlformats.org/officeDocument/2006/relationships/chart" Target="../charts/chart507.xml"/><Relationship Id="rId13" Type="http://schemas.openxmlformats.org/officeDocument/2006/relationships/chart" Target="../charts/chart508.xml"/><Relationship Id="rId14" Type="http://schemas.openxmlformats.org/officeDocument/2006/relationships/chart" Target="../charts/chart509.xml"/><Relationship Id="rId15" Type="http://schemas.openxmlformats.org/officeDocument/2006/relationships/chart" Target="../charts/chart510.xml"/><Relationship Id="rId16" Type="http://schemas.openxmlformats.org/officeDocument/2006/relationships/chart" Target="../charts/chart511.xml"/><Relationship Id="rId17" Type="http://schemas.openxmlformats.org/officeDocument/2006/relationships/chart" Target="../charts/chart512.xml"/><Relationship Id="rId18" Type="http://schemas.openxmlformats.org/officeDocument/2006/relationships/chart" Target="../charts/chart513.xml"/><Relationship Id="rId19" Type="http://schemas.openxmlformats.org/officeDocument/2006/relationships/chart" Target="../charts/chart514.xml"/><Relationship Id="rId20" Type="http://schemas.openxmlformats.org/officeDocument/2006/relationships/chart" Target="../charts/chart515.xml"/><Relationship Id="rId21" Type="http://schemas.openxmlformats.org/officeDocument/2006/relationships/chart" Target="../charts/chart516.xml"/><Relationship Id="rId2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7.xml"/><Relationship Id="rId3" Type="http://schemas.openxmlformats.org/officeDocument/2006/relationships/chart" Target="../charts/chart518.xml"/><Relationship Id="rId4" Type="http://schemas.openxmlformats.org/officeDocument/2006/relationships/chart" Target="../charts/chart519.xml"/><Relationship Id="rId5" Type="http://schemas.openxmlformats.org/officeDocument/2006/relationships/chart" Target="../charts/chart520.xml"/><Relationship Id="rId6" Type="http://schemas.openxmlformats.org/officeDocument/2006/relationships/chart" Target="../charts/chart521.xml"/><Relationship Id="rId7" Type="http://schemas.openxmlformats.org/officeDocument/2006/relationships/chart" Target="../charts/chart5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3.xml"/><Relationship Id="rId3" Type="http://schemas.openxmlformats.org/officeDocument/2006/relationships/chart" Target="../charts/chart524.xml"/><Relationship Id="rId4" Type="http://schemas.openxmlformats.org/officeDocument/2006/relationships/chart" Target="../charts/chart525.xml"/><Relationship Id="rId5" Type="http://schemas.openxmlformats.org/officeDocument/2006/relationships/chart" Target="../charts/chart526.xml"/><Relationship Id="rId6" Type="http://schemas.openxmlformats.org/officeDocument/2006/relationships/chart" Target="../charts/chart527.xml"/><Relationship Id="rId7" Type="http://schemas.openxmlformats.org/officeDocument/2006/relationships/chart" Target="../charts/chart528.xml"/><Relationship Id="rId8" Type="http://schemas.openxmlformats.org/officeDocument/2006/relationships/chart" Target="../charts/chart529.xml"/><Relationship Id="rId9" Type="http://schemas.openxmlformats.org/officeDocument/2006/relationships/chart" Target="../charts/chart530.xml"/><Relationship Id="rId10" Type="http://schemas.openxmlformats.org/officeDocument/2006/relationships/chart" Target="../charts/chart531.xml"/><Relationship Id="rId11" Type="http://schemas.openxmlformats.org/officeDocument/2006/relationships/chart" Target="../charts/chart532.xml"/><Relationship Id="rId12" Type="http://schemas.openxmlformats.org/officeDocument/2006/relationships/chart" Target="../charts/chart533.xml"/><Relationship Id="rId13" Type="http://schemas.openxmlformats.org/officeDocument/2006/relationships/chart" Target="../charts/chart534.xml"/><Relationship Id="rId14" Type="http://schemas.openxmlformats.org/officeDocument/2006/relationships/chart" Target="../charts/chart535.xml"/><Relationship Id="rId15" Type="http://schemas.openxmlformats.org/officeDocument/2006/relationships/chart" Target="../charts/chart536.xml"/><Relationship Id="rId16" Type="http://schemas.openxmlformats.org/officeDocument/2006/relationships/chart" Target="../charts/chart537.xml"/><Relationship Id="rId17" Type="http://schemas.openxmlformats.org/officeDocument/2006/relationships/chart" Target="../charts/chart538.xml"/><Relationship Id="rId18" Type="http://schemas.openxmlformats.org/officeDocument/2006/relationships/chart" Target="../charts/chart539.xml"/><Relationship Id="rId19" Type="http://schemas.openxmlformats.org/officeDocument/2006/relationships/chart" Target="../charts/chart540.xml"/><Relationship Id="rId20" Type="http://schemas.openxmlformats.org/officeDocument/2006/relationships/chart" Target="../charts/chart541.xml"/><Relationship Id="rId21" Type="http://schemas.openxmlformats.org/officeDocument/2006/relationships/chart" Target="../charts/chart542.xml"/><Relationship Id="rId2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3.xml"/><Relationship Id="rId3" Type="http://schemas.openxmlformats.org/officeDocument/2006/relationships/chart" Target="../charts/chart544.xml"/><Relationship Id="rId4" Type="http://schemas.openxmlformats.org/officeDocument/2006/relationships/chart" Target="../charts/chart545.xml"/><Relationship Id="rId5" Type="http://schemas.openxmlformats.org/officeDocument/2006/relationships/chart" Target="../charts/chart546.xml"/><Relationship Id="rId6" Type="http://schemas.openxmlformats.org/officeDocument/2006/relationships/chart" Target="../charts/chart54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3.xml"/><Relationship Id="rId3" Type="http://schemas.openxmlformats.org/officeDocument/2006/relationships/chart" Target="../charts/chart554.xml"/><Relationship Id="rId4" Type="http://schemas.openxmlformats.org/officeDocument/2006/relationships/chart" Target="../charts/chart555.xml"/><Relationship Id="rId5" Type="http://schemas.openxmlformats.org/officeDocument/2006/relationships/chart" Target="../charts/chart556.xml"/><Relationship Id="rId6" Type="http://schemas.openxmlformats.org/officeDocument/2006/relationships/chart" Target="../charts/chart557.xml"/><Relationship Id="rId7" Type="http://schemas.openxmlformats.org/officeDocument/2006/relationships/chart" Target="../charts/chart558.xml"/><Relationship Id="rId8" Type="http://schemas.openxmlformats.org/officeDocument/2006/relationships/chart" Target="../charts/chart559.xml"/><Relationship Id="rId9" Type="http://schemas.openxmlformats.org/officeDocument/2006/relationships/chart" Target="../charts/chart560.xml"/><Relationship Id="rId10" Type="http://schemas.openxmlformats.org/officeDocument/2006/relationships/chart" Target="../charts/chart561.xml"/><Relationship Id="rId11" Type="http://schemas.openxmlformats.org/officeDocument/2006/relationships/chart" Target="../charts/chart562.xml"/><Relationship Id="rId12" Type="http://schemas.openxmlformats.org/officeDocument/2006/relationships/chart" Target="../charts/chart563.xml"/><Relationship Id="rId13" Type="http://schemas.openxmlformats.org/officeDocument/2006/relationships/chart" Target="../charts/chart564.xml"/><Relationship Id="rId14" Type="http://schemas.openxmlformats.org/officeDocument/2006/relationships/chart" Target="../charts/chart565.xml"/><Relationship Id="rId15" Type="http://schemas.openxmlformats.org/officeDocument/2006/relationships/chart" Target="../charts/chart566.xml"/><Relationship Id="rId16" Type="http://schemas.openxmlformats.org/officeDocument/2006/relationships/chart" Target="../charts/chart567.xml"/><Relationship Id="rId17" Type="http://schemas.openxmlformats.org/officeDocument/2006/relationships/chart" Target="../charts/chart568.xml"/><Relationship Id="rId18" Type="http://schemas.openxmlformats.org/officeDocument/2006/relationships/chart" Target="../charts/chart569.xml"/><Relationship Id="rId19" Type="http://schemas.openxmlformats.org/officeDocument/2006/relationships/chart" Target="../charts/chart570.xml"/><Relationship Id="rId20" Type="http://schemas.openxmlformats.org/officeDocument/2006/relationships/chart" Target="../charts/chart571.xml"/><Relationship Id="rId21" Type="http://schemas.openxmlformats.org/officeDocument/2006/relationships/chart" Target="../charts/chart572.xml"/><Relationship Id="rId2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3.xml"/><Relationship Id="rId3" Type="http://schemas.openxmlformats.org/officeDocument/2006/relationships/chart" Target="../charts/chart57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5.xml"/><Relationship Id="rId3" Type="http://schemas.openxmlformats.org/officeDocument/2006/relationships/chart" Target="../charts/chart576.xml"/><Relationship Id="rId4" Type="http://schemas.openxmlformats.org/officeDocument/2006/relationships/chart" Target="../charts/chart577.xml"/><Relationship Id="rId5" Type="http://schemas.openxmlformats.org/officeDocument/2006/relationships/chart" Target="../charts/chart578.xml"/><Relationship Id="rId6" Type="http://schemas.openxmlformats.org/officeDocument/2006/relationships/chart" Target="../charts/chart579.xml"/><Relationship Id="rId7" Type="http://schemas.openxmlformats.org/officeDocument/2006/relationships/chart" Target="../charts/chart58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1.xml"/><Relationship Id="rId3" Type="http://schemas.openxmlformats.org/officeDocument/2006/relationships/chart" Target="../charts/chart582.xml"/><Relationship Id="rId4" Type="http://schemas.openxmlformats.org/officeDocument/2006/relationships/chart" Target="../charts/chart583.xml"/><Relationship Id="rId5" Type="http://schemas.openxmlformats.org/officeDocument/2006/relationships/chart" Target="../charts/chart584.xml"/><Relationship Id="rId6" Type="http://schemas.openxmlformats.org/officeDocument/2006/relationships/chart" Target="../charts/chart585.xml"/><Relationship Id="rId7" Type="http://schemas.openxmlformats.org/officeDocument/2006/relationships/chart" Target="../charts/chart586.xml"/><Relationship Id="rId8" Type="http://schemas.openxmlformats.org/officeDocument/2006/relationships/chart" Target="../charts/chart587.xml"/><Relationship Id="rId9" Type="http://schemas.openxmlformats.org/officeDocument/2006/relationships/chart" Target="../charts/chart588.xml"/><Relationship Id="rId10" Type="http://schemas.openxmlformats.org/officeDocument/2006/relationships/chart" Target="../charts/chart589.xml"/><Relationship Id="rId11" Type="http://schemas.openxmlformats.org/officeDocument/2006/relationships/chart" Target="../charts/chart590.xml"/><Relationship Id="rId12" Type="http://schemas.openxmlformats.org/officeDocument/2006/relationships/chart" Target="../charts/chart591.xml"/><Relationship Id="rId13" Type="http://schemas.openxmlformats.org/officeDocument/2006/relationships/chart" Target="../charts/chart592.xml"/><Relationship Id="rId14" Type="http://schemas.openxmlformats.org/officeDocument/2006/relationships/chart" Target="../charts/chart593.xml"/><Relationship Id="rId15" Type="http://schemas.openxmlformats.org/officeDocument/2006/relationships/chart" Target="../charts/chart594.xml"/><Relationship Id="rId16" Type="http://schemas.openxmlformats.org/officeDocument/2006/relationships/chart" Target="../charts/chart595.xml"/><Relationship Id="rId17" Type="http://schemas.openxmlformats.org/officeDocument/2006/relationships/chart" Target="../charts/chart596.xml"/><Relationship Id="rId18" Type="http://schemas.openxmlformats.org/officeDocument/2006/relationships/chart" Target="../charts/chart597.xml"/><Relationship Id="rId19" Type="http://schemas.openxmlformats.org/officeDocument/2006/relationships/chart" Target="../charts/chart598.xml"/><Relationship Id="rId20" Type="http://schemas.openxmlformats.org/officeDocument/2006/relationships/chart" Target="../charts/chart599.xml"/><Relationship Id="rId21" Type="http://schemas.openxmlformats.org/officeDocument/2006/relationships/chart" Target="../charts/chart600.xml"/><Relationship Id="rId2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1.xml"/><Relationship Id="rId3" Type="http://schemas.openxmlformats.org/officeDocument/2006/relationships/chart" Target="../charts/chart602.xml"/><Relationship Id="rId4" Type="http://schemas.openxmlformats.org/officeDocument/2006/relationships/chart" Target="../charts/chart603.xml"/><Relationship Id="rId5" Type="http://schemas.openxmlformats.org/officeDocument/2006/relationships/chart" Target="../charts/chart604.xml"/><Relationship Id="rId6" Type="http://schemas.openxmlformats.org/officeDocument/2006/relationships/chart" Target="../charts/chart605.xml"/><Relationship Id="rId7" Type="http://schemas.openxmlformats.org/officeDocument/2006/relationships/chart" Target="../charts/chart60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7.xml"/><Relationship Id="rId3" Type="http://schemas.openxmlformats.org/officeDocument/2006/relationships/chart" Target="../charts/chart608.xml"/><Relationship Id="rId4" Type="http://schemas.openxmlformats.org/officeDocument/2006/relationships/chart" Target="../charts/chart609.xml"/><Relationship Id="rId5" Type="http://schemas.openxmlformats.org/officeDocument/2006/relationships/chart" Target="../charts/chart610.xml"/><Relationship Id="rId6" Type="http://schemas.openxmlformats.org/officeDocument/2006/relationships/chart" Target="../charts/chart611.xml"/><Relationship Id="rId7" Type="http://schemas.openxmlformats.org/officeDocument/2006/relationships/chart" Target="../charts/chart612.xml"/><Relationship Id="rId8" Type="http://schemas.openxmlformats.org/officeDocument/2006/relationships/chart" Target="../charts/chart613.xml"/><Relationship Id="rId9" Type="http://schemas.openxmlformats.org/officeDocument/2006/relationships/chart" Target="../charts/chart614.xml"/><Relationship Id="rId10" Type="http://schemas.openxmlformats.org/officeDocument/2006/relationships/chart" Target="../charts/chart615.xml"/><Relationship Id="rId11" Type="http://schemas.openxmlformats.org/officeDocument/2006/relationships/chart" Target="../charts/chart616.xml"/><Relationship Id="rId12" Type="http://schemas.openxmlformats.org/officeDocument/2006/relationships/chart" Target="../charts/chart617.xml"/><Relationship Id="rId13" Type="http://schemas.openxmlformats.org/officeDocument/2006/relationships/chart" Target="../charts/chart618.xml"/><Relationship Id="rId14" Type="http://schemas.openxmlformats.org/officeDocument/2006/relationships/chart" Target="../charts/chart619.xml"/><Relationship Id="rId15" Type="http://schemas.openxmlformats.org/officeDocument/2006/relationships/chart" Target="../charts/chart620.xml"/><Relationship Id="rId16" Type="http://schemas.openxmlformats.org/officeDocument/2006/relationships/chart" Target="../charts/chart621.xml"/><Relationship Id="rId17" Type="http://schemas.openxmlformats.org/officeDocument/2006/relationships/chart" Target="../charts/chart622.xml"/><Relationship Id="rId18" Type="http://schemas.openxmlformats.org/officeDocument/2006/relationships/chart" Target="../charts/chart623.xml"/><Relationship Id="rId19" Type="http://schemas.openxmlformats.org/officeDocument/2006/relationships/chart" Target="../charts/chart624.xml"/><Relationship Id="rId20" Type="http://schemas.openxmlformats.org/officeDocument/2006/relationships/chart" Target="../charts/chart625.xml"/><Relationship Id="rId21" Type="http://schemas.openxmlformats.org/officeDocument/2006/relationships/chart" Target="../charts/chart626.xml"/><Relationship Id="rId2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7.xml"/><Relationship Id="rId3" Type="http://schemas.openxmlformats.org/officeDocument/2006/relationships/chart" Target="../charts/chart628.xml"/><Relationship Id="rId4" Type="http://schemas.openxmlformats.org/officeDocument/2006/relationships/chart" Target="../charts/chart629.xml"/><Relationship Id="rId5" Type="http://schemas.openxmlformats.org/officeDocument/2006/relationships/chart" Target="../charts/chart630.xml"/><Relationship Id="rId6" Type="http://schemas.openxmlformats.org/officeDocument/2006/relationships/chart" Target="../charts/chart631.xml"/><Relationship Id="rId7" Type="http://schemas.openxmlformats.org/officeDocument/2006/relationships/chart" Target="../charts/chart63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3.xml"/><Relationship Id="rId3" Type="http://schemas.openxmlformats.org/officeDocument/2006/relationships/chart" Target="../charts/chart634.xml"/><Relationship Id="rId4" Type="http://schemas.openxmlformats.org/officeDocument/2006/relationships/chart" Target="../charts/chart635.xml"/><Relationship Id="rId5" Type="http://schemas.openxmlformats.org/officeDocument/2006/relationships/chart" Target="../charts/chart636.xml"/><Relationship Id="rId6" Type="http://schemas.openxmlformats.org/officeDocument/2006/relationships/chart" Target="../charts/chart637.xml"/><Relationship Id="rId7" Type="http://schemas.openxmlformats.org/officeDocument/2006/relationships/chart" Target="../charts/chart638.xml"/><Relationship Id="rId8" Type="http://schemas.openxmlformats.org/officeDocument/2006/relationships/chart" Target="../charts/chart639.xml"/><Relationship Id="rId9" Type="http://schemas.openxmlformats.org/officeDocument/2006/relationships/chart" Target="../charts/chart640.xml"/><Relationship Id="rId10" Type="http://schemas.openxmlformats.org/officeDocument/2006/relationships/chart" Target="../charts/chart641.xml"/><Relationship Id="rId11" Type="http://schemas.openxmlformats.org/officeDocument/2006/relationships/chart" Target="../charts/chart642.xml"/><Relationship Id="rId12" Type="http://schemas.openxmlformats.org/officeDocument/2006/relationships/chart" Target="../charts/chart643.xml"/><Relationship Id="rId13" Type="http://schemas.openxmlformats.org/officeDocument/2006/relationships/chart" Target="../charts/chart644.xml"/><Relationship Id="rId14" Type="http://schemas.openxmlformats.org/officeDocument/2006/relationships/chart" Target="../charts/chart645.xml"/><Relationship Id="rId15" Type="http://schemas.openxmlformats.org/officeDocument/2006/relationships/chart" Target="../charts/chart646.xml"/><Relationship Id="rId16" Type="http://schemas.openxmlformats.org/officeDocument/2006/relationships/chart" Target="../charts/chart647.xml"/><Relationship Id="rId17" Type="http://schemas.openxmlformats.org/officeDocument/2006/relationships/chart" Target="../charts/chart648.xml"/><Relationship Id="rId18" Type="http://schemas.openxmlformats.org/officeDocument/2006/relationships/chart" Target="../charts/chart649.xml"/><Relationship Id="rId19" Type="http://schemas.openxmlformats.org/officeDocument/2006/relationships/chart" Target="../charts/chart650.xml"/><Relationship Id="rId20" Type="http://schemas.openxmlformats.org/officeDocument/2006/relationships/chart" Target="../charts/chart651.xml"/><Relationship Id="rId21" Type="http://schemas.openxmlformats.org/officeDocument/2006/relationships/chart" Target="../charts/chart652.xml"/><Relationship Id="rId2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3.xml"/><Relationship Id="rId3" Type="http://schemas.openxmlformats.org/officeDocument/2006/relationships/chart" Target="../charts/chart654.xml"/><Relationship Id="rId4" Type="http://schemas.openxmlformats.org/officeDocument/2006/relationships/chart" Target="../charts/chart655.xml"/><Relationship Id="rId5" Type="http://schemas.openxmlformats.org/officeDocument/2006/relationships/chart" Target="../charts/chart656.xml"/><Relationship Id="rId6" Type="http://schemas.openxmlformats.org/officeDocument/2006/relationships/chart" Target="../charts/chart657.xml"/><Relationship Id="rId7" Type="http://schemas.openxmlformats.org/officeDocument/2006/relationships/chart" Target="../charts/chart6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9.xml"/><Relationship Id="rId3" Type="http://schemas.openxmlformats.org/officeDocument/2006/relationships/chart" Target="../charts/chart660.xml"/><Relationship Id="rId4" Type="http://schemas.openxmlformats.org/officeDocument/2006/relationships/chart" Target="../charts/chart661.xml"/><Relationship Id="rId5" Type="http://schemas.openxmlformats.org/officeDocument/2006/relationships/chart" Target="../charts/chart662.xml"/><Relationship Id="rId6" Type="http://schemas.openxmlformats.org/officeDocument/2006/relationships/chart" Target="../charts/chart663.xml"/><Relationship Id="rId7" Type="http://schemas.openxmlformats.org/officeDocument/2006/relationships/chart" Target="../charts/chart664.xml"/><Relationship Id="rId8" Type="http://schemas.openxmlformats.org/officeDocument/2006/relationships/chart" Target="../charts/chart665.xml"/><Relationship Id="rId9" Type="http://schemas.openxmlformats.org/officeDocument/2006/relationships/chart" Target="../charts/chart666.xml"/><Relationship Id="rId10" Type="http://schemas.openxmlformats.org/officeDocument/2006/relationships/chart" Target="../charts/chart667.xml"/><Relationship Id="rId11" Type="http://schemas.openxmlformats.org/officeDocument/2006/relationships/chart" Target="../charts/chart668.xml"/><Relationship Id="rId12" Type="http://schemas.openxmlformats.org/officeDocument/2006/relationships/chart" Target="../charts/chart669.xml"/><Relationship Id="rId13" Type="http://schemas.openxmlformats.org/officeDocument/2006/relationships/chart" Target="../charts/chart670.xml"/><Relationship Id="rId14" Type="http://schemas.openxmlformats.org/officeDocument/2006/relationships/chart" Target="../charts/chart671.xml"/><Relationship Id="rId15" Type="http://schemas.openxmlformats.org/officeDocument/2006/relationships/chart" Target="../charts/chart672.xml"/><Relationship Id="rId16" Type="http://schemas.openxmlformats.org/officeDocument/2006/relationships/chart" Target="../charts/chart673.xml"/><Relationship Id="rId17" Type="http://schemas.openxmlformats.org/officeDocument/2006/relationships/chart" Target="../charts/chart674.xml"/><Relationship Id="rId18" Type="http://schemas.openxmlformats.org/officeDocument/2006/relationships/chart" Target="../charts/chart675.xml"/><Relationship Id="rId19" Type="http://schemas.openxmlformats.org/officeDocument/2006/relationships/chart" Target="../charts/chart676.xml"/><Relationship Id="rId20" Type="http://schemas.openxmlformats.org/officeDocument/2006/relationships/chart" Target="../charts/chart677.xml"/><Relationship Id="rId21" Type="http://schemas.openxmlformats.org/officeDocument/2006/relationships/chart" Target="../charts/chart678.xml"/><Relationship Id="rId2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9.xml"/><Relationship Id="rId3" Type="http://schemas.openxmlformats.org/officeDocument/2006/relationships/chart" Target="../charts/chart680.xml"/><Relationship Id="rId4" Type="http://schemas.openxmlformats.org/officeDocument/2006/relationships/chart" Target="../charts/chart681.xml"/><Relationship Id="rId5" Type="http://schemas.openxmlformats.org/officeDocument/2006/relationships/chart" Target="../charts/chart682.xml"/><Relationship Id="rId6" Type="http://schemas.openxmlformats.org/officeDocument/2006/relationships/chart" Target="../charts/chart683.xml"/><Relationship Id="rId7" Type="http://schemas.openxmlformats.org/officeDocument/2006/relationships/chart" Target="../charts/chart684.xml"/><Relationship Id="rId8" Type="http://schemas.openxmlformats.org/officeDocument/2006/relationships/chart" Target="../charts/chart685.xml"/><Relationship Id="rId9" Type="http://schemas.openxmlformats.org/officeDocument/2006/relationships/chart" Target="../charts/chart686.xml"/><Relationship Id="rId10" Type="http://schemas.openxmlformats.org/officeDocument/2006/relationships/chart" Target="../charts/chart687.xml"/><Relationship Id="rId11" Type="http://schemas.openxmlformats.org/officeDocument/2006/relationships/chart" Target="../charts/chart6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9.xml"/><Relationship Id="rId3" Type="http://schemas.openxmlformats.org/officeDocument/2006/relationships/chart" Target="../charts/chart690.xml"/><Relationship Id="rId4" Type="http://schemas.openxmlformats.org/officeDocument/2006/relationships/chart" Target="../charts/chart691.xml"/><Relationship Id="rId5" Type="http://schemas.openxmlformats.org/officeDocument/2006/relationships/chart" Target="../charts/chart692.xml"/><Relationship Id="rId6" Type="http://schemas.openxmlformats.org/officeDocument/2006/relationships/chart" Target="../charts/chart693.xml"/><Relationship Id="rId7" Type="http://schemas.openxmlformats.org/officeDocument/2006/relationships/chart" Target="../charts/chart694.xml"/><Relationship Id="rId8" Type="http://schemas.openxmlformats.org/officeDocument/2006/relationships/chart" Target="../charts/chart695.xml"/><Relationship Id="rId9" Type="http://schemas.openxmlformats.org/officeDocument/2006/relationships/chart" Target="../charts/chart696.xml"/><Relationship Id="rId10" Type="http://schemas.openxmlformats.org/officeDocument/2006/relationships/chart" Target="../charts/chart697.xml"/><Relationship Id="rId11" Type="http://schemas.openxmlformats.org/officeDocument/2006/relationships/chart" Target="../charts/chart6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9.xml"/><Relationship Id="rId3" Type="http://schemas.openxmlformats.org/officeDocument/2006/relationships/chart" Target="../charts/chart700.xml"/><Relationship Id="rId4" Type="http://schemas.openxmlformats.org/officeDocument/2006/relationships/chart" Target="../charts/chart701.xml"/><Relationship Id="rId5" Type="http://schemas.openxmlformats.org/officeDocument/2006/relationships/chart" Target="../charts/chart702.xml"/><Relationship Id="rId6" Type="http://schemas.openxmlformats.org/officeDocument/2006/relationships/chart" Target="../charts/chart703.xml"/><Relationship Id="rId7" Type="http://schemas.openxmlformats.org/officeDocument/2006/relationships/chart" Target="../charts/chart704.xml"/><Relationship Id="rId8" Type="http://schemas.openxmlformats.org/officeDocument/2006/relationships/chart" Target="../charts/chart705.xml"/><Relationship Id="rId9" Type="http://schemas.openxmlformats.org/officeDocument/2006/relationships/chart" Target="../charts/chart706.xml"/><Relationship Id="rId10" Type="http://schemas.openxmlformats.org/officeDocument/2006/relationships/chart" Target="../charts/chart707.xml"/><Relationship Id="rId11" Type="http://schemas.openxmlformats.org/officeDocument/2006/relationships/chart" Target="../charts/chart7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9.xml"/><Relationship Id="rId3" Type="http://schemas.openxmlformats.org/officeDocument/2006/relationships/chart" Target="../charts/chart710.xml"/><Relationship Id="rId4" Type="http://schemas.openxmlformats.org/officeDocument/2006/relationships/chart" Target="../charts/chart711.xml"/><Relationship Id="rId5" Type="http://schemas.openxmlformats.org/officeDocument/2006/relationships/chart" Target="../charts/chart712.xml"/><Relationship Id="rId6" Type="http://schemas.openxmlformats.org/officeDocument/2006/relationships/chart" Target="../charts/chart713.xml"/><Relationship Id="rId7" Type="http://schemas.openxmlformats.org/officeDocument/2006/relationships/chart" Target="../charts/chart714.xml"/><Relationship Id="rId8" Type="http://schemas.openxmlformats.org/officeDocument/2006/relationships/chart" Target="../charts/chart715.xml"/><Relationship Id="rId9" Type="http://schemas.openxmlformats.org/officeDocument/2006/relationships/chart" Target="../charts/chart716.xml"/><Relationship Id="rId10" Type="http://schemas.openxmlformats.org/officeDocument/2006/relationships/chart" Target="../charts/chart717.xml"/><Relationship Id="rId11" Type="http://schemas.openxmlformats.org/officeDocument/2006/relationships/chart" Target="../charts/chart7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9.xml"/><Relationship Id="rId3" Type="http://schemas.openxmlformats.org/officeDocument/2006/relationships/chart" Target="../charts/chart720.xml"/><Relationship Id="rId4" Type="http://schemas.openxmlformats.org/officeDocument/2006/relationships/chart" Target="../charts/chart721.xml"/><Relationship Id="rId5" Type="http://schemas.openxmlformats.org/officeDocument/2006/relationships/chart" Target="../charts/chart722.xml"/><Relationship Id="rId6" Type="http://schemas.openxmlformats.org/officeDocument/2006/relationships/chart" Target="../charts/chart723.xml"/><Relationship Id="rId7" Type="http://schemas.openxmlformats.org/officeDocument/2006/relationships/chart" Target="../charts/chart724.xml"/><Relationship Id="rId8" Type="http://schemas.openxmlformats.org/officeDocument/2006/relationships/chart" Target="../charts/chart725.xml"/><Relationship Id="rId9" Type="http://schemas.openxmlformats.org/officeDocument/2006/relationships/chart" Target="../charts/chart726.xml"/><Relationship Id="rId10" Type="http://schemas.openxmlformats.org/officeDocument/2006/relationships/chart" Target="../charts/chart727.xml"/><Relationship Id="rId11" Type="http://schemas.openxmlformats.org/officeDocument/2006/relationships/chart" Target="../charts/chart72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9.xml"/><Relationship Id="rId3" Type="http://schemas.openxmlformats.org/officeDocument/2006/relationships/chart" Target="../charts/chart730.xml"/><Relationship Id="rId4" Type="http://schemas.openxmlformats.org/officeDocument/2006/relationships/chart" Target="../charts/chart731.xml"/><Relationship Id="rId5" Type="http://schemas.openxmlformats.org/officeDocument/2006/relationships/chart" Target="../charts/chart732.xml"/><Relationship Id="rId6" Type="http://schemas.openxmlformats.org/officeDocument/2006/relationships/chart" Target="../charts/chart733.xml"/><Relationship Id="rId7" Type="http://schemas.openxmlformats.org/officeDocument/2006/relationships/chart" Target="../charts/chart734.xml"/><Relationship Id="rId8" Type="http://schemas.openxmlformats.org/officeDocument/2006/relationships/chart" Target="../charts/chart735.xml"/><Relationship Id="rId9" Type="http://schemas.openxmlformats.org/officeDocument/2006/relationships/chart" Target="../charts/chart736.xml"/><Relationship Id="rId10" Type="http://schemas.openxmlformats.org/officeDocument/2006/relationships/chart" Target="../charts/chart737.xml"/><Relationship Id="rId11" Type="http://schemas.openxmlformats.org/officeDocument/2006/relationships/chart" Target="../charts/chart73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9.xml"/><Relationship Id="rId3" Type="http://schemas.openxmlformats.org/officeDocument/2006/relationships/chart" Target="../charts/chart740.xml"/><Relationship Id="rId4" Type="http://schemas.openxmlformats.org/officeDocument/2006/relationships/chart" Target="../charts/chart741.xml"/><Relationship Id="rId5" Type="http://schemas.openxmlformats.org/officeDocument/2006/relationships/chart" Target="../charts/chart742.xml"/><Relationship Id="rId6" Type="http://schemas.openxmlformats.org/officeDocument/2006/relationships/chart" Target="../charts/chart74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4.xml"/><Relationship Id="rId3" Type="http://schemas.openxmlformats.org/officeDocument/2006/relationships/chart" Target="../charts/chart745.xml"/><Relationship Id="rId4" Type="http://schemas.openxmlformats.org/officeDocument/2006/relationships/chart" Target="../charts/chart746.xml"/><Relationship Id="rId5" Type="http://schemas.openxmlformats.org/officeDocument/2006/relationships/chart" Target="../charts/chart747.xml"/><Relationship Id="rId6" Type="http://schemas.openxmlformats.org/officeDocument/2006/relationships/chart" Target="../charts/chart74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9.xml"/><Relationship Id="rId3" Type="http://schemas.openxmlformats.org/officeDocument/2006/relationships/chart" Target="../charts/chart750.xml"/><Relationship Id="rId4" Type="http://schemas.openxmlformats.org/officeDocument/2006/relationships/chart" Target="../charts/chart751.xml"/><Relationship Id="rId5" Type="http://schemas.openxmlformats.org/officeDocument/2006/relationships/chart" Target="../charts/chart752.xml"/><Relationship Id="rId6" Type="http://schemas.openxmlformats.org/officeDocument/2006/relationships/chart" Target="../charts/chart75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4.xml"/><Relationship Id="rId3" Type="http://schemas.openxmlformats.org/officeDocument/2006/relationships/chart" Target="../charts/chart755.xml"/><Relationship Id="rId4" Type="http://schemas.openxmlformats.org/officeDocument/2006/relationships/chart" Target="../charts/chart756.xml"/><Relationship Id="rId5" Type="http://schemas.openxmlformats.org/officeDocument/2006/relationships/chart" Target="../charts/chart757.xml"/><Relationship Id="rId6" Type="http://schemas.openxmlformats.org/officeDocument/2006/relationships/chart" Target="../charts/chart75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9.xml"/><Relationship Id="rId3" Type="http://schemas.openxmlformats.org/officeDocument/2006/relationships/chart" Target="../charts/chart760.xml"/><Relationship Id="rId4" Type="http://schemas.openxmlformats.org/officeDocument/2006/relationships/chart" Target="../charts/chart761.xml"/><Relationship Id="rId5" Type="http://schemas.openxmlformats.org/officeDocument/2006/relationships/chart" Target="../charts/chart762.xml"/><Relationship Id="rId6" Type="http://schemas.openxmlformats.org/officeDocument/2006/relationships/chart" Target="../charts/chart76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4.xml"/><Relationship Id="rId3" Type="http://schemas.openxmlformats.org/officeDocument/2006/relationships/chart" Target="../charts/chart765.xml"/><Relationship Id="rId4" Type="http://schemas.openxmlformats.org/officeDocument/2006/relationships/chart" Target="../charts/chart766.xml"/><Relationship Id="rId5" Type="http://schemas.openxmlformats.org/officeDocument/2006/relationships/chart" Target="../charts/chart767.xml"/><Relationship Id="rId6" Type="http://schemas.openxmlformats.org/officeDocument/2006/relationships/chart" Target="../charts/chart76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9.xml"/><Relationship Id="rId3" Type="http://schemas.openxmlformats.org/officeDocument/2006/relationships/chart" Target="../charts/chart770.xml"/><Relationship Id="rId4" Type="http://schemas.openxmlformats.org/officeDocument/2006/relationships/chart" Target="../charts/chart771.xml"/><Relationship Id="rId5" Type="http://schemas.openxmlformats.org/officeDocument/2006/relationships/chart" Target="../charts/chart772.xml"/><Relationship Id="rId6" Type="http://schemas.openxmlformats.org/officeDocument/2006/relationships/chart" Target="../charts/chart77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4.xml"/><Relationship Id="rId3" Type="http://schemas.openxmlformats.org/officeDocument/2006/relationships/chart" Target="../charts/chart775.xml"/><Relationship Id="rId4" Type="http://schemas.openxmlformats.org/officeDocument/2006/relationships/chart" Target="../charts/chart776.xml"/><Relationship Id="rId5" Type="http://schemas.openxmlformats.org/officeDocument/2006/relationships/chart" Target="../charts/chart777.xml"/><Relationship Id="rId6" Type="http://schemas.openxmlformats.org/officeDocument/2006/relationships/chart" Target="../charts/chart77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9.xml"/><Relationship Id="rId3" Type="http://schemas.openxmlformats.org/officeDocument/2006/relationships/chart" Target="../charts/chart780.xml"/><Relationship Id="rId4" Type="http://schemas.openxmlformats.org/officeDocument/2006/relationships/chart" Target="../charts/chart781.xml"/><Relationship Id="rId5" Type="http://schemas.openxmlformats.org/officeDocument/2006/relationships/chart" Target="../charts/chart782.xml"/><Relationship Id="rId6" Type="http://schemas.openxmlformats.org/officeDocument/2006/relationships/chart" Target="../charts/chart78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2026-10-29T04:52:04Z</dcterms:created>
  <dcterms:modified xsi:type="dcterms:W3CDTF">2026-10-29T04:52:04Z</dcterms:modified>
</cp:coreProperties>
</file>