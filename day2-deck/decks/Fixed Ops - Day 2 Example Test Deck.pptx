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59" r:id="rId5"/>
    <p:sldId id="279" r:id="rId30"/>
    <p:sldId id="280" r:id="rId31"/>
    <p:sldId id="281" r:id="rId32"/>
    <p:sldId id="282" r:id="rId33"/>
    <p:sldId id="283" r:id="rId34"/>
    <p:sldId id="284" r:id="rId35"/>
    <p:sldId id="285" r:id="rId36"/>
    <p:sldId id="286" r:id="rId37"/>
    <p:sldId id="287" r:id="rId38"/>
    <p:sldId id="288" r:id="rId39"/>
    <p:sldId id="289" r:id="rId40"/>
    <p:sldId id="260" r:id="rId6"/>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261" r:id="rId7"/>
    <p:sldId id="336" r:id="rId87"/>
    <p:sldId id="337" r:id="rId88"/>
    <p:sldId id="338" r:id="rId89"/>
    <p:sldId id="339" r:id="rId90"/>
    <p:sldId id="340" r:id="rId91"/>
    <p:sldId id="341" r:id="rId92"/>
    <p:sldId id="342" r:id="rId93"/>
    <p:sldId id="262" r:id="rId8"/>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263" r:id="rId9"/>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264" r:id="rId10"/>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265" r:id="rId11"/>
    <p:sldId id="412" r:id="rId163"/>
    <p:sldId id="413" r:id="rId164"/>
    <p:sldId id="414" r:id="rId165"/>
    <p:sldId id="415" r:id="rId166"/>
    <p:sldId id="416" r:id="rId167"/>
    <p:sldId id="417" r:id="rId168"/>
    <p:sldId id="266" r:id="rId12"/>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19.88</c:v>
                </c:pt>
                <c:pt idx="1">
                  <c:v>18.87</c:v>
                </c:pt>
                <c:pt idx="2">
                  <c:v>21.12</c:v>
                </c:pt>
                <c:pt idx="3">
                  <c:v>21.8</c:v>
                </c:pt>
                <c:pt idx="4">
                  <c:v>20.12</c:v>
                </c:pt>
                <c:pt idx="5">
                  <c:v>21.52</c:v>
                </c:pt>
                <c:pt idx="6">
                  <c:v>22.71</c:v>
                </c:pt>
                <c:pt idx="7">
                  <c:v>21.64</c:v>
                </c:pt>
                <c:pt idx="8">
                  <c:v>21.13</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21.12</c:v>
                </c:pt>
                <c:pt idx="3">
                  <c:v>21.8</c:v>
                </c:pt>
                <c:pt idx="4">
                  <c:v/>
                </c:pt>
                <c:pt idx="5">
                  <c:v>21.52</c:v>
                </c:pt>
                <c:pt idx="6">
                  <c:v>22.71</c:v>
                </c:pt>
                <c:pt idx="7">
                  <c:v>21.64</c:v>
                </c:pt>
                <c:pt idx="8">
                  <c:v>21.13</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19.88</c:v>
                </c:pt>
                <c:pt idx="1">
                  <c:v>18.87</c:v>
                </c:pt>
                <c:pt idx="2">
                  <c:v/>
                </c:pt>
                <c:pt idx="3">
                  <c:v/>
                </c:pt>
                <c:pt idx="4">
                  <c:v>20.12</c:v>
                </c:pt>
                <c:pt idx="5">
                  <c:v/>
                </c:pt>
                <c:pt idx="6">
                  <c:v/>
                </c:pt>
                <c:pt idx="7">
                  <c:v/>
                </c:pt>
                <c:pt idx="8">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20.46</c:v>
                </c:pt>
                <c:pt idx="1">
                  <c:v>19.1</c:v>
                </c:pt>
                <c:pt idx="2">
                  <c:v/>
                </c:pt>
                <c:pt idx="3">
                  <c:v/>
                </c:pt>
                <c:pt idx="4">
                  <c:v>20.28</c:v>
                </c:pt>
                <c:pt idx="5">
                  <c:v/>
                </c:pt>
                <c:pt idx="6">
                  <c:v/>
                </c:pt>
                <c:pt idx="7">
                  <c:v/>
                </c:pt>
                <c:pt idx="8">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20.19</c:v>
                </c:pt>
                <c:pt idx="3">
                  <c:v>20.85</c:v>
                </c:pt>
                <c:pt idx="4">
                  <c:v/>
                </c:pt>
                <c:pt idx="5">
                  <c:v>20.34</c:v>
                </c:pt>
                <c:pt idx="6">
                  <c:v>20.75</c:v>
                </c:pt>
                <c:pt idx="7">
                  <c:v>20.32</c:v>
                </c:pt>
                <c:pt idx="8">
                  <c:v>19.03</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20.46</c:v>
                </c:pt>
                <c:pt idx="1">
                  <c:v>19.1</c:v>
                </c:pt>
                <c:pt idx="2">
                  <c:v>20.19</c:v>
                </c:pt>
                <c:pt idx="3">
                  <c:v>20.85</c:v>
                </c:pt>
                <c:pt idx="4">
                  <c:v>20.28</c:v>
                </c:pt>
                <c:pt idx="5">
                  <c:v>20.34</c:v>
                </c:pt>
                <c:pt idx="6">
                  <c:v>20.75</c:v>
                </c:pt>
                <c:pt idx="7">
                  <c:v>20.32</c:v>
                </c:pt>
                <c:pt idx="8">
                  <c:v>19.03</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13.47</c:v>
                </c:pt>
                <c:pt idx="1">
                  <c:v>12.79</c:v>
                </c:pt>
                <c:pt idx="2">
                  <c:v>14.35</c:v>
                </c:pt>
                <c:pt idx="3">
                  <c:v>14.65</c:v>
                </c:pt>
                <c:pt idx="4">
                  <c:v>13.71</c:v>
                </c:pt>
                <c:pt idx="5">
                  <c:v>14.45</c:v>
                </c:pt>
                <c:pt idx="6">
                  <c:v>15.06</c:v>
                </c:pt>
                <c:pt idx="7">
                  <c:v>14.43</c:v>
                </c:pt>
                <c:pt idx="8">
                  <c:v>13.96</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1"/>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13.47</c:v>
                </c:pt>
                <c:pt idx="1">
                  <c:v>12.79</c:v>
                </c:pt>
                <c:pt idx="2">
                  <c:v>14.35</c:v>
                </c:pt>
                <c:pt idx="3">
                  <c:v>14.65</c:v>
                </c:pt>
                <c:pt idx="4">
                  <c:v>13.71</c:v>
                </c:pt>
                <c:pt idx="5">
                  <c:v>14.45</c:v>
                </c:pt>
                <c:pt idx="6">
                  <c:v>15.06</c:v>
                </c:pt>
                <c:pt idx="7">
                  <c:v>14.43</c:v>
                </c:pt>
                <c:pt idx="8">
                  <c:v>13.96</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1"/>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13.41</c:v>
                </c:pt>
                <c:pt idx="1">
                  <c:v>12.64</c:v>
                </c:pt>
                <c:pt idx="2">
                  <c:v>13.59</c:v>
                </c:pt>
                <c:pt idx="3">
                  <c:v>14.01</c:v>
                </c:pt>
                <c:pt idx="4">
                  <c:v>13.61</c:v>
                </c:pt>
                <c:pt idx="5">
                  <c:v>13.53</c:v>
                </c:pt>
                <c:pt idx="6">
                  <c:v>13.78</c:v>
                </c:pt>
                <c:pt idx="7">
                  <c:v>13.51</c:v>
                </c:pt>
                <c:pt idx="8">
                  <c:v>12.5</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1"/>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13.41</c:v>
                </c:pt>
                <c:pt idx="1">
                  <c:v>12.64</c:v>
                </c:pt>
                <c:pt idx="2">
                  <c:v>13.59</c:v>
                </c:pt>
                <c:pt idx="3">
                  <c:v>14.01</c:v>
                </c:pt>
                <c:pt idx="4">
                  <c:v>13.61</c:v>
                </c:pt>
                <c:pt idx="5">
                  <c:v>13.53</c:v>
                </c:pt>
                <c:pt idx="6">
                  <c:v>13.78</c:v>
                </c:pt>
                <c:pt idx="7">
                  <c:v>13.51</c:v>
                </c:pt>
                <c:pt idx="8">
                  <c:v>12.5</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1"/>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6.41</c:v>
                </c:pt>
                <c:pt idx="1">
                  <c:v>6.08</c:v>
                </c:pt>
                <c:pt idx="2">
                  <c:v>6.77</c:v>
                </c:pt>
                <c:pt idx="3">
                  <c:v>7.14</c:v>
                </c:pt>
                <c:pt idx="4">
                  <c:v>6.41</c:v>
                </c:pt>
                <c:pt idx="5">
                  <c:v>7.07</c:v>
                </c:pt>
                <c:pt idx="6">
                  <c:v>7.66</c:v>
                </c:pt>
                <c:pt idx="7">
                  <c:v>7.21</c:v>
                </c:pt>
                <c:pt idx="8">
                  <c:v>7.18</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6.77</c:v>
                </c:pt>
                <c:pt idx="3">
                  <c:v>7.14</c:v>
                </c:pt>
                <c:pt idx="4">
                  <c:v/>
                </c:pt>
                <c:pt idx="5">
                  <c:v>7.07</c:v>
                </c:pt>
                <c:pt idx="6">
                  <c:v>7.66</c:v>
                </c:pt>
                <c:pt idx="7">
                  <c:v>7.21</c:v>
                </c:pt>
                <c:pt idx="8">
                  <c:v>7.18</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6.41</c:v>
                </c:pt>
                <c:pt idx="1">
                  <c:v>6.08</c:v>
                </c:pt>
                <c:pt idx="2">
                  <c:v/>
                </c:pt>
                <c:pt idx="3">
                  <c:v/>
                </c:pt>
                <c:pt idx="4">
                  <c:v>6.41</c:v>
                </c:pt>
                <c:pt idx="5">
                  <c:v/>
                </c:pt>
                <c:pt idx="6">
                  <c:v/>
                </c:pt>
                <c:pt idx="7">
                  <c:v/>
                </c:pt>
                <c:pt idx="8">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7.05</c:v>
                </c:pt>
                <c:pt idx="1">
                  <c:v>6.47</c:v>
                </c:pt>
                <c:pt idx="2">
                  <c:v/>
                </c:pt>
                <c:pt idx="3">
                  <c:v/>
                </c:pt>
                <c:pt idx="4">
                  <c:v>6.67</c:v>
                </c:pt>
                <c:pt idx="5">
                  <c:v/>
                </c:pt>
                <c:pt idx="6">
                  <c:v/>
                </c:pt>
                <c:pt idx="7">
                  <c:v/>
                </c:pt>
                <c:pt idx="8">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6.6</c:v>
                </c:pt>
                <c:pt idx="3">
                  <c:v>6.84</c:v>
                </c:pt>
                <c:pt idx="4">
                  <c:v/>
                </c:pt>
                <c:pt idx="5">
                  <c:v>6.81</c:v>
                </c:pt>
                <c:pt idx="6">
                  <c:v>6.97</c:v>
                </c:pt>
                <c:pt idx="7">
                  <c:v>6.81</c:v>
                </c:pt>
                <c:pt idx="8">
                  <c:v>6.54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7.05</c:v>
                </c:pt>
                <c:pt idx="1">
                  <c:v>6.47</c:v>
                </c:pt>
                <c:pt idx="2">
                  <c:v>6.6</c:v>
                </c:pt>
                <c:pt idx="3">
                  <c:v>6.84</c:v>
                </c:pt>
                <c:pt idx="4">
                  <c:v>6.67</c:v>
                </c:pt>
                <c:pt idx="5">
                  <c:v>6.81</c:v>
                </c:pt>
                <c:pt idx="6">
                  <c:v>6.97</c:v>
                </c:pt>
                <c:pt idx="7">
                  <c:v>6.81</c:v>
                </c:pt>
                <c:pt idx="8">
                  <c:v>6.54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74.8</c:v>
                </c:pt>
                <c:pt idx="1">
                  <c:v>74.5</c:v>
                </c:pt>
                <c:pt idx="2">
                  <c:v>78.5</c:v>
                </c:pt>
                <c:pt idx="3">
                  <c:v>79.6</c:v>
                </c:pt>
                <c:pt idx="4">
                  <c:v>75.4</c:v>
                </c:pt>
                <c:pt idx="5">
                  <c:v>79.2</c:v>
                </c:pt>
                <c:pt idx="6">
                  <c:v>83</c:v>
                </c:pt>
                <c:pt idx="7">
                  <c:v>79.9</c:v>
                </c:pt>
                <c:pt idx="8">
                  <c:v>77.6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78.5</c:v>
                </c:pt>
                <c:pt idx="3">
                  <c:v>79.6</c:v>
                </c:pt>
                <c:pt idx="4">
                  <c:v/>
                </c:pt>
                <c:pt idx="5">
                  <c:v>79.2</c:v>
                </c:pt>
                <c:pt idx="6">
                  <c:v>83</c:v>
                </c:pt>
                <c:pt idx="7">
                  <c:v>79.9</c:v>
                </c:pt>
                <c:pt idx="8">
                  <c:v>77.6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74.8</c:v>
                </c:pt>
                <c:pt idx="1">
                  <c:v>74.5</c:v>
                </c:pt>
                <c:pt idx="2">
                  <c:v/>
                </c:pt>
                <c:pt idx="3">
                  <c:v/>
                </c:pt>
                <c:pt idx="4">
                  <c:v>75.4</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c:v>
                </c:pt>
                <c:pt idx="1">
                  <c:v>75.1</c:v>
                </c:pt>
                <c:pt idx="2">
                  <c:v/>
                </c:pt>
                <c:pt idx="3">
                  <c:v/>
                </c:pt>
                <c:pt idx="4">
                  <c:v>76.9</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74.1</c:v>
                </c:pt>
                <c:pt idx="3">
                  <c:v>76.3</c:v>
                </c:pt>
                <c:pt idx="4">
                  <c:v/>
                </c:pt>
                <c:pt idx="5">
                  <c:v>77.8</c:v>
                </c:pt>
                <c:pt idx="6">
                  <c:v>78.4</c:v>
                </c:pt>
                <c:pt idx="7">
                  <c:v>75.9</c:v>
                </c:pt>
                <c:pt idx="8">
                  <c:v>72.7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c:v>
                </c:pt>
                <c:pt idx="1">
                  <c:v>75.1</c:v>
                </c:pt>
                <c:pt idx="2">
                  <c:v>74.1</c:v>
                </c:pt>
                <c:pt idx="3">
                  <c:v>76.3</c:v>
                </c:pt>
                <c:pt idx="4">
                  <c:v>76.9</c:v>
                </c:pt>
                <c:pt idx="5">
                  <c:v>77.8</c:v>
                </c:pt>
                <c:pt idx="6">
                  <c:v>78.4</c:v>
                </c:pt>
                <c:pt idx="7">
                  <c:v>75.9</c:v>
                </c:pt>
                <c:pt idx="8">
                  <c:v>72.7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c:v>
                </c:pt>
                <c:pt idx="1">
                  <c:v>20.3</c:v>
                </c:pt>
                <c:pt idx="2">
                  <c:v>24.5</c:v>
                </c:pt>
                <c:pt idx="3">
                  <c:v>23.3</c:v>
                </c:pt>
                <c:pt idx="4">
                  <c:v>21.9</c:v>
                </c:pt>
                <c:pt idx="5">
                  <c:v>21.9</c:v>
                </c:pt>
                <c:pt idx="6">
                  <c:v>23.8</c:v>
                </c:pt>
                <c:pt idx="7">
                  <c:v>22.5</c:v>
                </c:pt>
                <c:pt idx="8">
                  <c:v>19.7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c:v>
                </c:pt>
                <c:pt idx="1">
                  <c:v>20.3</c:v>
                </c:pt>
                <c:pt idx="2">
                  <c:v>24.5</c:v>
                </c:pt>
                <c:pt idx="3">
                  <c:v>23.3</c:v>
                </c:pt>
                <c:pt idx="4">
                  <c:v>21.9</c:v>
                </c:pt>
                <c:pt idx="5">
                  <c:v>21.9</c:v>
                </c:pt>
                <c:pt idx="6">
                  <c:v>23.8</c:v>
                </c:pt>
                <c:pt idx="7">
                  <c:v>22.5</c:v>
                </c:pt>
                <c:pt idx="8">
                  <c:v>19.7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16.9</c:v>
                </c:pt>
                <c:pt idx="1">
                  <c:v>16.1</c:v>
                </c:pt>
                <c:pt idx="2">
                  <c:v>21.2</c:v>
                </c:pt>
                <c:pt idx="3">
                  <c:v>21.2</c:v>
                </c:pt>
                <c:pt idx="4">
                  <c:v>21.5</c:v>
                </c:pt>
                <c:pt idx="5">
                  <c:v>19.4</c:v>
                </c:pt>
                <c:pt idx="6">
                  <c:v>20.3</c:v>
                </c:pt>
                <c:pt idx="7">
                  <c:v>19.6</c:v>
                </c:pt>
                <c:pt idx="8">
                  <c:v>13.1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16.9</c:v>
                </c:pt>
                <c:pt idx="1">
                  <c:v>16.1</c:v>
                </c:pt>
                <c:pt idx="2">
                  <c:v>21.2</c:v>
                </c:pt>
                <c:pt idx="3">
                  <c:v>21.2</c:v>
                </c:pt>
                <c:pt idx="4">
                  <c:v>21.5</c:v>
                </c:pt>
                <c:pt idx="5">
                  <c:v>19.4</c:v>
                </c:pt>
                <c:pt idx="6">
                  <c:v>20.3</c:v>
                </c:pt>
                <c:pt idx="7">
                  <c:v>19.6</c:v>
                </c:pt>
                <c:pt idx="8">
                  <c:v>13.1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33.5</c:v>
                </c:pt>
                <c:pt idx="1">
                  <c:v>32</c:v>
                </c:pt>
                <c:pt idx="2">
                  <c:v>36.3</c:v>
                </c:pt>
                <c:pt idx="3">
                  <c:v>38</c:v>
                </c:pt>
                <c:pt idx="4">
                  <c:v>33.6</c:v>
                </c:pt>
                <c:pt idx="5">
                  <c:v>37.7</c:v>
                </c:pt>
                <c:pt idx="6">
                  <c:v>41</c:v>
                </c:pt>
                <c:pt idx="7">
                  <c:v>38.1</c:v>
                </c:pt>
                <c:pt idx="8">
                  <c:v>38.8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36.3</c:v>
                </c:pt>
                <c:pt idx="3">
                  <c:v>38</c:v>
                </c:pt>
                <c:pt idx="4">
                  <c:v/>
                </c:pt>
                <c:pt idx="5">
                  <c:v/>
                </c:pt>
                <c:pt idx="6">
                  <c:v>41</c:v>
                </c:pt>
                <c:pt idx="7">
                  <c:v>38.1</c:v>
                </c:pt>
                <c:pt idx="8">
                  <c:v>38.8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33.5</c:v>
                </c:pt>
                <c:pt idx="1">
                  <c:v>32</c:v>
                </c:pt>
                <c:pt idx="2">
                  <c:v/>
                </c:pt>
                <c:pt idx="3">
                  <c:v/>
                </c:pt>
                <c:pt idx="4">
                  <c:v>33.6</c:v>
                </c:pt>
                <c:pt idx="5">
                  <c:v>37.7</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39.6</c:v>
                </c:pt>
                <c:pt idx="1">
                  <c:v>36.6</c:v>
                </c:pt>
                <c:pt idx="2">
                  <c:v/>
                </c:pt>
                <c:pt idx="3">
                  <c:v/>
                </c:pt>
                <c:pt idx="4">
                  <c:v>36.7</c:v>
                </c:pt>
                <c:pt idx="5">
                  <c:v>38.1</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35</c:v>
                </c:pt>
                <c:pt idx="3">
                  <c:v>37.7</c:v>
                </c:pt>
                <c:pt idx="4">
                  <c:v/>
                </c:pt>
                <c:pt idx="5">
                  <c:v/>
                </c:pt>
                <c:pt idx="6">
                  <c:v>39.7</c:v>
                </c:pt>
                <c:pt idx="7">
                  <c:v>35.7</c:v>
                </c:pt>
                <c:pt idx="8">
                  <c:v>34.8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39.6</c:v>
                </c:pt>
                <c:pt idx="1">
                  <c:v>36.6</c:v>
                </c:pt>
                <c:pt idx="2">
                  <c:v>35</c:v>
                </c:pt>
                <c:pt idx="3">
                  <c:v>37.7</c:v>
                </c:pt>
                <c:pt idx="4">
                  <c:v>36.7</c:v>
                </c:pt>
                <c:pt idx="5">
                  <c:v>38.1</c:v>
                </c:pt>
                <c:pt idx="6">
                  <c:v>39.7</c:v>
                </c:pt>
                <c:pt idx="7">
                  <c:v>35.7</c:v>
                </c:pt>
                <c:pt idx="8">
                  <c:v>34.8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30678</c:v>
                </c:pt>
                <c:pt idx="1">
                  <c:v>27329</c:v>
                </c:pt>
                <c:pt idx="2">
                  <c:v>31531</c:v>
                </c:pt>
                <c:pt idx="3">
                  <c:v>30786</c:v>
                </c:pt>
                <c:pt idx="4">
                  <c:v>30636</c:v>
                </c:pt>
                <c:pt idx="5">
                  <c:v>32541</c:v>
                </c:pt>
                <c:pt idx="6">
                  <c:v>33097</c:v>
                </c:pt>
                <c:pt idx="7">
                  <c:v>32319</c:v>
                </c:pt>
                <c:pt idx="8">
                  <c:v>30839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31531</c:v>
                </c:pt>
                <c:pt idx="3">
                  <c:v/>
                </c:pt>
                <c:pt idx="4">
                  <c:v/>
                </c:pt>
                <c:pt idx="5">
                  <c:v>32541</c:v>
                </c:pt>
                <c:pt idx="6">
                  <c:v>33097</c:v>
                </c:pt>
                <c:pt idx="7">
                  <c:v>32319</c:v>
                </c:pt>
                <c:pt idx="8">
                  <c:v>30839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30678</c:v>
                </c:pt>
                <c:pt idx="1">
                  <c:v>27329</c:v>
                </c:pt>
                <c:pt idx="2">
                  <c:v/>
                </c:pt>
                <c:pt idx="3">
                  <c:v>30786</c:v>
                </c:pt>
                <c:pt idx="4">
                  <c:v>30636</c:v>
                </c:pt>
                <c:pt idx="5">
                  <c:v/>
                </c:pt>
                <c:pt idx="6">
                  <c:v/>
                </c:pt>
                <c:pt idx="7">
                  <c:v/>
                </c:pt>
                <c:pt idx="8">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30872</c:v>
                </c:pt>
                <c:pt idx="1">
                  <c:v>28163</c:v>
                </c:pt>
                <c:pt idx="2">
                  <c:v/>
                </c:pt>
                <c:pt idx="3">
                  <c:v>31754</c:v>
                </c:pt>
                <c:pt idx="4">
                  <c:v>31740</c:v>
                </c:pt>
                <c:pt idx="5">
                  <c:v/>
                </c:pt>
                <c:pt idx="6">
                  <c:v/>
                </c:pt>
                <c:pt idx="7">
                  <c:v/>
                </c:pt>
                <c:pt idx="8">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31247</c:v>
                </c:pt>
                <c:pt idx="3">
                  <c:v/>
                </c:pt>
                <c:pt idx="4">
                  <c:v/>
                </c:pt>
                <c:pt idx="5">
                  <c:v>31179</c:v>
                </c:pt>
                <c:pt idx="6">
                  <c:v>32360</c:v>
                </c:pt>
                <c:pt idx="7">
                  <c:v>31996</c:v>
                </c:pt>
                <c:pt idx="8">
                  <c:v>29989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30872</c:v>
                </c:pt>
                <c:pt idx="1">
                  <c:v>28163</c:v>
                </c:pt>
                <c:pt idx="2">
                  <c:v>31247</c:v>
                </c:pt>
                <c:pt idx="3">
                  <c:v>31754</c:v>
                </c:pt>
                <c:pt idx="4">
                  <c:v>31740</c:v>
                </c:pt>
                <c:pt idx="5">
                  <c:v>31179</c:v>
                </c:pt>
                <c:pt idx="6">
                  <c:v>32360</c:v>
                </c:pt>
                <c:pt idx="7">
                  <c:v>31996</c:v>
                </c:pt>
                <c:pt idx="8">
                  <c:v>29989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55578.46</c:v>
                </c:pt>
                <c:pt idx="1">
                  <c:v>52000.56</c:v>
                </c:pt>
                <c:pt idx="2">
                  <c:v>60175.93</c:v>
                </c:pt>
                <c:pt idx="3">
                  <c:v>59745.97</c:v>
                </c:pt>
                <c:pt idx="4">
                  <c:v>57788.84</c:v>
                </c:pt>
                <c:pt idx="5">
                  <c:v>60916.67</c:v>
                </c:pt>
                <c:pt idx="6">
                  <c:v>61860.58</c:v>
                </c:pt>
                <c:pt idx="7">
                  <c:v>59618.54</c:v>
                </c:pt>
                <c:pt idx="8">
                  <c:v>55456.31</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55578.46</c:v>
                </c:pt>
                <c:pt idx="1">
                  <c:v>52000.56</c:v>
                </c:pt>
                <c:pt idx="2">
                  <c:v>60175.93</c:v>
                </c:pt>
                <c:pt idx="3">
                  <c:v>59745.97</c:v>
                </c:pt>
                <c:pt idx="4">
                  <c:v/>
                </c:pt>
                <c:pt idx="5">
                  <c:v>60916.67</c:v>
                </c:pt>
                <c:pt idx="6">
                  <c:v>61860.58</c:v>
                </c:pt>
                <c:pt idx="7">
                  <c:v>59618.54</c:v>
                </c:pt>
                <c:pt idx="8">
                  <c:v>55456.31</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57788.84</c:v>
                </c:pt>
                <c:pt idx="5">
                  <c:v/>
                </c:pt>
                <c:pt idx="6">
                  <c:v/>
                </c:pt>
                <c:pt idx="7">
                  <c:v/>
                </c:pt>
                <c:pt idx="8">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57794.35</c:v>
                </c:pt>
                <c:pt idx="5">
                  <c:v/>
                </c:pt>
                <c:pt idx="6">
                  <c:v/>
                </c:pt>
                <c:pt idx="7">
                  <c:v/>
                </c:pt>
                <c:pt idx="8">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55120.88</c:v>
                </c:pt>
                <c:pt idx="1">
                  <c:v>51212.03</c:v>
                </c:pt>
                <c:pt idx="2">
                  <c:v>57205.56</c:v>
                </c:pt>
                <c:pt idx="3">
                  <c:v>58170.14</c:v>
                </c:pt>
                <c:pt idx="4">
                  <c:v/>
                </c:pt>
                <c:pt idx="5">
                  <c:v>56468.18</c:v>
                </c:pt>
                <c:pt idx="6">
                  <c:v>57717.31</c:v>
                </c:pt>
                <c:pt idx="7">
                  <c:v>57021.2</c:v>
                </c:pt>
                <c:pt idx="8">
                  <c:v>53309.32</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55120.88</c:v>
                </c:pt>
                <c:pt idx="1">
                  <c:v>51212.03</c:v>
                </c:pt>
                <c:pt idx="2">
                  <c:v>57205.56</c:v>
                </c:pt>
                <c:pt idx="3">
                  <c:v>58170.14</c:v>
                </c:pt>
                <c:pt idx="4">
                  <c:v>57794.35</c:v>
                </c:pt>
                <c:pt idx="5">
                  <c:v>56468.18</c:v>
                </c:pt>
                <c:pt idx="6">
                  <c:v>57717.31</c:v>
                </c:pt>
                <c:pt idx="7">
                  <c:v>57021.2</c:v>
                </c:pt>
                <c:pt idx="8">
                  <c:v>53309.32</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161</c:v>
                </c:pt>
                <c:pt idx="1">
                  <c:v>162</c:v>
                </c:pt>
                <c:pt idx="2">
                  <c:v>162</c:v>
                </c:pt>
                <c:pt idx="3">
                  <c:v>162</c:v>
                </c:pt>
                <c:pt idx="4">
                  <c:v>161</c:v>
                </c:pt>
                <c:pt idx="5">
                  <c:v>162</c:v>
                </c:pt>
                <c:pt idx="6">
                  <c:v>163</c:v>
                </c:pt>
                <c:pt idx="7">
                  <c:v>165</c:v>
                </c:pt>
                <c:pt idx="8">
                  <c:v>164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161</c:v>
                </c:pt>
                <c:pt idx="1">
                  <c:v>162</c:v>
                </c:pt>
                <c:pt idx="2">
                  <c:v>162</c:v>
                </c:pt>
                <c:pt idx="3">
                  <c:v>162</c:v>
                </c:pt>
                <c:pt idx="4">
                  <c:v>161</c:v>
                </c:pt>
                <c:pt idx="5">
                  <c:v>162</c:v>
                </c:pt>
                <c:pt idx="6">
                  <c:v>163</c:v>
                </c:pt>
                <c:pt idx="7">
                  <c:v>165</c:v>
                </c:pt>
                <c:pt idx="8">
                  <c:v>164</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159</c:v>
                </c:pt>
                <c:pt idx="2">
                  <c:v>158</c:v>
                </c:pt>
                <c:pt idx="3">
                  <c:v>159</c:v>
                </c:pt>
                <c:pt idx="4">
                  <c:v>158</c:v>
                </c:pt>
                <c:pt idx="5">
                  <c:v>159</c:v>
                </c:pt>
                <c:pt idx="6">
                  <c:v>159</c:v>
                </c:pt>
                <c:pt idx="7">
                  <c:v>160</c:v>
                </c:pt>
                <c:pt idx="8">
                  <c:v>159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159</c:v>
                </c:pt>
                <c:pt idx="2">
                  <c:v>158</c:v>
                </c:pt>
                <c:pt idx="3">
                  <c:v>159</c:v>
                </c:pt>
                <c:pt idx="4">
                  <c:v>158</c:v>
                </c:pt>
                <c:pt idx="5">
                  <c:v>159</c:v>
                </c:pt>
                <c:pt idx="6">
                  <c:v>159</c:v>
                </c:pt>
                <c:pt idx="7">
                  <c:v>160</c:v>
                </c:pt>
                <c:pt idx="8">
                  <c:v>159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292</c:v>
                </c:pt>
                <c:pt idx="1">
                  <c:v>309</c:v>
                </c:pt>
                <c:pt idx="2">
                  <c:v>309</c:v>
                </c:pt>
                <c:pt idx="3">
                  <c:v>315</c:v>
                </c:pt>
                <c:pt idx="4">
                  <c:v>304</c:v>
                </c:pt>
                <c:pt idx="5">
                  <c:v>303</c:v>
                </c:pt>
                <c:pt idx="6">
                  <c:v>304</c:v>
                </c:pt>
                <c:pt idx="7">
                  <c:v>304</c:v>
                </c:pt>
                <c:pt idx="8">
                  <c:v>294</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292</c:v>
                </c:pt>
                <c:pt idx="1">
                  <c:v>309</c:v>
                </c:pt>
                <c:pt idx="2">
                  <c:v>309</c:v>
                </c:pt>
                <c:pt idx="3">
                  <c:v>315</c:v>
                </c:pt>
                <c:pt idx="4">
                  <c:v>304</c:v>
                </c:pt>
                <c:pt idx="5">
                  <c:v>303</c:v>
                </c:pt>
                <c:pt idx="6">
                  <c:v>304</c:v>
                </c:pt>
                <c:pt idx="7">
                  <c:v>304</c:v>
                </c:pt>
                <c:pt idx="8">
                  <c:v>294</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281</c:v>
                </c:pt>
                <c:pt idx="1">
                  <c:v>290</c:v>
                </c:pt>
                <c:pt idx="2">
                  <c:v>290</c:v>
                </c:pt>
                <c:pt idx="3">
                  <c:v>291</c:v>
                </c:pt>
                <c:pt idx="4">
                  <c:v>288</c:v>
                </c:pt>
                <c:pt idx="5">
                  <c:v>288</c:v>
                </c:pt>
                <c:pt idx="6">
                  <c:v>284</c:v>
                </c:pt>
                <c:pt idx="7">
                  <c:v>285</c:v>
                </c:pt>
                <c:pt idx="8">
                  <c:v>283</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281</c:v>
                </c:pt>
                <c:pt idx="1">
                  <c:v>290</c:v>
                </c:pt>
                <c:pt idx="2">
                  <c:v>290</c:v>
                </c:pt>
                <c:pt idx="3">
                  <c:v>291</c:v>
                </c:pt>
                <c:pt idx="4">
                  <c:v>288</c:v>
                </c:pt>
                <c:pt idx="5">
                  <c:v>288</c:v>
                </c:pt>
                <c:pt idx="6">
                  <c:v>284</c:v>
                </c:pt>
                <c:pt idx="7">
                  <c:v>285</c:v>
                </c:pt>
                <c:pt idx="8">
                  <c:v>283</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224</c:v>
                </c:pt>
                <c:pt idx="1">
                  <c:v>237</c:v>
                </c:pt>
                <c:pt idx="2">
                  <c:v>229</c:v>
                </c:pt>
                <c:pt idx="3">
                  <c:v>251</c:v>
                </c:pt>
                <c:pt idx="4">
                  <c:v>237</c:v>
                </c:pt>
                <c:pt idx="5">
                  <c:v>236</c:v>
                </c:pt>
                <c:pt idx="6">
                  <c:v>242</c:v>
                </c:pt>
                <c:pt idx="7">
                  <c:v>242</c:v>
                </c:pt>
                <c:pt idx="8">
                  <c:v>242</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224</c:v>
                </c:pt>
                <c:pt idx="1">
                  <c:v>237</c:v>
                </c:pt>
                <c:pt idx="2">
                  <c:v>229</c:v>
                </c:pt>
                <c:pt idx="3">
                  <c:v>251</c:v>
                </c:pt>
                <c:pt idx="4">
                  <c:v>237</c:v>
                </c:pt>
                <c:pt idx="5">
                  <c:v>236</c:v>
                </c:pt>
                <c:pt idx="6">
                  <c:v>242</c:v>
                </c:pt>
                <c:pt idx="7">
                  <c:v>242</c:v>
                </c:pt>
                <c:pt idx="8">
                  <c:v>242</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222</c:v>
                </c:pt>
                <c:pt idx="1">
                  <c:v>226</c:v>
                </c:pt>
                <c:pt idx="2">
                  <c:v>225</c:v>
                </c:pt>
                <c:pt idx="3">
                  <c:v>228</c:v>
                </c:pt>
                <c:pt idx="4">
                  <c:v>226</c:v>
                </c:pt>
                <c:pt idx="5">
                  <c:v>231</c:v>
                </c:pt>
                <c:pt idx="6">
                  <c:v>233</c:v>
                </c:pt>
                <c:pt idx="7">
                  <c:v>233</c:v>
                </c:pt>
                <c:pt idx="8">
                  <c:v>232</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222</c:v>
                </c:pt>
                <c:pt idx="1">
                  <c:v>226</c:v>
                </c:pt>
                <c:pt idx="2">
                  <c:v>225</c:v>
                </c:pt>
                <c:pt idx="3">
                  <c:v>228</c:v>
                </c:pt>
                <c:pt idx="4">
                  <c:v>226</c:v>
                </c:pt>
                <c:pt idx="5">
                  <c:v>231</c:v>
                </c:pt>
                <c:pt idx="6">
                  <c:v>233</c:v>
                </c:pt>
                <c:pt idx="7">
                  <c:v>233</c:v>
                </c:pt>
                <c:pt idx="8">
                  <c:v>232</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80.9</c:v>
                </c:pt>
                <c:pt idx="1">
                  <c:v>80.7</c:v>
                </c:pt>
                <c:pt idx="2">
                  <c:v>80.8</c:v>
                </c:pt>
                <c:pt idx="3">
                  <c:v>80.7</c:v>
                </c:pt>
                <c:pt idx="4">
                  <c:v>80.7</c:v>
                </c:pt>
                <c:pt idx="5">
                  <c:v>80.8</c:v>
                </c:pt>
                <c:pt idx="6">
                  <c:v>80.8</c:v>
                </c:pt>
                <c:pt idx="7">
                  <c:v>81</c:v>
                </c:pt>
                <c:pt idx="8">
                  <c:v>80.7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80.9</c:v>
                </c:pt>
                <c:pt idx="1">
                  <c:v/>
                </c:pt>
                <c:pt idx="2">
                  <c:v/>
                </c:pt>
                <c:pt idx="3">
                  <c:v/>
                </c:pt>
                <c:pt idx="4">
                  <c:v/>
                </c:pt>
                <c:pt idx="5">
                  <c:v/>
                </c:pt>
                <c:pt idx="6">
                  <c:v/>
                </c:pt>
                <c:pt idx="7">
                  <c:v>81</c:v>
                </c:pt>
                <c:pt idx="8">
                  <c:v>80.7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80.7</c:v>
                </c:pt>
                <c:pt idx="2">
                  <c:v>80.8</c:v>
                </c:pt>
                <c:pt idx="3">
                  <c:v>80.7</c:v>
                </c:pt>
                <c:pt idx="4">
                  <c:v>80.7</c:v>
                </c:pt>
                <c:pt idx="5">
                  <c:v>80.8</c:v>
                </c:pt>
                <c:pt idx="6">
                  <c:v>80.8</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80.9</c:v>
                </c:pt>
                <c:pt idx="2">
                  <c:v>80.9</c:v>
                </c:pt>
                <c:pt idx="3">
                  <c:v>80.8</c:v>
                </c:pt>
                <c:pt idx="4">
                  <c:v>80.8</c:v>
                </c:pt>
                <c:pt idx="5">
                  <c:v>81.1</c:v>
                </c:pt>
                <c:pt idx="6">
                  <c:v>81</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80.7</c:v>
                </c:pt>
                <c:pt idx="1">
                  <c:v/>
                </c:pt>
                <c:pt idx="2">
                  <c:v/>
                </c:pt>
                <c:pt idx="3">
                  <c:v/>
                </c:pt>
                <c:pt idx="4">
                  <c:v/>
                </c:pt>
                <c:pt idx="5">
                  <c:v/>
                </c:pt>
                <c:pt idx="6">
                  <c:v/>
                </c:pt>
                <c:pt idx="7">
                  <c:v>80.8</c:v>
                </c:pt>
                <c:pt idx="8">
                  <c:v>80.7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80.7</c:v>
                </c:pt>
                <c:pt idx="1">
                  <c:v>80.9</c:v>
                </c:pt>
                <c:pt idx="2">
                  <c:v>80.9</c:v>
                </c:pt>
                <c:pt idx="3">
                  <c:v>80.8</c:v>
                </c:pt>
                <c:pt idx="4">
                  <c:v>80.8</c:v>
                </c:pt>
                <c:pt idx="5">
                  <c:v>81.1</c:v>
                </c:pt>
                <c:pt idx="6">
                  <c:v>81</c:v>
                </c:pt>
                <c:pt idx="7">
                  <c:v>80.8</c:v>
                </c:pt>
                <c:pt idx="8">
                  <c:v>80.7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40.5</c:v>
                </c:pt>
                <c:pt idx="1">
                  <c:v>40.3</c:v>
                </c:pt>
                <c:pt idx="2">
                  <c:v>41</c:v>
                </c:pt>
                <c:pt idx="3">
                  <c:v>39.6</c:v>
                </c:pt>
                <c:pt idx="4">
                  <c:v>41.3</c:v>
                </c:pt>
                <c:pt idx="5">
                  <c:v>41.3</c:v>
                </c:pt>
                <c:pt idx="6">
                  <c:v>40.6</c:v>
                </c:pt>
                <c:pt idx="7">
                  <c:v>41.1</c:v>
                </c:pt>
                <c:pt idx="8">
                  <c:v>40.1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40.5</c:v>
                </c:pt>
                <c:pt idx="1">
                  <c:v>40.3</c:v>
                </c:pt>
                <c:pt idx="2">
                  <c:v>41</c:v>
                </c:pt>
                <c:pt idx="3">
                  <c:v>39.6</c:v>
                </c:pt>
                <c:pt idx="4">
                  <c:v>41.3</c:v>
                </c:pt>
                <c:pt idx="5">
                  <c:v>41.3</c:v>
                </c:pt>
                <c:pt idx="6">
                  <c:v>40.6</c:v>
                </c:pt>
                <c:pt idx="7">
                  <c:v>41.1</c:v>
                </c:pt>
                <c:pt idx="8">
                  <c:v>40.1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39.4</c:v>
                </c:pt>
                <c:pt idx="1">
                  <c:v>39.4</c:v>
                </c:pt>
                <c:pt idx="2">
                  <c:v>39.6</c:v>
                </c:pt>
                <c:pt idx="3">
                  <c:v>38.3</c:v>
                </c:pt>
                <c:pt idx="4">
                  <c:v>39.9</c:v>
                </c:pt>
                <c:pt idx="5">
                  <c:v>40.3</c:v>
                </c:pt>
                <c:pt idx="6">
                  <c:v>39.5</c:v>
                </c:pt>
                <c:pt idx="7">
                  <c:v>39.4</c:v>
                </c:pt>
                <c:pt idx="8">
                  <c:v>39.2</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39.4</c:v>
                </c:pt>
                <c:pt idx="1">
                  <c:v>39.4</c:v>
                </c:pt>
                <c:pt idx="2">
                  <c:v>39.6</c:v>
                </c:pt>
                <c:pt idx="3">
                  <c:v>38.3</c:v>
                </c:pt>
                <c:pt idx="4">
                  <c:v>39.9</c:v>
                </c:pt>
                <c:pt idx="5">
                  <c:v>40.3</c:v>
                </c:pt>
                <c:pt idx="6">
                  <c:v>39.5</c:v>
                </c:pt>
                <c:pt idx="7">
                  <c:v>39.4</c:v>
                </c:pt>
                <c:pt idx="8">
                  <c:v>39.2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52.3</c:v>
                </c:pt>
                <c:pt idx="1">
                  <c:v>51.7</c:v>
                </c:pt>
                <c:pt idx="2">
                  <c:v>53.3</c:v>
                </c:pt>
                <c:pt idx="3">
                  <c:v>51.8</c:v>
                </c:pt>
                <c:pt idx="4">
                  <c:v>53.6</c:v>
                </c:pt>
                <c:pt idx="5">
                  <c:v>53.4</c:v>
                </c:pt>
                <c:pt idx="6">
                  <c:v>52.4</c:v>
                </c:pt>
                <c:pt idx="7">
                  <c:v>53.1</c:v>
                </c:pt>
                <c:pt idx="8">
                  <c:v>50.7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52.3</c:v>
                </c:pt>
                <c:pt idx="1">
                  <c:v>51.7</c:v>
                </c:pt>
                <c:pt idx="2">
                  <c:v>53.3</c:v>
                </c:pt>
                <c:pt idx="3">
                  <c:v/>
                </c:pt>
                <c:pt idx="4">
                  <c:v/>
                </c:pt>
                <c:pt idx="5">
                  <c:v>53.4</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51.8</c:v>
                </c:pt>
                <c:pt idx="4">
                  <c:v>53.6</c:v>
                </c:pt>
                <c:pt idx="5">
                  <c:v/>
                </c:pt>
                <c:pt idx="6">
                  <c:v>52.4</c:v>
                </c:pt>
                <c:pt idx="7">
                  <c:v>53.1</c:v>
                </c:pt>
                <c:pt idx="8">
                  <c:v>50.7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52.5</c:v>
                </c:pt>
                <c:pt idx="4">
                  <c:v>53.9</c:v>
                </c:pt>
                <c:pt idx="5">
                  <c:v/>
                </c:pt>
                <c:pt idx="6">
                  <c:v>52.8</c:v>
                </c:pt>
                <c:pt idx="7">
                  <c:v>53.4</c:v>
                </c:pt>
                <c:pt idx="8">
                  <c:v>53.4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51.3</c:v>
                </c:pt>
                <c:pt idx="1">
                  <c:v>51.4</c:v>
                </c:pt>
                <c:pt idx="2">
                  <c:v>52.8</c:v>
                </c:pt>
                <c:pt idx="3">
                  <c:v/>
                </c:pt>
                <c:pt idx="4">
                  <c:v/>
                </c:pt>
                <c:pt idx="5">
                  <c:v>53.3</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51.3</c:v>
                </c:pt>
                <c:pt idx="1">
                  <c:v>51.4</c:v>
                </c:pt>
                <c:pt idx="2">
                  <c:v>52.8</c:v>
                </c:pt>
                <c:pt idx="3">
                  <c:v>52.5</c:v>
                </c:pt>
                <c:pt idx="4">
                  <c:v>53.9</c:v>
                </c:pt>
                <c:pt idx="5">
                  <c:v>53.3</c:v>
                </c:pt>
                <c:pt idx="6">
                  <c:v>52.8</c:v>
                </c:pt>
                <c:pt idx="7">
                  <c:v>53.4</c:v>
                </c:pt>
                <c:pt idx="8">
                  <c:v>53.4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12.2</c:v>
                </c:pt>
                <c:pt idx="1">
                  <c:v>13.3</c:v>
                </c:pt>
                <c:pt idx="2">
                  <c:v>13.4</c:v>
                </c:pt>
                <c:pt idx="3">
                  <c:v>14.2</c:v>
                </c:pt>
                <c:pt idx="4">
                  <c:v>13.6</c:v>
                </c:pt>
                <c:pt idx="5">
                  <c:v>13.5</c:v>
                </c:pt>
                <c:pt idx="6">
                  <c:v>13.3</c:v>
                </c:pt>
                <c:pt idx="7">
                  <c:v>13</c:v>
                </c:pt>
                <c:pt idx="8">
                  <c:v>13.1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12.2</c:v>
                </c:pt>
                <c:pt idx="1">
                  <c:v>13.3</c:v>
                </c:pt>
                <c:pt idx="2">
                  <c:v>13.4</c:v>
                </c:pt>
                <c:pt idx="3">
                  <c:v>14.2</c:v>
                </c:pt>
                <c:pt idx="4">
                  <c:v>13.6</c:v>
                </c:pt>
                <c:pt idx="5">
                  <c:v>13.5</c:v>
                </c:pt>
                <c:pt idx="6">
                  <c:v>13.3</c:v>
                </c:pt>
                <c:pt idx="7">
                  <c:v>13</c:v>
                </c:pt>
                <c:pt idx="8">
                  <c:v>13.1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11.2</c:v>
                </c:pt>
                <c:pt idx="1">
                  <c:v>12.3</c:v>
                </c:pt>
                <c:pt idx="2">
                  <c:v>12.8</c:v>
                </c:pt>
                <c:pt idx="3">
                  <c:v>12.7</c:v>
                </c:pt>
                <c:pt idx="4">
                  <c:v>12.3</c:v>
                </c:pt>
                <c:pt idx="5">
                  <c:v>11.6</c:v>
                </c:pt>
                <c:pt idx="6">
                  <c:v>11.3</c:v>
                </c:pt>
                <c:pt idx="7">
                  <c:v>11.6</c:v>
                </c:pt>
                <c:pt idx="8">
                  <c:v>11.5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11.2</c:v>
                </c:pt>
                <c:pt idx="1">
                  <c:v>12.3</c:v>
                </c:pt>
                <c:pt idx="2">
                  <c:v>12.8</c:v>
                </c:pt>
                <c:pt idx="3">
                  <c:v>12.7</c:v>
                </c:pt>
                <c:pt idx="4">
                  <c:v>12.3</c:v>
                </c:pt>
                <c:pt idx="5">
                  <c:v>11.6</c:v>
                </c:pt>
                <c:pt idx="6">
                  <c:v>11.3</c:v>
                </c:pt>
                <c:pt idx="7">
                  <c:v>11.6</c:v>
                </c:pt>
                <c:pt idx="8">
                  <c:v>11.5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7.6</c:v>
                </c:pt>
                <c:pt idx="1">
                  <c:v>8.4</c:v>
                </c:pt>
                <c:pt idx="2">
                  <c:v>8.7</c:v>
                </c:pt>
                <c:pt idx="3">
                  <c:v>8.8</c:v>
                </c:pt>
                <c:pt idx="4">
                  <c:v>8.6</c:v>
                </c:pt>
                <c:pt idx="5">
                  <c:v>8.5</c:v>
                </c:pt>
                <c:pt idx="6">
                  <c:v>8.3</c:v>
                </c:pt>
                <c:pt idx="7">
                  <c:v>8.5</c:v>
                </c:pt>
                <c:pt idx="8">
                  <c:v>8.1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7.6</c:v>
                </c:pt>
                <c:pt idx="1">
                  <c:v>8.4</c:v>
                </c:pt>
                <c:pt idx="2">
                  <c:v>8.7</c:v>
                </c:pt>
                <c:pt idx="3">
                  <c:v>8.8</c:v>
                </c:pt>
                <c:pt idx="4">
                  <c:v>8.6</c:v>
                </c:pt>
                <c:pt idx="5">
                  <c:v>8.5</c:v>
                </c:pt>
                <c:pt idx="6">
                  <c:v>8.3</c:v>
                </c:pt>
                <c:pt idx="7">
                  <c:v>8.5</c:v>
                </c:pt>
                <c:pt idx="8">
                  <c:v>8.1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6.3</c:v>
                </c:pt>
                <c:pt idx="1">
                  <c:v>7.1</c:v>
                </c:pt>
                <c:pt idx="2">
                  <c:v>7.6</c:v>
                </c:pt>
                <c:pt idx="3">
                  <c:v>6.9</c:v>
                </c:pt>
                <c:pt idx="4">
                  <c:v>7.1</c:v>
                </c:pt>
                <c:pt idx="5">
                  <c:v>7</c:v>
                </c:pt>
                <c:pt idx="6">
                  <c:v>6.9</c:v>
                </c:pt>
                <c:pt idx="7">
                  <c:v>7</c:v>
                </c:pt>
                <c:pt idx="8">
                  <c:v>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6.3</c:v>
                </c:pt>
                <c:pt idx="1">
                  <c:v>7.1</c:v>
                </c:pt>
                <c:pt idx="2">
                  <c:v>7.6</c:v>
                </c:pt>
                <c:pt idx="3">
                  <c:v>6.9</c:v>
                </c:pt>
                <c:pt idx="4">
                  <c:v>7.1</c:v>
                </c:pt>
                <c:pt idx="5">
                  <c:v>7</c:v>
                </c:pt>
                <c:pt idx="6">
                  <c:v>6.9</c:v>
                </c:pt>
                <c:pt idx="7">
                  <c:v>7</c:v>
                </c:pt>
                <c:pt idx="8">
                  <c:v>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8.5</c:v>
                </c:pt>
                <c:pt idx="1">
                  <c:v>9</c:v>
                </c:pt>
                <c:pt idx="2">
                  <c:v>9.8</c:v>
                </c:pt>
                <c:pt idx="3">
                  <c:v>9.9</c:v>
                </c:pt>
                <c:pt idx="4">
                  <c:v>9.8</c:v>
                </c:pt>
                <c:pt idx="5">
                  <c:v>9.4</c:v>
                </c:pt>
                <c:pt idx="6">
                  <c:v>9</c:v>
                </c:pt>
                <c:pt idx="7">
                  <c:v>8.9</c:v>
                </c:pt>
                <c:pt idx="8">
                  <c:v>9.3</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8.5</c:v>
                </c:pt>
                <c:pt idx="1">
                  <c:v>9</c:v>
                </c:pt>
                <c:pt idx="2">
                  <c:v>9.8</c:v>
                </c:pt>
                <c:pt idx="3">
                  <c:v>9.9</c:v>
                </c:pt>
                <c:pt idx="4">
                  <c:v>9.8</c:v>
                </c:pt>
                <c:pt idx="5">
                  <c:v>9.4</c:v>
                </c:pt>
                <c:pt idx="6">
                  <c:v>9</c:v>
                </c:pt>
                <c:pt idx="7">
                  <c:v>8.9</c:v>
                </c:pt>
                <c:pt idx="8">
                  <c:v>9.3</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c:v>
                </c:pt>
                <c:pt idx="1">
                  <c:v>7.9</c:v>
                </c:pt>
                <c:pt idx="2">
                  <c:v>8.2</c:v>
                </c:pt>
                <c:pt idx="3">
                  <c:v>8.1</c:v>
                </c:pt>
                <c:pt idx="4">
                  <c:v>8.2</c:v>
                </c:pt>
                <c:pt idx="5">
                  <c:v>8</c:v>
                </c:pt>
                <c:pt idx="6">
                  <c:v>7.8</c:v>
                </c:pt>
                <c:pt idx="7">
                  <c:v>8.1</c:v>
                </c:pt>
                <c:pt idx="8">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c:v>
                </c:pt>
                <c:pt idx="1">
                  <c:v>7.9</c:v>
                </c:pt>
                <c:pt idx="2">
                  <c:v>8.2</c:v>
                </c:pt>
                <c:pt idx="3">
                  <c:v>8.1</c:v>
                </c:pt>
                <c:pt idx="4">
                  <c:v>8.2</c:v>
                </c:pt>
                <c:pt idx="5">
                  <c:v>8</c:v>
                </c:pt>
                <c:pt idx="6">
                  <c:v>7.8</c:v>
                </c:pt>
                <c:pt idx="7">
                  <c:v>8.1</c:v>
                </c:pt>
                <c:pt idx="8">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5.4</c:v>
                </c:pt>
                <c:pt idx="1">
                  <c:v>5.8</c:v>
                </c:pt>
                <c:pt idx="2">
                  <c:v>6.2</c:v>
                </c:pt>
                <c:pt idx="3">
                  <c:v>6</c:v>
                </c:pt>
                <c:pt idx="4">
                  <c:v>6.3</c:v>
                </c:pt>
                <c:pt idx="5">
                  <c:v>5.9</c:v>
                </c:pt>
                <c:pt idx="6">
                  <c:v>5.6</c:v>
                </c:pt>
                <c:pt idx="7">
                  <c:v>5.3</c:v>
                </c:pt>
                <c:pt idx="8">
                  <c:v>5.8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5.4</c:v>
                </c:pt>
                <c:pt idx="1">
                  <c:v>5.8</c:v>
                </c:pt>
                <c:pt idx="2">
                  <c:v>6.2</c:v>
                </c:pt>
                <c:pt idx="3">
                  <c:v>6</c:v>
                </c:pt>
                <c:pt idx="4">
                  <c:v>6.3</c:v>
                </c:pt>
                <c:pt idx="5">
                  <c:v>5.9</c:v>
                </c:pt>
                <c:pt idx="6">
                  <c:v>5.6</c:v>
                </c:pt>
                <c:pt idx="7">
                  <c:v>5.3</c:v>
                </c:pt>
                <c:pt idx="8">
                  <c:v>5.8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c:v>
                </c:pt>
                <c:pt idx="1">
                  <c:v>4.6</c:v>
                </c:pt>
                <c:pt idx="2">
                  <c:v>4.9</c:v>
                </c:pt>
                <c:pt idx="3">
                  <c:v>4.9</c:v>
                </c:pt>
                <c:pt idx="4">
                  <c:v>4.6</c:v>
                </c:pt>
                <c:pt idx="5">
                  <c:v>4.7</c:v>
                </c:pt>
                <c:pt idx="6">
                  <c:v>4.3</c:v>
                </c:pt>
                <c:pt idx="7">
                  <c:v>4.7</c:v>
                </c:pt>
                <c:pt idx="8">
                  <c:v>4.5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c:v>
                </c:pt>
                <c:pt idx="1">
                  <c:v>4.6</c:v>
                </c:pt>
                <c:pt idx="2">
                  <c:v>4.9</c:v>
                </c:pt>
                <c:pt idx="3">
                  <c:v>4.9</c:v>
                </c:pt>
                <c:pt idx="4">
                  <c:v>4.6</c:v>
                </c:pt>
                <c:pt idx="5">
                  <c:v>4.7</c:v>
                </c:pt>
                <c:pt idx="6">
                  <c:v>4.3</c:v>
                </c:pt>
                <c:pt idx="7">
                  <c:v>4.7</c:v>
                </c:pt>
                <c:pt idx="8">
                  <c:v>4.5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196</c:v>
                </c:pt>
                <c:pt idx="1">
                  <c:v>198</c:v>
                </c:pt>
                <c:pt idx="2">
                  <c:v>197</c:v>
                </c:pt>
                <c:pt idx="3">
                  <c:v>199</c:v>
                </c:pt>
                <c:pt idx="4">
                  <c:v>194</c:v>
                </c:pt>
                <c:pt idx="5">
                  <c:v>194</c:v>
                </c:pt>
                <c:pt idx="6">
                  <c:v>199</c:v>
                </c:pt>
                <c:pt idx="7">
                  <c:v>198</c:v>
                </c:pt>
                <c:pt idx="8">
                  <c:v>199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196</c:v>
                </c:pt>
                <c:pt idx="1">
                  <c:v>198</c:v>
                </c:pt>
                <c:pt idx="2">
                  <c:v>197</c:v>
                </c:pt>
                <c:pt idx="3">
                  <c:v>199</c:v>
                </c:pt>
                <c:pt idx="4">
                  <c:v>194</c:v>
                </c:pt>
                <c:pt idx="5">
                  <c:v>194</c:v>
                </c:pt>
                <c:pt idx="6">
                  <c:v>199</c:v>
                </c:pt>
                <c:pt idx="7">
                  <c:v>198</c:v>
                </c:pt>
                <c:pt idx="8">
                  <c:v>199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175</c:v>
                </c:pt>
                <c:pt idx="1">
                  <c:v>175</c:v>
                </c:pt>
                <c:pt idx="2">
                  <c:v>173</c:v>
                </c:pt>
                <c:pt idx="3">
                  <c:v>176</c:v>
                </c:pt>
                <c:pt idx="4">
                  <c:v>182</c:v>
                </c:pt>
                <c:pt idx="5">
                  <c:v>185</c:v>
                </c:pt>
                <c:pt idx="6">
                  <c:v>187</c:v>
                </c:pt>
                <c:pt idx="7">
                  <c:v>186</c:v>
                </c:pt>
                <c:pt idx="8">
                  <c:v>187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175</c:v>
                </c:pt>
                <c:pt idx="1">
                  <c:v>175</c:v>
                </c:pt>
                <c:pt idx="2">
                  <c:v>173</c:v>
                </c:pt>
                <c:pt idx="3">
                  <c:v>176</c:v>
                </c:pt>
                <c:pt idx="4">
                  <c:v>182</c:v>
                </c:pt>
                <c:pt idx="5">
                  <c:v>185</c:v>
                </c:pt>
                <c:pt idx="6">
                  <c:v>187</c:v>
                </c:pt>
                <c:pt idx="7">
                  <c:v>186</c:v>
                </c:pt>
                <c:pt idx="8">
                  <c:v>187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14264</c:v>
                </c:pt>
                <c:pt idx="1">
                  <c:v>12746</c:v>
                </c:pt>
                <c:pt idx="2">
                  <c:v>13940</c:v>
                </c:pt>
                <c:pt idx="3">
                  <c:v>13710</c:v>
                </c:pt>
                <c:pt idx="4">
                  <c:v>13121</c:v>
                </c:pt>
                <c:pt idx="5">
                  <c:v>14168</c:v>
                </c:pt>
                <c:pt idx="6">
                  <c:v>14663</c:v>
                </c:pt>
                <c:pt idx="7">
                  <c:v>15204</c:v>
                </c:pt>
                <c:pt idx="8">
                  <c:v>15075</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
                </c:pt>
                <c:pt idx="6">
                  <c:v/>
                </c:pt>
                <c:pt idx="7">
                  <c:v>15204</c:v>
                </c:pt>
                <c:pt idx="8">
                  <c:v>15075</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14264</c:v>
                </c:pt>
                <c:pt idx="1">
                  <c:v>12746</c:v>
                </c:pt>
                <c:pt idx="2">
                  <c:v>13940</c:v>
                </c:pt>
                <c:pt idx="3">
                  <c:v>13710</c:v>
                </c:pt>
                <c:pt idx="4">
                  <c:v>13121</c:v>
                </c:pt>
                <c:pt idx="5">
                  <c:v>14168</c:v>
                </c:pt>
                <c:pt idx="6">
                  <c:v>14663</c:v>
                </c:pt>
                <c:pt idx="7">
                  <c:v/>
                </c:pt>
                <c:pt idx="8">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16565</c:v>
                </c:pt>
                <c:pt idx="1">
                  <c:v>15707</c:v>
                </c:pt>
                <c:pt idx="2">
                  <c:v>15981</c:v>
                </c:pt>
                <c:pt idx="3">
                  <c:v>14990</c:v>
                </c:pt>
                <c:pt idx="4">
                  <c:v>14527</c:v>
                </c:pt>
                <c:pt idx="5">
                  <c:v>14882</c:v>
                </c:pt>
                <c:pt idx="6">
                  <c:v>15408</c:v>
                </c:pt>
                <c:pt idx="7">
                  <c:v/>
                </c:pt>
                <c:pt idx="8">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
                </c:pt>
                <c:pt idx="6">
                  <c:v/>
                </c:pt>
                <c:pt idx="7">
                  <c:v>14622</c:v>
                </c:pt>
                <c:pt idx="8">
                  <c:v>13082</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16565</c:v>
                </c:pt>
                <c:pt idx="1">
                  <c:v>15707</c:v>
                </c:pt>
                <c:pt idx="2">
                  <c:v>15981</c:v>
                </c:pt>
                <c:pt idx="3">
                  <c:v>14990</c:v>
                </c:pt>
                <c:pt idx="4">
                  <c:v>14527</c:v>
                </c:pt>
                <c:pt idx="5">
                  <c:v>14882</c:v>
                </c:pt>
                <c:pt idx="6">
                  <c:v>15408</c:v>
                </c:pt>
                <c:pt idx="7">
                  <c:v>14622</c:v>
                </c:pt>
                <c:pt idx="8">
                  <c:v>13082</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126</c:v>
                </c:pt>
                <c:pt idx="1">
                  <c:v>124</c:v>
                </c:pt>
                <c:pt idx="2">
                  <c:v>131</c:v>
                </c:pt>
                <c:pt idx="3">
                  <c:v>131</c:v>
                </c:pt>
                <c:pt idx="4">
                  <c:v>132</c:v>
                </c:pt>
                <c:pt idx="5">
                  <c:v>128</c:v>
                </c:pt>
                <c:pt idx="6">
                  <c:v>133</c:v>
                </c:pt>
                <c:pt idx="7">
                  <c:v>130</c:v>
                </c:pt>
                <c:pt idx="8">
                  <c:v>134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126</c:v>
                </c:pt>
                <c:pt idx="1">
                  <c:v/>
                </c:pt>
                <c:pt idx="2">
                  <c:v>131</c:v>
                </c:pt>
                <c:pt idx="3">
                  <c:v>131</c:v>
                </c:pt>
                <c:pt idx="4">
                  <c:v>132</c:v>
                </c:pt>
                <c:pt idx="5">
                  <c:v/>
                </c:pt>
                <c:pt idx="6">
                  <c:v>133</c:v>
                </c:pt>
                <c:pt idx="7">
                  <c:v>130</c:v>
                </c:pt>
                <c:pt idx="8">
                  <c:v>134</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124</c:v>
                </c:pt>
                <c:pt idx="2">
                  <c:v/>
                </c:pt>
                <c:pt idx="3">
                  <c:v/>
                </c:pt>
                <c:pt idx="4">
                  <c:v/>
                </c:pt>
                <c:pt idx="5">
                  <c:v>128</c:v>
                </c:pt>
                <c:pt idx="6">
                  <c:v/>
                </c:pt>
                <c:pt idx="7">
                  <c:v/>
                </c:pt>
                <c:pt idx="8">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125</c:v>
                </c:pt>
                <c:pt idx="2">
                  <c:v/>
                </c:pt>
                <c:pt idx="3">
                  <c:v/>
                </c:pt>
                <c:pt idx="4">
                  <c:v/>
                </c:pt>
                <c:pt idx="5">
                  <c:v>129</c:v>
                </c:pt>
                <c:pt idx="6">
                  <c:v/>
                </c:pt>
                <c:pt idx="7">
                  <c:v/>
                </c:pt>
                <c:pt idx="8">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124</c:v>
                </c:pt>
                <c:pt idx="1">
                  <c:v/>
                </c:pt>
                <c:pt idx="2">
                  <c:v>125</c:v>
                </c:pt>
                <c:pt idx="3">
                  <c:v>126</c:v>
                </c:pt>
                <c:pt idx="4">
                  <c:v>130</c:v>
                </c:pt>
                <c:pt idx="5">
                  <c:v/>
                </c:pt>
                <c:pt idx="6">
                  <c:v>126</c:v>
                </c:pt>
                <c:pt idx="7">
                  <c:v>126</c:v>
                </c:pt>
                <c:pt idx="8">
                  <c:v>124</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124</c:v>
                </c:pt>
                <c:pt idx="1">
                  <c:v>125</c:v>
                </c:pt>
                <c:pt idx="2">
                  <c:v>125</c:v>
                </c:pt>
                <c:pt idx="3">
                  <c:v>126</c:v>
                </c:pt>
                <c:pt idx="4">
                  <c:v>130</c:v>
                </c:pt>
                <c:pt idx="5">
                  <c:v>129</c:v>
                </c:pt>
                <c:pt idx="6">
                  <c:v>126</c:v>
                </c:pt>
                <c:pt idx="7">
                  <c:v>126</c:v>
                </c:pt>
                <c:pt idx="8">
                  <c:v>124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77.5</c:v>
                </c:pt>
                <c:pt idx="1">
                  <c:v>77.4</c:v>
                </c:pt>
                <c:pt idx="2">
                  <c:v>78.4</c:v>
                </c:pt>
                <c:pt idx="3">
                  <c:v>78.3</c:v>
                </c:pt>
                <c:pt idx="4">
                  <c:v>78.8</c:v>
                </c:pt>
                <c:pt idx="5">
                  <c:v>77.8</c:v>
                </c:pt>
                <c:pt idx="6">
                  <c:v>78.7</c:v>
                </c:pt>
                <c:pt idx="7">
                  <c:v>77.9</c:v>
                </c:pt>
                <c:pt idx="8">
                  <c:v>78.2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78.4</c:v>
                </c:pt>
                <c:pt idx="3">
                  <c:v>78.3</c:v>
                </c:pt>
                <c:pt idx="4">
                  <c:v>78.8</c:v>
                </c:pt>
                <c:pt idx="5">
                  <c:v/>
                </c:pt>
                <c:pt idx="6">
                  <c:v>78.7</c:v>
                </c:pt>
                <c:pt idx="7">
                  <c:v>77.9</c:v>
                </c:pt>
                <c:pt idx="8">
                  <c:v>78.2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77.5</c:v>
                </c:pt>
                <c:pt idx="1">
                  <c:v>77.4</c:v>
                </c:pt>
                <c:pt idx="2">
                  <c:v/>
                </c:pt>
                <c:pt idx="3">
                  <c:v/>
                </c:pt>
                <c:pt idx="4">
                  <c:v/>
                </c:pt>
                <c:pt idx="5">
                  <c:v>77.8</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77.6</c:v>
                </c:pt>
                <c:pt idx="1">
                  <c:v>78</c:v>
                </c:pt>
                <c:pt idx="2">
                  <c:v/>
                </c:pt>
                <c:pt idx="3">
                  <c:v/>
                </c:pt>
                <c:pt idx="4">
                  <c:v/>
                </c:pt>
                <c:pt idx="5">
                  <c:v>78.3</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77.9</c:v>
                </c:pt>
                <c:pt idx="3">
                  <c:v>78</c:v>
                </c:pt>
                <c:pt idx="4">
                  <c:v>78.5</c:v>
                </c:pt>
                <c:pt idx="5">
                  <c:v/>
                </c:pt>
                <c:pt idx="6">
                  <c:v>77.7</c:v>
                </c:pt>
                <c:pt idx="7">
                  <c:v>77.4</c:v>
                </c:pt>
                <c:pt idx="8">
                  <c:v>77.3</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77.6</c:v>
                </c:pt>
                <c:pt idx="1">
                  <c:v>78</c:v>
                </c:pt>
                <c:pt idx="2">
                  <c:v>77.9</c:v>
                </c:pt>
                <c:pt idx="3">
                  <c:v>78</c:v>
                </c:pt>
                <c:pt idx="4">
                  <c:v>78.5</c:v>
                </c:pt>
                <c:pt idx="5">
                  <c:v>78.3</c:v>
                </c:pt>
                <c:pt idx="6">
                  <c:v>77.7</c:v>
                </c:pt>
                <c:pt idx="7">
                  <c:v>77.4</c:v>
                </c:pt>
                <c:pt idx="8">
                  <c:v>77.3</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35.9</c:v>
                </c:pt>
                <c:pt idx="1">
                  <c:v>35.9</c:v>
                </c:pt>
                <c:pt idx="2">
                  <c:v>36.3</c:v>
                </c:pt>
                <c:pt idx="3">
                  <c:v>36.4</c:v>
                </c:pt>
                <c:pt idx="4">
                  <c:v>37.2</c:v>
                </c:pt>
                <c:pt idx="5">
                  <c:v>37</c:v>
                </c:pt>
                <c:pt idx="6">
                  <c:v>36.6</c:v>
                </c:pt>
                <c:pt idx="7">
                  <c:v>36.1</c:v>
                </c:pt>
                <c:pt idx="8">
                  <c:v>36.7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35.9</c:v>
                </c:pt>
                <c:pt idx="1">
                  <c:v>35.9</c:v>
                </c:pt>
                <c:pt idx="2">
                  <c:v>36.3</c:v>
                </c:pt>
                <c:pt idx="3">
                  <c:v/>
                </c:pt>
                <c:pt idx="4">
                  <c:v>37.2</c:v>
                </c:pt>
                <c:pt idx="5">
                  <c:v>37</c:v>
                </c:pt>
                <c:pt idx="6">
                  <c:v>36.6</c:v>
                </c:pt>
                <c:pt idx="7">
                  <c:v>36.1</c:v>
                </c:pt>
                <c:pt idx="8">
                  <c:v>36.7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36.4</c:v>
                </c:pt>
                <c:pt idx="4">
                  <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36.7</c:v>
                </c:pt>
                <c:pt idx="4">
                  <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35.1</c:v>
                </c:pt>
                <c:pt idx="1">
                  <c:v>35.5</c:v>
                </c:pt>
                <c:pt idx="2">
                  <c:v>36.2</c:v>
                </c:pt>
                <c:pt idx="3">
                  <c:v/>
                </c:pt>
                <c:pt idx="4">
                  <c:v>35.5</c:v>
                </c:pt>
                <c:pt idx="5">
                  <c:v>36.7</c:v>
                </c:pt>
                <c:pt idx="6">
                  <c:v>36.4</c:v>
                </c:pt>
                <c:pt idx="7">
                  <c:v>35.3</c:v>
                </c:pt>
                <c:pt idx="8">
                  <c:v>36.1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35.1</c:v>
                </c:pt>
                <c:pt idx="1">
                  <c:v>35.5</c:v>
                </c:pt>
                <c:pt idx="2">
                  <c:v>36.2</c:v>
                </c:pt>
                <c:pt idx="3">
                  <c:v>36.7</c:v>
                </c:pt>
                <c:pt idx="4">
                  <c:v>35.5</c:v>
                </c:pt>
                <c:pt idx="5">
                  <c:v>36.7</c:v>
                </c:pt>
                <c:pt idx="6">
                  <c:v>36.4</c:v>
                </c:pt>
                <c:pt idx="7">
                  <c:v>35.3</c:v>
                </c:pt>
                <c:pt idx="8">
                  <c:v>36.1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12996</c:v>
                </c:pt>
                <c:pt idx="1">
                  <c:v>12334</c:v>
                </c:pt>
                <c:pt idx="2">
                  <c:v>13714</c:v>
                </c:pt>
                <c:pt idx="3">
                  <c:v>14108</c:v>
                </c:pt>
                <c:pt idx="4">
                  <c:v>13092</c:v>
                </c:pt>
                <c:pt idx="5">
                  <c:v>13919</c:v>
                </c:pt>
                <c:pt idx="6">
                  <c:v>14673</c:v>
                </c:pt>
                <c:pt idx="7">
                  <c:v>13972</c:v>
                </c:pt>
                <c:pt idx="8">
                  <c:v>13721</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12996</c:v>
                </c:pt>
                <c:pt idx="1">
                  <c:v>12334</c:v>
                </c:pt>
                <c:pt idx="2">
                  <c:v>13714</c:v>
                </c:pt>
                <c:pt idx="3">
                  <c:v>14108</c:v>
                </c:pt>
                <c:pt idx="4">
                  <c:v>13092</c:v>
                </c:pt>
                <c:pt idx="5">
                  <c:v>13919</c:v>
                </c:pt>
                <c:pt idx="6">
                  <c:v>14673</c:v>
                </c:pt>
                <c:pt idx="7">
                  <c:v>13972</c:v>
                </c:pt>
                <c:pt idx="8">
                  <c:v>13721</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12592</c:v>
                </c:pt>
                <c:pt idx="1">
                  <c:v>11705</c:v>
                </c:pt>
                <c:pt idx="2">
                  <c:v>12397</c:v>
                </c:pt>
                <c:pt idx="3">
                  <c:v>12913</c:v>
                </c:pt>
                <c:pt idx="4">
                  <c:v>12494</c:v>
                </c:pt>
                <c:pt idx="5">
                  <c:v>12584</c:v>
                </c:pt>
                <c:pt idx="6">
                  <c:v>12740</c:v>
                </c:pt>
                <c:pt idx="7">
                  <c:v>12488</c:v>
                </c:pt>
                <c:pt idx="8">
                  <c:v>11778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12592</c:v>
                </c:pt>
                <c:pt idx="1">
                  <c:v>11705</c:v>
                </c:pt>
                <c:pt idx="2">
                  <c:v>12397</c:v>
                </c:pt>
                <c:pt idx="3">
                  <c:v>12913</c:v>
                </c:pt>
                <c:pt idx="4">
                  <c:v>12494</c:v>
                </c:pt>
                <c:pt idx="5">
                  <c:v>12584</c:v>
                </c:pt>
                <c:pt idx="6">
                  <c:v>12740</c:v>
                </c:pt>
                <c:pt idx="7">
                  <c:v>12488</c:v>
                </c:pt>
                <c:pt idx="8">
                  <c:v>11778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171.412</c:v>
                </c:pt>
                <c:pt idx="6">
                  <c:v/>
                </c:pt>
                <c:pt idx="7">
                  <c:v>176.49180327868854</c:v>
                </c:pt>
                <c:pt idx="8">
                  <c:v>172.46058091286307</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165.0483870967742</c:v>
                </c:pt>
                <c:pt idx="1">
                  <c:v>148.57142857142858</c:v>
                </c:pt>
                <c:pt idx="2">
                  <c:v>165.3531746031746</c:v>
                </c:pt>
                <c:pt idx="3">
                  <c:v>163.812</c:v>
                </c:pt>
                <c:pt idx="4">
                  <c:v>157.87007874015748</c:v>
                </c:pt>
                <c:pt idx="5">
                  <c:v/>
                </c:pt>
                <c:pt idx="6">
                  <c:v>174.588</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181.76470588235293</c:v>
                </c:pt>
                <c:pt idx="1">
                  <c:v>167.49789029535864</c:v>
                </c:pt>
                <c:pt idx="2">
                  <c:v>178.79166666666666</c:v>
                </c:pt>
                <c:pt idx="3">
                  <c:v>176.42561983471074</c:v>
                </c:pt>
                <c:pt idx="4">
                  <c:v>169.248</c:v>
                </c:pt>
                <c:pt idx="5">
                  <c:v/>
                </c:pt>
                <c:pt idx="6">
                  <c:v>177.77732793522267</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171.10526315789474</c:v>
                </c:pt>
                <c:pt idx="6">
                  <c:v/>
                </c:pt>
                <c:pt idx="7">
                  <c:v>171.31075697211156</c:v>
                </c:pt>
                <c:pt idx="8">
                  <c:v>160.78225806451613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23.790849673202615</c:v>
                </c:pt>
                <c:pt idx="2">
                  <c:v/>
                </c:pt>
                <c:pt idx="3">
                  <c:v/>
                </c:pt>
                <c:pt idx="4">
                  <c:v/>
                </c:pt>
                <c:pt idx="5">
                  <c:v/>
                </c:pt>
                <c:pt idx="6">
                  <c:v/>
                </c:pt>
                <c:pt idx="7">
                  <c:v/>
                </c:pt>
                <c:pt idx="8">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24.324142156862745</c:v>
                </c:pt>
                <c:pt idx="2">
                  <c:v/>
                </c:pt>
                <c:pt idx="3">
                  <c:v/>
                </c:pt>
                <c:pt idx="4">
                  <c:v/>
                </c:pt>
                <c:pt idx="5">
                  <c:v/>
                </c:pt>
                <c:pt idx="6">
                  <c:v/>
                </c:pt>
                <c:pt idx="7">
                  <c:v/>
                </c:pt>
                <c:pt idx="8">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337.037037037037</c:v>
                </c:pt>
                <c:pt idx="2">
                  <c:v/>
                </c:pt>
                <c:pt idx="3">
                  <c:v/>
                </c:pt>
                <c:pt idx="4">
                  <c:v/>
                </c:pt>
                <c:pt idx="5">
                  <c:v/>
                </c:pt>
                <c:pt idx="6">
                  <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342.2155172413793</c:v>
                </c:pt>
                <c:pt idx="2">
                  <c:v/>
                </c:pt>
                <c:pt idx="3">
                  <c:v/>
                </c:pt>
                <c:pt idx="4">
                  <c:v/>
                </c:pt>
                <c:pt idx="5">
                  <c:v/>
                </c:pt>
                <c:pt idx="6">
                  <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Fixed employees, trailing 12 months</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circle"/>
            <c:size val="8"/>
            <c:spPr>
              <a:solidFill>
                <a:srgbClr val="2587C5"/>
              </a:solidFill>
              <a:ln w="12700" cap="flat">
                <a:solidFill>
                  <a:srgbClr val="2587C5"/>
                </a:solidFill>
                <a:prstDash val="solid"/>
                <a:round/>
              </a:ln>
              <a:effectLst/>
            </c:spPr>
          </c:marker>
          <c:cat>
            <c:multiLvlStrRef>
              <c:f>Sheet1!$A$2:$A$13</c:f>
              <c:multiLvlStrCache>
                <c:ptCount val="12"/>
                <c:lvl>
                  <c:pt idx="0">
                    <c:v>Oct '25</c:v>
                  </c:pt>
                  <c:pt idx="1">
                    <c:v>Nov '25</c:v>
                  </c:pt>
                  <c:pt idx="2">
                    <c:v>Dec '25</c:v>
                  </c:pt>
                  <c:pt idx="3">
                    <c:v>Jan '26</c:v>
                  </c:pt>
                  <c:pt idx="4">
                    <c:v>Feb '26</c:v>
                  </c:pt>
                  <c:pt idx="5">
                    <c:v>Mar '26</c:v>
                  </c:pt>
                  <c:pt idx="6">
                    <c:v>Apr '26</c:v>
                  </c:pt>
                  <c:pt idx="7">
                    <c:v>May '26</c:v>
                  </c:pt>
                  <c:pt idx="8">
                    <c:v>Jun '26</c:v>
                  </c:pt>
                  <c:pt idx="9">
                    <c:v>Jul '26</c:v>
                  </c:pt>
                  <c:pt idx="10">
                    <c:v>Aug '26</c:v>
                  </c:pt>
                  <c:pt idx="11">
                    <c:v>Sep '26</c:v>
                  </c:pt>
                </c:lvl>
              </c:multiLvlStrCache>
            </c:multiLvlStrRef>
          </c:cat>
          <c:val>
            <c:numRef>
              <c:f>Sheet1!$B$2:$B$13</c:f>
              <c:numCache>
                <c:formatCode>General</c:formatCode>
                <c:ptCount val="12"/>
                <c:pt idx="0">
                  <c:v>1604</c:v>
                </c:pt>
                <c:pt idx="1">
                  <c:v>1582</c:v>
                </c:pt>
                <c:pt idx="2">
                  <c:v>1563</c:v>
                </c:pt>
                <c:pt idx="3">
                  <c:v>1530</c:v>
                </c:pt>
                <c:pt idx="4">
                  <c:v>1530</c:v>
                </c:pt>
                <c:pt idx="5">
                  <c:v>1540</c:v>
                </c:pt>
                <c:pt idx="6">
                  <c:v>1545</c:v>
                </c:pt>
                <c:pt idx="7">
                  <c:v>1537</c:v>
                </c:pt>
                <c:pt idx="8">
                  <c:v>1546</c:v>
                </c:pt>
                <c:pt idx="9">
                  <c:v>1548</c:v>
                </c:pt>
                <c:pt idx="10">
                  <c:v>1549</c:v>
                </c:pt>
                <c:pt idx="11">
                  <c:v>1540</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2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20.46</c:v>
                </c:pt>
                <c:pt idx="1">
                  <c:v>19.1</c:v>
                </c:pt>
                <c:pt idx="2">
                  <c:v>20.19</c:v>
                </c:pt>
                <c:pt idx="3">
                  <c:v>20.85</c:v>
                </c:pt>
                <c:pt idx="4">
                  <c:v>20.28</c:v>
                </c:pt>
                <c:pt idx="5">
                  <c:v>20.34</c:v>
                </c:pt>
                <c:pt idx="6">
                  <c:v>20.75</c:v>
                </c:pt>
                <c:pt idx="7">
                  <c:v>20.32</c:v>
                </c:pt>
                <c:pt idx="8">
                  <c:v>19.03</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19.88</c:v>
                </c:pt>
                <c:pt idx="1">
                  <c:v>18.87</c:v>
                </c:pt>
                <c:pt idx="2">
                  <c:v>21.12</c:v>
                </c:pt>
                <c:pt idx="3">
                  <c:v>21.8</c:v>
                </c:pt>
                <c:pt idx="4">
                  <c:v>20.12</c:v>
                </c:pt>
                <c:pt idx="5">
                  <c:v>21.52</c:v>
                </c:pt>
                <c:pt idx="6">
                  <c:v>22.71</c:v>
                </c:pt>
                <c:pt idx="7">
                  <c:v>21.64</c:v>
                </c:pt>
                <c:pt idx="8">
                  <c:v>21.13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8"/>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13.41</c:v>
                </c:pt>
                <c:pt idx="1">
                  <c:v>12.64</c:v>
                </c:pt>
                <c:pt idx="2">
                  <c:v>13.59</c:v>
                </c:pt>
                <c:pt idx="3">
                  <c:v>14.01</c:v>
                </c:pt>
                <c:pt idx="4">
                  <c:v>13.61</c:v>
                </c:pt>
                <c:pt idx="5">
                  <c:v>13.53</c:v>
                </c:pt>
                <c:pt idx="6">
                  <c:v>13.78</c:v>
                </c:pt>
                <c:pt idx="7">
                  <c:v>13.51</c:v>
                </c:pt>
                <c:pt idx="8">
                  <c:v>12.5</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13.47</c:v>
                </c:pt>
                <c:pt idx="1">
                  <c:v>12.79</c:v>
                </c:pt>
                <c:pt idx="2">
                  <c:v>14.35</c:v>
                </c:pt>
                <c:pt idx="3">
                  <c:v>14.65</c:v>
                </c:pt>
                <c:pt idx="4">
                  <c:v>13.71</c:v>
                </c:pt>
                <c:pt idx="5">
                  <c:v>14.45</c:v>
                </c:pt>
                <c:pt idx="6">
                  <c:v>15.06</c:v>
                </c:pt>
                <c:pt idx="7">
                  <c:v>14.43</c:v>
                </c:pt>
                <c:pt idx="8">
                  <c:v>13.96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
          <c:min val="11"/>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7.05</c:v>
                </c:pt>
                <c:pt idx="1">
                  <c:v>6.47</c:v>
                </c:pt>
                <c:pt idx="2">
                  <c:v>6.6</c:v>
                </c:pt>
                <c:pt idx="3">
                  <c:v>6.84</c:v>
                </c:pt>
                <c:pt idx="4">
                  <c:v>6.67</c:v>
                </c:pt>
                <c:pt idx="5">
                  <c:v>6.81</c:v>
                </c:pt>
                <c:pt idx="6">
                  <c:v>6.97</c:v>
                </c:pt>
                <c:pt idx="7">
                  <c:v>6.81</c:v>
                </c:pt>
                <c:pt idx="8">
                  <c:v>6.54</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6.41</c:v>
                </c:pt>
                <c:pt idx="1">
                  <c:v>6.08</c:v>
                </c:pt>
                <c:pt idx="2">
                  <c:v>6.77</c:v>
                </c:pt>
                <c:pt idx="3">
                  <c:v>7.14</c:v>
                </c:pt>
                <c:pt idx="4">
                  <c:v>6.41</c:v>
                </c:pt>
                <c:pt idx="5">
                  <c:v>7.07</c:v>
                </c:pt>
                <c:pt idx="6">
                  <c:v>7.66</c:v>
                </c:pt>
                <c:pt idx="7">
                  <c:v>7.21</c:v>
                </c:pt>
                <c:pt idx="8">
                  <c:v>7.18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20.46</c:v>
                </c:pt>
                <c:pt idx="1">
                  <c:v>19.1</c:v>
                </c:pt>
                <c:pt idx="2">
                  <c:v>20.19</c:v>
                </c:pt>
                <c:pt idx="3">
                  <c:v>20.85</c:v>
                </c:pt>
                <c:pt idx="4">
                  <c:v>20.28</c:v>
                </c:pt>
                <c:pt idx="5">
                  <c:v>20.34</c:v>
                </c:pt>
                <c:pt idx="6">
                  <c:v>20.75</c:v>
                </c:pt>
                <c:pt idx="7">
                  <c:v>20.32</c:v>
                </c:pt>
                <c:pt idx="8">
                  <c:v>19.03</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19.88</c:v>
                </c:pt>
                <c:pt idx="1">
                  <c:v>18.87</c:v>
                </c:pt>
                <c:pt idx="2">
                  <c:v>21.12</c:v>
                </c:pt>
                <c:pt idx="3">
                  <c:v>21.8</c:v>
                </c:pt>
                <c:pt idx="4">
                  <c:v>20.12</c:v>
                </c:pt>
                <c:pt idx="5">
                  <c:v>21.52</c:v>
                </c:pt>
                <c:pt idx="6">
                  <c:v>22.71</c:v>
                </c:pt>
                <c:pt idx="7">
                  <c:v>21.64</c:v>
                </c:pt>
                <c:pt idx="8">
                  <c:v>21.13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8"/>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13.41</c:v>
                </c:pt>
                <c:pt idx="1">
                  <c:v>12.64</c:v>
                </c:pt>
                <c:pt idx="2">
                  <c:v>13.59</c:v>
                </c:pt>
                <c:pt idx="3">
                  <c:v>14.01</c:v>
                </c:pt>
                <c:pt idx="4">
                  <c:v>13.61</c:v>
                </c:pt>
                <c:pt idx="5">
                  <c:v>13.53</c:v>
                </c:pt>
                <c:pt idx="6">
                  <c:v>13.78</c:v>
                </c:pt>
                <c:pt idx="7">
                  <c:v>13.51</c:v>
                </c:pt>
                <c:pt idx="8">
                  <c:v>12.5</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13.47</c:v>
                </c:pt>
                <c:pt idx="1">
                  <c:v>12.79</c:v>
                </c:pt>
                <c:pt idx="2">
                  <c:v>14.35</c:v>
                </c:pt>
                <c:pt idx="3">
                  <c:v>14.65</c:v>
                </c:pt>
                <c:pt idx="4">
                  <c:v>13.71</c:v>
                </c:pt>
                <c:pt idx="5">
                  <c:v>14.45</c:v>
                </c:pt>
                <c:pt idx="6">
                  <c:v>15.06</c:v>
                </c:pt>
                <c:pt idx="7">
                  <c:v>14.43</c:v>
                </c:pt>
                <c:pt idx="8">
                  <c:v>13.96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
          <c:min val="11"/>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7.05</c:v>
                </c:pt>
                <c:pt idx="1">
                  <c:v>6.47</c:v>
                </c:pt>
                <c:pt idx="2">
                  <c:v>6.6</c:v>
                </c:pt>
                <c:pt idx="3">
                  <c:v>6.84</c:v>
                </c:pt>
                <c:pt idx="4">
                  <c:v>6.67</c:v>
                </c:pt>
                <c:pt idx="5">
                  <c:v>6.81</c:v>
                </c:pt>
                <c:pt idx="6">
                  <c:v>6.97</c:v>
                </c:pt>
                <c:pt idx="7">
                  <c:v>6.81</c:v>
                </c:pt>
                <c:pt idx="8">
                  <c:v>6.54</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6.41</c:v>
                </c:pt>
                <c:pt idx="1">
                  <c:v>6.08</c:v>
                </c:pt>
                <c:pt idx="2">
                  <c:v>6.77</c:v>
                </c:pt>
                <c:pt idx="3">
                  <c:v>7.14</c:v>
                </c:pt>
                <c:pt idx="4">
                  <c:v>6.41</c:v>
                </c:pt>
                <c:pt idx="5">
                  <c:v>7.07</c:v>
                </c:pt>
                <c:pt idx="6">
                  <c:v>7.66</c:v>
                </c:pt>
                <c:pt idx="7">
                  <c:v>7.21</c:v>
                </c:pt>
                <c:pt idx="8">
                  <c:v>7.18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7"/>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Earlier</c:v>
                </c:pt>
              </c:strCache>
            </c:strRef>
          </c:tx>
          <c:spPr>
            <a:solidFill>
              <a:srgbClr val="9AA3AD"/>
            </a:solidFill>
            <a:effectLst/>
          </c:spPr>
          <c:invertIfNegative val="0"/>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2021</c:v>
                  </c:pt>
                  <c:pt idx="1">
                    <c:v>2022</c:v>
                  </c:pt>
                  <c:pt idx="2">
                    <c:v>2023</c:v>
                  </c:pt>
                  <c:pt idx="3">
                    <c:v>2024</c:v>
                  </c:pt>
                  <c:pt idx="4">
                    <c:v>2025</c:v>
                  </c:pt>
                  <c:pt idx="5">
                    <c:v>2026</c:v>
                  </c:pt>
                </c:lvl>
              </c:multiLvlStrCache>
            </c:multiLvlStrRef>
          </c:cat>
          <c:val>
            <c:numRef>
              <c:f>Sheet1!$B$2:$B$7</c:f>
              <c:numCache>
                <c:formatCode>General</c:formatCode>
                <c:ptCount val="6"/>
                <c:pt idx="0">
                  <c:v>111.43</c:v>
                </c:pt>
                <c:pt idx="1">
                  <c:v>126.71</c:v>
                </c:pt>
                <c:pt idx="2">
                  <c:v>143.75</c:v>
                </c:pt>
                <c:pt idx="3">
                  <c:v>156.71</c:v>
                </c:pt>
                <c:pt idx="4">
                  <c:v>181.62</c:v>
                </c:pt>
                <c:pt idx="5">
                  <c:v>0</c:v>
                </c:pt>
              </c:numCache>
            </c:numRef>
          </c:val>
        </c:ser>
        <c:ser>
          <c:idx val="1"/>
          <c:order val="1"/>
          <c:tx>
            <c:strRef>
              <c:f>Sheet1!$C$1</c:f>
              <c:strCache>
                <c:ptCount val="1"/>
                <c:pt idx="0">
                  <c:v>Latest</c:v>
                </c:pt>
              </c:strCache>
            </c:strRef>
          </c:tx>
          <c:spPr>
            <a:solidFill>
              <a:srgbClr val="2587C5"/>
            </a:solidFill>
            <a:effectLst/>
          </c:spPr>
          <c:invertIfNegative val="0"/>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2021</c:v>
                  </c:pt>
                  <c:pt idx="1">
                    <c:v>2022</c:v>
                  </c:pt>
                  <c:pt idx="2">
                    <c:v>2023</c:v>
                  </c:pt>
                  <c:pt idx="3">
                    <c:v>2024</c:v>
                  </c:pt>
                  <c:pt idx="4">
                    <c:v>2025</c:v>
                  </c:pt>
                  <c:pt idx="5">
                    <c:v>2026</c:v>
                  </c:pt>
                </c:lvl>
              </c:multiLvlStrCache>
            </c:multiLvlStrRef>
          </c:cat>
          <c:val>
            <c:numRef>
              <c:f>Sheet1!$C$2:$C$7</c:f>
              <c:numCache>
                <c:formatCode>General</c:formatCode>
                <c:ptCount val="6"/>
                <c:pt idx="0">
                  <c:v>0</c:v>
                </c:pt>
                <c:pt idx="1">
                  <c:v>0</c:v>
                </c:pt>
                <c:pt idx="2">
                  <c:v>0</c:v>
                </c:pt>
                <c:pt idx="3">
                  <c:v>0</c:v>
                </c:pt>
                <c:pt idx="4">
                  <c:v>0</c:v>
                </c:pt>
                <c:pt idx="5">
                  <c:v>188.95</c:v>
                </c:pt>
              </c:numCache>
            </c:numRef>
          </c:val>
        </c:ser>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gapWidth val="2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1625</c:v>
                </c:pt>
                <c:pt idx="1">
                  <c:v>1632</c:v>
                </c:pt>
                <c:pt idx="2">
                  <c:v>1629</c:v>
                </c:pt>
                <c:pt idx="3">
                  <c:v>1615</c:v>
                </c:pt>
                <c:pt idx="4">
                  <c:v>1623</c:v>
                </c:pt>
                <c:pt idx="5">
                  <c:v>1616</c:v>
                </c:pt>
                <c:pt idx="6">
                  <c:v>1629</c:v>
                </c:pt>
                <c:pt idx="7">
                  <c:v>1627</c:v>
                </c:pt>
                <c:pt idx="8">
                  <c:v>1616</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1530</c:v>
                </c:pt>
                <c:pt idx="1">
                  <c:v>1530</c:v>
                </c:pt>
                <c:pt idx="2">
                  <c:v>1540</c:v>
                </c:pt>
                <c:pt idx="3">
                  <c:v>1545</c:v>
                </c:pt>
                <c:pt idx="4">
                  <c:v>1537</c:v>
                </c:pt>
                <c:pt idx="5">
                  <c:v>1546</c:v>
                </c:pt>
                <c:pt idx="6">
                  <c:v>1548</c:v>
                </c:pt>
                <c:pt idx="7">
                  <c:v>1549</c:v>
                </c:pt>
                <c:pt idx="8">
                  <c:v>1540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6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Gross Trend options A / B / B+Q4, Store Records (six designs), Door Rate options A-B, CP vs Internal GP % options A-B, Headcount trend, Best Techs option C, Who's Moving Now alternate versions,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five and bottom four stores by variance.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x $162.42 CP ELR (on the Hours per RO data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Roundtable slide 21, every job at a $25 tech rate; margins differ because each job's ELR differs.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Share of CP labor sale whose op code description matches neither the maintenance nor the repair rules, Jan-Sep 2026. Lower is better: green at or below the group, red above.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&amp; Internal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Fixed employees include managers; technicians = service, express, foreman and team-leader titles.</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 per RO: top LINCOLN $281 → $363; LEXUS $193 → $240; HYUNDAI ST GEORGE $181 → $219. Bottom LR RENO $876 → $814; AUDI RENO $596 → $542; KIA LV $227 → $193.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 per RO: top VW ST GEORGE $224 → $298; LR RENO $692 → $877; ACURA $229 → $282. Bottom LR LV $873 → $834; GMC PRESCOTT $299 → $282; HONDA HENDERSON $190 → $178.</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six measures;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Card and takeaway are Jan-Sep. 2025 Oct-Dec shown for context: $21.27M, $17.74M, $19.32M; Q4 2025 total $58.33M.</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Group = sum of 33 stores. TB group total differs from the P&amp;L figure used elsewhere in the deck ($188.80M) by the GMC PRESCOTT difference above.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Headcount: ADP Employee Master extract, 10/19/2026, month-end snapshots, Qlik's fixed-employee title list (managers included). Each person counted once: someone open at two stores is counted at the old store until that record closes. Same-store, INEOS excluded (opened 2026). GMC Prescott body shop staff excluded.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worked hours for counted technicians. Best techs = the store's most proficient quarter of counted technicians (at least one), their sold / worked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xml"/><Relationship Id="rId3" Type="http://schemas.openxmlformats.org/officeDocument/2006/relationships/chart" Target="../charts/chart45.xml"/><Relationship Id="rId4" Type="http://schemas.openxmlformats.org/officeDocument/2006/relationships/chart" Target="../charts/chart46.xml"/><Relationship Id="rId5" Type="http://schemas.openxmlformats.org/officeDocument/2006/relationships/chart" Target="../charts/chart47.xml"/><Relationship Id="rId6" Type="http://schemas.openxmlformats.org/officeDocument/2006/relationships/chart" Target="../charts/chart48.xml"/><Relationship Id="rId7" Type="http://schemas.openxmlformats.org/officeDocument/2006/relationships/chart" Target="../charts/chart49.xml"/><Relationship Id="rId8"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0.xml"/><Relationship Id="rId3" Type="http://schemas.openxmlformats.org/officeDocument/2006/relationships/chart" Target="../charts/chart51.xml"/><Relationship Id="rId4" Type="http://schemas.openxmlformats.org/officeDocument/2006/relationships/chart" Target="../charts/chart52.xml"/><Relationship Id="rId5" Type="http://schemas.openxmlformats.org/officeDocument/2006/relationships/chart" Target="../charts/chart53.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xml"/><Relationship Id="rId3" Type="http://schemas.openxmlformats.org/officeDocument/2006/relationships/chart" Target="../charts/chart55.xml"/><Relationship Id="rId4" Type="http://schemas.openxmlformats.org/officeDocument/2006/relationships/chart" Target="../charts/chart56.xml"/><Relationship Id="rId5" Type="http://schemas.openxmlformats.org/officeDocument/2006/relationships/chart" Target="../charts/chart57.xml"/><Relationship Id="rId6" Type="http://schemas.openxmlformats.org/officeDocument/2006/relationships/chart" Target="../charts/chart58.xml"/><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xml"/><Relationship Id="rId3" Type="http://schemas.openxmlformats.org/officeDocument/2006/relationships/chart" Target="../charts/chart60.xml"/><Relationship Id="rId4" Type="http://schemas.openxmlformats.org/officeDocument/2006/relationships/chart" Target="../charts/chart61.xml"/><Relationship Id="rId5" Type="http://schemas.openxmlformats.org/officeDocument/2006/relationships/chart" Target="../charts/chart62.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2.xml"/><Relationship Id="rId3" Type="http://schemas.openxmlformats.org/officeDocument/2006/relationships/chart" Target="../charts/chart73.xml"/><Relationship Id="rId4" Type="http://schemas.openxmlformats.org/officeDocument/2006/relationships/chart" Target="../charts/chart74.xml"/><Relationship Id="rId5" Type="http://schemas.openxmlformats.org/officeDocument/2006/relationships/chart" Target="../charts/chart75.xml"/><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1.xml"/><Relationship Id="rId3" Type="http://schemas.openxmlformats.org/officeDocument/2006/relationships/chart" Target="../charts/chart92.xml"/><Relationship Id="rId4" Type="http://schemas.openxmlformats.org/officeDocument/2006/relationships/chart" Target="../charts/chart93.xml"/><Relationship Id="rId5" Type="http://schemas.openxmlformats.org/officeDocument/2006/relationships/chart" Target="../charts/chart94.xml"/><Relationship Id="rId6" Type="http://schemas.openxmlformats.org/officeDocument/2006/relationships/chart" Target="../charts/chart95.xml"/><Relationship Id="rId7"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6.xml"/><Relationship Id="rId3" Type="http://schemas.openxmlformats.org/officeDocument/2006/relationships/chart" Target="../charts/chart97.xml"/><Relationship Id="rId4" Type="http://schemas.openxmlformats.org/officeDocument/2006/relationships/chart" Target="../charts/chart98.xml"/><Relationship Id="rId5" Type="http://schemas.openxmlformats.org/officeDocument/2006/relationships/chart" Target="../charts/chart99.xml"/><Relationship Id="rId6" Type="http://schemas.openxmlformats.org/officeDocument/2006/relationships/chart" Target="../charts/chart100.xml"/><Relationship Id="rId7"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chart" Target="../charts/chart105.xml"/><Relationship Id="rId7" Type="http://schemas.openxmlformats.org/officeDocument/2006/relationships/chart" Target="../charts/chart106.xml"/><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7.xml"/><Relationship Id="rId3" Type="http://schemas.openxmlformats.org/officeDocument/2006/relationships/chart" Target="../charts/chart108.xml"/><Relationship Id="rId4" Type="http://schemas.openxmlformats.org/officeDocument/2006/relationships/chart" Target="../charts/chart109.xml"/><Relationship Id="rId5" Type="http://schemas.openxmlformats.org/officeDocument/2006/relationships/chart" Target="../charts/chart110.xml"/><Relationship Id="rId6"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6.xml"/><Relationship Id="rId3" Type="http://schemas.openxmlformats.org/officeDocument/2006/relationships/chart" Target="../charts/chart117.xml"/><Relationship Id="rId4" Type="http://schemas.openxmlformats.org/officeDocument/2006/relationships/chart" Target="../charts/chart118.xml"/><Relationship Id="rId5" Type="http://schemas.openxmlformats.org/officeDocument/2006/relationships/chart" Target="../charts/chart119.xml"/><Relationship Id="rId6"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0.xml"/><Relationship Id="rId3" Type="http://schemas.openxmlformats.org/officeDocument/2006/relationships/chart" Target="../charts/chart121.xml"/><Relationship Id="rId4" Type="http://schemas.openxmlformats.org/officeDocument/2006/relationships/chart" Target="../charts/chart122.xml"/><Relationship Id="rId5" Type="http://schemas.openxmlformats.org/officeDocument/2006/relationships/chart" Target="../charts/chart123.xml"/><Relationship Id="rId6" Type="http://schemas.openxmlformats.org/officeDocument/2006/relationships/chart" Target="../charts/chart124.xml"/><Relationship Id="rId7"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5.xml"/><Relationship Id="rId3" Type="http://schemas.openxmlformats.org/officeDocument/2006/relationships/chart" Target="../charts/chart126.xml"/><Relationship Id="rId4" Type="http://schemas.openxmlformats.org/officeDocument/2006/relationships/chart" Target="../charts/chart127.xml"/><Relationship Id="rId5" Type="http://schemas.openxmlformats.org/officeDocument/2006/relationships/chart" Target="../charts/chart128.xml"/><Relationship Id="rId6"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4.xml"/><Relationship Id="rId3" Type="http://schemas.openxmlformats.org/officeDocument/2006/relationships/chart" Target="../charts/chart135.xml"/><Relationship Id="rId4" Type="http://schemas.openxmlformats.org/officeDocument/2006/relationships/chart" Target="../charts/chart136.xml"/><Relationship Id="rId5" Type="http://schemas.openxmlformats.org/officeDocument/2006/relationships/chart" Target="../charts/chart137.xml"/><Relationship Id="rId6"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8.xml"/><Relationship Id="rId3" Type="http://schemas.openxmlformats.org/officeDocument/2006/relationships/chart" Target="../charts/chart139.xml"/><Relationship Id="rId4" Type="http://schemas.openxmlformats.org/officeDocument/2006/relationships/chart" Target="../charts/chart140.xml"/><Relationship Id="rId5" Type="http://schemas.openxmlformats.org/officeDocument/2006/relationships/chart" Target="../charts/chart141.xml"/><Relationship Id="rId6" Type="http://schemas.openxmlformats.org/officeDocument/2006/relationships/chart" Target="../charts/chart142.xml"/><Relationship Id="rId7"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3.xml"/><Relationship Id="rId3" Type="http://schemas.openxmlformats.org/officeDocument/2006/relationships/chart" Target="../charts/chart144.xml"/><Relationship Id="rId4" Type="http://schemas.openxmlformats.org/officeDocument/2006/relationships/chart" Target="../charts/chart145.xml"/><Relationship Id="rId5" Type="http://schemas.openxmlformats.org/officeDocument/2006/relationships/chart" Target="../charts/chart146.xml"/><Relationship Id="rId6"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5.xml"/><Relationship Id="rId3" Type="http://schemas.openxmlformats.org/officeDocument/2006/relationships/chart" Target="../charts/chart166.xml"/><Relationship Id="rId4" Type="http://schemas.openxmlformats.org/officeDocument/2006/relationships/chart" Target="../charts/chart167.xml"/><Relationship Id="rId5" Type="http://schemas.openxmlformats.org/officeDocument/2006/relationships/chart" Target="../charts/chart168.xml"/><Relationship Id="rId6" Type="http://schemas.openxmlformats.org/officeDocument/2006/relationships/chart" Target="../charts/chart169.xml"/><Relationship Id="rId7" Type="http://schemas.openxmlformats.org/officeDocument/2006/relationships/chart" Target="../charts/chart170.xml"/><Relationship Id="rId8"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1.xml"/><Relationship Id="rId3" Type="http://schemas.openxmlformats.org/officeDocument/2006/relationships/chart" Target="../charts/chart172.xml"/><Relationship Id="rId4" Type="http://schemas.openxmlformats.org/officeDocument/2006/relationships/chart" Target="../charts/chart173.xml"/><Relationship Id="rId5" Type="http://schemas.openxmlformats.org/officeDocument/2006/relationships/chart" Target="../charts/chart174.xml"/><Relationship Id="rId6"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5.xml"/><Relationship Id="rId3" Type="http://schemas.openxmlformats.org/officeDocument/2006/relationships/chart" Target="../charts/chart176.xml"/><Relationship Id="rId4" Type="http://schemas.openxmlformats.org/officeDocument/2006/relationships/chart" Target="../charts/chart177.xml"/><Relationship Id="rId5" Type="http://schemas.openxmlformats.org/officeDocument/2006/relationships/chart" Target="../charts/chart178.xml"/><Relationship Id="rId6" Type="http://schemas.openxmlformats.org/officeDocument/2006/relationships/chart" Target="../charts/chart179.xml"/><Relationship Id="rId7" Type="http://schemas.openxmlformats.org/officeDocument/2006/relationships/chart" Target="../charts/chart180.xml"/><Relationship Id="rId8"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1.xml"/><Relationship Id="rId3" Type="http://schemas.openxmlformats.org/officeDocument/2006/relationships/chart" Target="../charts/chart182.xml"/><Relationship Id="rId4" Type="http://schemas.openxmlformats.org/officeDocument/2006/relationships/chart" Target="../charts/chart183.xml"/><Relationship Id="rId5" Type="http://schemas.openxmlformats.org/officeDocument/2006/relationships/chart" Target="../charts/chart184.xml"/><Relationship Id="rId6" Type="http://schemas.openxmlformats.org/officeDocument/2006/relationships/chart" Target="../charts/chart185.xml"/><Relationship Id="rId7" Type="http://schemas.openxmlformats.org/officeDocument/2006/relationships/chart" Target="../charts/chart186.xml"/><Relationship Id="rId8"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7.xml"/><Relationship Id="rId3" Type="http://schemas.openxmlformats.org/officeDocument/2006/relationships/chart" Target="../charts/chart188.xml"/><Relationship Id="rId4" Type="http://schemas.openxmlformats.org/officeDocument/2006/relationships/chart" Target="../charts/chart189.xml"/><Relationship Id="rId5" Type="http://schemas.openxmlformats.org/officeDocument/2006/relationships/chart" Target="../charts/chart190.xml"/><Relationship Id="rId6" Type="http://schemas.openxmlformats.org/officeDocument/2006/relationships/chart" Target="../charts/chart191.xml"/><Relationship Id="rId7" Type="http://schemas.openxmlformats.org/officeDocument/2006/relationships/chart" Target="../charts/chart192.xml"/><Relationship Id="rId8"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3.xml"/><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4.xml"/><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5.xml"/><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6.xml"/><Relationship Id="rId3"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7.xml"/><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8.xml"/><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0.xml"/><Relationship Id="rId3"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1.xml"/><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2.xml"/><Relationship Id="rId3"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3.xml"/><Relationship Id="rId3" Type="http://schemas.openxmlformats.org/officeDocument/2006/relationships/chart" Target="../charts/chart204.xml"/><Relationship Id="rId4" Type="http://schemas.openxmlformats.org/officeDocument/2006/relationships/chart" Target="../charts/chart205.xml"/><Relationship Id="rId5" Type="http://schemas.openxmlformats.org/officeDocument/2006/relationships/chart" Target="../charts/chart206.xml"/><Relationship Id="rId6" Type="http://schemas.openxmlformats.org/officeDocument/2006/relationships/chart" Target="../charts/chart207.xml"/><Relationship Id="rId7" Type="http://schemas.openxmlformats.org/officeDocument/2006/relationships/chart" Target="../charts/chart208.xml"/><Relationship Id="rId8" Type="http://schemas.openxmlformats.org/officeDocument/2006/relationships/chart" Target="../charts/chart209.xml"/><Relationship Id="rId9" Type="http://schemas.openxmlformats.org/officeDocument/2006/relationships/chart" Target="../charts/chart210.xml"/><Relationship Id="rId10" Type="http://schemas.openxmlformats.org/officeDocument/2006/relationships/chart" Target="../charts/chart211.xml"/><Relationship Id="rId11" Type="http://schemas.openxmlformats.org/officeDocument/2006/relationships/chart" Target="../charts/chart212.xml"/><Relationship Id="rId1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3.xml"/><Relationship Id="rId3" Type="http://schemas.openxmlformats.org/officeDocument/2006/relationships/chart" Target="../charts/chart214.xml"/><Relationship Id="rId4" Type="http://schemas.openxmlformats.org/officeDocument/2006/relationships/chart" Target="../charts/chart215.xml"/><Relationship Id="rId5" Type="http://schemas.openxmlformats.org/officeDocument/2006/relationships/chart" Target="../charts/chart216.xml"/><Relationship Id="rId6" Type="http://schemas.openxmlformats.org/officeDocument/2006/relationships/chart" Target="../charts/chart217.xml"/><Relationship Id="rId7" Type="http://schemas.openxmlformats.org/officeDocument/2006/relationships/chart" Target="../charts/chart218.xml"/><Relationship Id="rId8" Type="http://schemas.openxmlformats.org/officeDocument/2006/relationships/chart" Target="../charts/chart219.xml"/><Relationship Id="rId9" Type="http://schemas.openxmlformats.org/officeDocument/2006/relationships/chart" Target="../charts/chart220.xml"/><Relationship Id="rId10" Type="http://schemas.openxmlformats.org/officeDocument/2006/relationships/chart" Target="../charts/chart221.xml"/><Relationship Id="rId11" Type="http://schemas.openxmlformats.org/officeDocument/2006/relationships/chart" Target="../charts/chart222.xml"/><Relationship Id="rId1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3.xml"/><Relationship Id="rId3" Type="http://schemas.openxmlformats.org/officeDocument/2006/relationships/chart" Target="../charts/chart224.xml"/><Relationship Id="rId4" Type="http://schemas.openxmlformats.org/officeDocument/2006/relationships/chart" Target="../charts/chart225.xml"/><Relationship Id="rId5" Type="http://schemas.openxmlformats.org/officeDocument/2006/relationships/chart" Target="../charts/chart226.xml"/><Relationship Id="rId6" Type="http://schemas.openxmlformats.org/officeDocument/2006/relationships/chart" Target="../charts/chart227.xml"/><Relationship Id="rId7" Type="http://schemas.openxmlformats.org/officeDocument/2006/relationships/chart" Target="../charts/chart228.xml"/><Relationship Id="rId8" Type="http://schemas.openxmlformats.org/officeDocument/2006/relationships/chart" Target="../charts/chart229.xml"/><Relationship Id="rId9" Type="http://schemas.openxmlformats.org/officeDocument/2006/relationships/chart" Target="../charts/chart230.xml"/><Relationship Id="rId10" Type="http://schemas.openxmlformats.org/officeDocument/2006/relationships/chart" Target="../charts/chart231.xml"/><Relationship Id="rId11" Type="http://schemas.openxmlformats.org/officeDocument/2006/relationships/chart" Target="../charts/chart232.xml"/><Relationship Id="rId1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3.xml"/><Relationship Id="rId3" Type="http://schemas.openxmlformats.org/officeDocument/2006/relationships/chart" Target="../charts/chart234.xml"/><Relationship Id="rId4" Type="http://schemas.openxmlformats.org/officeDocument/2006/relationships/chart" Target="../charts/chart235.xml"/><Relationship Id="rId5" Type="http://schemas.openxmlformats.org/officeDocument/2006/relationships/chart" Target="../charts/chart236.xml"/><Relationship Id="rId6" Type="http://schemas.openxmlformats.org/officeDocument/2006/relationships/chart" Target="../charts/chart237.xml"/><Relationship Id="rId7" Type="http://schemas.openxmlformats.org/officeDocument/2006/relationships/chart" Target="../charts/chart238.xml"/><Relationship Id="rId8" Type="http://schemas.openxmlformats.org/officeDocument/2006/relationships/chart" Target="../charts/chart239.xml"/><Relationship Id="rId9" Type="http://schemas.openxmlformats.org/officeDocument/2006/relationships/chart" Target="../charts/chart240.xml"/><Relationship Id="rId10" Type="http://schemas.openxmlformats.org/officeDocument/2006/relationships/chart" Target="../charts/chart241.xml"/><Relationship Id="rId11" Type="http://schemas.openxmlformats.org/officeDocument/2006/relationships/chart" Target="../charts/chart242.xml"/><Relationship Id="rId1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3.xml"/><Relationship Id="rId3" Type="http://schemas.openxmlformats.org/officeDocument/2006/relationships/chart" Target="../charts/chart244.xml"/><Relationship Id="rId4" Type="http://schemas.openxmlformats.org/officeDocument/2006/relationships/chart" Target="../charts/chart245.xml"/><Relationship Id="rId5" Type="http://schemas.openxmlformats.org/officeDocument/2006/relationships/chart" Target="../charts/chart246.xml"/><Relationship Id="rId6" Type="http://schemas.openxmlformats.org/officeDocument/2006/relationships/chart" Target="../charts/chart247.xml"/><Relationship Id="rId7" Type="http://schemas.openxmlformats.org/officeDocument/2006/relationships/chart" Target="../charts/chart248.xml"/><Relationship Id="rId8" Type="http://schemas.openxmlformats.org/officeDocument/2006/relationships/chart" Target="../charts/chart249.xml"/><Relationship Id="rId9" Type="http://schemas.openxmlformats.org/officeDocument/2006/relationships/chart" Target="../charts/chart250.xml"/><Relationship Id="rId10" Type="http://schemas.openxmlformats.org/officeDocument/2006/relationships/chart" Target="../charts/chart251.xml"/><Relationship Id="rId11" Type="http://schemas.openxmlformats.org/officeDocument/2006/relationships/chart" Target="../charts/chart252.xml"/><Relationship Id="rId1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3.xml"/><Relationship Id="rId3" Type="http://schemas.openxmlformats.org/officeDocument/2006/relationships/chart" Target="../charts/chart254.xml"/><Relationship Id="rId4" Type="http://schemas.openxmlformats.org/officeDocument/2006/relationships/chart" Target="../charts/chart255.xml"/><Relationship Id="rId5" Type="http://schemas.openxmlformats.org/officeDocument/2006/relationships/chart" Target="../charts/chart256.xml"/><Relationship Id="rId6" Type="http://schemas.openxmlformats.org/officeDocument/2006/relationships/chart" Target="../charts/chart257.xml"/><Relationship Id="rId7" Type="http://schemas.openxmlformats.org/officeDocument/2006/relationships/chart" Target="../charts/chart258.xml"/><Relationship Id="rId8" Type="http://schemas.openxmlformats.org/officeDocument/2006/relationships/chart" Target="../charts/chart259.xml"/><Relationship Id="rId9" Type="http://schemas.openxmlformats.org/officeDocument/2006/relationships/chart" Target="../charts/chart260.xml"/><Relationship Id="rId10" Type="http://schemas.openxmlformats.org/officeDocument/2006/relationships/chart" Target="../charts/chart261.xml"/><Relationship Id="rId11" Type="http://schemas.openxmlformats.org/officeDocument/2006/relationships/chart" Target="../charts/chart262.xml"/><Relationship Id="rId1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The CP Engine</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Express, maintenance and repair mix.</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Alignment, balance, brake fluid and fuel.</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 &amp; Internal</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 increases, audits and compliance, internal rate and margin.</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The CP Engine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Alignment 15%   ·   Balance 15%   ·   Brake fluid 10%   ·   Fuel service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200" b="1" dirty="0">
                <a:solidFill>
                  <a:srgbClr val="1A1A1A"/>
                </a:solidFill>
                <a:latin typeface="Inter" pitchFamily="34" charset="0"/>
                <a:ea typeface="Inter" pitchFamily="34" charset="-122"/>
                <a:cs typeface="Inter" pitchFamily="34" charset="-120"/>
              </a:rPr>
              <a:t>Warranty &amp; Internal</a:t>
            </a:r>
            <a:endParaRPr lang="en-US" sz="72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audits   ·   Warranty ELR   ·   Internal ELR</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&amp; records   ·   Door rate   ·   CP vs internal   ·   Best techs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4749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3785616" y="2391651"/>
            <a:ext cx="4085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+$931,844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3348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+$763,736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31454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+$717,392</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29119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+$664,150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785616" y="3351233"/>
            <a:ext cx="2568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+$585,903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2387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+$544,518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785616" y="3831024"/>
            <a:ext cx="20712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+$472,394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1949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+$444,598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785616" y="4310815"/>
            <a:ext cx="18518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+$422,352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17734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+$404,490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785616" y="4790606"/>
            <a:ext cx="16350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+$372,910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6136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+$368,043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9466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+$215,909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3" name="Shape 71"/>
          <p:cNvSpPr/>
          <p:nvPr/>
        </p:nvSpPr>
        <p:spPr>
          <a:xfrm>
            <a:off x="3785616" y="5510293"/>
            <a:ext cx="7818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+$178,326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686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+$156,681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9336024" y="1911860"/>
            <a:ext cx="5926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+$135,167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5" name="Shape 83"/>
          <p:cNvSpPr/>
          <p:nvPr/>
        </p:nvSpPr>
        <p:spPr>
          <a:xfrm>
            <a:off x="9336024" y="2151755"/>
            <a:ext cx="5480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+$124,997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5245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+$119,647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417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+$95,125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7" name="Shape 95"/>
          <p:cNvSpPr/>
          <p:nvPr/>
        </p:nvSpPr>
        <p:spPr>
          <a:xfrm>
            <a:off x="9336024" y="2871442"/>
            <a:ext cx="38665"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+$88,186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336024" y="3111337"/>
            <a:ext cx="2753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+$62,795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5" name="Shape 103"/>
          <p:cNvSpPr/>
          <p:nvPr/>
        </p:nvSpPr>
        <p:spPr>
          <a:xfrm>
            <a:off x="9336024" y="3351233"/>
            <a:ext cx="17080"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+$38,956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+$22,653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64624" y="3831024"/>
            <a:ext cx="7140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−$162,846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246736" y="4070920"/>
            <a:ext cx="8928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−$203,644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1" name="Shape 119"/>
          <p:cNvSpPr/>
          <p:nvPr/>
        </p:nvSpPr>
        <p:spPr>
          <a:xfrm>
            <a:off x="9144427" y="4310815"/>
            <a:ext cx="1915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−$436,988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17423" y="4550711"/>
            <a:ext cx="21860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−$498,577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109439" y="4790606"/>
            <a:ext cx="2265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−$516,788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9108098" y="5030502"/>
            <a:ext cx="22792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−$519,845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02279" y="5270397"/>
            <a:ext cx="33374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−$761,192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67774" y="5510293"/>
            <a:ext cx="3682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−$839,891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led by Toyota Henderson at +$1,772,700; 8 declined, Honda North most at −$839,891.</a:t>
            </a:r>
            <a:endParaRPr lang="en-US" sz="15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5486400" cy="4782312"/>
          </a:xfrm>
          <a:prstGeom prst="rect">
            <a:avLst/>
          </a:prstGeom>
          <a:solidFill>
            <a:srgbClr val="FFFFFF"/>
          </a:solidFill>
          <a:ln/>
        </p:spPr>
      </p:sp>
      <p:sp>
        <p:nvSpPr>
          <p:cNvPr id="6" name="Text 4"/>
          <p:cNvSpPr txBox="1"/>
          <p:nvPr/>
        </p:nvSpPr>
        <p:spPr>
          <a:xfrm>
            <a:off x="685800" y="1344168"/>
            <a:ext cx="502920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How the group got there, Jan–Sep</a:t>
            </a:r>
            <a:endParaRPr lang="en-US" sz="1500" dirty="0"/>
          </a:p>
        </p:txBody>
      </p:sp>
      <p:sp>
        <p:nvSpPr>
          <p:cNvPr id="7" name="Shape 5"/>
          <p:cNvSpPr/>
          <p:nvPr/>
        </p:nvSpPr>
        <p:spPr>
          <a:xfrm>
            <a:off x="685800" y="1691640"/>
            <a:ext cx="5029200" cy="10973"/>
          </a:xfrm>
          <a:prstGeom prst="rect">
            <a:avLst/>
          </a:prstGeom>
          <a:solidFill>
            <a:srgbClr val="1A1A1A"/>
          </a:solidFill>
          <a:ln/>
        </p:spPr>
      </p:sp>
      <p:sp>
        <p:nvSpPr>
          <p:cNvPr id="8" name="Shape 6"/>
          <p:cNvSpPr/>
          <p:nvPr/>
        </p:nvSpPr>
        <p:spPr>
          <a:xfrm>
            <a:off x="713232" y="1700784"/>
            <a:ext cx="4974336" cy="621792"/>
          </a:xfrm>
          <a:prstGeom prst="rect">
            <a:avLst/>
          </a:prstGeom>
          <a:solidFill>
            <a:srgbClr val="F7F7F7"/>
          </a:solidFill>
          <a:ln/>
        </p:spPr>
      </p:sp>
      <p:sp>
        <p:nvSpPr>
          <p:cNvPr id="9" name="Text 7"/>
          <p:cNvSpPr txBox="1"/>
          <p:nvPr/>
        </p:nvSpPr>
        <p:spPr>
          <a:xfrm>
            <a:off x="896112" y="1728216"/>
            <a:ext cx="2743200" cy="457200"/>
          </a:xfrm>
          <a:prstGeom prst="rect">
            <a:avLst/>
          </a:prstGeom>
          <a:noFill/>
          <a:ln/>
        </p:spPr>
        <p:txBody>
          <a:bodyPr wrap="square" lIns="0" tIns="0" rIns="0" bIns="0" rtlCol="0" anchor="ctr"/>
          <a:lstStyle/>
          <a:p>
            <a:pPr indent="0" marL="0">
              <a:buNone/>
            </a:pPr>
            <a:r>
              <a:rPr lang="en-US" sz="2600" b="1" dirty="0">
                <a:solidFill>
                  <a:srgbClr val="1A1A1A"/>
                </a:solidFill>
                <a:latin typeface="Inter" pitchFamily="34" charset="0"/>
                <a:ea typeface="Inter" pitchFamily="34" charset="-122"/>
                <a:cs typeface="Inter" pitchFamily="34" charset="-120"/>
              </a:rPr>
              <a:t>$181.33M</a:t>
            </a:r>
            <a:endParaRPr lang="en-US" sz="2600" dirty="0"/>
          </a:p>
        </p:txBody>
      </p:sp>
      <p:sp>
        <p:nvSpPr>
          <p:cNvPr id="10" name="Text 8"/>
          <p:cNvSpPr txBox="1"/>
          <p:nvPr/>
        </p:nvSpPr>
        <p:spPr>
          <a:xfrm>
            <a:off x="3657600" y="172821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2025 group</a:t>
            </a:r>
            <a:endParaRPr lang="en-US" sz="1400" dirty="0"/>
          </a:p>
        </p:txBody>
      </p:sp>
      <p:sp>
        <p:nvSpPr>
          <p:cNvPr id="11" name="Shape 9"/>
          <p:cNvSpPr/>
          <p:nvPr/>
        </p:nvSpPr>
        <p:spPr>
          <a:xfrm>
            <a:off x="987552" y="2395728"/>
            <a:ext cx="292608" cy="292608"/>
          </a:xfrm>
          <a:prstGeom prst="ellipse">
            <a:avLst/>
          </a:prstGeom>
          <a:solidFill>
            <a:srgbClr val="2587C5"/>
          </a:solidFill>
          <a:ln/>
        </p:spPr>
      </p:sp>
      <p:sp>
        <p:nvSpPr>
          <p:cNvPr id="12" name="Text 10"/>
          <p:cNvSpPr txBox="1"/>
          <p:nvPr/>
        </p:nvSpPr>
        <p:spPr>
          <a:xfrm>
            <a:off x="987552" y="239572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3" name="Shape 11"/>
          <p:cNvSpPr/>
          <p:nvPr/>
        </p:nvSpPr>
        <p:spPr>
          <a:xfrm>
            <a:off x="713232" y="2706624"/>
            <a:ext cx="4974336" cy="621792"/>
          </a:xfrm>
          <a:prstGeom prst="rect">
            <a:avLst/>
          </a:prstGeom>
          <a:solidFill>
            <a:srgbClr val="E6F6EE"/>
          </a:solidFill>
          <a:ln/>
        </p:spPr>
      </p:sp>
      <p:sp>
        <p:nvSpPr>
          <p:cNvPr id="14" name="Text 12"/>
          <p:cNvSpPr txBox="1"/>
          <p:nvPr/>
        </p:nvSpPr>
        <p:spPr>
          <a:xfrm>
            <a:off x="896112" y="2734056"/>
            <a:ext cx="2743200" cy="457200"/>
          </a:xfrm>
          <a:prstGeom prst="rect">
            <a:avLst/>
          </a:prstGeom>
          <a:noFill/>
          <a:ln/>
        </p:spPr>
        <p:txBody>
          <a:bodyPr wrap="square" lIns="0" tIns="0" rIns="0" bIns="0" rtlCol="0" anchor="ctr"/>
          <a:lstStyle/>
          <a:p>
            <a:pPr indent="0" marL="0">
              <a:buNone/>
            </a:pPr>
            <a:r>
              <a:rPr lang="en-US" sz="2600" b="1" dirty="0">
                <a:solidFill>
                  <a:srgbClr val="0B7A4A"/>
                </a:solidFill>
                <a:latin typeface="Inter" pitchFamily="34" charset="0"/>
                <a:ea typeface="Inter" pitchFamily="34" charset="-122"/>
                <a:cs typeface="Inter" pitchFamily="34" charset="-120"/>
              </a:rPr>
              <a:t>+$7,468,567</a:t>
            </a:r>
            <a:endParaRPr lang="en-US" sz="2600" dirty="0"/>
          </a:p>
        </p:txBody>
      </p:sp>
      <p:sp>
        <p:nvSpPr>
          <p:cNvPr id="15" name="Text 13"/>
          <p:cNvSpPr txBox="1"/>
          <p:nvPr/>
        </p:nvSpPr>
        <p:spPr>
          <a:xfrm>
            <a:off x="3657600" y="273405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same-store growth</a:t>
            </a:r>
            <a:endParaRPr lang="en-US" sz="1400" dirty="0"/>
          </a:p>
        </p:txBody>
      </p:sp>
      <p:sp>
        <p:nvSpPr>
          <p:cNvPr id="16" name="Shape 14"/>
          <p:cNvSpPr/>
          <p:nvPr/>
        </p:nvSpPr>
        <p:spPr>
          <a:xfrm>
            <a:off x="987552" y="3401568"/>
            <a:ext cx="292608" cy="292608"/>
          </a:xfrm>
          <a:prstGeom prst="ellipse">
            <a:avLst/>
          </a:prstGeom>
          <a:solidFill>
            <a:srgbClr val="0B2C4A"/>
          </a:solidFill>
          <a:ln/>
        </p:spPr>
      </p:sp>
      <p:sp>
        <p:nvSpPr>
          <p:cNvPr id="17" name="Text 15"/>
          <p:cNvSpPr txBox="1"/>
          <p:nvPr/>
        </p:nvSpPr>
        <p:spPr>
          <a:xfrm>
            <a:off x="987552" y="340156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8" name="Shape 16"/>
          <p:cNvSpPr/>
          <p:nvPr/>
        </p:nvSpPr>
        <p:spPr>
          <a:xfrm>
            <a:off x="713232" y="3712464"/>
            <a:ext cx="4974336" cy="713232"/>
          </a:xfrm>
          <a:prstGeom prst="rect">
            <a:avLst/>
          </a:prstGeom>
          <a:solidFill>
            <a:srgbClr val="EDF4FA"/>
          </a:solidFill>
          <a:ln/>
        </p:spPr>
      </p:sp>
      <p:sp>
        <p:nvSpPr>
          <p:cNvPr id="19" name="Text 17"/>
          <p:cNvSpPr txBox="1"/>
          <p:nvPr/>
        </p:nvSpPr>
        <p:spPr>
          <a:xfrm>
            <a:off x="896112" y="3739896"/>
            <a:ext cx="2743200" cy="512064"/>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$188.80M</a:t>
            </a:r>
            <a:endParaRPr lang="en-US" sz="3000" dirty="0"/>
          </a:p>
        </p:txBody>
      </p:sp>
      <p:sp>
        <p:nvSpPr>
          <p:cNvPr id="20" name="Text 18"/>
          <p:cNvSpPr txBox="1"/>
          <p:nvPr/>
        </p:nvSpPr>
        <p:spPr>
          <a:xfrm>
            <a:off x="3657600" y="3739896"/>
            <a:ext cx="1874520" cy="65836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2026 group</a:t>
            </a:r>
            <a:endParaRPr lang="en-US" sz="1400" dirty="0"/>
          </a:p>
        </p:txBody>
      </p:sp>
      <p:sp>
        <p:nvSpPr>
          <p:cNvPr id="21" name="Shape 19"/>
          <p:cNvSpPr/>
          <p:nvPr/>
        </p:nvSpPr>
        <p:spPr>
          <a:xfrm>
            <a:off x="6126480" y="1207008"/>
            <a:ext cx="5605272" cy="4782312"/>
          </a:xfrm>
          <a:prstGeom prst="rect">
            <a:avLst/>
          </a:prstGeom>
          <a:solidFill>
            <a:srgbClr val="FFFFFF"/>
          </a:solidFill>
          <a:ln/>
        </p:spPr>
      </p:sp>
      <p:sp>
        <p:nvSpPr>
          <p:cNvPr id="22" name="Text 20"/>
          <p:cNvSpPr txBox="1"/>
          <p:nvPr/>
        </p:nvSpPr>
        <p:spPr>
          <a:xfrm>
            <a:off x="6355080" y="1344168"/>
            <a:ext cx="514807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Who moved it</a:t>
            </a:r>
            <a:endParaRPr lang="en-US" sz="1500" dirty="0"/>
          </a:p>
        </p:txBody>
      </p:sp>
      <p:sp>
        <p:nvSpPr>
          <p:cNvPr id="23" name="Shape 21"/>
          <p:cNvSpPr/>
          <p:nvPr/>
        </p:nvSpPr>
        <p:spPr>
          <a:xfrm>
            <a:off x="6355080" y="1691640"/>
            <a:ext cx="5148072" cy="10973"/>
          </a:xfrm>
          <a:prstGeom prst="rect">
            <a:avLst/>
          </a:prstGeom>
          <a:solidFill>
            <a:srgbClr val="1A1A1A"/>
          </a:solidFill>
          <a:ln/>
        </p:spPr>
      </p:sp>
      <p:sp>
        <p:nvSpPr>
          <p:cNvPr id="24" name="Text 22"/>
          <p:cNvSpPr txBox="1"/>
          <p:nvPr/>
        </p:nvSpPr>
        <p:spPr>
          <a:xfrm>
            <a:off x="6355080" y="182880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TOYOTA HENDERSON</a:t>
            </a:r>
            <a:endParaRPr lang="en-US" sz="1400" dirty="0"/>
          </a:p>
        </p:txBody>
      </p:sp>
      <p:sp>
        <p:nvSpPr>
          <p:cNvPr id="25" name="Shape 23"/>
          <p:cNvSpPr/>
          <p:nvPr/>
        </p:nvSpPr>
        <p:spPr>
          <a:xfrm>
            <a:off x="8595360" y="1929384"/>
            <a:ext cx="1463040" cy="182880"/>
          </a:xfrm>
          <a:prstGeom prst="rect">
            <a:avLst/>
          </a:prstGeom>
          <a:solidFill>
            <a:srgbClr val="12A566"/>
          </a:solidFill>
          <a:ln/>
        </p:spPr>
      </p:sp>
      <p:sp>
        <p:nvSpPr>
          <p:cNvPr id="26" name="Text 24"/>
          <p:cNvSpPr txBox="1"/>
          <p:nvPr/>
        </p:nvSpPr>
        <p:spPr>
          <a:xfrm>
            <a:off x="10149840" y="1828800"/>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+$1,772,700</a:t>
            </a:r>
            <a:endParaRPr lang="en-US" sz="1400" dirty="0"/>
          </a:p>
        </p:txBody>
      </p:sp>
      <p:sp>
        <p:nvSpPr>
          <p:cNvPr id="27" name="Text 25"/>
          <p:cNvSpPr txBox="1"/>
          <p:nvPr/>
        </p:nvSpPr>
        <p:spPr>
          <a:xfrm>
            <a:off x="6355080" y="225856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HENDERSON</a:t>
            </a:r>
            <a:endParaRPr lang="en-US" sz="1400" dirty="0"/>
          </a:p>
        </p:txBody>
      </p:sp>
      <p:sp>
        <p:nvSpPr>
          <p:cNvPr id="28" name="Shape 26"/>
          <p:cNvSpPr/>
          <p:nvPr/>
        </p:nvSpPr>
        <p:spPr>
          <a:xfrm>
            <a:off x="8595360" y="2359152"/>
            <a:ext cx="1407053" cy="182880"/>
          </a:xfrm>
          <a:prstGeom prst="rect">
            <a:avLst/>
          </a:prstGeom>
          <a:solidFill>
            <a:srgbClr val="12A566"/>
          </a:solidFill>
          <a:ln/>
        </p:spPr>
      </p:sp>
      <p:sp>
        <p:nvSpPr>
          <p:cNvPr id="29" name="Text 27"/>
          <p:cNvSpPr txBox="1"/>
          <p:nvPr/>
        </p:nvSpPr>
        <p:spPr>
          <a:xfrm>
            <a:off x="10149840" y="2258568"/>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+$1,704,863</a:t>
            </a:r>
            <a:endParaRPr lang="en-US" sz="1400" dirty="0"/>
          </a:p>
        </p:txBody>
      </p:sp>
      <p:sp>
        <p:nvSpPr>
          <p:cNvPr id="30" name="Text 28"/>
          <p:cNvSpPr txBox="1"/>
          <p:nvPr/>
        </p:nvSpPr>
        <p:spPr>
          <a:xfrm>
            <a:off x="6355080" y="268833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HENDERSON</a:t>
            </a:r>
            <a:endParaRPr lang="en-US" sz="1400" dirty="0"/>
          </a:p>
        </p:txBody>
      </p:sp>
      <p:sp>
        <p:nvSpPr>
          <p:cNvPr id="31" name="Shape 29"/>
          <p:cNvSpPr/>
          <p:nvPr/>
        </p:nvSpPr>
        <p:spPr>
          <a:xfrm>
            <a:off x="8595360" y="2788920"/>
            <a:ext cx="769067" cy="182880"/>
          </a:xfrm>
          <a:prstGeom prst="rect">
            <a:avLst/>
          </a:prstGeom>
          <a:solidFill>
            <a:srgbClr val="12A566"/>
          </a:solidFill>
          <a:ln/>
        </p:spPr>
      </p:sp>
      <p:sp>
        <p:nvSpPr>
          <p:cNvPr id="32" name="Text 30"/>
          <p:cNvSpPr txBox="1"/>
          <p:nvPr/>
        </p:nvSpPr>
        <p:spPr>
          <a:xfrm>
            <a:off x="10149840" y="2688336"/>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+$931,844</a:t>
            </a:r>
            <a:endParaRPr lang="en-US" sz="1400" dirty="0"/>
          </a:p>
        </p:txBody>
      </p:sp>
      <p:sp>
        <p:nvSpPr>
          <p:cNvPr id="33" name="Text 31"/>
          <p:cNvSpPr txBox="1"/>
          <p:nvPr/>
        </p:nvSpPr>
        <p:spPr>
          <a:xfrm>
            <a:off x="6355080" y="311810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LEXUS</a:t>
            </a:r>
            <a:endParaRPr lang="en-US" sz="1400" dirty="0"/>
          </a:p>
        </p:txBody>
      </p:sp>
      <p:sp>
        <p:nvSpPr>
          <p:cNvPr id="34" name="Shape 32"/>
          <p:cNvSpPr/>
          <p:nvPr/>
        </p:nvSpPr>
        <p:spPr>
          <a:xfrm>
            <a:off x="8595360" y="3218688"/>
            <a:ext cx="630324" cy="182880"/>
          </a:xfrm>
          <a:prstGeom prst="rect">
            <a:avLst/>
          </a:prstGeom>
          <a:solidFill>
            <a:srgbClr val="12A566"/>
          </a:solidFill>
          <a:ln/>
        </p:spPr>
      </p:sp>
      <p:sp>
        <p:nvSpPr>
          <p:cNvPr id="35" name="Text 33"/>
          <p:cNvSpPr txBox="1"/>
          <p:nvPr/>
        </p:nvSpPr>
        <p:spPr>
          <a:xfrm>
            <a:off x="10149840" y="3118104"/>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+$763,736</a:t>
            </a:r>
            <a:endParaRPr lang="en-US" sz="1400" dirty="0"/>
          </a:p>
        </p:txBody>
      </p:sp>
      <p:sp>
        <p:nvSpPr>
          <p:cNvPr id="36" name="Text 34"/>
          <p:cNvSpPr txBox="1"/>
          <p:nvPr/>
        </p:nvSpPr>
        <p:spPr>
          <a:xfrm>
            <a:off x="6355080" y="3547872"/>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LINCOLN</a:t>
            </a:r>
            <a:endParaRPr lang="en-US" sz="1400" dirty="0"/>
          </a:p>
        </p:txBody>
      </p:sp>
      <p:sp>
        <p:nvSpPr>
          <p:cNvPr id="37" name="Shape 35"/>
          <p:cNvSpPr/>
          <p:nvPr/>
        </p:nvSpPr>
        <p:spPr>
          <a:xfrm>
            <a:off x="8595360" y="3648456"/>
            <a:ext cx="592076" cy="182880"/>
          </a:xfrm>
          <a:prstGeom prst="rect">
            <a:avLst/>
          </a:prstGeom>
          <a:solidFill>
            <a:srgbClr val="12A566"/>
          </a:solidFill>
          <a:ln/>
        </p:spPr>
      </p:sp>
      <p:sp>
        <p:nvSpPr>
          <p:cNvPr id="38" name="Text 36"/>
          <p:cNvSpPr txBox="1"/>
          <p:nvPr/>
        </p:nvSpPr>
        <p:spPr>
          <a:xfrm>
            <a:off x="10149840" y="3547872"/>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+$717,392</a:t>
            </a:r>
            <a:endParaRPr lang="en-US" sz="1400" dirty="0"/>
          </a:p>
        </p:txBody>
      </p:sp>
      <p:sp>
        <p:nvSpPr>
          <p:cNvPr id="39" name="Text 37"/>
          <p:cNvSpPr txBox="1"/>
          <p:nvPr/>
        </p:nvSpPr>
        <p:spPr>
          <a:xfrm>
            <a:off x="6355080" y="397764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p>
        </p:txBody>
      </p:sp>
      <p:sp>
        <p:nvSpPr>
          <p:cNvPr id="40" name="Shape 38"/>
          <p:cNvSpPr/>
          <p:nvPr/>
        </p:nvSpPr>
        <p:spPr>
          <a:xfrm>
            <a:off x="8168846" y="4078224"/>
            <a:ext cx="426514" cy="182880"/>
          </a:xfrm>
          <a:prstGeom prst="rect">
            <a:avLst/>
          </a:prstGeom>
          <a:solidFill>
            <a:srgbClr val="C2352F"/>
          </a:solidFill>
          <a:ln/>
        </p:spPr>
      </p:sp>
      <p:sp>
        <p:nvSpPr>
          <p:cNvPr id="41" name="Text 39"/>
          <p:cNvSpPr txBox="1"/>
          <p:nvPr/>
        </p:nvSpPr>
        <p:spPr>
          <a:xfrm>
            <a:off x="10149840" y="3977640"/>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−$516,788</a:t>
            </a:r>
            <a:endParaRPr lang="en-US" sz="1400" dirty="0"/>
          </a:p>
        </p:txBody>
      </p:sp>
      <p:sp>
        <p:nvSpPr>
          <p:cNvPr id="42" name="Text 40"/>
          <p:cNvSpPr txBox="1"/>
          <p:nvPr/>
        </p:nvSpPr>
        <p:spPr>
          <a:xfrm>
            <a:off x="6355080" y="440740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RENO</a:t>
            </a:r>
            <a:endParaRPr lang="en-US" sz="1400" dirty="0"/>
          </a:p>
        </p:txBody>
      </p:sp>
      <p:sp>
        <p:nvSpPr>
          <p:cNvPr id="43" name="Shape 41"/>
          <p:cNvSpPr/>
          <p:nvPr/>
        </p:nvSpPr>
        <p:spPr>
          <a:xfrm>
            <a:off x="8166323" y="4507992"/>
            <a:ext cx="429037" cy="182880"/>
          </a:xfrm>
          <a:prstGeom prst="rect">
            <a:avLst/>
          </a:prstGeom>
          <a:solidFill>
            <a:srgbClr val="C2352F"/>
          </a:solidFill>
          <a:ln/>
        </p:spPr>
      </p:sp>
      <p:sp>
        <p:nvSpPr>
          <p:cNvPr id="44" name="Text 42"/>
          <p:cNvSpPr txBox="1"/>
          <p:nvPr/>
        </p:nvSpPr>
        <p:spPr>
          <a:xfrm>
            <a:off x="10149840" y="4407408"/>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−$519,845</a:t>
            </a:r>
            <a:endParaRPr lang="en-US" sz="1400" dirty="0"/>
          </a:p>
        </p:txBody>
      </p:sp>
      <p:sp>
        <p:nvSpPr>
          <p:cNvPr id="45" name="Text 43"/>
          <p:cNvSpPr txBox="1"/>
          <p:nvPr/>
        </p:nvSpPr>
        <p:spPr>
          <a:xfrm>
            <a:off x="6355080" y="483717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Shape 44"/>
          <p:cNvSpPr/>
          <p:nvPr/>
        </p:nvSpPr>
        <p:spPr>
          <a:xfrm>
            <a:off x="7967135" y="4937760"/>
            <a:ext cx="628225" cy="182880"/>
          </a:xfrm>
          <a:prstGeom prst="rect">
            <a:avLst/>
          </a:prstGeom>
          <a:solidFill>
            <a:srgbClr val="C2352F"/>
          </a:solidFill>
          <a:ln/>
        </p:spPr>
      </p:sp>
      <p:sp>
        <p:nvSpPr>
          <p:cNvPr id="47" name="Text 45"/>
          <p:cNvSpPr txBox="1"/>
          <p:nvPr/>
        </p:nvSpPr>
        <p:spPr>
          <a:xfrm>
            <a:off x="10149840" y="4837176"/>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−$761,192</a:t>
            </a:r>
            <a:endParaRPr lang="en-US" sz="1400" dirty="0"/>
          </a:p>
        </p:txBody>
      </p:sp>
      <p:sp>
        <p:nvSpPr>
          <p:cNvPr id="48" name="Text 46"/>
          <p:cNvSpPr txBox="1"/>
          <p:nvPr/>
        </p:nvSpPr>
        <p:spPr>
          <a:xfrm>
            <a:off x="6355080" y="526694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NORTH</a:t>
            </a:r>
            <a:endParaRPr lang="en-US" sz="1400" dirty="0"/>
          </a:p>
        </p:txBody>
      </p:sp>
      <p:sp>
        <p:nvSpPr>
          <p:cNvPr id="49" name="Shape 47"/>
          <p:cNvSpPr/>
          <p:nvPr/>
        </p:nvSpPr>
        <p:spPr>
          <a:xfrm>
            <a:off x="7902183" y="5367528"/>
            <a:ext cx="693177" cy="182880"/>
          </a:xfrm>
          <a:prstGeom prst="rect">
            <a:avLst/>
          </a:prstGeom>
          <a:solidFill>
            <a:srgbClr val="C2352F"/>
          </a:solidFill>
          <a:ln/>
        </p:spPr>
      </p:sp>
      <p:sp>
        <p:nvSpPr>
          <p:cNvPr id="50" name="Text 48"/>
          <p:cNvSpPr txBox="1"/>
          <p:nvPr/>
        </p:nvSpPr>
        <p:spPr>
          <a:xfrm>
            <a:off x="10149840" y="5266944"/>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−$839,891</a:t>
            </a:r>
            <a:endParaRPr lang="en-US" sz="1400" dirty="0"/>
          </a:p>
        </p:txBody>
      </p:sp>
      <p:sp>
        <p:nvSpPr>
          <p:cNvPr id="51" name="Shape 49"/>
          <p:cNvSpPr/>
          <p:nvPr/>
        </p:nvSpPr>
        <p:spPr>
          <a:xfrm>
            <a:off x="8589874" y="1828800"/>
            <a:ext cx="10973" cy="3813048"/>
          </a:xfrm>
          <a:prstGeom prst="rect">
            <a:avLst/>
          </a:prstGeom>
          <a:solidFill>
            <a:srgbClr val="9AA3AD"/>
          </a:solidFill>
          <a:ln/>
        </p:spPr>
      </p:sp>
      <p:sp>
        <p:nvSpPr>
          <p:cNvPr id="52" name="Shape 50"/>
          <p:cNvSpPr/>
          <p:nvPr/>
        </p:nvSpPr>
        <p:spPr>
          <a:xfrm>
            <a:off x="457200" y="6126480"/>
            <a:ext cx="11274552" cy="371856"/>
          </a:xfrm>
          <a:prstGeom prst="rect">
            <a:avLst/>
          </a:prstGeom>
          <a:solidFill>
            <a:srgbClr val="E6F6EE"/>
          </a:solidFill>
          <a:ln/>
        </p:spPr>
      </p:sp>
      <p:sp>
        <p:nvSpPr>
          <p:cNvPr id="53" name="Text 5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added +$5,890,534; the bottom four gave back $2,637,716.</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3466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3143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+$639,324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3209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+$619,111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9" name="Shape 27"/>
          <p:cNvSpPr/>
          <p:nvPr/>
        </p:nvSpPr>
        <p:spPr>
          <a:xfrm>
            <a:off x="3785616" y="2871442"/>
            <a:ext cx="31671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+$610,920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785616" y="3111337"/>
            <a:ext cx="31196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+$601,761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785616" y="3351233"/>
            <a:ext cx="24616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+$474,842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0199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+$389,643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3785616" y="3831024"/>
            <a:ext cx="19929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+$384,429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9" name="Shape 47"/>
          <p:cNvSpPr/>
          <p:nvPr/>
        </p:nvSpPr>
        <p:spPr>
          <a:xfrm>
            <a:off x="3785616" y="4070920"/>
            <a:ext cx="17879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+$344,890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785616" y="4310815"/>
            <a:ext cx="1632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+$314,963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785616" y="4550711"/>
            <a:ext cx="1514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+$292,173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785616" y="4790606"/>
            <a:ext cx="12125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+$233,897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1234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+$216,701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3785616" y="5270397"/>
            <a:ext cx="10454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+$201,665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014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+$195,719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785616" y="5750188"/>
            <a:ext cx="8766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+$169,102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6024" y="1911860"/>
            <a:ext cx="8377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+$161,597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9336024" y="2151755"/>
            <a:ext cx="5849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+$112,838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9336024" y="2391651"/>
            <a:ext cx="35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+$68,148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9336024" y="2631546"/>
            <a:ext cx="1616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+$31,186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+$20,233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+$20,119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5" name="Shape 103"/>
          <p:cNvSpPr/>
          <p:nvPr/>
        </p:nvSpPr>
        <p:spPr>
          <a:xfrm>
            <a:off x="9323622"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−$23,923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21659" y="3591128"/>
            <a:ext cx="14365"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306093" y="3831024"/>
            <a:ext cx="2993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−$57,734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266019" y="4070920"/>
            <a:ext cx="7000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−$135,036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236525" y="4310815"/>
            <a:ext cx="994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−$191,926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226476" y="4550711"/>
            <a:ext cx="10954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−$211,311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9131329" y="4790606"/>
            <a:ext cx="20469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−$394,842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08996" y="5030502"/>
            <a:ext cx="22702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−$437,922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52339" y="5270397"/>
            <a:ext cx="2836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−$547,210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75920" y="5510293"/>
            <a:ext cx="36010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−$694,616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led by Toyota Henderson at +$1,499,243; 10 declined, Honda North most at −$694,616.</a:t>
            </a:r>
            <a:endParaRPr lang="en-US" sz="15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+$688,074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785616" y="2151755"/>
            <a:ext cx="3625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+$320,924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3785616" y="2391651"/>
            <a:ext cx="32503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+$287,749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3088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+$273,457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785616" y="2871442"/>
            <a:ext cx="3058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+$270,730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27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+$242,550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23800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+$210,702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17870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+$158,208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785616" y="3831024"/>
            <a:ext cx="170954"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+$151,342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1405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+$124,412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9992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+$88,461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6732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+$59,600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1" name="Shape 59"/>
          <p:cNvSpPr/>
          <p:nvPr/>
        </p:nvSpPr>
        <p:spPr>
          <a:xfrm>
            <a:off x="3785616" y="4790606"/>
            <a:ext cx="5688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+$50,363</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5287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+$46,807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785616" y="5270397"/>
            <a:ext cx="3694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3047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+$26,978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2114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+$18,723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0471" y="1911860"/>
            <a:ext cx="12802"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−$4,916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9323012" y="2151755"/>
            <a:ext cx="13012"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−$11,519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04610" y="2391651"/>
            <a:ext cx="3141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−$27,810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298513" y="2631546"/>
            <a:ext cx="3751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−$33,207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88416" y="2871442"/>
            <a:ext cx="4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−$42,146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279496" y="3111337"/>
            <a:ext cx="5652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−$50,043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71363" y="3351233"/>
            <a:ext cx="646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−$57,243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9267626" y="3591128"/>
            <a:ext cx="68398"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−$60,551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246939" y="3831024"/>
            <a:ext cx="8908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−$78,865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7" name="Shape 115"/>
          <p:cNvSpPr/>
          <p:nvPr/>
        </p:nvSpPr>
        <p:spPr>
          <a:xfrm>
            <a:off x="9171924" y="4070920"/>
            <a:ext cx="1641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−$145,275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9171206" y="4310815"/>
            <a:ext cx="16481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−$145,910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47184" y="4550711"/>
            <a:ext cx="18884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−$167,176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094312" y="4790606"/>
            <a:ext cx="2417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−$213,982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9079859" y="5030502"/>
            <a:ext cx="2561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−$226,777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011532" y="5270397"/>
            <a:ext cx="32449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−$287,265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965611" y="5510293"/>
            <a:ext cx="370413"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−$327,919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6F6EE"/>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 led by Cadillac at +$688,074; 16 declined, Audi Reno most at −$327,919.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store's fixed expenses service and parts gross pays for.</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CP engine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facility and the other fixed costs on the P&amp;L</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ROs &gt; Hours per RO &gt; ELR &gt; Mix &gt;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Every RO with a customer-pay line, whether or not labor was charged on it. One RO counts once, however many lines it has.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top of the engine. Hours, ELR and $ per RO all multiply off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06840"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$358,484</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15403" cy="136676"/>
          </a:xfrm>
          <a:prstGeom prst="rect">
            <a:avLst/>
          </a:prstGeom>
          <a:solidFill>
            <a:srgbClr val="2587C5"/>
          </a:solidFill>
          <a:ln/>
        </p:spPr>
      </p:sp>
      <p:sp>
        <p:nvSpPr>
          <p:cNvPr id="19" name="Text 17"/>
          <p:cNvSpPr txBox="1"/>
          <p:nvPr/>
        </p:nvSpPr>
        <p:spPr>
          <a:xfrm>
            <a:off x="3456432" y="194928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$350,585</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659351" cy="136676"/>
          </a:xfrm>
          <a:prstGeom prst="rect">
            <a:avLst/>
          </a:prstGeom>
          <a:solidFill>
            <a:srgbClr val="2587C5"/>
          </a:solidFill>
          <a:ln/>
        </p:spPr>
      </p:sp>
      <p:sp>
        <p:nvSpPr>
          <p:cNvPr id="24" name="Text 22"/>
          <p:cNvSpPr txBox="1"/>
          <p:nvPr/>
        </p:nvSpPr>
        <p:spPr>
          <a:xfrm>
            <a:off x="3456432" y="219778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$323,117</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45107" cy="136676"/>
          </a:xfrm>
          <a:prstGeom prst="rect">
            <a:avLst/>
          </a:prstGeom>
          <a:solidFill>
            <a:srgbClr val="2587C5"/>
          </a:solidFill>
          <a:ln/>
        </p:spPr>
      </p:sp>
      <p:sp>
        <p:nvSpPr>
          <p:cNvPr id="29" name="Text 27"/>
          <p:cNvSpPr txBox="1"/>
          <p:nvPr/>
        </p:nvSpPr>
        <p:spPr>
          <a:xfrm>
            <a:off x="3456432" y="244628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$316,136</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463821" cy="136676"/>
          </a:xfrm>
          <a:prstGeom prst="rect">
            <a:avLst/>
          </a:prstGeom>
          <a:solidFill>
            <a:srgbClr val="2587C5"/>
          </a:solidFill>
          <a:ln/>
        </p:spPr>
      </p:sp>
      <p:sp>
        <p:nvSpPr>
          <p:cNvPr id="34" name="Text 32"/>
          <p:cNvSpPr txBox="1"/>
          <p:nvPr/>
        </p:nvSpPr>
        <p:spPr>
          <a:xfrm>
            <a:off x="3456432" y="2694791"/>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$227,297</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14980" cy="136676"/>
          </a:xfrm>
          <a:prstGeom prst="rect">
            <a:avLst/>
          </a:prstGeom>
          <a:solidFill>
            <a:srgbClr val="2587C5"/>
          </a:solidFill>
          <a:ln/>
        </p:spPr>
      </p:sp>
      <p:sp>
        <p:nvSpPr>
          <p:cNvPr id="39" name="Text 37"/>
          <p:cNvSpPr txBox="1"/>
          <p:nvPr/>
        </p:nvSpPr>
        <p:spPr>
          <a:xfrm>
            <a:off x="3456432" y="294329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$203,362</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18618" cy="136676"/>
          </a:xfrm>
          <a:prstGeom prst="rect">
            <a:avLst/>
          </a:prstGeom>
          <a:solidFill>
            <a:srgbClr val="2587C5"/>
          </a:solidFill>
          <a:ln/>
        </p:spPr>
      </p:sp>
      <p:sp>
        <p:nvSpPr>
          <p:cNvPr id="44" name="Text 42"/>
          <p:cNvSpPr txBox="1"/>
          <p:nvPr/>
        </p:nvSpPr>
        <p:spPr>
          <a:xfrm>
            <a:off x="3456432" y="319179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$156,140</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01001" cy="136676"/>
          </a:xfrm>
          <a:prstGeom prst="rect">
            <a:avLst/>
          </a:prstGeom>
          <a:solidFill>
            <a:srgbClr val="2587C5"/>
          </a:solidFill>
          <a:ln/>
        </p:spPr>
      </p:sp>
      <p:sp>
        <p:nvSpPr>
          <p:cNvPr id="49" name="Text 47"/>
          <p:cNvSpPr txBox="1"/>
          <p:nvPr/>
        </p:nvSpPr>
        <p:spPr>
          <a:xfrm>
            <a:off x="3456432" y="344029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$147,507</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288095" cy="136676"/>
          </a:xfrm>
          <a:prstGeom prst="rect">
            <a:avLst/>
          </a:prstGeom>
          <a:solidFill>
            <a:srgbClr val="2587C5"/>
          </a:solidFill>
          <a:ln/>
        </p:spPr>
      </p:sp>
      <p:sp>
        <p:nvSpPr>
          <p:cNvPr id="54" name="Text 52"/>
          <p:cNvSpPr txBox="1"/>
          <p:nvPr/>
        </p:nvSpPr>
        <p:spPr>
          <a:xfrm>
            <a:off x="3456432" y="368879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$141,182</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68462" cy="136676"/>
          </a:xfrm>
          <a:prstGeom prst="rect">
            <a:avLst/>
          </a:prstGeom>
          <a:solidFill>
            <a:srgbClr val="2587C5"/>
          </a:solidFill>
          <a:ln/>
        </p:spPr>
      </p:sp>
      <p:sp>
        <p:nvSpPr>
          <p:cNvPr id="59" name="Text 57"/>
          <p:cNvSpPr txBox="1"/>
          <p:nvPr/>
        </p:nvSpPr>
        <p:spPr>
          <a:xfrm>
            <a:off x="3456432" y="393729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$131,560</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54519" cy="136676"/>
          </a:xfrm>
          <a:prstGeom prst="rect">
            <a:avLst/>
          </a:prstGeom>
          <a:solidFill>
            <a:srgbClr val="2587C5"/>
          </a:solidFill>
          <a:ln/>
        </p:spPr>
      </p:sp>
      <p:sp>
        <p:nvSpPr>
          <p:cNvPr id="64" name="Text 62"/>
          <p:cNvSpPr txBox="1"/>
          <p:nvPr/>
        </p:nvSpPr>
        <p:spPr>
          <a:xfrm>
            <a:off x="3456432" y="418580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$124,728</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50231" cy="136676"/>
          </a:xfrm>
          <a:prstGeom prst="rect">
            <a:avLst/>
          </a:prstGeom>
          <a:solidFill>
            <a:srgbClr val="2587C5"/>
          </a:solidFill>
          <a:ln/>
        </p:spPr>
      </p:sp>
      <p:sp>
        <p:nvSpPr>
          <p:cNvPr id="69" name="Text 67"/>
          <p:cNvSpPr txBox="1"/>
          <p:nvPr/>
        </p:nvSpPr>
        <p:spPr>
          <a:xfrm>
            <a:off x="3456432" y="443430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$122,626</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27064" cy="136676"/>
          </a:xfrm>
          <a:prstGeom prst="rect">
            <a:avLst/>
          </a:prstGeom>
          <a:solidFill>
            <a:srgbClr val="2587C5"/>
          </a:solidFill>
          <a:ln/>
        </p:spPr>
      </p:sp>
      <p:sp>
        <p:nvSpPr>
          <p:cNvPr id="74" name="Text 72"/>
          <p:cNvSpPr txBox="1"/>
          <p:nvPr/>
        </p:nvSpPr>
        <p:spPr>
          <a:xfrm>
            <a:off x="3456432" y="468280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$111,273</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23838" cy="136676"/>
          </a:xfrm>
          <a:prstGeom prst="rect">
            <a:avLst/>
          </a:prstGeom>
          <a:solidFill>
            <a:srgbClr val="2587C5"/>
          </a:solidFill>
          <a:ln/>
        </p:spPr>
      </p:sp>
      <p:sp>
        <p:nvSpPr>
          <p:cNvPr id="79" name="Text 77"/>
          <p:cNvSpPr txBox="1"/>
          <p:nvPr/>
        </p:nvSpPr>
        <p:spPr>
          <a:xfrm>
            <a:off x="3456432" y="4931305"/>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$109,693</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22732" cy="136676"/>
          </a:xfrm>
          <a:prstGeom prst="rect">
            <a:avLst/>
          </a:prstGeom>
          <a:solidFill>
            <a:srgbClr val="2587C5"/>
          </a:solidFill>
          <a:ln/>
        </p:spPr>
      </p:sp>
      <p:sp>
        <p:nvSpPr>
          <p:cNvPr id="84" name="Text 82"/>
          <p:cNvSpPr txBox="1"/>
          <p:nvPr/>
        </p:nvSpPr>
        <p:spPr>
          <a:xfrm>
            <a:off x="3456432" y="517980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$109,151</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21786" cy="136676"/>
          </a:xfrm>
          <a:prstGeom prst="rect">
            <a:avLst/>
          </a:prstGeom>
          <a:solidFill>
            <a:srgbClr val="2587C5"/>
          </a:solidFill>
          <a:ln/>
        </p:spPr>
      </p:sp>
      <p:sp>
        <p:nvSpPr>
          <p:cNvPr id="89" name="Text 87"/>
          <p:cNvSpPr txBox="1"/>
          <p:nvPr/>
        </p:nvSpPr>
        <p:spPr>
          <a:xfrm>
            <a:off x="3456432" y="542830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$108,687</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11558" cy="136676"/>
          </a:xfrm>
          <a:prstGeom prst="rect">
            <a:avLst/>
          </a:prstGeom>
          <a:solidFill>
            <a:srgbClr val="2587C5"/>
          </a:solidFill>
          <a:ln/>
        </p:spPr>
      </p:sp>
      <p:sp>
        <p:nvSpPr>
          <p:cNvPr id="94" name="Text 92"/>
          <p:cNvSpPr txBox="1"/>
          <p:nvPr/>
        </p:nvSpPr>
        <p:spPr>
          <a:xfrm>
            <a:off x="3456432" y="567681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$103,675</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10961" cy="136676"/>
          </a:xfrm>
          <a:prstGeom prst="rect">
            <a:avLst/>
          </a:prstGeom>
          <a:solidFill>
            <a:srgbClr val="2587C5"/>
          </a:solidFill>
          <a:ln/>
        </p:spPr>
      </p:sp>
      <p:sp>
        <p:nvSpPr>
          <p:cNvPr id="99" name="Text 97"/>
          <p:cNvSpPr txBox="1"/>
          <p:nvPr/>
        </p:nvSpPr>
        <p:spPr>
          <a:xfrm>
            <a:off x="9006840" y="170078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$103,382</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07153" cy="136676"/>
          </a:xfrm>
          <a:prstGeom prst="rect">
            <a:avLst/>
          </a:prstGeom>
          <a:solidFill>
            <a:srgbClr val="2587C5"/>
          </a:solidFill>
          <a:ln/>
        </p:spPr>
      </p:sp>
      <p:sp>
        <p:nvSpPr>
          <p:cNvPr id="104" name="Text 102"/>
          <p:cNvSpPr txBox="1"/>
          <p:nvPr/>
        </p:nvSpPr>
        <p:spPr>
          <a:xfrm>
            <a:off x="9006840" y="194928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$101,516</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197009" cy="136676"/>
          </a:xfrm>
          <a:prstGeom prst="rect">
            <a:avLst/>
          </a:prstGeom>
          <a:solidFill>
            <a:srgbClr val="2587C5"/>
          </a:solidFill>
          <a:ln/>
        </p:spPr>
      </p:sp>
      <p:sp>
        <p:nvSpPr>
          <p:cNvPr id="109" name="Text 107"/>
          <p:cNvSpPr txBox="1"/>
          <p:nvPr/>
        </p:nvSpPr>
        <p:spPr>
          <a:xfrm>
            <a:off x="9006840" y="219778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$96,545</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193959" cy="136676"/>
          </a:xfrm>
          <a:prstGeom prst="rect">
            <a:avLst/>
          </a:prstGeom>
          <a:solidFill>
            <a:srgbClr val="2587C5"/>
          </a:solidFill>
          <a:ln/>
        </p:spPr>
      </p:sp>
      <p:sp>
        <p:nvSpPr>
          <p:cNvPr id="114" name="Text 112"/>
          <p:cNvSpPr txBox="1"/>
          <p:nvPr/>
        </p:nvSpPr>
        <p:spPr>
          <a:xfrm>
            <a:off x="9006840" y="244628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$95,050</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192175" cy="136676"/>
          </a:xfrm>
          <a:prstGeom prst="rect">
            <a:avLst/>
          </a:prstGeom>
          <a:solidFill>
            <a:srgbClr val="2587C5"/>
          </a:solidFill>
          <a:ln/>
        </p:spPr>
      </p:sp>
      <p:sp>
        <p:nvSpPr>
          <p:cNvPr id="119" name="Text 117"/>
          <p:cNvSpPr txBox="1"/>
          <p:nvPr/>
        </p:nvSpPr>
        <p:spPr>
          <a:xfrm>
            <a:off x="9006840" y="2694791"/>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$94,176</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182910" cy="136676"/>
          </a:xfrm>
          <a:prstGeom prst="rect">
            <a:avLst/>
          </a:prstGeom>
          <a:solidFill>
            <a:srgbClr val="2587C5"/>
          </a:solidFill>
          <a:ln/>
        </p:spPr>
      </p:sp>
      <p:sp>
        <p:nvSpPr>
          <p:cNvPr id="124" name="Text 122"/>
          <p:cNvSpPr txBox="1"/>
          <p:nvPr/>
        </p:nvSpPr>
        <p:spPr>
          <a:xfrm>
            <a:off x="9006840" y="294329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$89,636</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77501" cy="136676"/>
          </a:xfrm>
          <a:prstGeom prst="rect">
            <a:avLst/>
          </a:prstGeom>
          <a:solidFill>
            <a:srgbClr val="2587C5"/>
          </a:solidFill>
          <a:ln/>
        </p:spPr>
      </p:sp>
      <p:sp>
        <p:nvSpPr>
          <p:cNvPr id="129" name="Text 127"/>
          <p:cNvSpPr txBox="1"/>
          <p:nvPr/>
        </p:nvSpPr>
        <p:spPr>
          <a:xfrm>
            <a:off x="9006840" y="319179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$86,985</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5512" cy="136676"/>
          </a:xfrm>
          <a:prstGeom prst="rect">
            <a:avLst/>
          </a:prstGeom>
          <a:solidFill>
            <a:srgbClr val="2587C5"/>
          </a:solidFill>
          <a:ln/>
        </p:spPr>
      </p:sp>
      <p:sp>
        <p:nvSpPr>
          <p:cNvPr id="134" name="Text 132"/>
          <p:cNvSpPr txBox="1"/>
          <p:nvPr/>
        </p:nvSpPr>
        <p:spPr>
          <a:xfrm>
            <a:off x="9006840" y="344029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$86,010</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67969" cy="136676"/>
          </a:xfrm>
          <a:prstGeom prst="rect">
            <a:avLst/>
          </a:prstGeom>
          <a:solidFill>
            <a:srgbClr val="2587C5"/>
          </a:solidFill>
          <a:ln/>
        </p:spPr>
      </p:sp>
      <p:sp>
        <p:nvSpPr>
          <p:cNvPr id="139" name="Text 137"/>
          <p:cNvSpPr txBox="1"/>
          <p:nvPr/>
        </p:nvSpPr>
        <p:spPr>
          <a:xfrm>
            <a:off x="9006840" y="368879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$82,314</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51665" cy="136676"/>
          </a:xfrm>
          <a:prstGeom prst="rect">
            <a:avLst/>
          </a:prstGeom>
          <a:solidFill>
            <a:srgbClr val="2587C5"/>
          </a:solidFill>
          <a:ln/>
        </p:spPr>
      </p:sp>
      <p:sp>
        <p:nvSpPr>
          <p:cNvPr id="144" name="Text 142"/>
          <p:cNvSpPr txBox="1"/>
          <p:nvPr/>
        </p:nvSpPr>
        <p:spPr>
          <a:xfrm>
            <a:off x="9006840" y="393729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$74,324</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48544" cy="136676"/>
          </a:xfrm>
          <a:prstGeom prst="rect">
            <a:avLst/>
          </a:prstGeom>
          <a:solidFill>
            <a:srgbClr val="2587C5"/>
          </a:solidFill>
          <a:ln/>
        </p:spPr>
      </p:sp>
      <p:sp>
        <p:nvSpPr>
          <p:cNvPr id="149" name="Text 147"/>
          <p:cNvSpPr txBox="1"/>
          <p:nvPr/>
        </p:nvSpPr>
        <p:spPr>
          <a:xfrm>
            <a:off x="9006840" y="418580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$72,795</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48506" cy="136676"/>
          </a:xfrm>
          <a:prstGeom prst="rect">
            <a:avLst/>
          </a:prstGeom>
          <a:solidFill>
            <a:srgbClr val="2587C5"/>
          </a:solidFill>
          <a:ln/>
        </p:spPr>
      </p:sp>
      <p:sp>
        <p:nvSpPr>
          <p:cNvPr id="154" name="Text 152"/>
          <p:cNvSpPr txBox="1"/>
          <p:nvPr/>
        </p:nvSpPr>
        <p:spPr>
          <a:xfrm>
            <a:off x="9006840" y="443430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$72,776</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48438" cy="136676"/>
          </a:xfrm>
          <a:prstGeom prst="rect">
            <a:avLst/>
          </a:prstGeom>
          <a:solidFill>
            <a:srgbClr val="2587C5"/>
          </a:solidFill>
          <a:ln/>
        </p:spPr>
      </p:sp>
      <p:sp>
        <p:nvSpPr>
          <p:cNvPr id="159" name="Text 157"/>
          <p:cNvSpPr txBox="1"/>
          <p:nvPr/>
        </p:nvSpPr>
        <p:spPr>
          <a:xfrm>
            <a:off x="9006840" y="468280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$72,743</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37973" cy="136676"/>
          </a:xfrm>
          <a:prstGeom prst="rect">
            <a:avLst/>
          </a:prstGeom>
          <a:solidFill>
            <a:srgbClr val="2587C5"/>
          </a:solidFill>
          <a:ln/>
        </p:spPr>
      </p:sp>
      <p:sp>
        <p:nvSpPr>
          <p:cNvPr id="164" name="Text 162"/>
          <p:cNvSpPr txBox="1"/>
          <p:nvPr/>
        </p:nvSpPr>
        <p:spPr>
          <a:xfrm>
            <a:off x="9006840" y="4931305"/>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$67,614</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35948" cy="136676"/>
          </a:xfrm>
          <a:prstGeom prst="rect">
            <a:avLst/>
          </a:prstGeom>
          <a:solidFill>
            <a:srgbClr val="2587C5"/>
          </a:solidFill>
          <a:ln/>
        </p:spPr>
      </p:sp>
      <p:sp>
        <p:nvSpPr>
          <p:cNvPr id="169" name="Text 167"/>
          <p:cNvSpPr txBox="1"/>
          <p:nvPr/>
        </p:nvSpPr>
        <p:spPr>
          <a:xfrm>
            <a:off x="9006840" y="517980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$66,622</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33856" cy="136676"/>
          </a:xfrm>
          <a:prstGeom prst="rect">
            <a:avLst/>
          </a:prstGeom>
          <a:solidFill>
            <a:srgbClr val="2587C5"/>
          </a:solidFill>
          <a:ln/>
        </p:spPr>
      </p:sp>
      <p:sp>
        <p:nvSpPr>
          <p:cNvPr id="174" name="Text 172"/>
          <p:cNvSpPr txBox="1"/>
          <p:nvPr/>
        </p:nvSpPr>
        <p:spPr>
          <a:xfrm>
            <a:off x="9006840" y="542830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$65,596</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08960"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65936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384048" cy="136676"/>
          </a:xfrm>
          <a:prstGeom prst="rect">
            <a:avLst/>
          </a:prstGeom>
          <a:solidFill>
            <a:srgbClr val="2587C5"/>
          </a:solidFill>
          <a:ln/>
        </p:spPr>
      </p:sp>
      <p:sp>
        <p:nvSpPr>
          <p:cNvPr id="14" name="Text 12"/>
          <p:cNvSpPr txBox="1"/>
          <p:nvPr/>
        </p:nvSpPr>
        <p:spPr>
          <a:xfrm>
            <a:off x="3108960" y="170078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$1,164,334</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$868,256</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$296,078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169491" cy="136676"/>
          </a:xfrm>
          <a:prstGeom prst="rect">
            <a:avLst/>
          </a:prstGeom>
          <a:solidFill>
            <a:srgbClr val="2587C5"/>
          </a:solidFill>
          <a:ln/>
        </p:spPr>
      </p:sp>
      <p:sp>
        <p:nvSpPr>
          <p:cNvPr id="19" name="Text 17"/>
          <p:cNvSpPr txBox="1"/>
          <p:nvPr/>
        </p:nvSpPr>
        <p:spPr>
          <a:xfrm>
            <a:off x="3108960" y="194928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$513,852</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$396,326</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$117,527</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35326" cy="136676"/>
          </a:xfrm>
          <a:prstGeom prst="rect">
            <a:avLst/>
          </a:prstGeom>
          <a:solidFill>
            <a:srgbClr val="2587C5"/>
          </a:solidFill>
          <a:ln/>
        </p:spPr>
      </p:sp>
      <p:sp>
        <p:nvSpPr>
          <p:cNvPr id="24" name="Text 22"/>
          <p:cNvSpPr txBox="1"/>
          <p:nvPr/>
        </p:nvSpPr>
        <p:spPr>
          <a:xfrm>
            <a:off x="3108960" y="219778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$410,273</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$295,521</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$114,751</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13951" cy="136676"/>
          </a:xfrm>
          <a:prstGeom prst="rect">
            <a:avLst/>
          </a:prstGeom>
          <a:solidFill>
            <a:srgbClr val="2587C5"/>
          </a:solidFill>
          <a:ln/>
        </p:spPr>
      </p:sp>
      <p:sp>
        <p:nvSpPr>
          <p:cNvPr id="29" name="Text 27"/>
          <p:cNvSpPr txBox="1"/>
          <p:nvPr/>
        </p:nvSpPr>
        <p:spPr>
          <a:xfrm>
            <a:off x="3108960" y="244628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$345,471</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$260,598</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$84,873</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11909" cy="136676"/>
          </a:xfrm>
          <a:prstGeom prst="rect">
            <a:avLst/>
          </a:prstGeom>
          <a:solidFill>
            <a:srgbClr val="2587C5"/>
          </a:solidFill>
          <a:ln/>
        </p:spPr>
      </p:sp>
      <p:sp>
        <p:nvSpPr>
          <p:cNvPr id="34" name="Text 32"/>
          <p:cNvSpPr txBox="1"/>
          <p:nvPr/>
        </p:nvSpPr>
        <p:spPr>
          <a:xfrm>
            <a:off x="3108960" y="2694791"/>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$339,280</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$220,993</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$118,287</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10625" cy="136676"/>
          </a:xfrm>
          <a:prstGeom prst="rect">
            <a:avLst/>
          </a:prstGeom>
          <a:solidFill>
            <a:srgbClr val="2587C5"/>
          </a:solidFill>
          <a:ln/>
        </p:spPr>
      </p:sp>
      <p:sp>
        <p:nvSpPr>
          <p:cNvPr id="39" name="Text 37"/>
          <p:cNvSpPr txBox="1"/>
          <p:nvPr/>
        </p:nvSpPr>
        <p:spPr>
          <a:xfrm>
            <a:off x="3108960" y="294329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$335,387</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$243,757</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$91,630</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01643" cy="136676"/>
          </a:xfrm>
          <a:prstGeom prst="rect">
            <a:avLst/>
          </a:prstGeom>
          <a:solidFill>
            <a:srgbClr val="2587C5"/>
          </a:solidFill>
          <a:ln/>
        </p:spPr>
      </p:sp>
      <p:sp>
        <p:nvSpPr>
          <p:cNvPr id="44" name="Text 42"/>
          <p:cNvSpPr txBox="1"/>
          <p:nvPr/>
        </p:nvSpPr>
        <p:spPr>
          <a:xfrm>
            <a:off x="3108960" y="319179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$308,157</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$224,917</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$83,240</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01252" cy="136676"/>
          </a:xfrm>
          <a:prstGeom prst="rect">
            <a:avLst/>
          </a:prstGeom>
          <a:solidFill>
            <a:srgbClr val="2587C5"/>
          </a:solidFill>
          <a:ln/>
        </p:spPr>
      </p:sp>
      <p:sp>
        <p:nvSpPr>
          <p:cNvPr id="49" name="Text 47"/>
          <p:cNvSpPr txBox="1"/>
          <p:nvPr/>
        </p:nvSpPr>
        <p:spPr>
          <a:xfrm>
            <a:off x="3108960" y="344029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$306,971</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$228,073</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$78,899</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64695" cy="136676"/>
          </a:xfrm>
          <a:prstGeom prst="rect">
            <a:avLst/>
          </a:prstGeom>
          <a:solidFill>
            <a:srgbClr val="2587C5"/>
          </a:solidFill>
          <a:ln/>
        </p:spPr>
      </p:sp>
      <p:sp>
        <p:nvSpPr>
          <p:cNvPr id="54" name="Text 52"/>
          <p:cNvSpPr txBox="1"/>
          <p:nvPr/>
        </p:nvSpPr>
        <p:spPr>
          <a:xfrm>
            <a:off x="3108960" y="368879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$196,138</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$136,735</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$59,403</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61139" cy="136676"/>
          </a:xfrm>
          <a:prstGeom prst="rect">
            <a:avLst/>
          </a:prstGeom>
          <a:solidFill>
            <a:srgbClr val="2587C5"/>
          </a:solidFill>
          <a:ln/>
        </p:spPr>
      </p:sp>
      <p:sp>
        <p:nvSpPr>
          <p:cNvPr id="59" name="Text 57"/>
          <p:cNvSpPr txBox="1"/>
          <p:nvPr/>
        </p:nvSpPr>
        <p:spPr>
          <a:xfrm>
            <a:off x="3108960" y="393729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$185,357</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$128,599</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$56,758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59038" cy="136676"/>
          </a:xfrm>
          <a:prstGeom prst="rect">
            <a:avLst/>
          </a:prstGeom>
          <a:solidFill>
            <a:srgbClr val="2587C5"/>
          </a:solidFill>
          <a:ln/>
        </p:spPr>
      </p:sp>
      <p:sp>
        <p:nvSpPr>
          <p:cNvPr id="64" name="Text 62"/>
          <p:cNvSpPr txBox="1"/>
          <p:nvPr/>
        </p:nvSpPr>
        <p:spPr>
          <a:xfrm>
            <a:off x="3108960" y="418580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$178,988</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$128,448</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$50,540</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50079" cy="136676"/>
          </a:xfrm>
          <a:prstGeom prst="rect">
            <a:avLst/>
          </a:prstGeom>
          <a:solidFill>
            <a:srgbClr val="2587C5"/>
          </a:solidFill>
          <a:ln/>
        </p:spPr>
      </p:sp>
      <p:sp>
        <p:nvSpPr>
          <p:cNvPr id="69" name="Text 67"/>
          <p:cNvSpPr txBox="1"/>
          <p:nvPr/>
        </p:nvSpPr>
        <p:spPr>
          <a:xfrm>
            <a:off x="3108960" y="443430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$151,825</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$102,262</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$49,564</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49123" cy="136676"/>
          </a:xfrm>
          <a:prstGeom prst="rect">
            <a:avLst/>
          </a:prstGeom>
          <a:solidFill>
            <a:srgbClr val="2587C5"/>
          </a:solidFill>
          <a:ln/>
        </p:spPr>
      </p:sp>
      <p:sp>
        <p:nvSpPr>
          <p:cNvPr id="74" name="Text 72"/>
          <p:cNvSpPr txBox="1"/>
          <p:nvPr/>
        </p:nvSpPr>
        <p:spPr>
          <a:xfrm>
            <a:off x="3108960" y="468280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$148,928</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$113,075</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$35,853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48257" cy="136676"/>
          </a:xfrm>
          <a:prstGeom prst="rect">
            <a:avLst/>
          </a:prstGeom>
          <a:solidFill>
            <a:srgbClr val="2587C5"/>
          </a:solidFill>
          <a:ln/>
        </p:spPr>
      </p:sp>
      <p:sp>
        <p:nvSpPr>
          <p:cNvPr id="79" name="Text 77"/>
          <p:cNvSpPr txBox="1"/>
          <p:nvPr/>
        </p:nvSpPr>
        <p:spPr>
          <a:xfrm>
            <a:off x="3108960" y="4931305"/>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$146,304</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$105,012</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$41,292</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46762" cy="136676"/>
          </a:xfrm>
          <a:prstGeom prst="rect">
            <a:avLst/>
          </a:prstGeom>
          <a:solidFill>
            <a:srgbClr val="2587C5"/>
          </a:solidFill>
          <a:ln/>
        </p:spPr>
      </p:sp>
      <p:sp>
        <p:nvSpPr>
          <p:cNvPr id="84" name="Text 82"/>
          <p:cNvSpPr txBox="1"/>
          <p:nvPr/>
        </p:nvSpPr>
        <p:spPr>
          <a:xfrm>
            <a:off x="3108960" y="517980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$141,770</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$96,704</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$45,066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44339" cy="136676"/>
          </a:xfrm>
          <a:prstGeom prst="rect">
            <a:avLst/>
          </a:prstGeom>
          <a:solidFill>
            <a:srgbClr val="2587C5"/>
          </a:solidFill>
          <a:ln/>
        </p:spPr>
      </p:sp>
      <p:sp>
        <p:nvSpPr>
          <p:cNvPr id="89" name="Text 87"/>
          <p:cNvSpPr txBox="1"/>
          <p:nvPr/>
        </p:nvSpPr>
        <p:spPr>
          <a:xfrm>
            <a:off x="3108960" y="542830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$134,424</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$99,999</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$34,425</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44034" cy="136676"/>
          </a:xfrm>
          <a:prstGeom prst="rect">
            <a:avLst/>
          </a:prstGeom>
          <a:solidFill>
            <a:srgbClr val="2587C5"/>
          </a:solidFill>
          <a:ln/>
        </p:spPr>
      </p:sp>
      <p:sp>
        <p:nvSpPr>
          <p:cNvPr id="94" name="Text 92"/>
          <p:cNvSpPr txBox="1"/>
          <p:nvPr/>
        </p:nvSpPr>
        <p:spPr>
          <a:xfrm>
            <a:off x="3108960" y="567681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$133,501</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$91,287</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$42,215</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43777" cy="136676"/>
          </a:xfrm>
          <a:prstGeom prst="rect">
            <a:avLst/>
          </a:prstGeom>
          <a:solidFill>
            <a:srgbClr val="2587C5"/>
          </a:solidFill>
          <a:ln/>
        </p:spPr>
      </p:sp>
      <p:sp>
        <p:nvSpPr>
          <p:cNvPr id="99" name="Text 97"/>
          <p:cNvSpPr txBox="1"/>
          <p:nvPr/>
        </p:nvSpPr>
        <p:spPr>
          <a:xfrm>
            <a:off x="8659368" y="170078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$132,722</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$95,285</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$37,436</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43509" cy="136676"/>
          </a:xfrm>
          <a:prstGeom prst="rect">
            <a:avLst/>
          </a:prstGeom>
          <a:solidFill>
            <a:srgbClr val="2587C5"/>
          </a:solidFill>
          <a:ln/>
        </p:spPr>
      </p:sp>
      <p:sp>
        <p:nvSpPr>
          <p:cNvPr id="104" name="Text 102"/>
          <p:cNvSpPr txBox="1"/>
          <p:nvPr/>
        </p:nvSpPr>
        <p:spPr>
          <a:xfrm>
            <a:off x="8659368" y="194928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$131,908</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$89,257</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$42,652</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42758" cy="136676"/>
          </a:xfrm>
          <a:prstGeom prst="rect">
            <a:avLst/>
          </a:prstGeom>
          <a:solidFill>
            <a:srgbClr val="2587C5"/>
          </a:solidFill>
          <a:ln/>
        </p:spPr>
      </p:sp>
      <p:sp>
        <p:nvSpPr>
          <p:cNvPr id="109" name="Text 107"/>
          <p:cNvSpPr txBox="1"/>
          <p:nvPr/>
        </p:nvSpPr>
        <p:spPr>
          <a:xfrm>
            <a:off x="8659368" y="219778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$129,631</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$91,262</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$38,370</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40422" cy="136676"/>
          </a:xfrm>
          <a:prstGeom prst="rect">
            <a:avLst/>
          </a:prstGeom>
          <a:solidFill>
            <a:srgbClr val="2587C5"/>
          </a:solidFill>
          <a:ln/>
        </p:spPr>
      </p:sp>
      <p:sp>
        <p:nvSpPr>
          <p:cNvPr id="114" name="Text 112"/>
          <p:cNvSpPr txBox="1"/>
          <p:nvPr/>
        </p:nvSpPr>
        <p:spPr>
          <a:xfrm>
            <a:off x="8659368" y="244628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$122,550</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$81,713</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$40,837</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38930" cy="136676"/>
          </a:xfrm>
          <a:prstGeom prst="rect">
            <a:avLst/>
          </a:prstGeom>
          <a:solidFill>
            <a:srgbClr val="2587C5"/>
          </a:solidFill>
          <a:ln/>
        </p:spPr>
      </p:sp>
      <p:sp>
        <p:nvSpPr>
          <p:cNvPr id="119" name="Text 117"/>
          <p:cNvSpPr txBox="1"/>
          <p:nvPr/>
        </p:nvSpPr>
        <p:spPr>
          <a:xfrm>
            <a:off x="8659368" y="2694791"/>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$118,025</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$89,434</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$28,590</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37956" cy="136676"/>
          </a:xfrm>
          <a:prstGeom prst="rect">
            <a:avLst/>
          </a:prstGeom>
          <a:solidFill>
            <a:srgbClr val="2587C5"/>
          </a:solidFill>
          <a:ln/>
        </p:spPr>
      </p:sp>
      <p:sp>
        <p:nvSpPr>
          <p:cNvPr id="124" name="Text 122"/>
          <p:cNvSpPr txBox="1"/>
          <p:nvPr/>
        </p:nvSpPr>
        <p:spPr>
          <a:xfrm>
            <a:off x="8659368" y="294329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$115,073</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$75,721</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$39,353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33319" cy="136676"/>
          </a:xfrm>
          <a:prstGeom prst="rect">
            <a:avLst/>
          </a:prstGeom>
          <a:solidFill>
            <a:srgbClr val="2587C5"/>
          </a:solidFill>
          <a:ln/>
        </p:spPr>
      </p:sp>
      <p:sp>
        <p:nvSpPr>
          <p:cNvPr id="129" name="Text 127"/>
          <p:cNvSpPr txBox="1"/>
          <p:nvPr/>
        </p:nvSpPr>
        <p:spPr>
          <a:xfrm>
            <a:off x="8659368" y="319179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$101,015</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$70,208</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$30,807</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32649" cy="136676"/>
          </a:xfrm>
          <a:prstGeom prst="rect">
            <a:avLst/>
          </a:prstGeom>
          <a:solidFill>
            <a:srgbClr val="2587C5"/>
          </a:solidFill>
          <a:ln/>
        </p:spPr>
      </p:sp>
      <p:sp>
        <p:nvSpPr>
          <p:cNvPr id="134" name="Text 132"/>
          <p:cNvSpPr txBox="1"/>
          <p:nvPr/>
        </p:nvSpPr>
        <p:spPr>
          <a:xfrm>
            <a:off x="8659368" y="344029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$98,985</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$68,101</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$30,883</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29384" cy="136676"/>
          </a:xfrm>
          <a:prstGeom prst="rect">
            <a:avLst/>
          </a:prstGeom>
          <a:solidFill>
            <a:srgbClr val="2587C5"/>
          </a:solidFill>
          <a:ln/>
        </p:spPr>
      </p:sp>
      <p:sp>
        <p:nvSpPr>
          <p:cNvPr id="139" name="Text 137"/>
          <p:cNvSpPr txBox="1"/>
          <p:nvPr/>
        </p:nvSpPr>
        <p:spPr>
          <a:xfrm>
            <a:off x="8659368" y="368879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$89,084</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$58,429</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$30,655</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29214" cy="136676"/>
          </a:xfrm>
          <a:prstGeom prst="rect">
            <a:avLst/>
          </a:prstGeom>
          <a:solidFill>
            <a:srgbClr val="2587C5"/>
          </a:solidFill>
          <a:ln/>
        </p:spPr>
      </p:sp>
      <p:sp>
        <p:nvSpPr>
          <p:cNvPr id="144" name="Text 142"/>
          <p:cNvSpPr txBox="1"/>
          <p:nvPr/>
        </p:nvSpPr>
        <p:spPr>
          <a:xfrm>
            <a:off x="8659368" y="393729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$88,568</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$61,607</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$26,961</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2369" cy="136676"/>
          </a:xfrm>
          <a:prstGeom prst="rect">
            <a:avLst/>
          </a:prstGeom>
          <a:solidFill>
            <a:srgbClr val="2587C5"/>
          </a:solidFill>
          <a:ln/>
        </p:spPr>
      </p:sp>
      <p:sp>
        <p:nvSpPr>
          <p:cNvPr id="149" name="Text 147"/>
          <p:cNvSpPr txBox="1"/>
          <p:nvPr/>
        </p:nvSpPr>
        <p:spPr>
          <a:xfrm>
            <a:off x="8659368" y="418580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$67,817</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$48,880</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$18,937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1616" cy="136676"/>
          </a:xfrm>
          <a:prstGeom prst="rect">
            <a:avLst/>
          </a:prstGeom>
          <a:solidFill>
            <a:srgbClr val="2587C5"/>
          </a:solidFill>
          <a:ln/>
        </p:spPr>
      </p:sp>
      <p:sp>
        <p:nvSpPr>
          <p:cNvPr id="154" name="Text 152"/>
          <p:cNvSpPr txBox="1"/>
          <p:nvPr/>
        </p:nvSpPr>
        <p:spPr>
          <a:xfrm>
            <a:off x="8659368" y="443430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$65,535</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$42,792</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$22,743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0062" cy="136676"/>
          </a:xfrm>
          <a:prstGeom prst="rect">
            <a:avLst/>
          </a:prstGeom>
          <a:solidFill>
            <a:srgbClr val="2587C5"/>
          </a:solidFill>
          <a:ln/>
        </p:spPr>
      </p:sp>
      <p:sp>
        <p:nvSpPr>
          <p:cNvPr id="159" name="Text 157"/>
          <p:cNvSpPr txBox="1"/>
          <p:nvPr/>
        </p:nvSpPr>
        <p:spPr>
          <a:xfrm>
            <a:off x="8659368" y="468280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$60,821</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$40,050</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$20,772</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18885" cy="136676"/>
          </a:xfrm>
          <a:prstGeom prst="rect">
            <a:avLst/>
          </a:prstGeom>
          <a:solidFill>
            <a:srgbClr val="2587C5"/>
          </a:solidFill>
          <a:ln/>
        </p:spPr>
      </p:sp>
      <p:sp>
        <p:nvSpPr>
          <p:cNvPr id="164" name="Text 162"/>
          <p:cNvSpPr txBox="1"/>
          <p:nvPr/>
        </p:nvSpPr>
        <p:spPr>
          <a:xfrm>
            <a:off x="8659368" y="4931305"/>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$57,255</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$37,516</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$19,739</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288" cy="136676"/>
          </a:xfrm>
          <a:prstGeom prst="rect">
            <a:avLst/>
          </a:prstGeom>
          <a:solidFill>
            <a:srgbClr val="2587C5"/>
          </a:solidFill>
          <a:ln/>
        </p:spPr>
      </p:sp>
      <p:sp>
        <p:nvSpPr>
          <p:cNvPr id="169" name="Text 167"/>
          <p:cNvSpPr txBox="1"/>
          <p:nvPr/>
        </p:nvSpPr>
        <p:spPr>
          <a:xfrm>
            <a:off x="8659368" y="517980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$43,756</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$27,475</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$16,281</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659368" y="542830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$38,856</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$23,679</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$15,178</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3973365"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41776" cy="110266"/>
          </a:xfrm>
          <a:prstGeom prst="rect">
            <a:avLst/>
          </a:prstGeom>
          <a:solidFill>
            <a:srgbClr val="12A566"/>
          </a:solidFill>
          <a:ln/>
        </p:spPr>
      </p:sp>
      <p:sp>
        <p:nvSpPr>
          <p:cNvPr id="22" name="Shape 20"/>
          <p:cNvSpPr/>
          <p:nvPr/>
        </p:nvSpPr>
        <p:spPr>
          <a:xfrm>
            <a:off x="3973365"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5880" cy="110266"/>
          </a:xfrm>
          <a:prstGeom prst="rect">
            <a:avLst/>
          </a:prstGeom>
          <a:solidFill>
            <a:srgbClr val="12A566"/>
          </a:solidFill>
          <a:ln/>
        </p:spPr>
      </p:sp>
      <p:sp>
        <p:nvSpPr>
          <p:cNvPr id="28" name="Shape 26"/>
          <p:cNvSpPr/>
          <p:nvPr/>
        </p:nvSpPr>
        <p:spPr>
          <a:xfrm>
            <a:off x="3973365"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45914" cy="110266"/>
          </a:xfrm>
          <a:prstGeom prst="rect">
            <a:avLst/>
          </a:prstGeom>
          <a:solidFill>
            <a:srgbClr val="12A566"/>
          </a:solidFill>
          <a:ln/>
        </p:spPr>
      </p:sp>
      <p:sp>
        <p:nvSpPr>
          <p:cNvPr id="34" name="Shape 32"/>
          <p:cNvSpPr/>
          <p:nvPr/>
        </p:nvSpPr>
        <p:spPr>
          <a:xfrm>
            <a:off x="3973365"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89488" cy="110266"/>
          </a:xfrm>
          <a:prstGeom prst="rect">
            <a:avLst/>
          </a:prstGeom>
          <a:solidFill>
            <a:srgbClr val="12A566"/>
          </a:solidFill>
          <a:ln/>
        </p:spPr>
      </p:sp>
      <p:sp>
        <p:nvSpPr>
          <p:cNvPr id="40" name="Shape 38"/>
          <p:cNvSpPr/>
          <p:nvPr/>
        </p:nvSpPr>
        <p:spPr>
          <a:xfrm>
            <a:off x="3973365"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20175" cy="110266"/>
          </a:xfrm>
          <a:prstGeom prst="rect">
            <a:avLst/>
          </a:prstGeom>
          <a:solidFill>
            <a:srgbClr val="C2352F"/>
          </a:solidFill>
          <a:ln/>
        </p:spPr>
      </p:sp>
      <p:sp>
        <p:nvSpPr>
          <p:cNvPr id="46" name="Shape 44"/>
          <p:cNvSpPr/>
          <p:nvPr/>
        </p:nvSpPr>
        <p:spPr>
          <a:xfrm>
            <a:off x="3973365"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62639" cy="110266"/>
          </a:xfrm>
          <a:prstGeom prst="rect">
            <a:avLst/>
          </a:prstGeom>
          <a:solidFill>
            <a:srgbClr val="C2352F"/>
          </a:solidFill>
          <a:ln/>
        </p:spPr>
      </p:sp>
      <p:sp>
        <p:nvSpPr>
          <p:cNvPr id="52" name="Shape 50"/>
          <p:cNvSpPr/>
          <p:nvPr/>
        </p:nvSpPr>
        <p:spPr>
          <a:xfrm>
            <a:off x="3973365"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38712" cy="110266"/>
          </a:xfrm>
          <a:prstGeom prst="rect">
            <a:avLst/>
          </a:prstGeom>
          <a:solidFill>
            <a:srgbClr val="C2352F"/>
          </a:solidFill>
          <a:ln/>
        </p:spPr>
      </p:sp>
      <p:sp>
        <p:nvSpPr>
          <p:cNvPr id="58" name="Shape 56"/>
          <p:cNvSpPr/>
          <p:nvPr/>
        </p:nvSpPr>
        <p:spPr>
          <a:xfrm>
            <a:off x="3973365"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605911" cy="110266"/>
          </a:xfrm>
          <a:prstGeom prst="rect">
            <a:avLst/>
          </a:prstGeom>
          <a:solidFill>
            <a:srgbClr val="12A566"/>
          </a:solidFill>
          <a:ln/>
        </p:spPr>
      </p:sp>
      <p:sp>
        <p:nvSpPr>
          <p:cNvPr id="63" name="Shape 61"/>
          <p:cNvSpPr/>
          <p:nvPr/>
        </p:nvSpPr>
        <p:spPr>
          <a:xfrm>
            <a:off x="3366736"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530367" cy="110266"/>
          </a:xfrm>
          <a:prstGeom prst="rect">
            <a:avLst/>
          </a:prstGeom>
          <a:solidFill>
            <a:srgbClr val="12A566"/>
          </a:solidFill>
          <a:ln/>
        </p:spPr>
      </p:sp>
      <p:sp>
        <p:nvSpPr>
          <p:cNvPr id="68" name="Shape 66"/>
          <p:cNvSpPr/>
          <p:nvPr/>
        </p:nvSpPr>
        <p:spPr>
          <a:xfrm>
            <a:off x="336673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513720" cy="110266"/>
          </a:xfrm>
          <a:prstGeom prst="rect">
            <a:avLst/>
          </a:prstGeom>
          <a:solidFill>
            <a:srgbClr val="12A566"/>
          </a:solidFill>
          <a:ln/>
        </p:spPr>
      </p:sp>
      <p:sp>
        <p:nvSpPr>
          <p:cNvPr id="73" name="Shape 71"/>
          <p:cNvSpPr/>
          <p:nvPr/>
        </p:nvSpPr>
        <p:spPr>
          <a:xfrm>
            <a:off x="3366736"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512202" cy="110266"/>
          </a:xfrm>
          <a:prstGeom prst="rect">
            <a:avLst/>
          </a:prstGeom>
          <a:solidFill>
            <a:srgbClr val="12A566"/>
          </a:solidFill>
          <a:ln/>
        </p:spPr>
      </p:sp>
      <p:sp>
        <p:nvSpPr>
          <p:cNvPr id="78" name="Shape 76"/>
          <p:cNvSpPr/>
          <p:nvPr/>
        </p:nvSpPr>
        <p:spPr>
          <a:xfrm>
            <a:off x="3366736"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512048" cy="110266"/>
          </a:xfrm>
          <a:prstGeom prst="rect">
            <a:avLst/>
          </a:prstGeom>
          <a:solidFill>
            <a:srgbClr val="12A566"/>
          </a:solidFill>
          <a:ln/>
        </p:spPr>
      </p:sp>
      <p:sp>
        <p:nvSpPr>
          <p:cNvPr id="83" name="Shape 81"/>
          <p:cNvSpPr/>
          <p:nvPr/>
        </p:nvSpPr>
        <p:spPr>
          <a:xfrm>
            <a:off x="3366736"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504718" cy="110266"/>
          </a:xfrm>
          <a:prstGeom prst="rect">
            <a:avLst/>
          </a:prstGeom>
          <a:solidFill>
            <a:srgbClr val="12A566"/>
          </a:solidFill>
          <a:ln/>
        </p:spPr>
      </p:sp>
      <p:sp>
        <p:nvSpPr>
          <p:cNvPr id="88" name="Shape 86"/>
          <p:cNvSpPr/>
          <p:nvPr/>
        </p:nvSpPr>
        <p:spPr>
          <a:xfrm>
            <a:off x="3366736"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490804" cy="110266"/>
          </a:xfrm>
          <a:prstGeom prst="rect">
            <a:avLst/>
          </a:prstGeom>
          <a:solidFill>
            <a:srgbClr val="12A566"/>
          </a:solidFill>
          <a:ln/>
        </p:spPr>
      </p:sp>
      <p:sp>
        <p:nvSpPr>
          <p:cNvPr id="93" name="Shape 91"/>
          <p:cNvSpPr/>
          <p:nvPr/>
        </p:nvSpPr>
        <p:spPr>
          <a:xfrm>
            <a:off x="3366736"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482409" cy="110266"/>
          </a:xfrm>
          <a:prstGeom prst="rect">
            <a:avLst/>
          </a:prstGeom>
          <a:solidFill>
            <a:srgbClr val="12A566"/>
          </a:solidFill>
          <a:ln/>
        </p:spPr>
      </p:sp>
      <p:sp>
        <p:nvSpPr>
          <p:cNvPr id="98" name="Shape 96"/>
          <p:cNvSpPr/>
          <p:nvPr/>
        </p:nvSpPr>
        <p:spPr>
          <a:xfrm>
            <a:off x="3366736"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473753" cy="110266"/>
          </a:xfrm>
          <a:prstGeom prst="rect">
            <a:avLst/>
          </a:prstGeom>
          <a:solidFill>
            <a:srgbClr val="12A566"/>
          </a:solidFill>
          <a:ln/>
        </p:spPr>
      </p:sp>
      <p:sp>
        <p:nvSpPr>
          <p:cNvPr id="103" name="Shape 101"/>
          <p:cNvSpPr/>
          <p:nvPr/>
        </p:nvSpPr>
        <p:spPr>
          <a:xfrm>
            <a:off x="3366736"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8765" cy="110266"/>
          </a:xfrm>
          <a:prstGeom prst="rect">
            <a:avLst/>
          </a:prstGeom>
          <a:solidFill>
            <a:srgbClr val="C2352F"/>
          </a:solidFill>
          <a:ln/>
        </p:spPr>
      </p:sp>
      <p:sp>
        <p:nvSpPr>
          <p:cNvPr id="109" name="Shape 107"/>
          <p:cNvSpPr/>
          <p:nvPr/>
        </p:nvSpPr>
        <p:spPr>
          <a:xfrm>
            <a:off x="9523773"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429723" cy="110266"/>
          </a:xfrm>
          <a:prstGeom prst="rect">
            <a:avLst/>
          </a:prstGeom>
          <a:solidFill>
            <a:srgbClr val="12A566"/>
          </a:solidFill>
          <a:ln/>
        </p:spPr>
      </p:sp>
      <p:sp>
        <p:nvSpPr>
          <p:cNvPr id="114" name="Shape 112"/>
          <p:cNvSpPr/>
          <p:nvPr/>
        </p:nvSpPr>
        <p:spPr>
          <a:xfrm>
            <a:off x="8917144"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399397" cy="110266"/>
          </a:xfrm>
          <a:prstGeom prst="rect">
            <a:avLst/>
          </a:prstGeom>
          <a:solidFill>
            <a:srgbClr val="12A566"/>
          </a:solidFill>
          <a:ln/>
        </p:spPr>
      </p:sp>
      <p:sp>
        <p:nvSpPr>
          <p:cNvPr id="119" name="Shape 117"/>
          <p:cNvSpPr/>
          <p:nvPr/>
        </p:nvSpPr>
        <p:spPr>
          <a:xfrm>
            <a:off x="8917144"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395536" cy="110266"/>
          </a:xfrm>
          <a:prstGeom prst="rect">
            <a:avLst/>
          </a:prstGeom>
          <a:solidFill>
            <a:srgbClr val="12A566"/>
          </a:solidFill>
          <a:ln/>
        </p:spPr>
      </p:sp>
      <p:sp>
        <p:nvSpPr>
          <p:cNvPr id="124" name="Shape 122"/>
          <p:cNvSpPr/>
          <p:nvPr/>
        </p:nvSpPr>
        <p:spPr>
          <a:xfrm>
            <a:off x="8917144"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389519" cy="110266"/>
          </a:xfrm>
          <a:prstGeom prst="rect">
            <a:avLst/>
          </a:prstGeom>
          <a:solidFill>
            <a:srgbClr val="12A566"/>
          </a:solidFill>
          <a:ln/>
        </p:spPr>
      </p:sp>
      <p:sp>
        <p:nvSpPr>
          <p:cNvPr id="129" name="Shape 127"/>
          <p:cNvSpPr/>
          <p:nvPr/>
        </p:nvSpPr>
        <p:spPr>
          <a:xfrm>
            <a:off x="8917144"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388427" cy="110266"/>
          </a:xfrm>
          <a:prstGeom prst="rect">
            <a:avLst/>
          </a:prstGeom>
          <a:solidFill>
            <a:srgbClr val="12A566"/>
          </a:solidFill>
          <a:ln/>
        </p:spPr>
      </p:sp>
      <p:sp>
        <p:nvSpPr>
          <p:cNvPr id="134" name="Shape 132"/>
          <p:cNvSpPr/>
          <p:nvPr/>
        </p:nvSpPr>
        <p:spPr>
          <a:xfrm>
            <a:off x="8917144"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387519" cy="110266"/>
          </a:xfrm>
          <a:prstGeom prst="rect">
            <a:avLst/>
          </a:prstGeom>
          <a:solidFill>
            <a:srgbClr val="12A566"/>
          </a:solidFill>
          <a:ln/>
        </p:spPr>
      </p:sp>
      <p:sp>
        <p:nvSpPr>
          <p:cNvPr id="139" name="Shape 137"/>
          <p:cNvSpPr/>
          <p:nvPr/>
        </p:nvSpPr>
        <p:spPr>
          <a:xfrm>
            <a:off x="8917144"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379922" cy="110266"/>
          </a:xfrm>
          <a:prstGeom prst="rect">
            <a:avLst/>
          </a:prstGeom>
          <a:solidFill>
            <a:srgbClr val="12A566"/>
          </a:solidFill>
          <a:ln/>
        </p:spPr>
      </p:sp>
      <p:sp>
        <p:nvSpPr>
          <p:cNvPr id="144" name="Shape 142"/>
          <p:cNvSpPr/>
          <p:nvPr/>
        </p:nvSpPr>
        <p:spPr>
          <a:xfrm>
            <a:off x="8917144"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358076" cy="110266"/>
          </a:xfrm>
          <a:prstGeom prst="rect">
            <a:avLst/>
          </a:prstGeom>
          <a:solidFill>
            <a:srgbClr val="C2352F"/>
          </a:solidFill>
          <a:ln/>
        </p:spPr>
      </p:sp>
      <p:sp>
        <p:nvSpPr>
          <p:cNvPr id="149" name="Shape 147"/>
          <p:cNvSpPr/>
          <p:nvPr/>
        </p:nvSpPr>
        <p:spPr>
          <a:xfrm>
            <a:off x="8917144"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352758" cy="110266"/>
          </a:xfrm>
          <a:prstGeom prst="rect">
            <a:avLst/>
          </a:prstGeom>
          <a:solidFill>
            <a:srgbClr val="C2352F"/>
          </a:solidFill>
          <a:ln/>
        </p:spPr>
      </p:sp>
      <p:sp>
        <p:nvSpPr>
          <p:cNvPr id="154" name="Shape 152"/>
          <p:cNvSpPr/>
          <p:nvPr/>
        </p:nvSpPr>
        <p:spPr>
          <a:xfrm>
            <a:off x="8917144"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334216" cy="110266"/>
          </a:xfrm>
          <a:prstGeom prst="rect">
            <a:avLst/>
          </a:prstGeom>
          <a:solidFill>
            <a:srgbClr val="C2352F"/>
          </a:solidFill>
          <a:ln/>
        </p:spPr>
      </p:sp>
      <p:sp>
        <p:nvSpPr>
          <p:cNvPr id="159" name="Shape 157"/>
          <p:cNvSpPr/>
          <p:nvPr/>
        </p:nvSpPr>
        <p:spPr>
          <a:xfrm>
            <a:off x="8917144"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330484" cy="110266"/>
          </a:xfrm>
          <a:prstGeom prst="rect">
            <a:avLst/>
          </a:prstGeom>
          <a:solidFill>
            <a:srgbClr val="C2352F"/>
          </a:solidFill>
          <a:ln/>
        </p:spPr>
      </p:sp>
      <p:sp>
        <p:nvSpPr>
          <p:cNvPr id="164" name="Shape 162"/>
          <p:cNvSpPr/>
          <p:nvPr/>
        </p:nvSpPr>
        <p:spPr>
          <a:xfrm>
            <a:off x="8917144"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310845" cy="110266"/>
          </a:xfrm>
          <a:prstGeom prst="rect">
            <a:avLst/>
          </a:prstGeom>
          <a:solidFill>
            <a:srgbClr val="C2352F"/>
          </a:solidFill>
          <a:ln/>
        </p:spPr>
      </p:sp>
      <p:sp>
        <p:nvSpPr>
          <p:cNvPr id="169" name="Shape 167"/>
          <p:cNvSpPr/>
          <p:nvPr/>
        </p:nvSpPr>
        <p:spPr>
          <a:xfrm>
            <a:off x="8917144"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280562" cy="110266"/>
          </a:xfrm>
          <a:prstGeom prst="rect">
            <a:avLst/>
          </a:prstGeom>
          <a:solidFill>
            <a:srgbClr val="C2352F"/>
          </a:solidFill>
          <a:ln/>
        </p:spPr>
      </p:sp>
      <p:sp>
        <p:nvSpPr>
          <p:cNvPr id="174" name="Shape 172"/>
          <p:cNvSpPr/>
          <p:nvPr/>
        </p:nvSpPr>
        <p:spPr>
          <a:xfrm>
            <a:off x="8917144"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279550" cy="110266"/>
          </a:xfrm>
          <a:prstGeom prst="rect">
            <a:avLst/>
          </a:prstGeom>
          <a:solidFill>
            <a:srgbClr val="C2352F"/>
          </a:solidFill>
          <a:ln/>
        </p:spPr>
      </p:sp>
      <p:sp>
        <p:nvSpPr>
          <p:cNvPr id="179" name="Shape 177"/>
          <p:cNvSpPr/>
          <p:nvPr/>
        </p:nvSpPr>
        <p:spPr>
          <a:xfrm>
            <a:off x="8917144"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271900" cy="110266"/>
          </a:xfrm>
          <a:prstGeom prst="rect">
            <a:avLst/>
          </a:prstGeom>
          <a:solidFill>
            <a:srgbClr val="C2352F"/>
          </a:solidFill>
          <a:ln/>
        </p:spPr>
      </p:sp>
      <p:sp>
        <p:nvSpPr>
          <p:cNvPr id="184" name="Shape 182"/>
          <p:cNvSpPr/>
          <p:nvPr/>
        </p:nvSpPr>
        <p:spPr>
          <a:xfrm>
            <a:off x="891714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Unclassified Customer-Pay Labor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7985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UNCLASSIFIED CUSTOMER-PAY LABOR</a:t>
            </a:r>
            <a:endParaRPr lang="en-US" sz="1500" dirty="0"/>
          </a:p>
        </p:txBody>
      </p:sp>
      <p:sp>
        <p:nvSpPr>
          <p:cNvPr id="9" name="Text 7"/>
          <p:cNvSpPr txBox="1"/>
          <p:nvPr/>
        </p:nvSpPr>
        <p:spPr>
          <a:xfrm>
            <a:off x="4712970" y="1335024"/>
            <a:ext cx="333375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15.2%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11888"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 name="Shape 15"/>
          <p:cNvSpPr/>
          <p:nvPr/>
        </p:nvSpPr>
        <p:spPr>
          <a:xfrm>
            <a:off x="3008376" y="2146957"/>
            <a:ext cx="12254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008376" y="2386853"/>
            <a:ext cx="1465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008376" y="2626748"/>
            <a:ext cx="19447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008376" y="2866644"/>
            <a:ext cx="20512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008376" y="3106540"/>
            <a:ext cx="21578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23976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245088"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253080"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26640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29037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7" name="Shape 55"/>
          <p:cNvSpPr/>
          <p:nvPr/>
        </p:nvSpPr>
        <p:spPr>
          <a:xfrm>
            <a:off x="3008376" y="4545913"/>
            <a:ext cx="29570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08376" y="4785808"/>
            <a:ext cx="33033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5" name="Shape 63"/>
          <p:cNvSpPr/>
          <p:nvPr/>
        </p:nvSpPr>
        <p:spPr>
          <a:xfrm>
            <a:off x="3008376" y="5025704"/>
            <a:ext cx="33566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008376" y="5265599"/>
            <a:ext cx="362304"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08376" y="5505495"/>
            <a:ext cx="383616"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38361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394272"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40759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47685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3" name="Shape 91"/>
          <p:cNvSpPr/>
          <p:nvPr/>
        </p:nvSpPr>
        <p:spPr>
          <a:xfrm>
            <a:off x="8558784" y="2626748"/>
            <a:ext cx="5141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51415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62604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67399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58784" y="3586331"/>
            <a:ext cx="7192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3" name="Shape 111"/>
          <p:cNvSpPr/>
          <p:nvPr/>
        </p:nvSpPr>
        <p:spPr>
          <a:xfrm>
            <a:off x="8558784" y="3826226"/>
            <a:ext cx="72194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91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77256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1498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104695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12014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8558784" y="5265599"/>
            <a:ext cx="13799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58784" y="5505495"/>
            <a:ext cx="169164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63.5%</a:t>
            </a:r>
            <a:endParaRPr lang="en-US" sz="1200" dirty="0"/>
          </a:p>
        </p:txBody>
      </p:sp>
      <p:sp>
        <p:nvSpPr>
          <p:cNvPr id="143" name="Shape 141"/>
          <p:cNvSpPr/>
          <p:nvPr/>
        </p:nvSpPr>
        <p:spPr>
          <a:xfrm>
            <a:off x="3405989" y="1847088"/>
            <a:ext cx="14630" cy="4078224"/>
          </a:xfrm>
          <a:prstGeom prst="rect">
            <a:avLst/>
          </a:prstGeom>
          <a:solidFill>
            <a:srgbClr val="0B2C4A"/>
          </a:solidFill>
          <a:ln/>
        </p:spPr>
      </p:sp>
      <p:sp>
        <p:nvSpPr>
          <p:cNvPr id="144" name="Shape 142"/>
          <p:cNvSpPr/>
          <p:nvPr/>
        </p:nvSpPr>
        <p:spPr>
          <a:xfrm>
            <a:off x="895639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GMC Prescott can't classify 63.5% of its customer-pay labor from the description; Honda Henderson only 4.2%. Vague op code descriptions hide what the shop sells.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15.2%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labor whose op code description can't be classified, down from 19.0%.</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4.2% to 63.5%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range across stores. Vague descriptions hide what the shop sells.</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21.1% → 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12.6% → 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 → 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18.3% → 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 → 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10.8% → 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0.7% → 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5.3% → 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9.7% → 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5.2% → 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0.5% → 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 → 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8.3% → 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8.1% → 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 → 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 → 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6.7% → 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0.0% → 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04672" cy="178730"/>
          </a:xfrm>
          <a:prstGeom prst="rect">
            <a:avLst/>
          </a:prstGeom>
          <a:solidFill>
            <a:srgbClr val="C2352F"/>
          </a:solidFill>
          <a:ln/>
        </p:spPr>
      </p:sp>
      <p:sp>
        <p:nvSpPr>
          <p:cNvPr id="14" name="Text 12"/>
          <p:cNvSpPr txBox="1"/>
          <p:nvPr/>
        </p:nvSpPr>
        <p:spPr>
          <a:xfrm>
            <a:off x="3529584"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$225,288</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21286" cy="178730"/>
          </a:xfrm>
          <a:prstGeom prst="rect">
            <a:avLst/>
          </a:prstGeom>
          <a:solidFill>
            <a:srgbClr val="C2352F"/>
          </a:solidFill>
          <a:ln/>
        </p:spPr>
      </p:sp>
      <p:sp>
        <p:nvSpPr>
          <p:cNvPr id="19" name="Text 17"/>
          <p:cNvSpPr txBox="1"/>
          <p:nvPr/>
        </p:nvSpPr>
        <p:spPr>
          <a:xfrm>
            <a:off x="3529584"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$89,952</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296891" cy="178730"/>
          </a:xfrm>
          <a:prstGeom prst="rect">
            <a:avLst/>
          </a:prstGeom>
          <a:solidFill>
            <a:srgbClr val="C2352F"/>
          </a:solidFill>
          <a:ln/>
        </p:spPr>
      </p:sp>
      <p:sp>
        <p:nvSpPr>
          <p:cNvPr id="24" name="Text 22"/>
          <p:cNvSpPr txBox="1"/>
          <p:nvPr/>
        </p:nvSpPr>
        <p:spPr>
          <a:xfrm>
            <a:off x="3529584"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$83,122</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74266" cy="178730"/>
          </a:xfrm>
          <a:prstGeom prst="rect">
            <a:avLst/>
          </a:prstGeom>
          <a:solidFill>
            <a:srgbClr val="C2352F"/>
          </a:solidFill>
          <a:ln/>
        </p:spPr>
      </p:sp>
      <p:sp>
        <p:nvSpPr>
          <p:cNvPr id="29" name="Text 27"/>
          <p:cNvSpPr txBox="1"/>
          <p:nvPr/>
        </p:nvSpPr>
        <p:spPr>
          <a:xfrm>
            <a:off x="3529584"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$76,788</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69526" cy="178730"/>
          </a:xfrm>
          <a:prstGeom prst="rect">
            <a:avLst/>
          </a:prstGeom>
          <a:solidFill>
            <a:srgbClr val="C2352F"/>
          </a:solidFill>
          <a:ln/>
        </p:spPr>
      </p:sp>
      <p:sp>
        <p:nvSpPr>
          <p:cNvPr id="34" name="Text 32"/>
          <p:cNvSpPr txBox="1"/>
          <p:nvPr/>
        </p:nvSpPr>
        <p:spPr>
          <a:xfrm>
            <a:off x="3529584"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$75,460</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04151" cy="178730"/>
          </a:xfrm>
          <a:prstGeom prst="rect">
            <a:avLst/>
          </a:prstGeom>
          <a:solidFill>
            <a:srgbClr val="C2352F"/>
          </a:solidFill>
          <a:ln/>
        </p:spPr>
      </p:sp>
      <p:sp>
        <p:nvSpPr>
          <p:cNvPr id="39" name="Text 37"/>
          <p:cNvSpPr txBox="1"/>
          <p:nvPr/>
        </p:nvSpPr>
        <p:spPr>
          <a:xfrm>
            <a:off x="3529584"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$57,157</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76388" cy="178730"/>
          </a:xfrm>
          <a:prstGeom prst="rect">
            <a:avLst/>
          </a:prstGeom>
          <a:solidFill>
            <a:srgbClr val="C2352F"/>
          </a:solidFill>
          <a:ln/>
        </p:spPr>
      </p:sp>
      <p:sp>
        <p:nvSpPr>
          <p:cNvPr id="44" name="Text 42"/>
          <p:cNvSpPr txBox="1"/>
          <p:nvPr/>
        </p:nvSpPr>
        <p:spPr>
          <a:xfrm>
            <a:off x="3529584"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$49,384</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36485" cy="178730"/>
          </a:xfrm>
          <a:prstGeom prst="rect">
            <a:avLst/>
          </a:prstGeom>
          <a:solidFill>
            <a:srgbClr val="C2352F"/>
          </a:solidFill>
          <a:ln/>
        </p:spPr>
      </p:sp>
      <p:sp>
        <p:nvSpPr>
          <p:cNvPr id="49" name="Text 47"/>
          <p:cNvSpPr txBox="1"/>
          <p:nvPr/>
        </p:nvSpPr>
        <p:spPr>
          <a:xfrm>
            <a:off x="3529584"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$38,212</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29744" cy="178730"/>
          </a:xfrm>
          <a:prstGeom prst="rect">
            <a:avLst/>
          </a:prstGeom>
          <a:solidFill>
            <a:srgbClr val="C2352F"/>
          </a:solidFill>
          <a:ln/>
        </p:spPr>
      </p:sp>
      <p:sp>
        <p:nvSpPr>
          <p:cNvPr id="54" name="Text 52"/>
          <p:cNvSpPr txBox="1"/>
          <p:nvPr/>
        </p:nvSpPr>
        <p:spPr>
          <a:xfrm>
            <a:off x="3529584"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$36,325</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22649" cy="178730"/>
          </a:xfrm>
          <a:prstGeom prst="rect">
            <a:avLst/>
          </a:prstGeom>
          <a:solidFill>
            <a:srgbClr val="C2352F"/>
          </a:solidFill>
          <a:ln/>
        </p:spPr>
      </p:sp>
      <p:sp>
        <p:nvSpPr>
          <p:cNvPr id="59" name="Text 57"/>
          <p:cNvSpPr txBox="1"/>
          <p:nvPr/>
        </p:nvSpPr>
        <p:spPr>
          <a:xfrm>
            <a:off x="3529584"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$34,339</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18396" cy="178730"/>
          </a:xfrm>
          <a:prstGeom prst="rect">
            <a:avLst/>
          </a:prstGeom>
          <a:solidFill>
            <a:srgbClr val="C2352F"/>
          </a:solidFill>
          <a:ln/>
        </p:spPr>
      </p:sp>
      <p:sp>
        <p:nvSpPr>
          <p:cNvPr id="64" name="Text 62"/>
          <p:cNvSpPr txBox="1"/>
          <p:nvPr/>
        </p:nvSpPr>
        <p:spPr>
          <a:xfrm>
            <a:off x="3529584"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$33,148</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16594" cy="178730"/>
          </a:xfrm>
          <a:prstGeom prst="rect">
            <a:avLst/>
          </a:prstGeom>
          <a:solidFill>
            <a:srgbClr val="C2352F"/>
          </a:solidFill>
          <a:ln/>
        </p:spPr>
      </p:sp>
      <p:sp>
        <p:nvSpPr>
          <p:cNvPr id="69" name="Text 67"/>
          <p:cNvSpPr txBox="1"/>
          <p:nvPr/>
        </p:nvSpPr>
        <p:spPr>
          <a:xfrm>
            <a:off x="3529584"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$32,644</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93943" cy="178730"/>
          </a:xfrm>
          <a:prstGeom prst="rect">
            <a:avLst/>
          </a:prstGeom>
          <a:solidFill>
            <a:srgbClr val="C2352F"/>
          </a:solidFill>
          <a:ln/>
        </p:spPr>
      </p:sp>
      <p:sp>
        <p:nvSpPr>
          <p:cNvPr id="74" name="Text 72"/>
          <p:cNvSpPr txBox="1"/>
          <p:nvPr/>
        </p:nvSpPr>
        <p:spPr>
          <a:xfrm>
            <a:off x="3529584"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$26,302</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0559" cy="178730"/>
          </a:xfrm>
          <a:prstGeom prst="rect">
            <a:avLst/>
          </a:prstGeom>
          <a:solidFill>
            <a:srgbClr val="C2352F"/>
          </a:solidFill>
          <a:ln/>
        </p:spPr>
      </p:sp>
      <p:sp>
        <p:nvSpPr>
          <p:cNvPr id="79" name="Text 77"/>
          <p:cNvSpPr txBox="1"/>
          <p:nvPr/>
        </p:nvSpPr>
        <p:spPr>
          <a:xfrm>
            <a:off x="9079992"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$25,354</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83744" cy="178730"/>
          </a:xfrm>
          <a:prstGeom prst="rect">
            <a:avLst/>
          </a:prstGeom>
          <a:solidFill>
            <a:srgbClr val="C2352F"/>
          </a:solidFill>
          <a:ln/>
        </p:spPr>
      </p:sp>
      <p:sp>
        <p:nvSpPr>
          <p:cNvPr id="84" name="Text 82"/>
          <p:cNvSpPr txBox="1"/>
          <p:nvPr/>
        </p:nvSpPr>
        <p:spPr>
          <a:xfrm>
            <a:off x="9079992"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$23,446</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0843" cy="178730"/>
          </a:xfrm>
          <a:prstGeom prst="rect">
            <a:avLst/>
          </a:prstGeom>
          <a:solidFill>
            <a:srgbClr val="C2352F"/>
          </a:solidFill>
          <a:ln/>
        </p:spPr>
      </p:sp>
      <p:sp>
        <p:nvSpPr>
          <p:cNvPr id="89" name="Text 87"/>
          <p:cNvSpPr txBox="1"/>
          <p:nvPr/>
        </p:nvSpPr>
        <p:spPr>
          <a:xfrm>
            <a:off x="9079992"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$22,634</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74808" cy="178730"/>
          </a:xfrm>
          <a:prstGeom prst="rect">
            <a:avLst/>
          </a:prstGeom>
          <a:solidFill>
            <a:srgbClr val="C2352F"/>
          </a:solidFill>
          <a:ln/>
        </p:spPr>
      </p:sp>
      <p:sp>
        <p:nvSpPr>
          <p:cNvPr id="94" name="Text 92"/>
          <p:cNvSpPr txBox="1"/>
          <p:nvPr/>
        </p:nvSpPr>
        <p:spPr>
          <a:xfrm>
            <a:off x="9079992"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$20,944</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3460" cy="178730"/>
          </a:xfrm>
          <a:prstGeom prst="rect">
            <a:avLst/>
          </a:prstGeom>
          <a:solidFill>
            <a:srgbClr val="C2352F"/>
          </a:solidFill>
          <a:ln/>
        </p:spPr>
      </p:sp>
      <p:sp>
        <p:nvSpPr>
          <p:cNvPr id="99" name="Text 97"/>
          <p:cNvSpPr txBox="1"/>
          <p:nvPr/>
        </p:nvSpPr>
        <p:spPr>
          <a:xfrm>
            <a:off x="9079992"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$17,767</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3158" cy="178730"/>
          </a:xfrm>
          <a:prstGeom prst="rect">
            <a:avLst/>
          </a:prstGeom>
          <a:solidFill>
            <a:srgbClr val="C2352F"/>
          </a:solidFill>
          <a:ln/>
        </p:spPr>
      </p:sp>
      <p:sp>
        <p:nvSpPr>
          <p:cNvPr id="104" name="Text 102"/>
          <p:cNvSpPr txBox="1"/>
          <p:nvPr/>
        </p:nvSpPr>
        <p:spPr>
          <a:xfrm>
            <a:off x="9079992"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$12,083</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1054" cy="178730"/>
          </a:xfrm>
          <a:prstGeom prst="rect">
            <a:avLst/>
          </a:prstGeom>
          <a:solidFill>
            <a:srgbClr val="C2352F"/>
          </a:solidFill>
          <a:ln/>
        </p:spPr>
      </p:sp>
      <p:sp>
        <p:nvSpPr>
          <p:cNvPr id="109" name="Text 107"/>
          <p:cNvSpPr txBox="1"/>
          <p:nvPr/>
        </p:nvSpPr>
        <p:spPr>
          <a:xfrm>
            <a:off x="9079992"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$11,494</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37178" cy="178730"/>
          </a:xfrm>
          <a:prstGeom prst="rect">
            <a:avLst/>
          </a:prstGeom>
          <a:solidFill>
            <a:srgbClr val="C2352F"/>
          </a:solidFill>
          <a:ln/>
        </p:spPr>
      </p:sp>
      <p:sp>
        <p:nvSpPr>
          <p:cNvPr id="114" name="Text 112"/>
          <p:cNvSpPr txBox="1"/>
          <p:nvPr/>
        </p:nvSpPr>
        <p:spPr>
          <a:xfrm>
            <a:off x="9079992"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$10,409</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4892" cy="178730"/>
          </a:xfrm>
          <a:prstGeom prst="rect">
            <a:avLst/>
          </a:prstGeom>
          <a:solidFill>
            <a:srgbClr val="C2352F"/>
          </a:solidFill>
          <a:ln/>
        </p:spPr>
      </p:sp>
      <p:sp>
        <p:nvSpPr>
          <p:cNvPr id="119" name="Text 117"/>
          <p:cNvSpPr txBox="1"/>
          <p:nvPr/>
        </p:nvSpPr>
        <p:spPr>
          <a:xfrm>
            <a:off x="9079992"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$9,769</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2614" cy="178730"/>
          </a:xfrm>
          <a:prstGeom prst="rect">
            <a:avLst/>
          </a:prstGeom>
          <a:solidFill>
            <a:srgbClr val="C2352F"/>
          </a:solidFill>
          <a:ln/>
        </p:spPr>
      </p:sp>
      <p:sp>
        <p:nvSpPr>
          <p:cNvPr id="124" name="Text 122"/>
          <p:cNvSpPr txBox="1"/>
          <p:nvPr/>
        </p:nvSpPr>
        <p:spPr>
          <a:xfrm>
            <a:off x="9079992"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$9,131</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5924" cy="178730"/>
          </a:xfrm>
          <a:prstGeom prst="rect">
            <a:avLst/>
          </a:prstGeom>
          <a:solidFill>
            <a:srgbClr val="C2352F"/>
          </a:solidFill>
          <a:ln/>
        </p:spPr>
      </p:sp>
      <p:sp>
        <p:nvSpPr>
          <p:cNvPr id="129" name="Text 127"/>
          <p:cNvSpPr txBox="1"/>
          <p:nvPr/>
        </p:nvSpPr>
        <p:spPr>
          <a:xfrm>
            <a:off x="9079992"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$7,258</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079992"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04672" cy="154899"/>
          </a:xfrm>
          <a:prstGeom prst="rect">
            <a:avLst/>
          </a:prstGeom>
          <a:solidFill>
            <a:srgbClr val="C2352F"/>
          </a:solidFill>
          <a:ln/>
        </p:spPr>
      </p:sp>
      <p:sp>
        <p:nvSpPr>
          <p:cNvPr id="14" name="Text 12"/>
          <p:cNvSpPr txBox="1"/>
          <p:nvPr/>
        </p:nvSpPr>
        <p:spPr>
          <a:xfrm>
            <a:off x="3529584" y="170078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$179,701</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659813" cy="154899"/>
          </a:xfrm>
          <a:prstGeom prst="rect">
            <a:avLst/>
          </a:prstGeom>
          <a:solidFill>
            <a:srgbClr val="C2352F"/>
          </a:solidFill>
          <a:ln/>
        </p:spPr>
      </p:sp>
      <p:sp>
        <p:nvSpPr>
          <p:cNvPr id="19" name="Text 17"/>
          <p:cNvSpPr txBox="1"/>
          <p:nvPr/>
        </p:nvSpPr>
        <p:spPr>
          <a:xfrm>
            <a:off x="3529584" y="1982419"/>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$147,351</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592487" cy="154899"/>
          </a:xfrm>
          <a:prstGeom prst="rect">
            <a:avLst/>
          </a:prstGeom>
          <a:solidFill>
            <a:srgbClr val="C2352F"/>
          </a:solidFill>
          <a:ln/>
        </p:spPr>
      </p:sp>
      <p:sp>
        <p:nvSpPr>
          <p:cNvPr id="24" name="Text 22"/>
          <p:cNvSpPr txBox="1"/>
          <p:nvPr/>
        </p:nvSpPr>
        <p:spPr>
          <a:xfrm>
            <a:off x="3529584" y="226405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$132,315</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559295" cy="154899"/>
          </a:xfrm>
          <a:prstGeom prst="rect">
            <a:avLst/>
          </a:prstGeom>
          <a:solidFill>
            <a:srgbClr val="C2352F"/>
          </a:solidFill>
          <a:ln/>
        </p:spPr>
      </p:sp>
      <p:sp>
        <p:nvSpPr>
          <p:cNvPr id="29" name="Text 27"/>
          <p:cNvSpPr txBox="1"/>
          <p:nvPr/>
        </p:nvSpPr>
        <p:spPr>
          <a:xfrm>
            <a:off x="3529584" y="254569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$124,903</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488325" cy="154899"/>
          </a:xfrm>
          <a:prstGeom prst="rect">
            <a:avLst/>
          </a:prstGeom>
          <a:solidFill>
            <a:srgbClr val="C2352F"/>
          </a:solidFill>
          <a:ln/>
        </p:spPr>
      </p:sp>
      <p:sp>
        <p:nvSpPr>
          <p:cNvPr id="34" name="Text 32"/>
          <p:cNvSpPr txBox="1"/>
          <p:nvPr/>
        </p:nvSpPr>
        <p:spPr>
          <a:xfrm>
            <a:off x="3529584" y="282732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$109,054</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475963" cy="154899"/>
          </a:xfrm>
          <a:prstGeom prst="rect">
            <a:avLst/>
          </a:prstGeom>
          <a:solidFill>
            <a:srgbClr val="C2352F"/>
          </a:solidFill>
          <a:ln/>
        </p:spPr>
      </p:sp>
      <p:sp>
        <p:nvSpPr>
          <p:cNvPr id="39" name="Text 37"/>
          <p:cNvSpPr txBox="1"/>
          <p:nvPr/>
        </p:nvSpPr>
        <p:spPr>
          <a:xfrm>
            <a:off x="3529584" y="310896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$106,293</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58495" cy="154899"/>
          </a:xfrm>
          <a:prstGeom prst="rect">
            <a:avLst/>
          </a:prstGeom>
          <a:solidFill>
            <a:srgbClr val="C2352F"/>
          </a:solidFill>
          <a:ln/>
        </p:spPr>
      </p:sp>
      <p:sp>
        <p:nvSpPr>
          <p:cNvPr id="44" name="Text 42"/>
          <p:cNvSpPr txBox="1"/>
          <p:nvPr/>
        </p:nvSpPr>
        <p:spPr>
          <a:xfrm>
            <a:off x="3529584" y="339059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$80,060</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43305" cy="154899"/>
          </a:xfrm>
          <a:prstGeom prst="rect">
            <a:avLst/>
          </a:prstGeom>
          <a:solidFill>
            <a:srgbClr val="C2352F"/>
          </a:solidFill>
          <a:ln/>
        </p:spPr>
      </p:sp>
      <p:sp>
        <p:nvSpPr>
          <p:cNvPr id="49" name="Text 47"/>
          <p:cNvSpPr txBox="1"/>
          <p:nvPr/>
        </p:nvSpPr>
        <p:spPr>
          <a:xfrm>
            <a:off x="3529584" y="367223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$76,668</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28186" cy="154899"/>
          </a:xfrm>
          <a:prstGeom prst="rect">
            <a:avLst/>
          </a:prstGeom>
          <a:solidFill>
            <a:srgbClr val="C2352F"/>
          </a:solidFill>
          <a:ln/>
        </p:spPr>
      </p:sp>
      <p:sp>
        <p:nvSpPr>
          <p:cNvPr id="54" name="Text 52"/>
          <p:cNvSpPr txBox="1"/>
          <p:nvPr/>
        </p:nvSpPr>
        <p:spPr>
          <a:xfrm>
            <a:off x="3529584" y="395386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$73,291</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21360" cy="154899"/>
          </a:xfrm>
          <a:prstGeom prst="rect">
            <a:avLst/>
          </a:prstGeom>
          <a:solidFill>
            <a:srgbClr val="C2352F"/>
          </a:solidFill>
          <a:ln/>
        </p:spPr>
      </p:sp>
      <p:sp>
        <p:nvSpPr>
          <p:cNvPr id="59" name="Text 57"/>
          <p:cNvSpPr txBox="1"/>
          <p:nvPr/>
        </p:nvSpPr>
        <p:spPr>
          <a:xfrm>
            <a:off x="3529584" y="423550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$71,767</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03740" cy="154899"/>
          </a:xfrm>
          <a:prstGeom prst="rect">
            <a:avLst/>
          </a:prstGeom>
          <a:solidFill>
            <a:srgbClr val="C2352F"/>
          </a:solidFill>
          <a:ln/>
        </p:spPr>
      </p:sp>
      <p:sp>
        <p:nvSpPr>
          <p:cNvPr id="64" name="Text 62"/>
          <p:cNvSpPr txBox="1"/>
          <p:nvPr/>
        </p:nvSpPr>
        <p:spPr>
          <a:xfrm>
            <a:off x="3529584" y="451713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$67,832</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03633" cy="154899"/>
          </a:xfrm>
          <a:prstGeom prst="rect">
            <a:avLst/>
          </a:prstGeom>
          <a:solidFill>
            <a:srgbClr val="C2352F"/>
          </a:solidFill>
          <a:ln/>
        </p:spPr>
      </p:sp>
      <p:sp>
        <p:nvSpPr>
          <p:cNvPr id="69" name="Text 67"/>
          <p:cNvSpPr txBox="1"/>
          <p:nvPr/>
        </p:nvSpPr>
        <p:spPr>
          <a:xfrm>
            <a:off x="3529584" y="479877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$67,808</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51992" cy="154899"/>
          </a:xfrm>
          <a:prstGeom prst="rect">
            <a:avLst/>
          </a:prstGeom>
          <a:solidFill>
            <a:srgbClr val="C2352F"/>
          </a:solidFill>
          <a:ln/>
        </p:spPr>
      </p:sp>
      <p:sp>
        <p:nvSpPr>
          <p:cNvPr id="74" name="Text 72"/>
          <p:cNvSpPr txBox="1"/>
          <p:nvPr/>
        </p:nvSpPr>
        <p:spPr>
          <a:xfrm>
            <a:off x="3529584" y="508040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$56,275</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32442" cy="154899"/>
          </a:xfrm>
          <a:prstGeom prst="rect">
            <a:avLst/>
          </a:prstGeom>
          <a:solidFill>
            <a:srgbClr val="C2352F"/>
          </a:solidFill>
          <a:ln/>
        </p:spPr>
      </p:sp>
      <p:sp>
        <p:nvSpPr>
          <p:cNvPr id="79" name="Text 77"/>
          <p:cNvSpPr txBox="1"/>
          <p:nvPr/>
        </p:nvSpPr>
        <p:spPr>
          <a:xfrm>
            <a:off x="3529584" y="5362042"/>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$51,909</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31742" cy="154899"/>
          </a:xfrm>
          <a:prstGeom prst="rect">
            <a:avLst/>
          </a:prstGeom>
          <a:solidFill>
            <a:srgbClr val="C2352F"/>
          </a:solidFill>
          <a:ln/>
        </p:spPr>
      </p:sp>
      <p:sp>
        <p:nvSpPr>
          <p:cNvPr id="84" name="Text 82"/>
          <p:cNvSpPr txBox="1"/>
          <p:nvPr/>
        </p:nvSpPr>
        <p:spPr>
          <a:xfrm>
            <a:off x="3529584" y="5643677"/>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$51,753</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71351" cy="154899"/>
          </a:xfrm>
          <a:prstGeom prst="rect">
            <a:avLst/>
          </a:prstGeom>
          <a:solidFill>
            <a:srgbClr val="C2352F"/>
          </a:solidFill>
          <a:ln/>
        </p:spPr>
      </p:sp>
      <p:sp>
        <p:nvSpPr>
          <p:cNvPr id="89" name="Text 87"/>
          <p:cNvSpPr txBox="1"/>
          <p:nvPr/>
        </p:nvSpPr>
        <p:spPr>
          <a:xfrm>
            <a:off x="9079992" y="170078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$38,266</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59786" cy="154899"/>
          </a:xfrm>
          <a:prstGeom prst="rect">
            <a:avLst/>
          </a:prstGeom>
          <a:solidFill>
            <a:srgbClr val="C2352F"/>
          </a:solidFill>
          <a:ln/>
        </p:spPr>
      </p:sp>
      <p:sp>
        <p:nvSpPr>
          <p:cNvPr id="94" name="Text 92"/>
          <p:cNvSpPr txBox="1"/>
          <p:nvPr/>
        </p:nvSpPr>
        <p:spPr>
          <a:xfrm>
            <a:off x="9079992" y="1982419"/>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$35,684</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38080" cy="154899"/>
          </a:xfrm>
          <a:prstGeom prst="rect">
            <a:avLst/>
          </a:prstGeom>
          <a:solidFill>
            <a:srgbClr val="C2352F"/>
          </a:solidFill>
          <a:ln/>
        </p:spPr>
      </p:sp>
      <p:sp>
        <p:nvSpPr>
          <p:cNvPr id="99" name="Text 97"/>
          <p:cNvSpPr txBox="1"/>
          <p:nvPr/>
        </p:nvSpPr>
        <p:spPr>
          <a:xfrm>
            <a:off x="9079992" y="226405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$30,836</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24627" cy="154899"/>
          </a:xfrm>
          <a:prstGeom prst="rect">
            <a:avLst/>
          </a:prstGeom>
          <a:solidFill>
            <a:srgbClr val="C2352F"/>
          </a:solidFill>
          <a:ln/>
        </p:spPr>
      </p:sp>
      <p:sp>
        <p:nvSpPr>
          <p:cNvPr id="104" name="Text 102"/>
          <p:cNvSpPr txBox="1"/>
          <p:nvPr/>
        </p:nvSpPr>
        <p:spPr>
          <a:xfrm>
            <a:off x="9079992" y="254569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$27,832</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22580" cy="154899"/>
          </a:xfrm>
          <a:prstGeom prst="rect">
            <a:avLst/>
          </a:prstGeom>
          <a:solidFill>
            <a:srgbClr val="C2352F"/>
          </a:solidFill>
          <a:ln/>
        </p:spPr>
      </p:sp>
      <p:sp>
        <p:nvSpPr>
          <p:cNvPr id="109" name="Text 107"/>
          <p:cNvSpPr txBox="1"/>
          <p:nvPr/>
        </p:nvSpPr>
        <p:spPr>
          <a:xfrm>
            <a:off x="9079992" y="282732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$27,375</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20258" cy="154899"/>
          </a:xfrm>
          <a:prstGeom prst="rect">
            <a:avLst/>
          </a:prstGeom>
          <a:solidFill>
            <a:srgbClr val="C2352F"/>
          </a:solidFill>
          <a:ln/>
        </p:spPr>
      </p:sp>
      <p:sp>
        <p:nvSpPr>
          <p:cNvPr id="114" name="Text 112"/>
          <p:cNvSpPr txBox="1"/>
          <p:nvPr/>
        </p:nvSpPr>
        <p:spPr>
          <a:xfrm>
            <a:off x="9079992" y="310896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$26,856</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93422" cy="154899"/>
          </a:xfrm>
          <a:prstGeom prst="rect">
            <a:avLst/>
          </a:prstGeom>
          <a:solidFill>
            <a:srgbClr val="C2352F"/>
          </a:solidFill>
          <a:ln/>
        </p:spPr>
      </p:sp>
      <p:sp>
        <p:nvSpPr>
          <p:cNvPr id="119" name="Text 117"/>
          <p:cNvSpPr txBox="1"/>
          <p:nvPr/>
        </p:nvSpPr>
        <p:spPr>
          <a:xfrm>
            <a:off x="9079992" y="339059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$20,863</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2255" cy="154899"/>
          </a:xfrm>
          <a:prstGeom prst="rect">
            <a:avLst/>
          </a:prstGeom>
          <a:solidFill>
            <a:srgbClr val="C2352F"/>
          </a:solidFill>
          <a:ln/>
        </p:spPr>
      </p:sp>
      <p:sp>
        <p:nvSpPr>
          <p:cNvPr id="124" name="Text 122"/>
          <p:cNvSpPr txBox="1"/>
          <p:nvPr/>
        </p:nvSpPr>
        <p:spPr>
          <a:xfrm>
            <a:off x="9079992" y="367223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$18,369</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3920" cy="154899"/>
          </a:xfrm>
          <a:prstGeom prst="rect">
            <a:avLst/>
          </a:prstGeom>
          <a:solidFill>
            <a:srgbClr val="C2352F"/>
          </a:solidFill>
          <a:ln/>
        </p:spPr>
      </p:sp>
      <p:sp>
        <p:nvSpPr>
          <p:cNvPr id="129" name="Text 127"/>
          <p:cNvSpPr txBox="1"/>
          <p:nvPr/>
        </p:nvSpPr>
        <p:spPr>
          <a:xfrm>
            <a:off x="9079992" y="395386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$14,275</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48675" cy="154899"/>
          </a:xfrm>
          <a:prstGeom prst="rect">
            <a:avLst/>
          </a:prstGeom>
          <a:solidFill>
            <a:srgbClr val="C2352F"/>
          </a:solidFill>
          <a:ln/>
        </p:spPr>
      </p:sp>
      <p:sp>
        <p:nvSpPr>
          <p:cNvPr id="134" name="Text 132"/>
          <p:cNvSpPr txBox="1"/>
          <p:nvPr/>
        </p:nvSpPr>
        <p:spPr>
          <a:xfrm>
            <a:off x="9079992" y="423550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$10,870</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3634" cy="154899"/>
          </a:xfrm>
          <a:prstGeom prst="rect">
            <a:avLst/>
          </a:prstGeom>
          <a:solidFill>
            <a:srgbClr val="C2352F"/>
          </a:solidFill>
          <a:ln/>
        </p:spPr>
      </p:sp>
      <p:sp>
        <p:nvSpPr>
          <p:cNvPr id="139" name="Text 137"/>
          <p:cNvSpPr txBox="1"/>
          <p:nvPr/>
        </p:nvSpPr>
        <p:spPr>
          <a:xfrm>
            <a:off x="9079992" y="451713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$7,511</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6275" cy="154899"/>
          </a:xfrm>
          <a:prstGeom prst="rect">
            <a:avLst/>
          </a:prstGeom>
          <a:solidFill>
            <a:srgbClr val="C2352F"/>
          </a:solidFill>
          <a:ln/>
        </p:spPr>
      </p:sp>
      <p:sp>
        <p:nvSpPr>
          <p:cNvPr id="144" name="Text 142"/>
          <p:cNvSpPr txBox="1"/>
          <p:nvPr/>
        </p:nvSpPr>
        <p:spPr>
          <a:xfrm>
            <a:off x="9079992" y="479877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$5,868</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079992" y="508040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$2,765</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079992" y="5362042"/>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04672" cy="211226"/>
          </a:xfrm>
          <a:prstGeom prst="rect">
            <a:avLst/>
          </a:prstGeom>
          <a:solidFill>
            <a:srgbClr val="C2352F"/>
          </a:solidFill>
          <a:ln/>
        </p:spPr>
      </p:sp>
      <p:sp>
        <p:nvSpPr>
          <p:cNvPr id="14" name="Text 12"/>
          <p:cNvSpPr txBox="1"/>
          <p:nvPr/>
        </p:nvSpPr>
        <p:spPr>
          <a:xfrm>
            <a:off x="3529584" y="170078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$150,836</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26590" cy="211226"/>
          </a:xfrm>
          <a:prstGeom prst="rect">
            <a:avLst/>
          </a:prstGeom>
          <a:solidFill>
            <a:srgbClr val="C2352F"/>
          </a:solidFill>
          <a:ln/>
        </p:spPr>
      </p:sp>
      <p:sp>
        <p:nvSpPr>
          <p:cNvPr id="19" name="Text 17"/>
          <p:cNvSpPr txBox="1"/>
          <p:nvPr/>
        </p:nvSpPr>
        <p:spPr>
          <a:xfrm>
            <a:off x="3529584" y="208483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$79,964</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15637" cy="211226"/>
          </a:xfrm>
          <a:prstGeom prst="rect">
            <a:avLst/>
          </a:prstGeom>
          <a:solidFill>
            <a:srgbClr val="C2352F"/>
          </a:solidFill>
          <a:ln/>
        </p:spPr>
      </p:sp>
      <p:sp>
        <p:nvSpPr>
          <p:cNvPr id="24" name="Text 22"/>
          <p:cNvSpPr txBox="1"/>
          <p:nvPr/>
        </p:nvSpPr>
        <p:spPr>
          <a:xfrm>
            <a:off x="3529584" y="246888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$77,911</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397090" cy="211226"/>
          </a:xfrm>
          <a:prstGeom prst="rect">
            <a:avLst/>
          </a:prstGeom>
          <a:solidFill>
            <a:srgbClr val="C2352F"/>
          </a:solidFill>
          <a:ln/>
        </p:spPr>
      </p:sp>
      <p:sp>
        <p:nvSpPr>
          <p:cNvPr id="29" name="Text 27"/>
          <p:cNvSpPr txBox="1"/>
          <p:nvPr/>
        </p:nvSpPr>
        <p:spPr>
          <a:xfrm>
            <a:off x="3529584" y="285292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$74,435</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59248" cy="211226"/>
          </a:xfrm>
          <a:prstGeom prst="rect">
            <a:avLst/>
          </a:prstGeom>
          <a:solidFill>
            <a:srgbClr val="C2352F"/>
          </a:solidFill>
          <a:ln/>
        </p:spPr>
      </p:sp>
      <p:sp>
        <p:nvSpPr>
          <p:cNvPr id="34" name="Text 32"/>
          <p:cNvSpPr txBox="1"/>
          <p:nvPr/>
        </p:nvSpPr>
        <p:spPr>
          <a:xfrm>
            <a:off x="3529584" y="323697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$67,341</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02564" cy="211226"/>
          </a:xfrm>
          <a:prstGeom prst="rect">
            <a:avLst/>
          </a:prstGeom>
          <a:solidFill>
            <a:srgbClr val="C2352F"/>
          </a:solidFill>
          <a:ln/>
        </p:spPr>
      </p:sp>
      <p:sp>
        <p:nvSpPr>
          <p:cNvPr id="39" name="Text 37"/>
          <p:cNvSpPr txBox="1"/>
          <p:nvPr/>
        </p:nvSpPr>
        <p:spPr>
          <a:xfrm>
            <a:off x="3529584" y="362102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$56,716</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280206" cy="211226"/>
          </a:xfrm>
          <a:prstGeom prst="rect">
            <a:avLst/>
          </a:prstGeom>
          <a:solidFill>
            <a:srgbClr val="C2352F"/>
          </a:solidFill>
          <a:ln/>
        </p:spPr>
      </p:sp>
      <p:sp>
        <p:nvSpPr>
          <p:cNvPr id="44" name="Text 42"/>
          <p:cNvSpPr txBox="1"/>
          <p:nvPr/>
        </p:nvSpPr>
        <p:spPr>
          <a:xfrm>
            <a:off x="3529584" y="400507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$52,525</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54835" cy="211226"/>
          </a:xfrm>
          <a:prstGeom prst="rect">
            <a:avLst/>
          </a:prstGeom>
          <a:solidFill>
            <a:srgbClr val="C2352F"/>
          </a:solidFill>
          <a:ln/>
        </p:spPr>
      </p:sp>
      <p:sp>
        <p:nvSpPr>
          <p:cNvPr id="49" name="Text 47"/>
          <p:cNvSpPr txBox="1"/>
          <p:nvPr/>
        </p:nvSpPr>
        <p:spPr>
          <a:xfrm>
            <a:off x="3529584" y="438912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$47,769</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71431" cy="211226"/>
          </a:xfrm>
          <a:prstGeom prst="rect">
            <a:avLst/>
          </a:prstGeom>
          <a:solidFill>
            <a:srgbClr val="C2352F"/>
          </a:solidFill>
          <a:ln/>
        </p:spPr>
      </p:sp>
      <p:sp>
        <p:nvSpPr>
          <p:cNvPr id="54" name="Text 52"/>
          <p:cNvSpPr txBox="1"/>
          <p:nvPr/>
        </p:nvSpPr>
        <p:spPr>
          <a:xfrm>
            <a:off x="3529584" y="477316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$32,135</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68143" cy="211226"/>
          </a:xfrm>
          <a:prstGeom prst="rect">
            <a:avLst/>
          </a:prstGeom>
          <a:solidFill>
            <a:srgbClr val="C2352F"/>
          </a:solidFill>
          <a:ln/>
        </p:spPr>
      </p:sp>
      <p:sp>
        <p:nvSpPr>
          <p:cNvPr id="59" name="Text 57"/>
          <p:cNvSpPr txBox="1"/>
          <p:nvPr/>
        </p:nvSpPr>
        <p:spPr>
          <a:xfrm>
            <a:off x="3529584" y="515721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$31,519</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33568" cy="211226"/>
          </a:xfrm>
          <a:prstGeom prst="rect">
            <a:avLst/>
          </a:prstGeom>
          <a:solidFill>
            <a:srgbClr val="C2352F"/>
          </a:solidFill>
          <a:ln/>
        </p:spPr>
      </p:sp>
      <p:sp>
        <p:nvSpPr>
          <p:cNvPr id="64" name="Text 62"/>
          <p:cNvSpPr txBox="1"/>
          <p:nvPr/>
        </p:nvSpPr>
        <p:spPr>
          <a:xfrm>
            <a:off x="3529584" y="554126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$25,037</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19552" cy="211226"/>
          </a:xfrm>
          <a:prstGeom prst="rect">
            <a:avLst/>
          </a:prstGeom>
          <a:solidFill>
            <a:srgbClr val="C2352F"/>
          </a:solidFill>
          <a:ln/>
        </p:spPr>
      </p:sp>
      <p:sp>
        <p:nvSpPr>
          <p:cNvPr id="69" name="Text 67"/>
          <p:cNvSpPr txBox="1"/>
          <p:nvPr/>
        </p:nvSpPr>
        <p:spPr>
          <a:xfrm>
            <a:off x="9079992" y="170078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$22,410</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13707" cy="211226"/>
          </a:xfrm>
          <a:prstGeom prst="rect">
            <a:avLst/>
          </a:prstGeom>
          <a:solidFill>
            <a:srgbClr val="C2352F"/>
          </a:solidFill>
          <a:ln/>
        </p:spPr>
      </p:sp>
      <p:sp>
        <p:nvSpPr>
          <p:cNvPr id="74" name="Text 72"/>
          <p:cNvSpPr txBox="1"/>
          <p:nvPr/>
        </p:nvSpPr>
        <p:spPr>
          <a:xfrm>
            <a:off x="9079992" y="208483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$21,314</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09990" cy="211226"/>
          </a:xfrm>
          <a:prstGeom prst="rect">
            <a:avLst/>
          </a:prstGeom>
          <a:solidFill>
            <a:srgbClr val="C2352F"/>
          </a:solidFill>
          <a:ln/>
        </p:spPr>
      </p:sp>
      <p:sp>
        <p:nvSpPr>
          <p:cNvPr id="79" name="Text 77"/>
          <p:cNvSpPr txBox="1"/>
          <p:nvPr/>
        </p:nvSpPr>
        <p:spPr>
          <a:xfrm>
            <a:off x="9079992" y="246888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$20,618</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04971" cy="211226"/>
          </a:xfrm>
          <a:prstGeom prst="rect">
            <a:avLst/>
          </a:prstGeom>
          <a:solidFill>
            <a:srgbClr val="C2352F"/>
          </a:solidFill>
          <a:ln/>
        </p:spPr>
      </p:sp>
      <p:sp>
        <p:nvSpPr>
          <p:cNvPr id="84" name="Text 82"/>
          <p:cNvSpPr txBox="1"/>
          <p:nvPr/>
        </p:nvSpPr>
        <p:spPr>
          <a:xfrm>
            <a:off x="9079992" y="285292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$19,677</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94348" cy="211226"/>
          </a:xfrm>
          <a:prstGeom prst="rect">
            <a:avLst/>
          </a:prstGeom>
          <a:solidFill>
            <a:srgbClr val="C2352F"/>
          </a:solidFill>
          <a:ln/>
        </p:spPr>
      </p:sp>
      <p:sp>
        <p:nvSpPr>
          <p:cNvPr id="89" name="Text 87"/>
          <p:cNvSpPr txBox="1"/>
          <p:nvPr/>
        </p:nvSpPr>
        <p:spPr>
          <a:xfrm>
            <a:off x="9079992" y="323697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$17,686</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0639" cy="211226"/>
          </a:xfrm>
          <a:prstGeom prst="rect">
            <a:avLst/>
          </a:prstGeom>
          <a:solidFill>
            <a:srgbClr val="C2352F"/>
          </a:solidFill>
          <a:ln/>
        </p:spPr>
      </p:sp>
      <p:sp>
        <p:nvSpPr>
          <p:cNvPr id="94" name="Text 92"/>
          <p:cNvSpPr txBox="1"/>
          <p:nvPr/>
        </p:nvSpPr>
        <p:spPr>
          <a:xfrm>
            <a:off x="9079992" y="362102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$15,116</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69613" cy="211226"/>
          </a:xfrm>
          <a:prstGeom prst="rect">
            <a:avLst/>
          </a:prstGeom>
          <a:solidFill>
            <a:srgbClr val="C2352F"/>
          </a:solidFill>
          <a:ln/>
        </p:spPr>
      </p:sp>
      <p:sp>
        <p:nvSpPr>
          <p:cNvPr id="99" name="Text 97"/>
          <p:cNvSpPr txBox="1"/>
          <p:nvPr/>
        </p:nvSpPr>
        <p:spPr>
          <a:xfrm>
            <a:off x="9079992" y="400507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$13,049</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58212" cy="211226"/>
          </a:xfrm>
          <a:prstGeom prst="rect">
            <a:avLst/>
          </a:prstGeom>
          <a:solidFill>
            <a:srgbClr val="C2352F"/>
          </a:solidFill>
          <a:ln/>
        </p:spPr>
      </p:sp>
      <p:sp>
        <p:nvSpPr>
          <p:cNvPr id="104" name="Text 102"/>
          <p:cNvSpPr txBox="1"/>
          <p:nvPr/>
        </p:nvSpPr>
        <p:spPr>
          <a:xfrm>
            <a:off x="9079992" y="438912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$10,912</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3377" cy="211226"/>
          </a:xfrm>
          <a:prstGeom prst="rect">
            <a:avLst/>
          </a:prstGeom>
          <a:solidFill>
            <a:srgbClr val="C2352F"/>
          </a:solidFill>
          <a:ln/>
        </p:spPr>
      </p:sp>
      <p:sp>
        <p:nvSpPr>
          <p:cNvPr id="109" name="Text 107"/>
          <p:cNvSpPr txBox="1"/>
          <p:nvPr/>
        </p:nvSpPr>
        <p:spPr>
          <a:xfrm>
            <a:off x="9079992" y="477316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$4,382</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9079992" y="515721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$3,306</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04672" cy="178730"/>
          </a:xfrm>
          <a:prstGeom prst="rect">
            <a:avLst/>
          </a:prstGeom>
          <a:solidFill>
            <a:srgbClr val="C2352F"/>
          </a:solidFill>
          <a:ln/>
        </p:spPr>
      </p:sp>
      <p:sp>
        <p:nvSpPr>
          <p:cNvPr id="14" name="Text 12"/>
          <p:cNvSpPr txBox="1"/>
          <p:nvPr/>
        </p:nvSpPr>
        <p:spPr>
          <a:xfrm>
            <a:off x="3529584"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$142,290</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27080" cy="178730"/>
          </a:xfrm>
          <a:prstGeom prst="rect">
            <a:avLst/>
          </a:prstGeom>
          <a:solidFill>
            <a:srgbClr val="C2352F"/>
          </a:solidFill>
          <a:ln/>
        </p:spPr>
      </p:sp>
      <p:sp>
        <p:nvSpPr>
          <p:cNvPr id="19" name="Text 17"/>
          <p:cNvSpPr txBox="1"/>
          <p:nvPr/>
        </p:nvSpPr>
        <p:spPr>
          <a:xfrm>
            <a:off x="3529584"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$128,570</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15724" cy="178730"/>
          </a:xfrm>
          <a:prstGeom prst="rect">
            <a:avLst/>
          </a:prstGeom>
          <a:solidFill>
            <a:srgbClr val="C2352F"/>
          </a:solidFill>
          <a:ln/>
        </p:spPr>
      </p:sp>
      <p:sp>
        <p:nvSpPr>
          <p:cNvPr id="24" name="Text 22"/>
          <p:cNvSpPr txBox="1"/>
          <p:nvPr/>
        </p:nvSpPr>
        <p:spPr>
          <a:xfrm>
            <a:off x="3529584"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$108,879</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478631" cy="178730"/>
          </a:xfrm>
          <a:prstGeom prst="rect">
            <a:avLst/>
          </a:prstGeom>
          <a:solidFill>
            <a:srgbClr val="C2352F"/>
          </a:solidFill>
          <a:ln/>
        </p:spPr>
      </p:sp>
      <p:sp>
        <p:nvSpPr>
          <p:cNvPr id="29" name="Text 27"/>
          <p:cNvSpPr txBox="1"/>
          <p:nvPr/>
        </p:nvSpPr>
        <p:spPr>
          <a:xfrm>
            <a:off x="3529584"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$84,636</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27501" cy="178730"/>
          </a:xfrm>
          <a:prstGeom prst="rect">
            <a:avLst/>
          </a:prstGeom>
          <a:solidFill>
            <a:srgbClr val="C2352F"/>
          </a:solidFill>
          <a:ln/>
        </p:spPr>
      </p:sp>
      <p:sp>
        <p:nvSpPr>
          <p:cNvPr id="34" name="Text 32"/>
          <p:cNvSpPr txBox="1"/>
          <p:nvPr/>
        </p:nvSpPr>
        <p:spPr>
          <a:xfrm>
            <a:off x="3529584"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$75,595</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24538" cy="178730"/>
          </a:xfrm>
          <a:prstGeom prst="rect">
            <a:avLst/>
          </a:prstGeom>
          <a:solidFill>
            <a:srgbClr val="C2352F"/>
          </a:solidFill>
          <a:ln/>
        </p:spPr>
      </p:sp>
      <p:sp>
        <p:nvSpPr>
          <p:cNvPr id="39" name="Text 37"/>
          <p:cNvSpPr txBox="1"/>
          <p:nvPr/>
        </p:nvSpPr>
        <p:spPr>
          <a:xfrm>
            <a:off x="3529584"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$75,071</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368655" cy="178730"/>
          </a:xfrm>
          <a:prstGeom prst="rect">
            <a:avLst/>
          </a:prstGeom>
          <a:solidFill>
            <a:srgbClr val="C2352F"/>
          </a:solidFill>
          <a:ln/>
        </p:spPr>
      </p:sp>
      <p:sp>
        <p:nvSpPr>
          <p:cNvPr id="44" name="Text 42"/>
          <p:cNvSpPr txBox="1"/>
          <p:nvPr/>
        </p:nvSpPr>
        <p:spPr>
          <a:xfrm>
            <a:off x="3529584"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$65,189</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59513" cy="178730"/>
          </a:xfrm>
          <a:prstGeom prst="rect">
            <a:avLst/>
          </a:prstGeom>
          <a:solidFill>
            <a:srgbClr val="C2352F"/>
          </a:solidFill>
          <a:ln/>
        </p:spPr>
      </p:sp>
      <p:sp>
        <p:nvSpPr>
          <p:cNvPr id="49" name="Text 47"/>
          <p:cNvSpPr txBox="1"/>
          <p:nvPr/>
        </p:nvSpPr>
        <p:spPr>
          <a:xfrm>
            <a:off x="3529584"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$63,573</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51554" cy="178730"/>
          </a:xfrm>
          <a:prstGeom prst="rect">
            <a:avLst/>
          </a:prstGeom>
          <a:solidFill>
            <a:srgbClr val="C2352F"/>
          </a:solidFill>
          <a:ln/>
        </p:spPr>
      </p:sp>
      <p:sp>
        <p:nvSpPr>
          <p:cNvPr id="54" name="Text 52"/>
          <p:cNvSpPr txBox="1"/>
          <p:nvPr/>
        </p:nvSpPr>
        <p:spPr>
          <a:xfrm>
            <a:off x="3529584"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$62,165</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49253" cy="178730"/>
          </a:xfrm>
          <a:prstGeom prst="rect">
            <a:avLst/>
          </a:prstGeom>
          <a:solidFill>
            <a:srgbClr val="C2352F"/>
          </a:solidFill>
          <a:ln/>
        </p:spPr>
      </p:sp>
      <p:sp>
        <p:nvSpPr>
          <p:cNvPr id="59" name="Text 57"/>
          <p:cNvSpPr txBox="1"/>
          <p:nvPr/>
        </p:nvSpPr>
        <p:spPr>
          <a:xfrm>
            <a:off x="3529584"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$61,758</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38933" cy="178730"/>
          </a:xfrm>
          <a:prstGeom prst="rect">
            <a:avLst/>
          </a:prstGeom>
          <a:solidFill>
            <a:srgbClr val="C2352F"/>
          </a:solidFill>
          <a:ln/>
        </p:spPr>
      </p:sp>
      <p:sp>
        <p:nvSpPr>
          <p:cNvPr id="64" name="Text 62"/>
          <p:cNvSpPr txBox="1"/>
          <p:nvPr/>
        </p:nvSpPr>
        <p:spPr>
          <a:xfrm>
            <a:off x="3529584"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$59,934</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17170" cy="178730"/>
          </a:xfrm>
          <a:prstGeom prst="rect">
            <a:avLst/>
          </a:prstGeom>
          <a:solidFill>
            <a:srgbClr val="C2352F"/>
          </a:solidFill>
          <a:ln/>
        </p:spPr>
      </p:sp>
      <p:sp>
        <p:nvSpPr>
          <p:cNvPr id="69" name="Text 67"/>
          <p:cNvSpPr txBox="1"/>
          <p:nvPr/>
        </p:nvSpPr>
        <p:spPr>
          <a:xfrm>
            <a:off x="3529584"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$56,085</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16483" cy="178730"/>
          </a:xfrm>
          <a:prstGeom prst="rect">
            <a:avLst/>
          </a:prstGeom>
          <a:solidFill>
            <a:srgbClr val="C2352F"/>
          </a:solidFill>
          <a:ln/>
        </p:spPr>
      </p:sp>
      <p:sp>
        <p:nvSpPr>
          <p:cNvPr id="74" name="Text 72"/>
          <p:cNvSpPr txBox="1"/>
          <p:nvPr/>
        </p:nvSpPr>
        <p:spPr>
          <a:xfrm>
            <a:off x="3529584"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$55,964</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290838" cy="178730"/>
          </a:xfrm>
          <a:prstGeom prst="rect">
            <a:avLst/>
          </a:prstGeom>
          <a:solidFill>
            <a:srgbClr val="C2352F"/>
          </a:solidFill>
          <a:ln/>
        </p:spPr>
      </p:sp>
      <p:sp>
        <p:nvSpPr>
          <p:cNvPr id="79" name="Text 77"/>
          <p:cNvSpPr txBox="1"/>
          <p:nvPr/>
        </p:nvSpPr>
        <p:spPr>
          <a:xfrm>
            <a:off x="9079992"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$51,429</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59149" cy="178730"/>
          </a:xfrm>
          <a:prstGeom prst="rect">
            <a:avLst/>
          </a:prstGeom>
          <a:solidFill>
            <a:srgbClr val="C2352F"/>
          </a:solidFill>
          <a:ln/>
        </p:spPr>
      </p:sp>
      <p:sp>
        <p:nvSpPr>
          <p:cNvPr id="84" name="Text 82"/>
          <p:cNvSpPr txBox="1"/>
          <p:nvPr/>
        </p:nvSpPr>
        <p:spPr>
          <a:xfrm>
            <a:off x="9079992"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$45,825</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190832" cy="178730"/>
          </a:xfrm>
          <a:prstGeom prst="rect">
            <a:avLst/>
          </a:prstGeom>
          <a:solidFill>
            <a:srgbClr val="C2352F"/>
          </a:solidFill>
          <a:ln/>
        </p:spPr>
      </p:sp>
      <p:sp>
        <p:nvSpPr>
          <p:cNvPr id="89" name="Text 87"/>
          <p:cNvSpPr txBox="1"/>
          <p:nvPr/>
        </p:nvSpPr>
        <p:spPr>
          <a:xfrm>
            <a:off x="9079992"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$33,745</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63264" cy="178730"/>
          </a:xfrm>
          <a:prstGeom prst="rect">
            <a:avLst/>
          </a:prstGeom>
          <a:solidFill>
            <a:srgbClr val="C2352F"/>
          </a:solidFill>
          <a:ln/>
        </p:spPr>
      </p:sp>
      <p:sp>
        <p:nvSpPr>
          <p:cNvPr id="94" name="Text 92"/>
          <p:cNvSpPr txBox="1"/>
          <p:nvPr/>
        </p:nvSpPr>
        <p:spPr>
          <a:xfrm>
            <a:off x="9079992"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$28,870</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47423" cy="178730"/>
          </a:xfrm>
          <a:prstGeom prst="rect">
            <a:avLst/>
          </a:prstGeom>
          <a:solidFill>
            <a:srgbClr val="C2352F"/>
          </a:solidFill>
          <a:ln/>
        </p:spPr>
      </p:sp>
      <p:sp>
        <p:nvSpPr>
          <p:cNvPr id="99" name="Text 97"/>
          <p:cNvSpPr txBox="1"/>
          <p:nvPr/>
        </p:nvSpPr>
        <p:spPr>
          <a:xfrm>
            <a:off x="9079992"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$26,069</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40924" cy="178730"/>
          </a:xfrm>
          <a:prstGeom prst="rect">
            <a:avLst/>
          </a:prstGeom>
          <a:solidFill>
            <a:srgbClr val="C2352F"/>
          </a:solidFill>
          <a:ln/>
        </p:spPr>
      </p:sp>
      <p:sp>
        <p:nvSpPr>
          <p:cNvPr id="104" name="Text 102"/>
          <p:cNvSpPr txBox="1"/>
          <p:nvPr/>
        </p:nvSpPr>
        <p:spPr>
          <a:xfrm>
            <a:off x="9079992"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$24,920</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34775" cy="178730"/>
          </a:xfrm>
          <a:prstGeom prst="rect">
            <a:avLst/>
          </a:prstGeom>
          <a:solidFill>
            <a:srgbClr val="C2352F"/>
          </a:solidFill>
          <a:ln/>
        </p:spPr>
      </p:sp>
      <p:sp>
        <p:nvSpPr>
          <p:cNvPr id="109" name="Text 107"/>
          <p:cNvSpPr txBox="1"/>
          <p:nvPr/>
        </p:nvSpPr>
        <p:spPr>
          <a:xfrm>
            <a:off x="9079992"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$23,832</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20016" cy="178730"/>
          </a:xfrm>
          <a:prstGeom prst="rect">
            <a:avLst/>
          </a:prstGeom>
          <a:solidFill>
            <a:srgbClr val="C2352F"/>
          </a:solidFill>
          <a:ln/>
        </p:spPr>
      </p:sp>
      <p:sp>
        <p:nvSpPr>
          <p:cNvPr id="114" name="Text 112"/>
          <p:cNvSpPr txBox="1"/>
          <p:nvPr/>
        </p:nvSpPr>
        <p:spPr>
          <a:xfrm>
            <a:off x="9079992"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$21,222</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06781" cy="178730"/>
          </a:xfrm>
          <a:prstGeom prst="rect">
            <a:avLst/>
          </a:prstGeom>
          <a:solidFill>
            <a:srgbClr val="C2352F"/>
          </a:solidFill>
          <a:ln/>
        </p:spPr>
      </p:sp>
      <p:sp>
        <p:nvSpPr>
          <p:cNvPr id="119" name="Text 117"/>
          <p:cNvSpPr txBox="1"/>
          <p:nvPr/>
        </p:nvSpPr>
        <p:spPr>
          <a:xfrm>
            <a:off x="9079992"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$18,882</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03137" cy="178730"/>
          </a:xfrm>
          <a:prstGeom prst="rect">
            <a:avLst/>
          </a:prstGeom>
          <a:solidFill>
            <a:srgbClr val="C2352F"/>
          </a:solidFill>
          <a:ln/>
        </p:spPr>
      </p:sp>
      <p:sp>
        <p:nvSpPr>
          <p:cNvPr id="124" name="Text 122"/>
          <p:cNvSpPr txBox="1"/>
          <p:nvPr/>
        </p:nvSpPr>
        <p:spPr>
          <a:xfrm>
            <a:off x="9079992"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$18,238</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1967" cy="178730"/>
          </a:xfrm>
          <a:prstGeom prst="rect">
            <a:avLst/>
          </a:prstGeom>
          <a:solidFill>
            <a:srgbClr val="C2352F"/>
          </a:solidFill>
          <a:ln/>
        </p:spPr>
      </p:sp>
      <p:sp>
        <p:nvSpPr>
          <p:cNvPr id="129" name="Text 127"/>
          <p:cNvSpPr txBox="1"/>
          <p:nvPr/>
        </p:nvSpPr>
        <p:spPr>
          <a:xfrm>
            <a:off x="9079992"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$12,726</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57713" cy="178730"/>
          </a:xfrm>
          <a:prstGeom prst="rect">
            <a:avLst/>
          </a:prstGeom>
          <a:solidFill>
            <a:srgbClr val="C2352F"/>
          </a:solidFill>
          <a:ln/>
        </p:spPr>
      </p:sp>
      <p:sp>
        <p:nvSpPr>
          <p:cNvPr id="134" name="Text 132"/>
          <p:cNvSpPr txBox="1"/>
          <p:nvPr/>
        </p:nvSpPr>
        <p:spPr>
          <a:xfrm>
            <a:off x="9079992"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$10,205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079992"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$1,206</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04672" cy="145218"/>
          </a:xfrm>
          <a:prstGeom prst="rect">
            <a:avLst/>
          </a:prstGeom>
          <a:solidFill>
            <a:srgbClr val="C2352F"/>
          </a:solidFill>
          <a:ln/>
        </p:spPr>
      </p:sp>
      <p:sp>
        <p:nvSpPr>
          <p:cNvPr id="14" name="Text 12"/>
          <p:cNvSpPr txBox="1"/>
          <p:nvPr/>
        </p:nvSpPr>
        <p:spPr>
          <a:xfrm>
            <a:off x="3529584" y="170078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$541,039</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06276" cy="145218"/>
          </a:xfrm>
          <a:prstGeom prst="rect">
            <a:avLst/>
          </a:prstGeom>
          <a:solidFill>
            <a:srgbClr val="C2352F"/>
          </a:solidFill>
          <a:ln/>
        </p:spPr>
      </p:sp>
      <p:sp>
        <p:nvSpPr>
          <p:cNvPr id="19" name="Text 17"/>
          <p:cNvSpPr txBox="1"/>
          <p:nvPr/>
        </p:nvSpPr>
        <p:spPr>
          <a:xfrm>
            <a:off x="3529584" y="196481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$474,880</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28954" cy="145218"/>
          </a:xfrm>
          <a:prstGeom prst="rect">
            <a:avLst/>
          </a:prstGeom>
          <a:solidFill>
            <a:srgbClr val="C2352F"/>
          </a:solidFill>
          <a:ln/>
        </p:spPr>
      </p:sp>
      <p:sp>
        <p:nvSpPr>
          <p:cNvPr id="24" name="Text 22"/>
          <p:cNvSpPr txBox="1"/>
          <p:nvPr/>
        </p:nvSpPr>
        <p:spPr>
          <a:xfrm>
            <a:off x="3529584" y="222885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$355,653</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459669" cy="145218"/>
          </a:xfrm>
          <a:prstGeom prst="rect">
            <a:avLst/>
          </a:prstGeom>
          <a:solidFill>
            <a:srgbClr val="C2352F"/>
          </a:solidFill>
          <a:ln/>
        </p:spPr>
      </p:sp>
      <p:sp>
        <p:nvSpPr>
          <p:cNvPr id="29" name="Text 27"/>
          <p:cNvSpPr txBox="1"/>
          <p:nvPr/>
        </p:nvSpPr>
        <p:spPr>
          <a:xfrm>
            <a:off x="3529584" y="249288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$309,068</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366701" cy="145218"/>
          </a:xfrm>
          <a:prstGeom prst="rect">
            <a:avLst/>
          </a:prstGeom>
          <a:solidFill>
            <a:srgbClr val="C2352F"/>
          </a:solidFill>
          <a:ln/>
        </p:spPr>
      </p:sp>
      <p:sp>
        <p:nvSpPr>
          <p:cNvPr id="34" name="Text 32"/>
          <p:cNvSpPr txBox="1"/>
          <p:nvPr/>
        </p:nvSpPr>
        <p:spPr>
          <a:xfrm>
            <a:off x="3529584" y="275691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$246,559</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63983" cy="145218"/>
          </a:xfrm>
          <a:prstGeom prst="rect">
            <a:avLst/>
          </a:prstGeom>
          <a:solidFill>
            <a:srgbClr val="C2352F"/>
          </a:solidFill>
          <a:ln/>
        </p:spPr>
      </p:sp>
      <p:sp>
        <p:nvSpPr>
          <p:cNvPr id="39" name="Text 37"/>
          <p:cNvSpPr txBox="1"/>
          <p:nvPr/>
        </p:nvSpPr>
        <p:spPr>
          <a:xfrm>
            <a:off x="3529584" y="302094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$244,731</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46113" cy="145218"/>
          </a:xfrm>
          <a:prstGeom prst="rect">
            <a:avLst/>
          </a:prstGeom>
          <a:solidFill>
            <a:srgbClr val="C2352F"/>
          </a:solidFill>
          <a:ln/>
        </p:spPr>
      </p:sp>
      <p:sp>
        <p:nvSpPr>
          <p:cNvPr id="44" name="Text 42"/>
          <p:cNvSpPr txBox="1"/>
          <p:nvPr/>
        </p:nvSpPr>
        <p:spPr>
          <a:xfrm>
            <a:off x="3529584" y="3284982"/>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$232,717</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32201" cy="145218"/>
          </a:xfrm>
          <a:prstGeom prst="rect">
            <a:avLst/>
          </a:prstGeom>
          <a:solidFill>
            <a:srgbClr val="C2352F"/>
          </a:solidFill>
          <a:ln/>
        </p:spPr>
      </p:sp>
      <p:sp>
        <p:nvSpPr>
          <p:cNvPr id="49" name="Text 47"/>
          <p:cNvSpPr txBox="1"/>
          <p:nvPr/>
        </p:nvSpPr>
        <p:spPr>
          <a:xfrm>
            <a:off x="3529584" y="3549015"/>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$223,362</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20639" cy="145218"/>
          </a:xfrm>
          <a:prstGeom prst="rect">
            <a:avLst/>
          </a:prstGeom>
          <a:solidFill>
            <a:srgbClr val="C2352F"/>
          </a:solidFill>
          <a:ln/>
        </p:spPr>
      </p:sp>
      <p:sp>
        <p:nvSpPr>
          <p:cNvPr id="54" name="Text 52"/>
          <p:cNvSpPr txBox="1"/>
          <p:nvPr/>
        </p:nvSpPr>
        <p:spPr>
          <a:xfrm>
            <a:off x="3529584" y="3813048"/>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$215,588</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297413" cy="145218"/>
          </a:xfrm>
          <a:prstGeom prst="rect">
            <a:avLst/>
          </a:prstGeom>
          <a:solidFill>
            <a:srgbClr val="C2352F"/>
          </a:solidFill>
          <a:ln/>
        </p:spPr>
      </p:sp>
      <p:sp>
        <p:nvSpPr>
          <p:cNvPr id="59" name="Text 57"/>
          <p:cNvSpPr txBox="1"/>
          <p:nvPr/>
        </p:nvSpPr>
        <p:spPr>
          <a:xfrm>
            <a:off x="3529584" y="4077081"/>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$199,972</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286859" cy="145218"/>
          </a:xfrm>
          <a:prstGeom prst="rect">
            <a:avLst/>
          </a:prstGeom>
          <a:solidFill>
            <a:srgbClr val="C2352F"/>
          </a:solidFill>
          <a:ln/>
        </p:spPr>
      </p:sp>
      <p:sp>
        <p:nvSpPr>
          <p:cNvPr id="64" name="Text 62"/>
          <p:cNvSpPr txBox="1"/>
          <p:nvPr/>
        </p:nvSpPr>
        <p:spPr>
          <a:xfrm>
            <a:off x="3529584" y="434111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$192,876</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284748" cy="145218"/>
          </a:xfrm>
          <a:prstGeom prst="rect">
            <a:avLst/>
          </a:prstGeom>
          <a:solidFill>
            <a:srgbClr val="C2352F"/>
          </a:solidFill>
          <a:ln/>
        </p:spPr>
      </p:sp>
      <p:sp>
        <p:nvSpPr>
          <p:cNvPr id="69" name="Text 67"/>
          <p:cNvSpPr txBox="1"/>
          <p:nvPr/>
        </p:nvSpPr>
        <p:spPr>
          <a:xfrm>
            <a:off x="3529584" y="460514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$191,456</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19428" cy="145218"/>
          </a:xfrm>
          <a:prstGeom prst="rect">
            <a:avLst/>
          </a:prstGeom>
          <a:solidFill>
            <a:srgbClr val="C2352F"/>
          </a:solidFill>
          <a:ln/>
        </p:spPr>
      </p:sp>
      <p:sp>
        <p:nvSpPr>
          <p:cNvPr id="74" name="Text 72"/>
          <p:cNvSpPr txBox="1"/>
          <p:nvPr/>
        </p:nvSpPr>
        <p:spPr>
          <a:xfrm>
            <a:off x="3529584" y="486918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$147,537</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08978" cy="145218"/>
          </a:xfrm>
          <a:prstGeom prst="rect">
            <a:avLst/>
          </a:prstGeom>
          <a:solidFill>
            <a:srgbClr val="C2352F"/>
          </a:solidFill>
          <a:ln/>
        </p:spPr>
      </p:sp>
      <p:sp>
        <p:nvSpPr>
          <p:cNvPr id="79" name="Text 77"/>
          <p:cNvSpPr txBox="1"/>
          <p:nvPr/>
        </p:nvSpPr>
        <p:spPr>
          <a:xfrm>
            <a:off x="3529584" y="513321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$140,511</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07980" cy="145218"/>
          </a:xfrm>
          <a:prstGeom prst="rect">
            <a:avLst/>
          </a:prstGeom>
          <a:solidFill>
            <a:srgbClr val="C2352F"/>
          </a:solidFill>
          <a:ln/>
        </p:spPr>
      </p:sp>
      <p:sp>
        <p:nvSpPr>
          <p:cNvPr id="84" name="Text 82"/>
          <p:cNvSpPr txBox="1"/>
          <p:nvPr/>
        </p:nvSpPr>
        <p:spPr>
          <a:xfrm>
            <a:off x="3529584" y="539724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$139,840</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197393" cy="145218"/>
          </a:xfrm>
          <a:prstGeom prst="rect">
            <a:avLst/>
          </a:prstGeom>
          <a:solidFill>
            <a:srgbClr val="C2352F"/>
          </a:solidFill>
          <a:ln/>
        </p:spPr>
      </p:sp>
      <p:sp>
        <p:nvSpPr>
          <p:cNvPr id="89" name="Text 87"/>
          <p:cNvSpPr txBox="1"/>
          <p:nvPr/>
        </p:nvSpPr>
        <p:spPr>
          <a:xfrm>
            <a:off x="3529584" y="566127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$132,721</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187318" cy="145218"/>
          </a:xfrm>
          <a:prstGeom prst="rect">
            <a:avLst/>
          </a:prstGeom>
          <a:solidFill>
            <a:srgbClr val="C2352F"/>
          </a:solidFill>
          <a:ln/>
        </p:spPr>
      </p:sp>
      <p:sp>
        <p:nvSpPr>
          <p:cNvPr id="94" name="Text 92"/>
          <p:cNvSpPr txBox="1"/>
          <p:nvPr/>
        </p:nvSpPr>
        <p:spPr>
          <a:xfrm>
            <a:off x="9079992" y="170078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$125,947</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30556" cy="145218"/>
          </a:xfrm>
          <a:prstGeom prst="rect">
            <a:avLst/>
          </a:prstGeom>
          <a:solidFill>
            <a:srgbClr val="C2352F"/>
          </a:solidFill>
          <a:ln/>
        </p:spPr>
      </p:sp>
      <p:sp>
        <p:nvSpPr>
          <p:cNvPr id="99" name="Text 97"/>
          <p:cNvSpPr txBox="1"/>
          <p:nvPr/>
        </p:nvSpPr>
        <p:spPr>
          <a:xfrm>
            <a:off x="9079992" y="196481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$87,782</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30163" cy="145218"/>
          </a:xfrm>
          <a:prstGeom prst="rect">
            <a:avLst/>
          </a:prstGeom>
          <a:solidFill>
            <a:srgbClr val="C2352F"/>
          </a:solidFill>
          <a:ln/>
        </p:spPr>
      </p:sp>
      <p:sp>
        <p:nvSpPr>
          <p:cNvPr id="104" name="Text 102"/>
          <p:cNvSpPr txBox="1"/>
          <p:nvPr/>
        </p:nvSpPr>
        <p:spPr>
          <a:xfrm>
            <a:off x="9079992" y="222885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$87,518</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21390" cy="145218"/>
          </a:xfrm>
          <a:prstGeom prst="rect">
            <a:avLst/>
          </a:prstGeom>
          <a:solidFill>
            <a:srgbClr val="C2352F"/>
          </a:solidFill>
          <a:ln/>
        </p:spPr>
      </p:sp>
      <p:sp>
        <p:nvSpPr>
          <p:cNvPr id="109" name="Text 107"/>
          <p:cNvSpPr txBox="1"/>
          <p:nvPr/>
        </p:nvSpPr>
        <p:spPr>
          <a:xfrm>
            <a:off x="9079992" y="249288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$81,619</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20162" cy="145218"/>
          </a:xfrm>
          <a:prstGeom prst="rect">
            <a:avLst/>
          </a:prstGeom>
          <a:solidFill>
            <a:srgbClr val="C2352F"/>
          </a:solidFill>
          <a:ln/>
        </p:spPr>
      </p:sp>
      <p:sp>
        <p:nvSpPr>
          <p:cNvPr id="114" name="Text 112"/>
          <p:cNvSpPr txBox="1"/>
          <p:nvPr/>
        </p:nvSpPr>
        <p:spPr>
          <a:xfrm>
            <a:off x="9079992" y="275691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$80,793</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19265" cy="145218"/>
          </a:xfrm>
          <a:prstGeom prst="rect">
            <a:avLst/>
          </a:prstGeom>
          <a:solidFill>
            <a:srgbClr val="C2352F"/>
          </a:solidFill>
          <a:ln/>
        </p:spPr>
      </p:sp>
      <p:sp>
        <p:nvSpPr>
          <p:cNvPr id="119" name="Text 117"/>
          <p:cNvSpPr txBox="1"/>
          <p:nvPr/>
        </p:nvSpPr>
        <p:spPr>
          <a:xfrm>
            <a:off x="9079992" y="302094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$80,190</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05199" cy="145218"/>
          </a:xfrm>
          <a:prstGeom prst="rect">
            <a:avLst/>
          </a:prstGeom>
          <a:solidFill>
            <a:srgbClr val="C2352F"/>
          </a:solidFill>
          <a:ln/>
        </p:spPr>
      </p:sp>
      <p:sp>
        <p:nvSpPr>
          <p:cNvPr id="124" name="Text 122"/>
          <p:cNvSpPr txBox="1"/>
          <p:nvPr/>
        </p:nvSpPr>
        <p:spPr>
          <a:xfrm>
            <a:off x="9079992" y="3284982"/>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$70,733</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01209" cy="145218"/>
          </a:xfrm>
          <a:prstGeom prst="rect">
            <a:avLst/>
          </a:prstGeom>
          <a:solidFill>
            <a:srgbClr val="C2352F"/>
          </a:solidFill>
          <a:ln/>
        </p:spPr>
      </p:sp>
      <p:sp>
        <p:nvSpPr>
          <p:cNvPr id="129" name="Text 127"/>
          <p:cNvSpPr txBox="1"/>
          <p:nvPr/>
        </p:nvSpPr>
        <p:spPr>
          <a:xfrm>
            <a:off x="9079992" y="3549015"/>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$68,050</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1242" cy="145218"/>
          </a:xfrm>
          <a:prstGeom prst="rect">
            <a:avLst/>
          </a:prstGeom>
          <a:solidFill>
            <a:srgbClr val="C2352F"/>
          </a:solidFill>
          <a:ln/>
        </p:spPr>
      </p:sp>
      <p:sp>
        <p:nvSpPr>
          <p:cNvPr id="134" name="Text 132"/>
          <p:cNvSpPr txBox="1"/>
          <p:nvPr/>
        </p:nvSpPr>
        <p:spPr>
          <a:xfrm>
            <a:off x="9079992" y="3813048"/>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$54,625</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1870" cy="145218"/>
          </a:xfrm>
          <a:prstGeom prst="rect">
            <a:avLst/>
          </a:prstGeom>
          <a:solidFill>
            <a:srgbClr val="C2352F"/>
          </a:solidFill>
          <a:ln/>
        </p:spPr>
      </p:sp>
      <p:sp>
        <p:nvSpPr>
          <p:cNvPr id="139" name="Text 137"/>
          <p:cNvSpPr txBox="1"/>
          <p:nvPr/>
        </p:nvSpPr>
        <p:spPr>
          <a:xfrm>
            <a:off x="9079992" y="4077081"/>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$48,324</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56913" cy="145218"/>
          </a:xfrm>
          <a:prstGeom prst="rect">
            <a:avLst/>
          </a:prstGeom>
          <a:solidFill>
            <a:srgbClr val="C2352F"/>
          </a:solidFill>
          <a:ln/>
        </p:spPr>
      </p:sp>
      <p:sp>
        <p:nvSpPr>
          <p:cNvPr id="144" name="Text 142"/>
          <p:cNvSpPr txBox="1"/>
          <p:nvPr/>
        </p:nvSpPr>
        <p:spPr>
          <a:xfrm>
            <a:off x="9079992" y="434111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$38,266</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0188" cy="145218"/>
          </a:xfrm>
          <a:prstGeom prst="rect">
            <a:avLst/>
          </a:prstGeom>
          <a:solidFill>
            <a:srgbClr val="C2352F"/>
          </a:solidFill>
          <a:ln/>
        </p:spPr>
      </p:sp>
      <p:sp>
        <p:nvSpPr>
          <p:cNvPr id="149" name="Text 147"/>
          <p:cNvSpPr txBox="1"/>
          <p:nvPr/>
        </p:nvSpPr>
        <p:spPr>
          <a:xfrm>
            <a:off x="9079992" y="460514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$33,745</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5445" cy="145218"/>
          </a:xfrm>
          <a:prstGeom prst="rect">
            <a:avLst/>
          </a:prstGeom>
          <a:solidFill>
            <a:srgbClr val="C2352F"/>
          </a:solidFill>
          <a:ln/>
        </p:spPr>
      </p:sp>
      <p:sp>
        <p:nvSpPr>
          <p:cNvPr id="154" name="Text 152"/>
          <p:cNvSpPr txBox="1"/>
          <p:nvPr/>
        </p:nvSpPr>
        <p:spPr>
          <a:xfrm>
            <a:off x="9079992" y="486918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$23,832</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8288" cy="145218"/>
          </a:xfrm>
          <a:prstGeom prst="rect">
            <a:avLst/>
          </a:prstGeom>
          <a:solidFill>
            <a:srgbClr val="C2352F"/>
          </a:solidFill>
          <a:ln/>
        </p:spPr>
      </p:sp>
      <p:sp>
        <p:nvSpPr>
          <p:cNvPr id="159" name="Text 157"/>
          <p:cNvSpPr txBox="1"/>
          <p:nvPr/>
        </p:nvSpPr>
        <p:spPr>
          <a:xfrm>
            <a:off x="9079992" y="513321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$12,118</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079992" y="539724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$10,380</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079992" y="566127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$2,765</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12A566"/>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$797,928</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$419,904</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$378,024</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12A566"/>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$463,396</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$142,960</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$320,436</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12A566"/>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$343,968</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$123,204</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$220,764</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12A566"/>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$325,752</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$206,340</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$119,412</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12A566"/>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$292,056</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$165,000</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$127,056</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12A566"/>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$283,584</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$136,824</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$146,760</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12A566"/>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$225,360</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$127,560</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$97,800</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12A566"/>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$209,268</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$46,440</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$162,828</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12A566"/>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$146,088</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$49,068</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$97,020</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12A566"/>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$133,692</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$133,692</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12A566"/>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$96,264</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$96,264</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12A566"/>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$94,620</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$63,852</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$30,768</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12A566"/>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$93,216</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$32,748</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$60,468</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12A566"/>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$90,672</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$37,212</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$53,460</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12A566"/>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$74,952</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$74,952</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12A566"/>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$61,536</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$61,536</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12A566"/>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$35,304</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$35,304</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12A566"/>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$15,204</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$15,204</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12A566"/>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$5,340</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$5,340</a:t>
            </a:r>
            <a:endParaRPr lang="en-US" sz="1300" dirty="0"/>
          </a:p>
        </p:txBody>
      </p:sp>
      <p:sp>
        <p:nvSpPr>
          <p:cNvPr id="107" name="Shape 105"/>
          <p:cNvSpPr/>
          <p:nvPr/>
        </p:nvSpPr>
        <p:spPr>
          <a:xfrm>
            <a:off x="457200" y="6126480"/>
            <a:ext cx="11274552" cy="615696"/>
          </a:xfrm>
          <a:prstGeom prst="rect">
            <a:avLst/>
          </a:prstGeom>
          <a:solidFill>
            <a:srgbClr val="E6F6EE"/>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Primary causes in the six audits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Manager signature on add-ons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Any added repair approved and signed by a manager before it is claimed</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Signatures on in-stock units</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Customer and manager signatures on repairs to units in stock</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19856" y="1316736"/>
            <a:ext cx="95097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8970264" y="1316736"/>
            <a:ext cx="95097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694944" cy="136676"/>
          </a:xfrm>
          <a:prstGeom prst="rect">
            <a:avLst/>
          </a:prstGeom>
          <a:solidFill>
            <a:srgbClr val="2587C5"/>
          </a:solidFill>
          <a:ln/>
        </p:spPr>
      </p:sp>
      <p:sp>
        <p:nvSpPr>
          <p:cNvPr id="14" name="Text 12"/>
          <p:cNvSpPr txBox="1"/>
          <p:nvPr/>
        </p:nvSpPr>
        <p:spPr>
          <a:xfrm>
            <a:off x="3419856" y="170078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$1,506,225</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$14,174</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$14,883</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08906" cy="136676"/>
          </a:xfrm>
          <a:prstGeom prst="rect">
            <a:avLst/>
          </a:prstGeom>
          <a:solidFill>
            <a:srgbClr val="2587C5"/>
          </a:solidFill>
          <a:ln/>
        </p:spPr>
      </p:sp>
      <p:sp>
        <p:nvSpPr>
          <p:cNvPr id="19" name="Text 17"/>
          <p:cNvSpPr txBox="1"/>
          <p:nvPr/>
        </p:nvSpPr>
        <p:spPr>
          <a:xfrm>
            <a:off x="3419856" y="194928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$1,103,005</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$12,644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43634" cy="136676"/>
          </a:xfrm>
          <a:prstGeom prst="rect">
            <a:avLst/>
          </a:prstGeom>
          <a:solidFill>
            <a:srgbClr val="2587C5"/>
          </a:solidFill>
          <a:ln/>
        </p:spPr>
      </p:sp>
      <p:sp>
        <p:nvSpPr>
          <p:cNvPr id="24" name="Text 22"/>
          <p:cNvSpPr txBox="1"/>
          <p:nvPr/>
        </p:nvSpPr>
        <p:spPr>
          <a:xfrm>
            <a:off x="3419856" y="219778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$961,535</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$16,061</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$16,864</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79571" cy="136676"/>
          </a:xfrm>
          <a:prstGeom prst="rect">
            <a:avLst/>
          </a:prstGeom>
          <a:solidFill>
            <a:srgbClr val="2587C5"/>
          </a:solidFill>
          <a:ln/>
        </p:spPr>
      </p:sp>
      <p:sp>
        <p:nvSpPr>
          <p:cNvPr id="29" name="Text 27"/>
          <p:cNvSpPr txBox="1"/>
          <p:nvPr/>
        </p:nvSpPr>
        <p:spPr>
          <a:xfrm>
            <a:off x="3419856" y="244628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$822,684</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$23,461</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$24,634</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10060" cy="136676"/>
          </a:xfrm>
          <a:prstGeom prst="rect">
            <a:avLst/>
          </a:prstGeom>
          <a:solidFill>
            <a:srgbClr val="2587C5"/>
          </a:solidFill>
          <a:ln/>
        </p:spPr>
      </p:sp>
      <p:sp>
        <p:nvSpPr>
          <p:cNvPr id="34" name="Text 32"/>
          <p:cNvSpPr txBox="1"/>
          <p:nvPr/>
        </p:nvSpPr>
        <p:spPr>
          <a:xfrm>
            <a:off x="3419856" y="2694791"/>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$672,026</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$12,874</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$13,518</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295191" cy="136676"/>
          </a:xfrm>
          <a:prstGeom prst="rect">
            <a:avLst/>
          </a:prstGeom>
          <a:solidFill>
            <a:srgbClr val="2587C5"/>
          </a:solidFill>
          <a:ln/>
        </p:spPr>
      </p:sp>
      <p:sp>
        <p:nvSpPr>
          <p:cNvPr id="39" name="Text 37"/>
          <p:cNvSpPr txBox="1"/>
          <p:nvPr/>
        </p:nvSpPr>
        <p:spPr>
          <a:xfrm>
            <a:off x="3419856" y="294329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$639,799</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$14,973</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65029" cy="136676"/>
          </a:xfrm>
          <a:prstGeom prst="rect">
            <a:avLst/>
          </a:prstGeom>
          <a:solidFill>
            <a:srgbClr val="2587C5"/>
          </a:solidFill>
          <a:ln/>
        </p:spPr>
      </p:sp>
      <p:sp>
        <p:nvSpPr>
          <p:cNvPr id="44" name="Text 42"/>
          <p:cNvSpPr txBox="1"/>
          <p:nvPr/>
        </p:nvSpPr>
        <p:spPr>
          <a:xfrm>
            <a:off x="3419856" y="319179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$574,425</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$14,604</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$15,334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03194" cy="136676"/>
          </a:xfrm>
          <a:prstGeom prst="rect">
            <a:avLst/>
          </a:prstGeom>
          <a:solidFill>
            <a:srgbClr val="2587C5"/>
          </a:solidFill>
          <a:ln/>
        </p:spPr>
      </p:sp>
      <p:sp>
        <p:nvSpPr>
          <p:cNvPr id="49" name="Text 47"/>
          <p:cNvSpPr txBox="1"/>
          <p:nvPr/>
        </p:nvSpPr>
        <p:spPr>
          <a:xfrm>
            <a:off x="3419856" y="344029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$440,403</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$18,148</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$19,056</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89258" cy="136676"/>
          </a:xfrm>
          <a:prstGeom prst="rect">
            <a:avLst/>
          </a:prstGeom>
          <a:solidFill>
            <a:srgbClr val="2587C5"/>
          </a:solidFill>
          <a:ln/>
        </p:spPr>
      </p:sp>
      <p:sp>
        <p:nvSpPr>
          <p:cNvPr id="54" name="Text 52"/>
          <p:cNvSpPr txBox="1"/>
          <p:nvPr/>
        </p:nvSpPr>
        <p:spPr>
          <a:xfrm>
            <a:off x="3419856" y="368879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$410,199</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$13,289</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$13,954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82441" cy="136676"/>
          </a:xfrm>
          <a:prstGeom prst="rect">
            <a:avLst/>
          </a:prstGeom>
          <a:solidFill>
            <a:srgbClr val="2587C5"/>
          </a:solidFill>
          <a:ln/>
        </p:spPr>
      </p:sp>
      <p:sp>
        <p:nvSpPr>
          <p:cNvPr id="59" name="Text 57"/>
          <p:cNvSpPr txBox="1"/>
          <p:nvPr/>
        </p:nvSpPr>
        <p:spPr>
          <a:xfrm>
            <a:off x="3419856" y="393729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$395,423</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$11,685</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56263" cy="136676"/>
          </a:xfrm>
          <a:prstGeom prst="rect">
            <a:avLst/>
          </a:prstGeom>
          <a:solidFill>
            <a:srgbClr val="2587C5"/>
          </a:solidFill>
          <a:ln/>
        </p:spPr>
      </p:sp>
      <p:sp>
        <p:nvSpPr>
          <p:cNvPr id="64" name="Text 62"/>
          <p:cNvSpPr txBox="1"/>
          <p:nvPr/>
        </p:nvSpPr>
        <p:spPr>
          <a:xfrm>
            <a:off x="3419856" y="418580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$338,685</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$11,596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47344" cy="136676"/>
          </a:xfrm>
          <a:prstGeom prst="rect">
            <a:avLst/>
          </a:prstGeom>
          <a:solidFill>
            <a:srgbClr val="2587C5"/>
          </a:solidFill>
          <a:ln/>
        </p:spPr>
      </p:sp>
      <p:sp>
        <p:nvSpPr>
          <p:cNvPr id="69" name="Text 67"/>
          <p:cNvSpPr txBox="1"/>
          <p:nvPr/>
        </p:nvSpPr>
        <p:spPr>
          <a:xfrm>
            <a:off x="3419856" y="443430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$319,353</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$12,606</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47118" cy="136676"/>
          </a:xfrm>
          <a:prstGeom prst="rect">
            <a:avLst/>
          </a:prstGeom>
          <a:solidFill>
            <a:srgbClr val="2587C5"/>
          </a:solidFill>
          <a:ln/>
        </p:spPr>
      </p:sp>
      <p:sp>
        <p:nvSpPr>
          <p:cNvPr id="74" name="Text 72"/>
          <p:cNvSpPr txBox="1"/>
          <p:nvPr/>
        </p:nvSpPr>
        <p:spPr>
          <a:xfrm>
            <a:off x="3419856" y="468280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$318,864</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$12,555</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39353" cy="136676"/>
          </a:xfrm>
          <a:prstGeom prst="rect">
            <a:avLst/>
          </a:prstGeom>
          <a:solidFill>
            <a:srgbClr val="2587C5"/>
          </a:solidFill>
          <a:ln/>
        </p:spPr>
      </p:sp>
      <p:sp>
        <p:nvSpPr>
          <p:cNvPr id="79" name="Text 77"/>
          <p:cNvSpPr txBox="1"/>
          <p:nvPr/>
        </p:nvSpPr>
        <p:spPr>
          <a:xfrm>
            <a:off x="3419856" y="4931305"/>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$302,035</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$10,911</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37448" cy="136676"/>
          </a:xfrm>
          <a:prstGeom prst="rect">
            <a:avLst/>
          </a:prstGeom>
          <a:solidFill>
            <a:srgbClr val="2587C5"/>
          </a:solidFill>
          <a:ln/>
        </p:spPr>
      </p:sp>
      <p:sp>
        <p:nvSpPr>
          <p:cNvPr id="84" name="Text 82"/>
          <p:cNvSpPr txBox="1"/>
          <p:nvPr/>
        </p:nvSpPr>
        <p:spPr>
          <a:xfrm>
            <a:off x="3419856" y="517980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$297,906</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$11,333</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37179" cy="136676"/>
          </a:xfrm>
          <a:prstGeom prst="rect">
            <a:avLst/>
          </a:prstGeom>
          <a:solidFill>
            <a:srgbClr val="2587C5"/>
          </a:solidFill>
          <a:ln/>
        </p:spPr>
      </p:sp>
      <p:sp>
        <p:nvSpPr>
          <p:cNvPr id="89" name="Text 87"/>
          <p:cNvSpPr txBox="1"/>
          <p:nvPr/>
        </p:nvSpPr>
        <p:spPr>
          <a:xfrm>
            <a:off x="3419856" y="542830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$297,322</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$15,662</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28662" cy="136676"/>
          </a:xfrm>
          <a:prstGeom prst="rect">
            <a:avLst/>
          </a:prstGeom>
          <a:solidFill>
            <a:srgbClr val="2587C5"/>
          </a:solidFill>
          <a:ln/>
        </p:spPr>
      </p:sp>
      <p:sp>
        <p:nvSpPr>
          <p:cNvPr id="94" name="Text 92"/>
          <p:cNvSpPr txBox="1"/>
          <p:nvPr/>
        </p:nvSpPr>
        <p:spPr>
          <a:xfrm>
            <a:off x="3419856" y="567681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$278,863</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$12,871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$13,514</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27501" cy="136676"/>
          </a:xfrm>
          <a:prstGeom prst="rect">
            <a:avLst/>
          </a:prstGeom>
          <a:solidFill>
            <a:srgbClr val="2587C5"/>
          </a:solidFill>
          <a:ln/>
        </p:spPr>
      </p:sp>
      <p:sp>
        <p:nvSpPr>
          <p:cNvPr id="99" name="Text 97"/>
          <p:cNvSpPr txBox="1"/>
          <p:nvPr/>
        </p:nvSpPr>
        <p:spPr>
          <a:xfrm>
            <a:off x="8970264" y="170078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$276,346</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$17,765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0382" cy="136676"/>
          </a:xfrm>
          <a:prstGeom prst="rect">
            <a:avLst/>
          </a:prstGeom>
          <a:solidFill>
            <a:srgbClr val="2587C5"/>
          </a:solidFill>
          <a:ln/>
        </p:spPr>
      </p:sp>
      <p:sp>
        <p:nvSpPr>
          <p:cNvPr id="104" name="Text 102"/>
          <p:cNvSpPr txBox="1"/>
          <p:nvPr/>
        </p:nvSpPr>
        <p:spPr>
          <a:xfrm>
            <a:off x="8970264" y="194928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$260,917</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$18,549</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$19,476</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09290" cy="136676"/>
          </a:xfrm>
          <a:prstGeom prst="rect">
            <a:avLst/>
          </a:prstGeom>
          <a:solidFill>
            <a:srgbClr val="2587C5"/>
          </a:solidFill>
          <a:ln/>
        </p:spPr>
      </p:sp>
      <p:sp>
        <p:nvSpPr>
          <p:cNvPr id="109" name="Text 107"/>
          <p:cNvSpPr txBox="1"/>
          <p:nvPr/>
        </p:nvSpPr>
        <p:spPr>
          <a:xfrm>
            <a:off x="8970264" y="219778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$236,877</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$10,450</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08135" cy="136676"/>
          </a:xfrm>
          <a:prstGeom prst="rect">
            <a:avLst/>
          </a:prstGeom>
          <a:solidFill>
            <a:srgbClr val="2587C5"/>
          </a:solidFill>
          <a:ln/>
        </p:spPr>
      </p:sp>
      <p:sp>
        <p:nvSpPr>
          <p:cNvPr id="114" name="Text 112"/>
          <p:cNvSpPr txBox="1"/>
          <p:nvPr/>
        </p:nvSpPr>
        <p:spPr>
          <a:xfrm>
            <a:off x="8970264" y="244628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$234,372</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$15,556</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$16,333</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05077" cy="136676"/>
          </a:xfrm>
          <a:prstGeom prst="rect">
            <a:avLst/>
          </a:prstGeom>
          <a:solidFill>
            <a:srgbClr val="2587C5"/>
          </a:solidFill>
          <a:ln/>
        </p:spPr>
      </p:sp>
      <p:sp>
        <p:nvSpPr>
          <p:cNvPr id="119" name="Text 117"/>
          <p:cNvSpPr txBox="1"/>
          <p:nvPr/>
        </p:nvSpPr>
        <p:spPr>
          <a:xfrm>
            <a:off x="8970264" y="2694791"/>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$227,743</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$18,268</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$19,182</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1658" cy="136676"/>
          </a:xfrm>
          <a:prstGeom prst="rect">
            <a:avLst/>
          </a:prstGeom>
          <a:solidFill>
            <a:srgbClr val="2587C5"/>
          </a:solidFill>
          <a:ln/>
        </p:spPr>
      </p:sp>
      <p:sp>
        <p:nvSpPr>
          <p:cNvPr id="124" name="Text 122"/>
          <p:cNvSpPr txBox="1"/>
          <p:nvPr/>
        </p:nvSpPr>
        <p:spPr>
          <a:xfrm>
            <a:off x="8970264" y="294329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$220,335</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$15,966</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$16,765</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1723" cy="136676"/>
          </a:xfrm>
          <a:prstGeom prst="rect">
            <a:avLst/>
          </a:prstGeom>
          <a:solidFill>
            <a:srgbClr val="2587C5"/>
          </a:solidFill>
          <a:ln/>
        </p:spPr>
      </p:sp>
      <p:sp>
        <p:nvSpPr>
          <p:cNvPr id="129" name="Text 127"/>
          <p:cNvSpPr txBox="1"/>
          <p:nvPr/>
        </p:nvSpPr>
        <p:spPr>
          <a:xfrm>
            <a:off x="8970264" y="319179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$198,802</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$11,511</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88990" cy="136676"/>
          </a:xfrm>
          <a:prstGeom prst="rect">
            <a:avLst/>
          </a:prstGeom>
          <a:solidFill>
            <a:srgbClr val="2587C5"/>
          </a:solidFill>
          <a:ln/>
        </p:spPr>
      </p:sp>
      <p:sp>
        <p:nvSpPr>
          <p:cNvPr id="134" name="Text 132"/>
          <p:cNvSpPr txBox="1"/>
          <p:nvPr/>
        </p:nvSpPr>
        <p:spPr>
          <a:xfrm>
            <a:off x="8970264" y="344029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$192,877</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$12,982</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3056" cy="136676"/>
          </a:xfrm>
          <a:prstGeom prst="rect">
            <a:avLst/>
          </a:prstGeom>
          <a:solidFill>
            <a:srgbClr val="2587C5"/>
          </a:solidFill>
          <a:ln/>
        </p:spPr>
      </p:sp>
      <p:sp>
        <p:nvSpPr>
          <p:cNvPr id="139" name="Text 137"/>
          <p:cNvSpPr txBox="1"/>
          <p:nvPr/>
        </p:nvSpPr>
        <p:spPr>
          <a:xfrm>
            <a:off x="8970264" y="368879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$180,016</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$13,126</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1851" cy="136676"/>
          </a:xfrm>
          <a:prstGeom prst="rect">
            <a:avLst/>
          </a:prstGeom>
          <a:solidFill>
            <a:srgbClr val="2587C5"/>
          </a:solidFill>
          <a:ln/>
        </p:spPr>
      </p:sp>
      <p:sp>
        <p:nvSpPr>
          <p:cNvPr id="144" name="Text 142"/>
          <p:cNvSpPr txBox="1"/>
          <p:nvPr/>
        </p:nvSpPr>
        <p:spPr>
          <a:xfrm>
            <a:off x="8970264" y="393729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$155,730</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$12,709</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0289" cy="136676"/>
          </a:xfrm>
          <a:prstGeom prst="rect">
            <a:avLst/>
          </a:prstGeom>
          <a:solidFill>
            <a:srgbClr val="2587C5"/>
          </a:solidFill>
          <a:ln/>
        </p:spPr>
      </p:sp>
      <p:sp>
        <p:nvSpPr>
          <p:cNvPr id="149" name="Text 147"/>
          <p:cNvSpPr txBox="1"/>
          <p:nvPr/>
        </p:nvSpPr>
        <p:spPr>
          <a:xfrm>
            <a:off x="8970264" y="418580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$152,344</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$12,118</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69822" cy="136676"/>
          </a:xfrm>
          <a:prstGeom prst="rect">
            <a:avLst/>
          </a:prstGeom>
          <a:solidFill>
            <a:srgbClr val="2587C5"/>
          </a:solidFill>
          <a:ln/>
        </p:spPr>
      </p:sp>
      <p:sp>
        <p:nvSpPr>
          <p:cNvPr id="154" name="Text 152"/>
          <p:cNvSpPr txBox="1"/>
          <p:nvPr/>
        </p:nvSpPr>
        <p:spPr>
          <a:xfrm>
            <a:off x="8970264" y="443430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$151,334</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$9,973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67909" cy="136676"/>
          </a:xfrm>
          <a:prstGeom prst="rect">
            <a:avLst/>
          </a:prstGeom>
          <a:solidFill>
            <a:srgbClr val="2587C5"/>
          </a:solidFill>
          <a:ln/>
        </p:spPr>
      </p:sp>
      <p:sp>
        <p:nvSpPr>
          <p:cNvPr id="159" name="Text 157"/>
          <p:cNvSpPr txBox="1"/>
          <p:nvPr/>
        </p:nvSpPr>
        <p:spPr>
          <a:xfrm>
            <a:off x="8970264" y="468280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$147,187</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$15,988</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48967" cy="136676"/>
          </a:xfrm>
          <a:prstGeom prst="rect">
            <a:avLst/>
          </a:prstGeom>
          <a:solidFill>
            <a:srgbClr val="2587C5"/>
          </a:solidFill>
          <a:ln/>
        </p:spPr>
      </p:sp>
      <p:sp>
        <p:nvSpPr>
          <p:cNvPr id="164" name="Text 162"/>
          <p:cNvSpPr txBox="1"/>
          <p:nvPr/>
        </p:nvSpPr>
        <p:spPr>
          <a:xfrm>
            <a:off x="8970264" y="4931305"/>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$106,131</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$9,607</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7223" cy="136676"/>
          </a:xfrm>
          <a:prstGeom prst="rect">
            <a:avLst/>
          </a:prstGeom>
          <a:solidFill>
            <a:srgbClr val="2587C5"/>
          </a:solidFill>
          <a:ln/>
        </p:spPr>
      </p:sp>
      <p:sp>
        <p:nvSpPr>
          <p:cNvPr id="169" name="Text 167"/>
          <p:cNvSpPr txBox="1"/>
          <p:nvPr/>
        </p:nvSpPr>
        <p:spPr>
          <a:xfrm>
            <a:off x="8970264" y="517980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$102,351</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$12,212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29775" cy="136676"/>
          </a:xfrm>
          <a:prstGeom prst="rect">
            <a:avLst/>
          </a:prstGeom>
          <a:solidFill>
            <a:srgbClr val="2587C5"/>
          </a:solidFill>
          <a:ln/>
        </p:spPr>
      </p:sp>
      <p:sp>
        <p:nvSpPr>
          <p:cNvPr id="174" name="Text 172"/>
          <p:cNvSpPr txBox="1"/>
          <p:nvPr/>
        </p:nvSpPr>
        <p:spPr>
          <a:xfrm>
            <a:off x="8970264" y="542830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$64,535</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$10,372</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174662"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628753" cy="110266"/>
          </a:xfrm>
          <a:prstGeom prst="rect">
            <a:avLst/>
          </a:prstGeom>
          <a:solidFill>
            <a:srgbClr val="12A566"/>
          </a:solidFill>
          <a:ln/>
        </p:spPr>
      </p:sp>
      <p:sp>
        <p:nvSpPr>
          <p:cNvPr id="20" name="Shape 18"/>
          <p:cNvSpPr/>
          <p:nvPr/>
        </p:nvSpPr>
        <p:spPr>
          <a:xfrm>
            <a:off x="4174662"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545728" cy="110266"/>
          </a:xfrm>
          <a:prstGeom prst="rect">
            <a:avLst/>
          </a:prstGeom>
          <a:solidFill>
            <a:srgbClr val="12A566"/>
          </a:solidFill>
          <a:ln/>
        </p:spPr>
      </p:sp>
      <p:sp>
        <p:nvSpPr>
          <p:cNvPr id="25" name="Shape 23"/>
          <p:cNvSpPr/>
          <p:nvPr/>
        </p:nvSpPr>
        <p:spPr>
          <a:xfrm>
            <a:off x="4174662"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511815" cy="110266"/>
          </a:xfrm>
          <a:prstGeom prst="rect">
            <a:avLst/>
          </a:prstGeom>
          <a:solidFill>
            <a:srgbClr val="12A566"/>
          </a:solidFill>
          <a:ln/>
        </p:spPr>
      </p:sp>
      <p:sp>
        <p:nvSpPr>
          <p:cNvPr id="30" name="Shape 28"/>
          <p:cNvSpPr/>
          <p:nvPr/>
        </p:nvSpPr>
        <p:spPr>
          <a:xfrm>
            <a:off x="4174662"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509744" cy="110266"/>
          </a:xfrm>
          <a:prstGeom prst="rect">
            <a:avLst/>
          </a:prstGeom>
          <a:solidFill>
            <a:srgbClr val="12A566"/>
          </a:solidFill>
          <a:ln/>
        </p:spPr>
      </p:sp>
      <p:sp>
        <p:nvSpPr>
          <p:cNvPr id="35" name="Shape 33"/>
          <p:cNvSpPr/>
          <p:nvPr/>
        </p:nvSpPr>
        <p:spPr>
          <a:xfrm>
            <a:off x="4174662"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500980" cy="110266"/>
          </a:xfrm>
          <a:prstGeom prst="rect">
            <a:avLst/>
          </a:prstGeom>
          <a:solidFill>
            <a:srgbClr val="12A566"/>
          </a:solidFill>
          <a:ln/>
        </p:spPr>
      </p:sp>
      <p:sp>
        <p:nvSpPr>
          <p:cNvPr id="40" name="Shape 38"/>
          <p:cNvSpPr/>
          <p:nvPr/>
        </p:nvSpPr>
        <p:spPr>
          <a:xfrm>
            <a:off x="4174662"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310201" cy="110266"/>
          </a:xfrm>
          <a:prstGeom prst="rect">
            <a:avLst/>
          </a:prstGeom>
          <a:solidFill>
            <a:srgbClr val="12A566"/>
          </a:solidFill>
          <a:ln/>
        </p:spPr>
      </p:sp>
      <p:sp>
        <p:nvSpPr>
          <p:cNvPr id="45" name="Shape 43"/>
          <p:cNvSpPr/>
          <p:nvPr/>
        </p:nvSpPr>
        <p:spPr>
          <a:xfrm>
            <a:off x="4174662"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298721" cy="110266"/>
          </a:xfrm>
          <a:prstGeom prst="rect">
            <a:avLst/>
          </a:prstGeom>
          <a:solidFill>
            <a:srgbClr val="12A566"/>
          </a:solidFill>
          <a:ln/>
        </p:spPr>
      </p:sp>
      <p:sp>
        <p:nvSpPr>
          <p:cNvPr id="51" name="Shape 49"/>
          <p:cNvSpPr/>
          <p:nvPr/>
        </p:nvSpPr>
        <p:spPr>
          <a:xfrm>
            <a:off x="381662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281391" cy="110266"/>
          </a:xfrm>
          <a:prstGeom prst="rect">
            <a:avLst/>
          </a:prstGeom>
          <a:solidFill>
            <a:srgbClr val="12A566"/>
          </a:solidFill>
          <a:ln/>
        </p:spPr>
      </p:sp>
      <p:sp>
        <p:nvSpPr>
          <p:cNvPr id="57" name="Shape 55"/>
          <p:cNvSpPr/>
          <p:nvPr/>
        </p:nvSpPr>
        <p:spPr>
          <a:xfrm>
            <a:off x="3816623"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276424" cy="110266"/>
          </a:xfrm>
          <a:prstGeom prst="rect">
            <a:avLst/>
          </a:prstGeom>
          <a:solidFill>
            <a:srgbClr val="12A566"/>
          </a:solidFill>
          <a:ln/>
        </p:spPr>
      </p:sp>
      <p:sp>
        <p:nvSpPr>
          <p:cNvPr id="62" name="Shape 60"/>
          <p:cNvSpPr/>
          <p:nvPr/>
        </p:nvSpPr>
        <p:spPr>
          <a:xfrm>
            <a:off x="4174662"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233001" cy="110266"/>
          </a:xfrm>
          <a:prstGeom prst="rect">
            <a:avLst/>
          </a:prstGeom>
          <a:solidFill>
            <a:srgbClr val="12A566"/>
          </a:solidFill>
          <a:ln/>
        </p:spPr>
      </p:sp>
      <p:sp>
        <p:nvSpPr>
          <p:cNvPr id="67" name="Shape 65"/>
          <p:cNvSpPr/>
          <p:nvPr/>
        </p:nvSpPr>
        <p:spPr>
          <a:xfrm>
            <a:off x="4174662"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207673" cy="110266"/>
          </a:xfrm>
          <a:prstGeom prst="rect">
            <a:avLst/>
          </a:prstGeom>
          <a:solidFill>
            <a:srgbClr val="12A566"/>
          </a:solidFill>
          <a:ln/>
        </p:spPr>
      </p:sp>
      <p:sp>
        <p:nvSpPr>
          <p:cNvPr id="72" name="Shape 70"/>
          <p:cNvSpPr/>
          <p:nvPr/>
        </p:nvSpPr>
        <p:spPr>
          <a:xfrm>
            <a:off x="4174662"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204116" cy="110266"/>
          </a:xfrm>
          <a:prstGeom prst="rect">
            <a:avLst/>
          </a:prstGeom>
          <a:solidFill>
            <a:srgbClr val="12A566"/>
          </a:solidFill>
          <a:ln/>
        </p:spPr>
      </p:sp>
      <p:sp>
        <p:nvSpPr>
          <p:cNvPr id="77" name="Shape 75"/>
          <p:cNvSpPr/>
          <p:nvPr/>
        </p:nvSpPr>
        <p:spPr>
          <a:xfrm>
            <a:off x="4174662"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189792" cy="110266"/>
          </a:xfrm>
          <a:prstGeom prst="rect">
            <a:avLst/>
          </a:prstGeom>
          <a:solidFill>
            <a:srgbClr val="12A566"/>
          </a:solidFill>
          <a:ln/>
        </p:spPr>
      </p:sp>
      <p:sp>
        <p:nvSpPr>
          <p:cNvPr id="82" name="Shape 80"/>
          <p:cNvSpPr/>
          <p:nvPr/>
        </p:nvSpPr>
        <p:spPr>
          <a:xfrm>
            <a:off x="4174662"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172604" cy="110266"/>
          </a:xfrm>
          <a:prstGeom prst="rect">
            <a:avLst/>
          </a:prstGeom>
          <a:solidFill>
            <a:srgbClr val="C2352F"/>
          </a:solidFill>
          <a:ln/>
        </p:spPr>
      </p:sp>
      <p:sp>
        <p:nvSpPr>
          <p:cNvPr id="87" name="Shape 85"/>
          <p:cNvSpPr/>
          <p:nvPr/>
        </p:nvSpPr>
        <p:spPr>
          <a:xfrm>
            <a:off x="4174662"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149687" cy="110266"/>
          </a:xfrm>
          <a:prstGeom prst="rect">
            <a:avLst/>
          </a:prstGeom>
          <a:solidFill>
            <a:srgbClr val="C2352F"/>
          </a:solidFill>
          <a:ln/>
        </p:spPr>
      </p:sp>
      <p:sp>
        <p:nvSpPr>
          <p:cNvPr id="92" name="Shape 90"/>
          <p:cNvSpPr/>
          <p:nvPr/>
        </p:nvSpPr>
        <p:spPr>
          <a:xfrm>
            <a:off x="4174662"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1104796" cy="110266"/>
          </a:xfrm>
          <a:prstGeom prst="rect">
            <a:avLst/>
          </a:prstGeom>
          <a:solidFill>
            <a:srgbClr val="C2352F"/>
          </a:solidFill>
          <a:ln/>
        </p:spPr>
      </p:sp>
      <p:sp>
        <p:nvSpPr>
          <p:cNvPr id="97" name="Shape 95"/>
          <p:cNvSpPr/>
          <p:nvPr/>
        </p:nvSpPr>
        <p:spPr>
          <a:xfrm>
            <a:off x="4174662"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075418" cy="110266"/>
          </a:xfrm>
          <a:prstGeom prst="rect">
            <a:avLst/>
          </a:prstGeom>
          <a:solidFill>
            <a:srgbClr val="12A566"/>
          </a:solidFill>
          <a:ln/>
        </p:spPr>
      </p:sp>
      <p:sp>
        <p:nvSpPr>
          <p:cNvPr id="103" name="Shape 101"/>
          <p:cNvSpPr/>
          <p:nvPr/>
        </p:nvSpPr>
        <p:spPr>
          <a:xfrm>
            <a:off x="936703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1062235" cy="110266"/>
          </a:xfrm>
          <a:prstGeom prst="rect">
            <a:avLst/>
          </a:prstGeom>
          <a:solidFill>
            <a:srgbClr val="C2352F"/>
          </a:solidFill>
          <a:ln/>
        </p:spPr>
      </p:sp>
      <p:sp>
        <p:nvSpPr>
          <p:cNvPr id="108" name="Shape 106"/>
          <p:cNvSpPr/>
          <p:nvPr/>
        </p:nvSpPr>
        <p:spPr>
          <a:xfrm>
            <a:off x="9725070"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1026400" cy="110266"/>
          </a:xfrm>
          <a:prstGeom prst="rect">
            <a:avLst/>
          </a:prstGeom>
          <a:solidFill>
            <a:srgbClr val="C2352F"/>
          </a:solidFill>
          <a:ln/>
        </p:spPr>
      </p:sp>
      <p:sp>
        <p:nvSpPr>
          <p:cNvPr id="113" name="Shape 111"/>
          <p:cNvSpPr/>
          <p:nvPr/>
        </p:nvSpPr>
        <p:spPr>
          <a:xfrm>
            <a:off x="9725070"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955276" cy="110266"/>
          </a:xfrm>
          <a:prstGeom prst="rect">
            <a:avLst/>
          </a:prstGeom>
          <a:solidFill>
            <a:srgbClr val="C2352F"/>
          </a:solidFill>
          <a:ln/>
        </p:spPr>
      </p:sp>
      <p:sp>
        <p:nvSpPr>
          <p:cNvPr id="118" name="Shape 116"/>
          <p:cNvSpPr/>
          <p:nvPr/>
        </p:nvSpPr>
        <p:spPr>
          <a:xfrm>
            <a:off x="9725070"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926373" cy="110266"/>
          </a:xfrm>
          <a:prstGeom prst="rect">
            <a:avLst/>
          </a:prstGeom>
          <a:solidFill>
            <a:srgbClr val="C2352F"/>
          </a:solidFill>
          <a:ln/>
        </p:spPr>
      </p:sp>
      <p:sp>
        <p:nvSpPr>
          <p:cNvPr id="123" name="Shape 121"/>
          <p:cNvSpPr/>
          <p:nvPr/>
        </p:nvSpPr>
        <p:spPr>
          <a:xfrm>
            <a:off x="9725070"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889893" cy="110266"/>
          </a:xfrm>
          <a:prstGeom prst="rect">
            <a:avLst/>
          </a:prstGeom>
          <a:solidFill>
            <a:srgbClr val="12A566"/>
          </a:solidFill>
          <a:ln/>
        </p:spPr>
      </p:sp>
      <p:sp>
        <p:nvSpPr>
          <p:cNvPr id="129" name="Shape 127"/>
          <p:cNvSpPr/>
          <p:nvPr/>
        </p:nvSpPr>
        <p:spPr>
          <a:xfrm>
            <a:off x="9367031"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854724" cy="110266"/>
          </a:xfrm>
          <a:prstGeom prst="rect">
            <a:avLst/>
          </a:prstGeom>
          <a:solidFill>
            <a:srgbClr val="C2352F"/>
          </a:solidFill>
          <a:ln/>
        </p:spPr>
      </p:sp>
      <p:sp>
        <p:nvSpPr>
          <p:cNvPr id="134" name="Shape 132"/>
          <p:cNvSpPr/>
          <p:nvPr/>
        </p:nvSpPr>
        <p:spPr>
          <a:xfrm>
            <a:off x="9725070"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831951" cy="110266"/>
          </a:xfrm>
          <a:prstGeom prst="rect">
            <a:avLst/>
          </a:prstGeom>
          <a:solidFill>
            <a:srgbClr val="12A566"/>
          </a:solidFill>
          <a:ln/>
        </p:spPr>
      </p:sp>
      <p:sp>
        <p:nvSpPr>
          <p:cNvPr id="140" name="Shape 138"/>
          <p:cNvSpPr/>
          <p:nvPr/>
        </p:nvSpPr>
        <p:spPr>
          <a:xfrm>
            <a:off x="9367031"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821205" cy="110266"/>
          </a:xfrm>
          <a:prstGeom prst="rect">
            <a:avLst/>
          </a:prstGeom>
          <a:solidFill>
            <a:srgbClr val="C2352F"/>
          </a:solidFill>
          <a:ln/>
        </p:spPr>
      </p:sp>
      <p:sp>
        <p:nvSpPr>
          <p:cNvPr id="145" name="Shape 143"/>
          <p:cNvSpPr/>
          <p:nvPr/>
        </p:nvSpPr>
        <p:spPr>
          <a:xfrm>
            <a:off x="9725070"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98956" cy="110266"/>
          </a:xfrm>
          <a:prstGeom prst="rect">
            <a:avLst/>
          </a:prstGeom>
          <a:solidFill>
            <a:srgbClr val="C2352F"/>
          </a:solidFill>
          <a:ln/>
        </p:spPr>
      </p:sp>
      <p:sp>
        <p:nvSpPr>
          <p:cNvPr id="150" name="Shape 148"/>
          <p:cNvSpPr/>
          <p:nvPr/>
        </p:nvSpPr>
        <p:spPr>
          <a:xfrm>
            <a:off x="9725070"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91794" cy="110266"/>
          </a:xfrm>
          <a:prstGeom prst="rect">
            <a:avLst/>
          </a:prstGeom>
          <a:solidFill>
            <a:srgbClr val="C2352F"/>
          </a:solidFill>
          <a:ln/>
        </p:spPr>
      </p:sp>
      <p:sp>
        <p:nvSpPr>
          <p:cNvPr id="155" name="Shape 153"/>
          <p:cNvSpPr/>
          <p:nvPr/>
        </p:nvSpPr>
        <p:spPr>
          <a:xfrm>
            <a:off x="9725070"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779190" cy="110266"/>
          </a:xfrm>
          <a:prstGeom prst="rect">
            <a:avLst/>
          </a:prstGeom>
          <a:solidFill>
            <a:srgbClr val="C2352F"/>
          </a:solidFill>
          <a:ln/>
        </p:spPr>
      </p:sp>
      <p:sp>
        <p:nvSpPr>
          <p:cNvPr id="160" name="Shape 158"/>
          <p:cNvSpPr/>
          <p:nvPr/>
        </p:nvSpPr>
        <p:spPr>
          <a:xfrm>
            <a:off x="9725070"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743376" cy="110266"/>
          </a:xfrm>
          <a:prstGeom prst="rect">
            <a:avLst/>
          </a:prstGeom>
          <a:solidFill>
            <a:srgbClr val="C2352F"/>
          </a:solidFill>
          <a:ln/>
        </p:spPr>
      </p:sp>
      <p:sp>
        <p:nvSpPr>
          <p:cNvPr id="166" name="Shape 164"/>
          <p:cNvSpPr/>
          <p:nvPr/>
        </p:nvSpPr>
        <p:spPr>
          <a:xfrm>
            <a:off x="936703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596901" cy="110266"/>
          </a:xfrm>
          <a:prstGeom prst="rect">
            <a:avLst/>
          </a:prstGeom>
          <a:solidFill>
            <a:srgbClr val="C2352F"/>
          </a:solidFill>
          <a:ln/>
        </p:spPr>
      </p:sp>
      <p:sp>
        <p:nvSpPr>
          <p:cNvPr id="172" name="Shape 170"/>
          <p:cNvSpPr/>
          <p:nvPr/>
        </p:nvSpPr>
        <p:spPr>
          <a:xfrm>
            <a:off x="936703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570833" cy="110266"/>
          </a:xfrm>
          <a:prstGeom prst="rect">
            <a:avLst/>
          </a:prstGeom>
          <a:solidFill>
            <a:srgbClr val="C2352F"/>
          </a:solidFill>
          <a:ln/>
        </p:spPr>
      </p:sp>
      <p:sp>
        <p:nvSpPr>
          <p:cNvPr id="178" name="Shape 176"/>
          <p:cNvSpPr/>
          <p:nvPr/>
        </p:nvSpPr>
        <p:spPr>
          <a:xfrm>
            <a:off x="936703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473837" cy="110266"/>
          </a:xfrm>
          <a:prstGeom prst="rect">
            <a:avLst/>
          </a:prstGeom>
          <a:solidFill>
            <a:srgbClr val="C2352F"/>
          </a:solidFill>
          <a:ln/>
        </p:spPr>
      </p:sp>
      <p:sp>
        <p:nvSpPr>
          <p:cNvPr id="184" name="Shape 182"/>
          <p:cNvSpPr/>
          <p:nvPr/>
        </p:nvSpPr>
        <p:spPr>
          <a:xfrm>
            <a:off x="936703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23967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635068" cy="110266"/>
          </a:xfrm>
          <a:prstGeom prst="rect">
            <a:avLst/>
          </a:prstGeom>
          <a:solidFill>
            <a:srgbClr val="12A566"/>
          </a:solidFill>
          <a:ln/>
        </p:spPr>
      </p:sp>
      <p:sp>
        <p:nvSpPr>
          <p:cNvPr id="20" name="Shape 18"/>
          <p:cNvSpPr/>
          <p:nvPr/>
        </p:nvSpPr>
        <p:spPr>
          <a:xfrm>
            <a:off x="423967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588955" cy="110266"/>
          </a:xfrm>
          <a:prstGeom prst="rect">
            <a:avLst/>
          </a:prstGeom>
          <a:solidFill>
            <a:srgbClr val="12A566"/>
          </a:solidFill>
          <a:ln/>
        </p:spPr>
      </p:sp>
      <p:sp>
        <p:nvSpPr>
          <p:cNvPr id="25" name="Shape 23"/>
          <p:cNvSpPr/>
          <p:nvPr/>
        </p:nvSpPr>
        <p:spPr>
          <a:xfrm>
            <a:off x="423967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563921" cy="110266"/>
          </a:xfrm>
          <a:prstGeom prst="rect">
            <a:avLst/>
          </a:prstGeom>
          <a:solidFill>
            <a:srgbClr val="12A566"/>
          </a:solidFill>
          <a:ln/>
        </p:spPr>
      </p:sp>
      <p:sp>
        <p:nvSpPr>
          <p:cNvPr id="30" name="Shape 28"/>
          <p:cNvSpPr/>
          <p:nvPr/>
        </p:nvSpPr>
        <p:spPr>
          <a:xfrm>
            <a:off x="423967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551295" cy="110266"/>
          </a:xfrm>
          <a:prstGeom prst="rect">
            <a:avLst/>
          </a:prstGeom>
          <a:solidFill>
            <a:srgbClr val="12A566"/>
          </a:solidFill>
          <a:ln/>
        </p:spPr>
      </p:sp>
      <p:sp>
        <p:nvSpPr>
          <p:cNvPr id="35" name="Shape 33"/>
          <p:cNvSpPr/>
          <p:nvPr/>
        </p:nvSpPr>
        <p:spPr>
          <a:xfrm>
            <a:off x="423967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486679" cy="110266"/>
          </a:xfrm>
          <a:prstGeom prst="rect">
            <a:avLst/>
          </a:prstGeom>
          <a:solidFill>
            <a:srgbClr val="12A566"/>
          </a:solidFill>
          <a:ln/>
        </p:spPr>
      </p:sp>
      <p:sp>
        <p:nvSpPr>
          <p:cNvPr id="40" name="Shape 38"/>
          <p:cNvSpPr/>
          <p:nvPr/>
        </p:nvSpPr>
        <p:spPr>
          <a:xfrm>
            <a:off x="423967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475126" cy="110266"/>
          </a:xfrm>
          <a:prstGeom prst="rect">
            <a:avLst/>
          </a:prstGeom>
          <a:solidFill>
            <a:srgbClr val="12A566"/>
          </a:solidFill>
          <a:ln/>
        </p:spPr>
      </p:sp>
      <p:sp>
        <p:nvSpPr>
          <p:cNvPr id="45" name="Shape 43"/>
          <p:cNvSpPr/>
          <p:nvPr/>
        </p:nvSpPr>
        <p:spPr>
          <a:xfrm>
            <a:off x="423967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377666" cy="110266"/>
          </a:xfrm>
          <a:prstGeom prst="rect">
            <a:avLst/>
          </a:prstGeom>
          <a:solidFill>
            <a:srgbClr val="12A566"/>
          </a:solidFill>
          <a:ln/>
        </p:spPr>
      </p:sp>
      <p:sp>
        <p:nvSpPr>
          <p:cNvPr id="50" name="Shape 48"/>
          <p:cNvSpPr/>
          <p:nvPr/>
        </p:nvSpPr>
        <p:spPr>
          <a:xfrm>
            <a:off x="423967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334480" cy="110266"/>
          </a:xfrm>
          <a:prstGeom prst="rect">
            <a:avLst/>
          </a:prstGeom>
          <a:solidFill>
            <a:srgbClr val="12A566"/>
          </a:solidFill>
          <a:ln/>
        </p:spPr>
      </p:sp>
      <p:sp>
        <p:nvSpPr>
          <p:cNvPr id="55" name="Shape 53"/>
          <p:cNvSpPr/>
          <p:nvPr/>
        </p:nvSpPr>
        <p:spPr>
          <a:xfrm>
            <a:off x="423967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334041" cy="110266"/>
          </a:xfrm>
          <a:prstGeom prst="rect">
            <a:avLst/>
          </a:prstGeom>
          <a:solidFill>
            <a:srgbClr val="12A566"/>
          </a:solidFill>
          <a:ln/>
        </p:spPr>
      </p:sp>
      <p:sp>
        <p:nvSpPr>
          <p:cNvPr id="60" name="Shape 58"/>
          <p:cNvSpPr/>
          <p:nvPr/>
        </p:nvSpPr>
        <p:spPr>
          <a:xfrm>
            <a:off x="423967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333504" cy="110266"/>
          </a:xfrm>
          <a:prstGeom prst="rect">
            <a:avLst/>
          </a:prstGeom>
          <a:solidFill>
            <a:srgbClr val="12A566"/>
          </a:solidFill>
          <a:ln/>
        </p:spPr>
      </p:sp>
      <p:sp>
        <p:nvSpPr>
          <p:cNvPr id="65" name="Shape 63"/>
          <p:cNvSpPr/>
          <p:nvPr/>
        </p:nvSpPr>
        <p:spPr>
          <a:xfrm>
            <a:off x="423967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327762" cy="110266"/>
          </a:xfrm>
          <a:prstGeom prst="rect">
            <a:avLst/>
          </a:prstGeom>
          <a:solidFill>
            <a:srgbClr val="12A566"/>
          </a:solidFill>
          <a:ln/>
        </p:spPr>
      </p:sp>
      <p:sp>
        <p:nvSpPr>
          <p:cNvPr id="70" name="Shape 68"/>
          <p:cNvSpPr/>
          <p:nvPr/>
        </p:nvSpPr>
        <p:spPr>
          <a:xfrm>
            <a:off x="423967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320901" cy="110266"/>
          </a:xfrm>
          <a:prstGeom prst="rect">
            <a:avLst/>
          </a:prstGeom>
          <a:solidFill>
            <a:srgbClr val="12A566"/>
          </a:solidFill>
          <a:ln/>
        </p:spPr>
      </p:sp>
      <p:sp>
        <p:nvSpPr>
          <p:cNvPr id="75" name="Shape 73"/>
          <p:cNvSpPr/>
          <p:nvPr/>
        </p:nvSpPr>
        <p:spPr>
          <a:xfrm>
            <a:off x="423967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97695" cy="110266"/>
          </a:xfrm>
          <a:prstGeom prst="rect">
            <a:avLst/>
          </a:prstGeom>
          <a:solidFill>
            <a:srgbClr val="12A566"/>
          </a:solidFill>
          <a:ln/>
        </p:spPr>
      </p:sp>
      <p:sp>
        <p:nvSpPr>
          <p:cNvPr id="80" name="Shape 78"/>
          <p:cNvSpPr/>
          <p:nvPr/>
        </p:nvSpPr>
        <p:spPr>
          <a:xfrm>
            <a:off x="423967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224071" cy="110266"/>
          </a:xfrm>
          <a:prstGeom prst="rect">
            <a:avLst/>
          </a:prstGeom>
          <a:solidFill>
            <a:srgbClr val="C2352F"/>
          </a:solidFill>
          <a:ln/>
        </p:spPr>
      </p:sp>
      <p:sp>
        <p:nvSpPr>
          <p:cNvPr id="85" name="Shape 83"/>
          <p:cNvSpPr/>
          <p:nvPr/>
        </p:nvSpPr>
        <p:spPr>
          <a:xfrm>
            <a:off x="423967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98528" cy="110266"/>
          </a:xfrm>
          <a:prstGeom prst="rect">
            <a:avLst/>
          </a:prstGeom>
          <a:solidFill>
            <a:srgbClr val="C2352F"/>
          </a:solidFill>
          <a:ln/>
        </p:spPr>
      </p:sp>
      <p:sp>
        <p:nvSpPr>
          <p:cNvPr id="90" name="Shape 88"/>
          <p:cNvSpPr/>
          <p:nvPr/>
        </p:nvSpPr>
        <p:spPr>
          <a:xfrm>
            <a:off x="423967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81624" cy="110266"/>
          </a:xfrm>
          <a:prstGeom prst="rect">
            <a:avLst/>
          </a:prstGeom>
          <a:solidFill>
            <a:srgbClr val="C2352F"/>
          </a:solidFill>
          <a:ln/>
        </p:spPr>
      </p:sp>
      <p:sp>
        <p:nvSpPr>
          <p:cNvPr id="95" name="Shape 93"/>
          <p:cNvSpPr/>
          <p:nvPr/>
        </p:nvSpPr>
        <p:spPr>
          <a:xfrm>
            <a:off x="423967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055564" cy="110266"/>
          </a:xfrm>
          <a:prstGeom prst="rect">
            <a:avLst/>
          </a:prstGeom>
          <a:solidFill>
            <a:srgbClr val="12A566"/>
          </a:solidFill>
          <a:ln/>
        </p:spPr>
      </p:sp>
      <p:sp>
        <p:nvSpPr>
          <p:cNvPr id="101" name="Shape 99"/>
          <p:cNvSpPr/>
          <p:nvPr/>
        </p:nvSpPr>
        <p:spPr>
          <a:xfrm>
            <a:off x="9288611"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038179" cy="110266"/>
          </a:xfrm>
          <a:prstGeom prst="rect">
            <a:avLst/>
          </a:prstGeom>
          <a:solidFill>
            <a:srgbClr val="12A566"/>
          </a:solidFill>
          <a:ln/>
        </p:spPr>
      </p:sp>
      <p:sp>
        <p:nvSpPr>
          <p:cNvPr id="107" name="Shape 105"/>
          <p:cNvSpPr/>
          <p:nvPr/>
        </p:nvSpPr>
        <p:spPr>
          <a:xfrm>
            <a:off x="9288611"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1004084" cy="110266"/>
          </a:xfrm>
          <a:prstGeom prst="rect">
            <a:avLst/>
          </a:prstGeom>
          <a:solidFill>
            <a:srgbClr val="C2352F"/>
          </a:solidFill>
          <a:ln/>
        </p:spPr>
      </p:sp>
      <p:sp>
        <p:nvSpPr>
          <p:cNvPr id="112" name="Shape 110"/>
          <p:cNvSpPr/>
          <p:nvPr/>
        </p:nvSpPr>
        <p:spPr>
          <a:xfrm>
            <a:off x="979008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61384" cy="110266"/>
          </a:xfrm>
          <a:prstGeom prst="rect">
            <a:avLst/>
          </a:prstGeom>
          <a:solidFill>
            <a:srgbClr val="C2352F"/>
          </a:solidFill>
          <a:ln/>
        </p:spPr>
      </p:sp>
      <p:sp>
        <p:nvSpPr>
          <p:cNvPr id="117" name="Shape 115"/>
          <p:cNvSpPr/>
          <p:nvPr/>
        </p:nvSpPr>
        <p:spPr>
          <a:xfrm>
            <a:off x="979008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939246" cy="110266"/>
          </a:xfrm>
          <a:prstGeom prst="rect">
            <a:avLst/>
          </a:prstGeom>
          <a:solidFill>
            <a:srgbClr val="C2352F"/>
          </a:solidFill>
          <a:ln/>
        </p:spPr>
      </p:sp>
      <p:sp>
        <p:nvSpPr>
          <p:cNvPr id="122" name="Shape 120"/>
          <p:cNvSpPr/>
          <p:nvPr/>
        </p:nvSpPr>
        <p:spPr>
          <a:xfrm>
            <a:off x="979008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88310" cy="110266"/>
          </a:xfrm>
          <a:prstGeom prst="rect">
            <a:avLst/>
          </a:prstGeom>
          <a:solidFill>
            <a:srgbClr val="C2352F"/>
          </a:solidFill>
          <a:ln/>
        </p:spPr>
      </p:sp>
      <p:sp>
        <p:nvSpPr>
          <p:cNvPr id="127" name="Shape 125"/>
          <p:cNvSpPr/>
          <p:nvPr/>
        </p:nvSpPr>
        <p:spPr>
          <a:xfrm>
            <a:off x="979008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63117" cy="110266"/>
          </a:xfrm>
          <a:prstGeom prst="rect">
            <a:avLst/>
          </a:prstGeom>
          <a:solidFill>
            <a:srgbClr val="C2352F"/>
          </a:solidFill>
          <a:ln/>
        </p:spPr>
      </p:sp>
      <p:sp>
        <p:nvSpPr>
          <p:cNvPr id="132" name="Shape 130"/>
          <p:cNvSpPr/>
          <p:nvPr/>
        </p:nvSpPr>
        <p:spPr>
          <a:xfrm>
            <a:off x="979008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822425" cy="110266"/>
          </a:xfrm>
          <a:prstGeom prst="rect">
            <a:avLst/>
          </a:prstGeom>
          <a:solidFill>
            <a:srgbClr val="12A566"/>
          </a:solidFill>
          <a:ln/>
        </p:spPr>
      </p:sp>
      <p:sp>
        <p:nvSpPr>
          <p:cNvPr id="138" name="Shape 136"/>
          <p:cNvSpPr/>
          <p:nvPr/>
        </p:nvSpPr>
        <p:spPr>
          <a:xfrm>
            <a:off x="9288611"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814746" cy="110266"/>
          </a:xfrm>
          <a:prstGeom prst="rect">
            <a:avLst/>
          </a:prstGeom>
          <a:solidFill>
            <a:srgbClr val="C2352F"/>
          </a:solidFill>
          <a:ln/>
        </p:spPr>
      </p:sp>
      <p:sp>
        <p:nvSpPr>
          <p:cNvPr id="143" name="Shape 141"/>
          <p:cNvSpPr/>
          <p:nvPr/>
        </p:nvSpPr>
        <p:spPr>
          <a:xfrm>
            <a:off x="979008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807912" cy="110266"/>
          </a:xfrm>
          <a:prstGeom prst="rect">
            <a:avLst/>
          </a:prstGeom>
          <a:solidFill>
            <a:srgbClr val="12A566"/>
          </a:solidFill>
          <a:ln/>
        </p:spPr>
      </p:sp>
      <p:sp>
        <p:nvSpPr>
          <p:cNvPr id="149" name="Shape 147"/>
          <p:cNvSpPr/>
          <p:nvPr/>
        </p:nvSpPr>
        <p:spPr>
          <a:xfrm>
            <a:off x="9288611"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736496" cy="110266"/>
          </a:xfrm>
          <a:prstGeom prst="rect">
            <a:avLst/>
          </a:prstGeom>
          <a:solidFill>
            <a:srgbClr val="C2352F"/>
          </a:solidFill>
          <a:ln/>
        </p:spPr>
      </p:sp>
      <p:sp>
        <p:nvSpPr>
          <p:cNvPr id="154" name="Shape 152"/>
          <p:cNvSpPr/>
          <p:nvPr/>
        </p:nvSpPr>
        <p:spPr>
          <a:xfrm>
            <a:off x="979008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713277" cy="110266"/>
          </a:xfrm>
          <a:prstGeom prst="rect">
            <a:avLst/>
          </a:prstGeom>
          <a:solidFill>
            <a:srgbClr val="C2352F"/>
          </a:solidFill>
          <a:ln/>
        </p:spPr>
      </p:sp>
      <p:sp>
        <p:nvSpPr>
          <p:cNvPr id="160" name="Shape 158"/>
          <p:cNvSpPr/>
          <p:nvPr/>
        </p:nvSpPr>
        <p:spPr>
          <a:xfrm>
            <a:off x="9288611"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625128" cy="110266"/>
          </a:xfrm>
          <a:prstGeom prst="rect">
            <a:avLst/>
          </a:prstGeom>
          <a:solidFill>
            <a:srgbClr val="C2352F"/>
          </a:solidFill>
          <a:ln/>
        </p:spPr>
      </p:sp>
      <p:sp>
        <p:nvSpPr>
          <p:cNvPr id="166" name="Shape 164"/>
          <p:cNvSpPr/>
          <p:nvPr/>
        </p:nvSpPr>
        <p:spPr>
          <a:xfrm>
            <a:off x="928861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624943" cy="110266"/>
          </a:xfrm>
          <a:prstGeom prst="rect">
            <a:avLst/>
          </a:prstGeom>
          <a:solidFill>
            <a:srgbClr val="C2352F"/>
          </a:solidFill>
          <a:ln/>
        </p:spPr>
      </p:sp>
      <p:sp>
        <p:nvSpPr>
          <p:cNvPr id="172" name="Shape 170"/>
          <p:cNvSpPr/>
          <p:nvPr/>
        </p:nvSpPr>
        <p:spPr>
          <a:xfrm>
            <a:off x="928861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624412" cy="110266"/>
          </a:xfrm>
          <a:prstGeom prst="rect">
            <a:avLst/>
          </a:prstGeom>
          <a:solidFill>
            <a:srgbClr val="C2352F"/>
          </a:solidFill>
          <a:ln/>
        </p:spPr>
      </p:sp>
      <p:sp>
        <p:nvSpPr>
          <p:cNvPr id="178" name="Shape 176"/>
          <p:cNvSpPr/>
          <p:nvPr/>
        </p:nvSpPr>
        <p:spPr>
          <a:xfrm>
            <a:off x="928861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579399" cy="110266"/>
          </a:xfrm>
          <a:prstGeom prst="rect">
            <a:avLst/>
          </a:prstGeom>
          <a:solidFill>
            <a:srgbClr val="C2352F"/>
          </a:solidFill>
          <a:ln/>
        </p:spPr>
      </p:sp>
      <p:sp>
        <p:nvSpPr>
          <p:cNvPr id="184" name="Shape 182"/>
          <p:cNvSpPr/>
          <p:nvPr/>
        </p:nvSpPr>
        <p:spPr>
          <a:xfrm>
            <a:off x="928861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3689433"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66793" cy="110266"/>
          </a:xfrm>
          <a:prstGeom prst="rect">
            <a:avLst/>
          </a:prstGeom>
          <a:solidFill>
            <a:srgbClr val="12A566"/>
          </a:solidFill>
          <a:ln/>
        </p:spPr>
      </p:sp>
      <p:sp>
        <p:nvSpPr>
          <p:cNvPr id="20" name="Shape 18"/>
          <p:cNvSpPr/>
          <p:nvPr/>
        </p:nvSpPr>
        <p:spPr>
          <a:xfrm>
            <a:off x="3689433"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35515" cy="110266"/>
          </a:xfrm>
          <a:prstGeom prst="rect">
            <a:avLst/>
          </a:prstGeom>
          <a:solidFill>
            <a:srgbClr val="12A566"/>
          </a:solidFill>
          <a:ln/>
        </p:spPr>
      </p:sp>
      <p:sp>
        <p:nvSpPr>
          <p:cNvPr id="25" name="Shape 23"/>
          <p:cNvSpPr/>
          <p:nvPr/>
        </p:nvSpPr>
        <p:spPr>
          <a:xfrm>
            <a:off x="3689433"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87688" cy="110266"/>
          </a:xfrm>
          <a:prstGeom prst="rect">
            <a:avLst/>
          </a:prstGeom>
          <a:solidFill>
            <a:srgbClr val="12A566"/>
          </a:solidFill>
          <a:ln/>
        </p:spPr>
      </p:sp>
      <p:sp>
        <p:nvSpPr>
          <p:cNvPr id="30" name="Shape 28"/>
          <p:cNvSpPr/>
          <p:nvPr/>
        </p:nvSpPr>
        <p:spPr>
          <a:xfrm>
            <a:off x="3689433"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77626" cy="110266"/>
          </a:xfrm>
          <a:prstGeom prst="rect">
            <a:avLst/>
          </a:prstGeom>
          <a:solidFill>
            <a:srgbClr val="12A566"/>
          </a:solidFill>
          <a:ln/>
        </p:spPr>
      </p:sp>
      <p:sp>
        <p:nvSpPr>
          <p:cNvPr id="35" name="Shape 33"/>
          <p:cNvSpPr/>
          <p:nvPr/>
        </p:nvSpPr>
        <p:spPr>
          <a:xfrm>
            <a:off x="3689433"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26687" cy="110266"/>
          </a:xfrm>
          <a:prstGeom prst="rect">
            <a:avLst/>
          </a:prstGeom>
          <a:solidFill>
            <a:srgbClr val="12A566"/>
          </a:solidFill>
          <a:ln/>
        </p:spPr>
      </p:sp>
      <p:sp>
        <p:nvSpPr>
          <p:cNvPr id="40" name="Shape 38"/>
          <p:cNvSpPr/>
          <p:nvPr/>
        </p:nvSpPr>
        <p:spPr>
          <a:xfrm>
            <a:off x="3689433"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812777" cy="110266"/>
          </a:xfrm>
          <a:prstGeom prst="rect">
            <a:avLst/>
          </a:prstGeom>
          <a:solidFill>
            <a:srgbClr val="12A566"/>
          </a:solidFill>
          <a:ln/>
        </p:spPr>
      </p:sp>
      <p:sp>
        <p:nvSpPr>
          <p:cNvPr id="46" name="Shape 44"/>
          <p:cNvSpPr/>
          <p:nvPr/>
        </p:nvSpPr>
        <p:spPr>
          <a:xfrm>
            <a:off x="3453660"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707282" cy="110266"/>
          </a:xfrm>
          <a:prstGeom prst="rect">
            <a:avLst/>
          </a:prstGeom>
          <a:solidFill>
            <a:srgbClr val="12A566"/>
          </a:solidFill>
          <a:ln/>
        </p:spPr>
      </p:sp>
      <p:sp>
        <p:nvSpPr>
          <p:cNvPr id="51" name="Shape 49"/>
          <p:cNvSpPr/>
          <p:nvPr/>
        </p:nvSpPr>
        <p:spPr>
          <a:xfrm>
            <a:off x="368943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60630" cy="110266"/>
          </a:xfrm>
          <a:prstGeom prst="rect">
            <a:avLst/>
          </a:prstGeom>
          <a:solidFill>
            <a:srgbClr val="C2352F"/>
          </a:solidFill>
          <a:ln/>
        </p:spPr>
      </p:sp>
      <p:sp>
        <p:nvSpPr>
          <p:cNvPr id="56" name="Shape 54"/>
          <p:cNvSpPr/>
          <p:nvPr/>
        </p:nvSpPr>
        <p:spPr>
          <a:xfrm>
            <a:off x="3689433"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49017" cy="110266"/>
          </a:xfrm>
          <a:prstGeom prst="rect">
            <a:avLst/>
          </a:prstGeom>
          <a:solidFill>
            <a:srgbClr val="C2352F"/>
          </a:solidFill>
          <a:ln/>
        </p:spPr>
      </p:sp>
      <p:sp>
        <p:nvSpPr>
          <p:cNvPr id="61" name="Shape 59"/>
          <p:cNvSpPr/>
          <p:nvPr/>
        </p:nvSpPr>
        <p:spPr>
          <a:xfrm>
            <a:off x="3689433"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23218" cy="110266"/>
          </a:xfrm>
          <a:prstGeom prst="rect">
            <a:avLst/>
          </a:prstGeom>
          <a:solidFill>
            <a:srgbClr val="C2352F"/>
          </a:solidFill>
          <a:ln/>
        </p:spPr>
      </p:sp>
      <p:sp>
        <p:nvSpPr>
          <p:cNvPr id="66" name="Shape 64"/>
          <p:cNvSpPr/>
          <p:nvPr/>
        </p:nvSpPr>
        <p:spPr>
          <a:xfrm>
            <a:off x="3689433"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611568" cy="110266"/>
          </a:xfrm>
          <a:prstGeom prst="rect">
            <a:avLst/>
          </a:prstGeom>
          <a:solidFill>
            <a:srgbClr val="C2352F"/>
          </a:solidFill>
          <a:ln/>
        </p:spPr>
      </p:sp>
      <p:sp>
        <p:nvSpPr>
          <p:cNvPr id="71" name="Shape 69"/>
          <p:cNvSpPr/>
          <p:nvPr/>
        </p:nvSpPr>
        <p:spPr>
          <a:xfrm>
            <a:off x="3689433"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606908" cy="110266"/>
          </a:xfrm>
          <a:prstGeom prst="rect">
            <a:avLst/>
          </a:prstGeom>
          <a:solidFill>
            <a:srgbClr val="12A566"/>
          </a:solidFill>
          <a:ln/>
        </p:spPr>
      </p:sp>
      <p:sp>
        <p:nvSpPr>
          <p:cNvPr id="77" name="Shape 75"/>
          <p:cNvSpPr/>
          <p:nvPr/>
        </p:nvSpPr>
        <p:spPr>
          <a:xfrm>
            <a:off x="3453660"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89371" cy="110266"/>
          </a:xfrm>
          <a:prstGeom prst="rect">
            <a:avLst/>
          </a:prstGeom>
          <a:solidFill>
            <a:srgbClr val="C2352F"/>
          </a:solidFill>
          <a:ln/>
        </p:spPr>
      </p:sp>
      <p:sp>
        <p:nvSpPr>
          <p:cNvPr id="82" name="Shape 80"/>
          <p:cNvSpPr/>
          <p:nvPr/>
        </p:nvSpPr>
        <p:spPr>
          <a:xfrm>
            <a:off x="3689433"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81573" cy="110266"/>
          </a:xfrm>
          <a:prstGeom prst="rect">
            <a:avLst/>
          </a:prstGeom>
          <a:solidFill>
            <a:srgbClr val="C2352F"/>
          </a:solidFill>
          <a:ln/>
        </p:spPr>
      </p:sp>
      <p:sp>
        <p:nvSpPr>
          <p:cNvPr id="87" name="Shape 85"/>
          <p:cNvSpPr/>
          <p:nvPr/>
        </p:nvSpPr>
        <p:spPr>
          <a:xfrm>
            <a:off x="3689433"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551018" cy="110266"/>
          </a:xfrm>
          <a:prstGeom prst="rect">
            <a:avLst/>
          </a:prstGeom>
          <a:solidFill>
            <a:srgbClr val="12A566"/>
          </a:solidFill>
          <a:ln/>
        </p:spPr>
      </p:sp>
      <p:sp>
        <p:nvSpPr>
          <p:cNvPr id="93" name="Shape 91"/>
          <p:cNvSpPr/>
          <p:nvPr/>
        </p:nvSpPr>
        <p:spPr>
          <a:xfrm>
            <a:off x="3453660"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41238" cy="110266"/>
          </a:xfrm>
          <a:prstGeom prst="rect">
            <a:avLst/>
          </a:prstGeom>
          <a:solidFill>
            <a:srgbClr val="C2352F"/>
          </a:solidFill>
          <a:ln/>
        </p:spPr>
      </p:sp>
      <p:sp>
        <p:nvSpPr>
          <p:cNvPr id="98" name="Shape 96"/>
          <p:cNvSpPr/>
          <p:nvPr/>
        </p:nvSpPr>
        <p:spPr>
          <a:xfrm>
            <a:off x="3689433"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10457" cy="110266"/>
          </a:xfrm>
          <a:prstGeom prst="rect">
            <a:avLst/>
          </a:prstGeom>
          <a:solidFill>
            <a:srgbClr val="C2352F"/>
          </a:solidFill>
          <a:ln/>
        </p:spPr>
      </p:sp>
      <p:sp>
        <p:nvSpPr>
          <p:cNvPr id="103" name="Shape 101"/>
          <p:cNvSpPr/>
          <p:nvPr/>
        </p:nvSpPr>
        <p:spPr>
          <a:xfrm>
            <a:off x="923984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95680" cy="110266"/>
          </a:xfrm>
          <a:prstGeom prst="rect">
            <a:avLst/>
          </a:prstGeom>
          <a:solidFill>
            <a:srgbClr val="C2352F"/>
          </a:solidFill>
          <a:ln/>
        </p:spPr>
      </p:sp>
      <p:sp>
        <p:nvSpPr>
          <p:cNvPr id="108" name="Shape 106"/>
          <p:cNvSpPr/>
          <p:nvPr/>
        </p:nvSpPr>
        <p:spPr>
          <a:xfrm>
            <a:off x="9239841"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482497" cy="110266"/>
          </a:xfrm>
          <a:prstGeom prst="rect">
            <a:avLst/>
          </a:prstGeom>
          <a:solidFill>
            <a:srgbClr val="12A566"/>
          </a:solidFill>
          <a:ln/>
        </p:spPr>
      </p:sp>
      <p:sp>
        <p:nvSpPr>
          <p:cNvPr id="114" name="Shape 112"/>
          <p:cNvSpPr/>
          <p:nvPr/>
        </p:nvSpPr>
        <p:spPr>
          <a:xfrm>
            <a:off x="9004068"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476059" cy="110266"/>
          </a:xfrm>
          <a:prstGeom prst="rect">
            <a:avLst/>
          </a:prstGeom>
          <a:solidFill>
            <a:srgbClr val="12A566"/>
          </a:solidFill>
          <a:ln/>
        </p:spPr>
      </p:sp>
      <p:sp>
        <p:nvSpPr>
          <p:cNvPr id="120" name="Shape 118"/>
          <p:cNvSpPr/>
          <p:nvPr/>
        </p:nvSpPr>
        <p:spPr>
          <a:xfrm>
            <a:off x="9004068"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51778" cy="110266"/>
          </a:xfrm>
          <a:prstGeom prst="rect">
            <a:avLst/>
          </a:prstGeom>
          <a:solidFill>
            <a:srgbClr val="C2352F"/>
          </a:solidFill>
          <a:ln/>
        </p:spPr>
      </p:sp>
      <p:sp>
        <p:nvSpPr>
          <p:cNvPr id="125" name="Shape 123"/>
          <p:cNvSpPr/>
          <p:nvPr/>
        </p:nvSpPr>
        <p:spPr>
          <a:xfrm>
            <a:off x="9239841"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50306" cy="110266"/>
          </a:xfrm>
          <a:prstGeom prst="rect">
            <a:avLst/>
          </a:prstGeom>
          <a:solidFill>
            <a:srgbClr val="C2352F"/>
          </a:solidFill>
          <a:ln/>
        </p:spPr>
      </p:sp>
      <p:sp>
        <p:nvSpPr>
          <p:cNvPr id="130" name="Shape 128"/>
          <p:cNvSpPr/>
          <p:nvPr/>
        </p:nvSpPr>
        <p:spPr>
          <a:xfrm>
            <a:off x="9239841"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416908" cy="110266"/>
          </a:xfrm>
          <a:prstGeom prst="rect">
            <a:avLst/>
          </a:prstGeom>
          <a:solidFill>
            <a:srgbClr val="C2352F"/>
          </a:solidFill>
          <a:ln/>
        </p:spPr>
      </p:sp>
      <p:sp>
        <p:nvSpPr>
          <p:cNvPr id="136" name="Shape 134"/>
          <p:cNvSpPr/>
          <p:nvPr/>
        </p:nvSpPr>
        <p:spPr>
          <a:xfrm>
            <a:off x="9004068"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84775" cy="110266"/>
          </a:xfrm>
          <a:prstGeom prst="rect">
            <a:avLst/>
          </a:prstGeom>
          <a:solidFill>
            <a:srgbClr val="C2352F"/>
          </a:solidFill>
          <a:ln/>
        </p:spPr>
      </p:sp>
      <p:sp>
        <p:nvSpPr>
          <p:cNvPr id="141" name="Shape 139"/>
          <p:cNvSpPr/>
          <p:nvPr/>
        </p:nvSpPr>
        <p:spPr>
          <a:xfrm>
            <a:off x="9239841"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81326" cy="110266"/>
          </a:xfrm>
          <a:prstGeom prst="rect">
            <a:avLst/>
          </a:prstGeom>
          <a:solidFill>
            <a:srgbClr val="C2352F"/>
          </a:solidFill>
          <a:ln/>
        </p:spPr>
      </p:sp>
      <p:sp>
        <p:nvSpPr>
          <p:cNvPr id="146" name="Shape 144"/>
          <p:cNvSpPr/>
          <p:nvPr/>
        </p:nvSpPr>
        <p:spPr>
          <a:xfrm>
            <a:off x="9239841"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64218" cy="110266"/>
          </a:xfrm>
          <a:prstGeom prst="rect">
            <a:avLst/>
          </a:prstGeom>
          <a:solidFill>
            <a:srgbClr val="C2352F"/>
          </a:solidFill>
          <a:ln/>
        </p:spPr>
      </p:sp>
      <p:sp>
        <p:nvSpPr>
          <p:cNvPr id="151" name="Shape 149"/>
          <p:cNvSpPr/>
          <p:nvPr/>
        </p:nvSpPr>
        <p:spPr>
          <a:xfrm>
            <a:off x="9239841"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36516" cy="110266"/>
          </a:xfrm>
          <a:prstGeom prst="rect">
            <a:avLst/>
          </a:prstGeom>
          <a:solidFill>
            <a:srgbClr val="C2352F"/>
          </a:solidFill>
          <a:ln/>
        </p:spPr>
      </p:sp>
      <p:sp>
        <p:nvSpPr>
          <p:cNvPr id="156" name="Shape 154"/>
          <p:cNvSpPr/>
          <p:nvPr/>
        </p:nvSpPr>
        <p:spPr>
          <a:xfrm>
            <a:off x="9239841"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328532" cy="110266"/>
          </a:xfrm>
          <a:prstGeom prst="rect">
            <a:avLst/>
          </a:prstGeom>
          <a:solidFill>
            <a:srgbClr val="C2352F"/>
          </a:solidFill>
          <a:ln/>
        </p:spPr>
      </p:sp>
      <p:sp>
        <p:nvSpPr>
          <p:cNvPr id="162" name="Shape 160"/>
          <p:cNvSpPr/>
          <p:nvPr/>
        </p:nvSpPr>
        <p:spPr>
          <a:xfrm>
            <a:off x="9004068"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8652" cy="110266"/>
          </a:xfrm>
          <a:prstGeom prst="rect">
            <a:avLst/>
          </a:prstGeom>
          <a:solidFill>
            <a:srgbClr val="C2352F"/>
          </a:solidFill>
          <a:ln/>
        </p:spPr>
      </p:sp>
      <p:sp>
        <p:nvSpPr>
          <p:cNvPr id="167" name="Shape 165"/>
          <p:cNvSpPr/>
          <p:nvPr/>
        </p:nvSpPr>
        <p:spPr>
          <a:xfrm>
            <a:off x="9239841"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54217" cy="110266"/>
          </a:xfrm>
          <a:prstGeom prst="rect">
            <a:avLst/>
          </a:prstGeom>
          <a:solidFill>
            <a:srgbClr val="C2352F"/>
          </a:solidFill>
          <a:ln/>
        </p:spPr>
      </p:sp>
      <p:sp>
        <p:nvSpPr>
          <p:cNvPr id="172" name="Shape 170"/>
          <p:cNvSpPr/>
          <p:nvPr/>
        </p:nvSpPr>
        <p:spPr>
          <a:xfrm>
            <a:off x="923984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234718" cy="110266"/>
          </a:xfrm>
          <a:prstGeom prst="rect">
            <a:avLst/>
          </a:prstGeom>
          <a:solidFill>
            <a:srgbClr val="C2352F"/>
          </a:solidFill>
          <a:ln/>
        </p:spPr>
      </p:sp>
      <p:sp>
        <p:nvSpPr>
          <p:cNvPr id="178" name="Shape 176"/>
          <p:cNvSpPr/>
          <p:nvPr/>
        </p:nvSpPr>
        <p:spPr>
          <a:xfrm>
            <a:off x="9004068"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196365" cy="110266"/>
          </a:xfrm>
          <a:prstGeom prst="rect">
            <a:avLst/>
          </a:prstGeom>
          <a:solidFill>
            <a:srgbClr val="C2352F"/>
          </a:solidFill>
          <a:ln/>
        </p:spPr>
      </p:sp>
      <p:sp>
        <p:nvSpPr>
          <p:cNvPr id="184" name="Shape 182"/>
          <p:cNvSpPr/>
          <p:nvPr/>
        </p:nvSpPr>
        <p:spPr>
          <a:xfrm>
            <a:off x="900406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trailing 12 months</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6858000" cy="4023360"/>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Low of 1,530 in Jan 26; up 10 since.</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YEAR TO DATE</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 YTD</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 of 583</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45% of technicians.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$185,159</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$2,221,902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$370,317</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$4,443,804</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$555,476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$6,665,706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+24.7%</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−7.1%</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−9.0%</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(3 of 6). Most bottom-three: Audi Reno and VW St George (3 of 6).</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VW St George (3 of 6). Most bottom-three: Honda Henderson (4 of 6).</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6" name="Shape 14"/>
          <p:cNvSpPr/>
          <p:nvPr/>
        </p:nvSpPr>
        <p:spPr>
          <a:xfrm>
            <a:off x="4343400" y="2937053"/>
            <a:ext cx="96012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 parts $/RO</a:t>
            </a:r>
            <a:endParaRPr lang="en-US" sz="1300" dirty="0"/>
          </a:p>
        </p:txBody>
      </p:sp>
      <p:sp>
        <p:nvSpPr>
          <p:cNvPr id="21" name="Shape 19"/>
          <p:cNvSpPr/>
          <p:nvPr/>
        </p:nvSpPr>
        <p:spPr>
          <a:xfrm>
            <a:off x="4343400" y="3522269"/>
            <a:ext cx="96012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parts $/RO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7" name="Shape 45"/>
          <p:cNvSpPr/>
          <p:nvPr/>
        </p:nvSpPr>
        <p:spPr>
          <a:xfrm>
            <a:off x="10058400" y="2937053"/>
            <a:ext cx="72009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52" name="Shape 50"/>
          <p:cNvSpPr/>
          <p:nvPr/>
        </p:nvSpPr>
        <p:spPr>
          <a:xfrm>
            <a:off x="10058400" y="3522269"/>
            <a:ext cx="72009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48006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48006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$/RO</a:t>
            </a:r>
            <a:endParaRPr lang="en-US" sz="1300" dirty="0"/>
          </a:p>
        </p:txBody>
      </p:sp>
      <p:sp>
        <p:nvSpPr>
          <p:cNvPr id="65" name="Shape 63"/>
          <p:cNvSpPr/>
          <p:nvPr/>
        </p:nvSpPr>
        <p:spPr>
          <a:xfrm>
            <a:off x="10058400" y="5277917"/>
            <a:ext cx="48006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Three stores tie. Moving now: VW St George leads. Ten stores make both views.</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$224 → $298</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+32.9%</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44" name="Shape 42"/>
          <p:cNvSpPr/>
          <p:nvPr/>
        </p:nvSpPr>
        <p:spPr>
          <a:xfrm>
            <a:off x="621792" y="5065776"/>
            <a:ext cx="10945368" cy="548640"/>
          </a:xfrm>
          <a:prstGeom prst="rect">
            <a:avLst/>
          </a:prstGeom>
          <a:solidFill>
            <a:srgbClr val="F7F7F7"/>
          </a:solidFill>
          <a:ln/>
        </p:spPr>
      </p:sp>
      <p:sp>
        <p:nvSpPr>
          <p:cNvPr id="45" name="Text 43"/>
          <p:cNvSpPr txBox="1"/>
          <p:nvPr/>
        </p:nvSpPr>
        <p:spPr>
          <a:xfrm>
            <a:off x="749808" y="50657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6" name="Text 44"/>
          <p:cNvSpPr txBox="1"/>
          <p:nvPr/>
        </p:nvSpPr>
        <p:spPr>
          <a:xfrm>
            <a:off x="3520440" y="50657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7" name="Text 45"/>
          <p:cNvSpPr txBox="1"/>
          <p:nvPr/>
        </p:nvSpPr>
        <p:spPr>
          <a:xfrm>
            <a:off x="5669280" y="50657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8" name="Text 46"/>
          <p:cNvSpPr txBox="1"/>
          <p:nvPr/>
        </p:nvSpPr>
        <p:spPr>
          <a:xfrm>
            <a:off x="7726680" y="50657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9" name="Text 47"/>
          <p:cNvSpPr txBox="1"/>
          <p:nvPr/>
        </p:nvSpPr>
        <p:spPr>
          <a:xfrm>
            <a:off x="9326880" y="50657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50" name="Shape 48"/>
          <p:cNvSpPr/>
          <p:nvPr/>
        </p:nvSpPr>
        <p:spPr>
          <a:xfrm>
            <a:off x="457200" y="6126480"/>
            <a:ext cx="11274552" cy="364236"/>
          </a:xfrm>
          <a:prstGeom prst="rect">
            <a:avLst/>
          </a:prstGeom>
          <a:solidFill>
            <a:srgbClr val="EDF4FA"/>
          </a:solidFill>
          <a:ln/>
        </p:spPr>
      </p:sp>
      <p:sp>
        <p:nvSpPr>
          <p:cNvPr id="51" name="Text 49"/>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6 of 9 months.</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September, up $2,098,497 (11.0%).</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Behind in Jan, Feb and May.</a:t>
            </a:r>
            <a:endParaRPr lang="en-US" sz="1500" dirty="0"/>
          </a:p>
        </p:txBody>
      </p:sp>
      <p:sp>
        <p:nvSpPr>
          <p:cNvPr id="18" name="Shape 15"/>
          <p:cNvSpPr/>
          <p:nvPr/>
        </p:nvSpPr>
        <p:spPr>
          <a:xfrm>
            <a:off x="457200" y="6126480"/>
            <a:ext cx="11274552" cy="341376"/>
          </a:xfrm>
          <a:prstGeom prst="rect">
            <a:avLst/>
          </a:prstGeom>
          <a:solidFill>
            <a:srgbClr val="E6F6EE"/>
          </a:solidFill>
          <a:ln/>
        </p:spPr>
      </p:sp>
      <p:sp>
        <p:nvSpPr>
          <p:cNvPr id="19" name="Text 1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$20.46M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$19.88M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−$577,606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$19.10M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$18.87M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−$232,279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$20.19M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$21.12M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+$924,230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$20.85M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$21.80M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+$943,298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$20.28M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$20.12M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−$154,977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−0.8%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$20.34M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$21.52M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+$1,183,612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$20.75M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$22.71M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+$1,960,141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$20.32M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$21.64M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+$1,323,650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$19.03M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$21.13M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+$2,098,497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every month.</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September, up $1,457,847 (11.7%).</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No month behind 2025.</a:t>
            </a:r>
            <a:endParaRPr lang="en-US" sz="1500" dirty="0"/>
          </a:p>
        </p:txBody>
      </p:sp>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Service gross up $6,297,386 (5.2%) year to date; ahead of 2025 in every month.</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+$62,504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$12.64M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$12.79M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+$156,479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$14.35M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+$754,425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$14.01M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$14.65M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+$642,759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$13.61M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$13.71M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+$98,858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$14.45M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+$924,002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$13.78M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$15.06M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+$1,275,282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+9.3%</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$14.43M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+$925,229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$12.50M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$13.96M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+$1,457,847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6 of 9 months.</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July, up $684,859 (9.8%).</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Behind in Jan, Feb and May.</a:t>
            </a:r>
            <a:endParaRPr lang="en-US" sz="1500" dirty="0"/>
          </a:p>
        </p:txBody>
      </p:sp>
      <p:sp>
        <p:nvSpPr>
          <p:cNvPr id="18" name="Shape 15"/>
          <p:cNvSpPr/>
          <p:nvPr/>
        </p:nvSpPr>
        <p:spPr>
          <a:xfrm>
            <a:off x="457200" y="6126480"/>
            <a:ext cx="11274552" cy="348996"/>
          </a:xfrm>
          <a:prstGeom prst="rect">
            <a:avLst/>
          </a:prstGeom>
          <a:solidFill>
            <a:srgbClr val="E6F6EE"/>
          </a:solidFill>
          <a:ln/>
        </p:spPr>
      </p:sp>
      <p:sp>
        <p:nvSpPr>
          <p:cNvPr id="19" name="Text 1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Parts gross up $1,171,181 (1.9%) year to date; ahead of 2025 in 6 of 9 months, and in every month since June.</a:t>
            </a:r>
            <a:endParaRPr lang="en-US" sz="145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−$640,110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−9.1%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$6.08M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−$388,758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$6.77M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+$169,805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+$300,539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−$253,835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+$259,611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$6.97M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$7.66M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+$684,859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$7.21M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+$398,421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$6.54M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+$640,651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$120.57M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$126.87M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+$6,297,386</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+5.2%</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71856"/>
          </a:xfrm>
          <a:prstGeom prst="rect">
            <a:avLst/>
          </a:prstGeom>
          <a:solidFill>
            <a:srgbClr val="E6F6EE"/>
          </a:solidFill>
          <a:ln/>
        </p:spPr>
      </p:sp>
      <p:sp>
        <p:nvSpPr>
          <p:cNvPr id="20" name="Text 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Service gross up $6,297,386 (5.2%) year to date; ahead of 2025 in every month.</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$60.76M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$61.93M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+$1,171,181</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+1.9%</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8996"/>
          </a:xfrm>
          <a:prstGeom prst="rect">
            <a:avLst/>
          </a:prstGeom>
          <a:solidFill>
            <a:srgbClr val="E6F6EE"/>
          </a:solidFill>
          <a:ln/>
        </p:spPr>
      </p:sp>
      <p:sp>
        <p:nvSpPr>
          <p:cNvPr id="20" name="Text 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Parts gross up $1,171,181 (1.9%) year to date; ahead of 2025 in 6 of 9 months, and in every month since June.</a:t>
            </a:r>
            <a:endParaRPr lang="en-US" sz="145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 + Q4</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 2025 shown through December</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A RECORD YEAR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fixed gross, January–September, by year</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7269480" cy="4050792"/>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Best month ever: July 2026, $22.73M.</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6 of the group's 7 best months came in 2026.</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25 of 33 stores had their best January–September ever.</a:t>
            </a:r>
            <a:endParaRPr lang="en-US" sz="1500" dirty="0"/>
          </a:p>
        </p:txBody>
      </p:sp>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January–September fixed gross has grown every year since 2021, to $188.95M in 2026.</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+$1.77M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+$1.70M</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+$0.76M</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+$0.72M</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$165.11</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$174.96</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$125.91</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$192.50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$125.30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$160.96</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$139.96</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$136.50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$206.41</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$146.91</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$143.41</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$244.21</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$150.76</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$167.91</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$147.88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$153.91</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$171.41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$199.50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64236"/>
          </a:xfrm>
          <a:prstGeom prst="rect">
            <a:avLst/>
          </a:prstGeom>
          <a:solidFill>
            <a:srgbClr val="EDF4FA"/>
          </a:solidFill>
          <a:ln/>
        </p:spPr>
      </p:sp>
      <p:sp>
        <p:nvSpPr>
          <p:cNvPr id="219" name="Text 217"/>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Jul–Sep: 25 of 33 stores at or above 70% of door rate. Cadillac runs $175.47 against a $199.50 target.</a:t>
            </a:r>
            <a:endParaRPr lang="en-US" sz="155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navy dot = CP, green/red dot = internal</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Text 11"/>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4" name="Text 12"/>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5" name="Text 13"/>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6" name="Text 14"/>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7" name="Text 15"/>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3402139" y="2201821"/>
            <a:ext cx="148555" cy="27432"/>
          </a:xfrm>
          <a:prstGeom prst="rect">
            <a:avLst/>
          </a:prstGeom>
          <a:solidFill>
            <a:srgbClr val="D9D9D9"/>
          </a:solidFill>
          <a:ln/>
        </p:spPr>
      </p:sp>
      <p:sp>
        <p:nvSpPr>
          <p:cNvPr id="19" name="Shape 17"/>
          <p:cNvSpPr/>
          <p:nvPr/>
        </p:nvSpPr>
        <p:spPr>
          <a:xfrm>
            <a:off x="3333559" y="2146957"/>
            <a:ext cx="137160" cy="137160"/>
          </a:xfrm>
          <a:prstGeom prst="ellipse">
            <a:avLst/>
          </a:prstGeom>
          <a:solidFill>
            <a:srgbClr val="0B2C4A"/>
          </a:solidFill>
          <a:ln/>
        </p:spPr>
      </p:sp>
      <p:sp>
        <p:nvSpPr>
          <p:cNvPr id="20" name="Shape 18"/>
          <p:cNvSpPr/>
          <p:nvPr/>
        </p:nvSpPr>
        <p:spPr>
          <a:xfrm>
            <a:off x="3482114" y="2146957"/>
            <a:ext cx="137160" cy="137160"/>
          </a:xfrm>
          <a:prstGeom prst="ellipse">
            <a:avLst/>
          </a:prstGeom>
          <a:solidFill>
            <a:srgbClr val="12A566"/>
          </a:solidFill>
          <a:ln/>
        </p:spPr>
      </p:sp>
      <p:sp>
        <p:nvSpPr>
          <p:cNvPr id="21" name="Text 19"/>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2" name="Text 20"/>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3" name="Text 21"/>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4" name="Shape 22"/>
          <p:cNvSpPr/>
          <p:nvPr/>
        </p:nvSpPr>
        <p:spPr>
          <a:xfrm>
            <a:off x="585216" y="2327955"/>
            <a:ext cx="5394960" cy="224835"/>
          </a:xfrm>
          <a:prstGeom prst="rect">
            <a:avLst/>
          </a:prstGeom>
          <a:solidFill>
            <a:srgbClr val="F7F7F7"/>
          </a:solidFill>
          <a:ln/>
        </p:spPr>
      </p:sp>
      <p:sp>
        <p:nvSpPr>
          <p:cNvPr id="25" name="Text 23"/>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6" name="Shape 24"/>
          <p:cNvSpPr/>
          <p:nvPr/>
        </p:nvSpPr>
        <p:spPr>
          <a:xfrm>
            <a:off x="3108087" y="2426656"/>
            <a:ext cx="148043" cy="27432"/>
          </a:xfrm>
          <a:prstGeom prst="rect">
            <a:avLst/>
          </a:prstGeom>
          <a:solidFill>
            <a:srgbClr val="D9D9D9"/>
          </a:solidFill>
          <a:ln/>
        </p:spPr>
      </p:sp>
      <p:sp>
        <p:nvSpPr>
          <p:cNvPr id="27" name="Shape 25"/>
          <p:cNvSpPr/>
          <p:nvPr/>
        </p:nvSpPr>
        <p:spPr>
          <a:xfrm>
            <a:off x="3039507" y="2371792"/>
            <a:ext cx="137160" cy="137160"/>
          </a:xfrm>
          <a:prstGeom prst="ellipse">
            <a:avLst/>
          </a:prstGeom>
          <a:solidFill>
            <a:srgbClr val="0B2C4A"/>
          </a:solidFill>
          <a:ln/>
        </p:spPr>
      </p:sp>
      <p:sp>
        <p:nvSpPr>
          <p:cNvPr id="28" name="Shape 26"/>
          <p:cNvSpPr/>
          <p:nvPr/>
        </p:nvSpPr>
        <p:spPr>
          <a:xfrm>
            <a:off x="3187550" y="2371792"/>
            <a:ext cx="137160" cy="137160"/>
          </a:xfrm>
          <a:prstGeom prst="ellipse">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469490" y="2651491"/>
            <a:ext cx="119074" cy="27432"/>
          </a:xfrm>
          <a:prstGeom prst="rect">
            <a:avLst/>
          </a:prstGeom>
          <a:solidFill>
            <a:srgbClr val="D9D9D9"/>
          </a:solidFill>
          <a:ln/>
        </p:spPr>
      </p:sp>
      <p:sp>
        <p:nvSpPr>
          <p:cNvPr id="34" name="Shape 32"/>
          <p:cNvSpPr/>
          <p:nvPr/>
        </p:nvSpPr>
        <p:spPr>
          <a:xfrm>
            <a:off x="3400910" y="2596627"/>
            <a:ext cx="137160" cy="137160"/>
          </a:xfrm>
          <a:prstGeom prst="ellipse">
            <a:avLst/>
          </a:prstGeom>
          <a:solidFill>
            <a:srgbClr val="0B2C4A"/>
          </a:solidFill>
          <a:ln/>
        </p:spPr>
      </p:sp>
      <p:sp>
        <p:nvSpPr>
          <p:cNvPr id="35" name="Shape 33"/>
          <p:cNvSpPr/>
          <p:nvPr/>
        </p:nvSpPr>
        <p:spPr>
          <a:xfrm>
            <a:off x="3519983" y="2596627"/>
            <a:ext cx="137160" cy="137160"/>
          </a:xfrm>
          <a:prstGeom prst="ellipse">
            <a:avLst/>
          </a:prstGeom>
          <a:solidFill>
            <a:srgbClr val="12A566"/>
          </a:solidFill>
          <a:ln/>
        </p:spPr>
      </p:sp>
      <p:sp>
        <p:nvSpPr>
          <p:cNvPr id="36" name="Text 34"/>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7" name="Text 35"/>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8" name="Text 36"/>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9" name="Shape 37"/>
          <p:cNvSpPr/>
          <p:nvPr/>
        </p:nvSpPr>
        <p:spPr>
          <a:xfrm>
            <a:off x="585216" y="2777624"/>
            <a:ext cx="5394960" cy="224835"/>
          </a:xfrm>
          <a:prstGeom prst="rect">
            <a:avLst/>
          </a:prstGeom>
          <a:solidFill>
            <a:srgbClr val="F7F7F7"/>
          </a:solidFill>
          <a:ln/>
        </p:spPr>
      </p:sp>
      <p:sp>
        <p:nvSpPr>
          <p:cNvPr id="40" name="Text 38"/>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1" name="Shape 39"/>
          <p:cNvSpPr/>
          <p:nvPr/>
        </p:nvSpPr>
        <p:spPr>
          <a:xfrm>
            <a:off x="3246206" y="2876326"/>
            <a:ext cx="110169" cy="27432"/>
          </a:xfrm>
          <a:prstGeom prst="rect">
            <a:avLst/>
          </a:prstGeom>
          <a:solidFill>
            <a:srgbClr val="D9D9D9"/>
          </a:solidFill>
          <a:ln/>
        </p:spPr>
      </p:sp>
      <p:sp>
        <p:nvSpPr>
          <p:cNvPr id="42" name="Shape 40"/>
          <p:cNvSpPr/>
          <p:nvPr/>
        </p:nvSpPr>
        <p:spPr>
          <a:xfrm>
            <a:off x="3177626" y="2821462"/>
            <a:ext cx="137160" cy="137160"/>
          </a:xfrm>
          <a:prstGeom prst="ellipse">
            <a:avLst/>
          </a:prstGeom>
          <a:solidFill>
            <a:srgbClr val="0B2C4A"/>
          </a:solidFill>
          <a:ln/>
        </p:spPr>
      </p:sp>
      <p:sp>
        <p:nvSpPr>
          <p:cNvPr id="43" name="Shape 41"/>
          <p:cNvSpPr/>
          <p:nvPr/>
        </p:nvSpPr>
        <p:spPr>
          <a:xfrm>
            <a:off x="3287794" y="2821462"/>
            <a:ext cx="137160" cy="137160"/>
          </a:xfrm>
          <a:prstGeom prst="ellipse">
            <a:avLst/>
          </a:prstGeom>
          <a:solidFill>
            <a:srgbClr val="12A566"/>
          </a:solidFill>
          <a:ln/>
        </p:spPr>
      </p:sp>
      <p:sp>
        <p:nvSpPr>
          <p:cNvPr id="44" name="Text 42"/>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5" name="Text 43"/>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6" name="Text 44"/>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7" name="Text 45"/>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8" name="Shape 46"/>
          <p:cNvSpPr/>
          <p:nvPr/>
        </p:nvSpPr>
        <p:spPr>
          <a:xfrm>
            <a:off x="3445098" y="3101161"/>
            <a:ext cx="88343" cy="27432"/>
          </a:xfrm>
          <a:prstGeom prst="rect">
            <a:avLst/>
          </a:prstGeom>
          <a:solidFill>
            <a:srgbClr val="D9D9D9"/>
          </a:solidFill>
          <a:ln/>
        </p:spPr>
      </p:sp>
      <p:sp>
        <p:nvSpPr>
          <p:cNvPr id="49" name="Shape 47"/>
          <p:cNvSpPr/>
          <p:nvPr/>
        </p:nvSpPr>
        <p:spPr>
          <a:xfrm>
            <a:off x="3376518" y="3046297"/>
            <a:ext cx="137160" cy="137160"/>
          </a:xfrm>
          <a:prstGeom prst="ellipse">
            <a:avLst/>
          </a:prstGeom>
          <a:solidFill>
            <a:srgbClr val="0B2C4A"/>
          </a:solidFill>
          <a:ln/>
        </p:spPr>
      </p:sp>
      <p:sp>
        <p:nvSpPr>
          <p:cNvPr id="50" name="Shape 48"/>
          <p:cNvSpPr/>
          <p:nvPr/>
        </p:nvSpPr>
        <p:spPr>
          <a:xfrm>
            <a:off x="3464861" y="3046297"/>
            <a:ext cx="137160" cy="137160"/>
          </a:xfrm>
          <a:prstGeom prst="ellipse">
            <a:avLst/>
          </a:prstGeom>
          <a:solidFill>
            <a:srgbClr val="12A566"/>
          </a:solidFill>
          <a:ln/>
        </p:spPr>
      </p:sp>
      <p:sp>
        <p:nvSpPr>
          <p:cNvPr id="51" name="Text 49"/>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52" name="Text 50"/>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53" name="Text 51"/>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54" name="Shape 52"/>
          <p:cNvSpPr/>
          <p:nvPr/>
        </p:nvSpPr>
        <p:spPr>
          <a:xfrm>
            <a:off x="585216" y="3227294"/>
            <a:ext cx="5394960" cy="224835"/>
          </a:xfrm>
          <a:prstGeom prst="rect">
            <a:avLst/>
          </a:prstGeom>
          <a:solidFill>
            <a:srgbClr val="F7F7F7"/>
          </a:solidFill>
          <a:ln/>
        </p:spPr>
      </p:sp>
      <p:sp>
        <p:nvSpPr>
          <p:cNvPr id="55" name="Text 53"/>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6" name="Shape 54"/>
          <p:cNvSpPr/>
          <p:nvPr/>
        </p:nvSpPr>
        <p:spPr>
          <a:xfrm>
            <a:off x="3575605" y="3325996"/>
            <a:ext cx="75044" cy="27432"/>
          </a:xfrm>
          <a:prstGeom prst="rect">
            <a:avLst/>
          </a:prstGeom>
          <a:solidFill>
            <a:srgbClr val="D9D9D9"/>
          </a:solidFill>
          <a:ln/>
        </p:spPr>
      </p:sp>
      <p:sp>
        <p:nvSpPr>
          <p:cNvPr id="57" name="Shape 55"/>
          <p:cNvSpPr/>
          <p:nvPr/>
        </p:nvSpPr>
        <p:spPr>
          <a:xfrm>
            <a:off x="3507025" y="3271132"/>
            <a:ext cx="137160" cy="137160"/>
          </a:xfrm>
          <a:prstGeom prst="ellipse">
            <a:avLst/>
          </a:prstGeom>
          <a:solidFill>
            <a:srgbClr val="0B2C4A"/>
          </a:solidFill>
          <a:ln/>
        </p:spPr>
      </p:sp>
      <p:sp>
        <p:nvSpPr>
          <p:cNvPr id="58" name="Shape 56"/>
          <p:cNvSpPr/>
          <p:nvPr/>
        </p:nvSpPr>
        <p:spPr>
          <a:xfrm>
            <a:off x="3582070" y="3271132"/>
            <a:ext cx="137160" cy="137160"/>
          </a:xfrm>
          <a:prstGeom prst="ellipse">
            <a:avLst/>
          </a:prstGeom>
          <a:solidFill>
            <a:srgbClr val="12A566"/>
          </a:solidFill>
          <a:ln/>
        </p:spPr>
      </p:sp>
      <p:sp>
        <p:nvSpPr>
          <p:cNvPr id="59" name="Text 57"/>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60" name="Text 58"/>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61" name="Text 59"/>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62" name="Text 60"/>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3" name="Shape 61"/>
          <p:cNvSpPr/>
          <p:nvPr/>
        </p:nvSpPr>
        <p:spPr>
          <a:xfrm>
            <a:off x="3470065" y="3550830"/>
            <a:ext cx="74235" cy="27432"/>
          </a:xfrm>
          <a:prstGeom prst="rect">
            <a:avLst/>
          </a:prstGeom>
          <a:solidFill>
            <a:srgbClr val="D9D9D9"/>
          </a:solidFill>
          <a:ln/>
        </p:spPr>
      </p:sp>
      <p:sp>
        <p:nvSpPr>
          <p:cNvPr id="64" name="Shape 62"/>
          <p:cNvSpPr/>
          <p:nvPr/>
        </p:nvSpPr>
        <p:spPr>
          <a:xfrm>
            <a:off x="3401485" y="3495966"/>
            <a:ext cx="137160" cy="137160"/>
          </a:xfrm>
          <a:prstGeom prst="ellipse">
            <a:avLst/>
          </a:prstGeom>
          <a:solidFill>
            <a:srgbClr val="0B2C4A"/>
          </a:solidFill>
          <a:ln/>
        </p:spPr>
      </p:sp>
      <p:sp>
        <p:nvSpPr>
          <p:cNvPr id="65" name="Shape 63"/>
          <p:cNvSpPr/>
          <p:nvPr/>
        </p:nvSpPr>
        <p:spPr>
          <a:xfrm>
            <a:off x="3475720" y="3495966"/>
            <a:ext cx="137160" cy="137160"/>
          </a:xfrm>
          <a:prstGeom prst="ellipse">
            <a:avLst/>
          </a:prstGeom>
          <a:solidFill>
            <a:srgbClr val="12A566"/>
          </a:solidFill>
          <a:ln/>
        </p:spPr>
      </p:sp>
      <p:sp>
        <p:nvSpPr>
          <p:cNvPr id="66" name="Text 6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67" name="Text 6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68" name="Text 6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69" name="Shape 67"/>
          <p:cNvSpPr/>
          <p:nvPr/>
        </p:nvSpPr>
        <p:spPr>
          <a:xfrm>
            <a:off x="585216" y="3676964"/>
            <a:ext cx="5394960" cy="224835"/>
          </a:xfrm>
          <a:prstGeom prst="rect">
            <a:avLst/>
          </a:prstGeom>
          <a:solidFill>
            <a:srgbClr val="F7F7F7"/>
          </a:solidFill>
          <a:ln/>
        </p:spPr>
      </p:sp>
      <p:sp>
        <p:nvSpPr>
          <p:cNvPr id="70" name="Text 6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71" name="Shape 69"/>
          <p:cNvSpPr/>
          <p:nvPr/>
        </p:nvSpPr>
        <p:spPr>
          <a:xfrm>
            <a:off x="3467609" y="3775665"/>
            <a:ext cx="26393" cy="27432"/>
          </a:xfrm>
          <a:prstGeom prst="rect">
            <a:avLst/>
          </a:prstGeom>
          <a:solidFill>
            <a:srgbClr val="D9D9D9"/>
          </a:solidFill>
          <a:ln/>
        </p:spPr>
      </p:sp>
      <p:sp>
        <p:nvSpPr>
          <p:cNvPr id="72" name="Shape 70"/>
          <p:cNvSpPr/>
          <p:nvPr/>
        </p:nvSpPr>
        <p:spPr>
          <a:xfrm>
            <a:off x="3399029" y="3720801"/>
            <a:ext cx="137160" cy="137160"/>
          </a:xfrm>
          <a:prstGeom prst="ellipse">
            <a:avLst/>
          </a:prstGeom>
          <a:solidFill>
            <a:srgbClr val="0B2C4A"/>
          </a:solidFill>
          <a:ln/>
        </p:spPr>
      </p:sp>
      <p:sp>
        <p:nvSpPr>
          <p:cNvPr id="73" name="Shape 71"/>
          <p:cNvSpPr/>
          <p:nvPr/>
        </p:nvSpPr>
        <p:spPr>
          <a:xfrm>
            <a:off x="3425422" y="3720801"/>
            <a:ext cx="137160" cy="137160"/>
          </a:xfrm>
          <a:prstGeom prst="ellipse">
            <a:avLst/>
          </a:prstGeom>
          <a:solidFill>
            <a:srgbClr val="12A566"/>
          </a:solidFill>
          <a:ln/>
        </p:spPr>
      </p:sp>
      <p:sp>
        <p:nvSpPr>
          <p:cNvPr id="74" name="Text 72"/>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75" name="Text 73"/>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76" name="Text 74"/>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77" name="Text 75"/>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78" name="Shape 76"/>
          <p:cNvSpPr/>
          <p:nvPr/>
        </p:nvSpPr>
        <p:spPr>
          <a:xfrm>
            <a:off x="3478988" y="4000500"/>
            <a:ext cx="9144" cy="27432"/>
          </a:xfrm>
          <a:prstGeom prst="rect">
            <a:avLst/>
          </a:prstGeom>
          <a:solidFill>
            <a:srgbClr val="D9D9D9"/>
          </a:solidFill>
          <a:ln/>
        </p:spPr>
      </p:sp>
      <p:sp>
        <p:nvSpPr>
          <p:cNvPr id="79" name="Shape 77"/>
          <p:cNvSpPr/>
          <p:nvPr/>
        </p:nvSpPr>
        <p:spPr>
          <a:xfrm>
            <a:off x="3412024" y="3945636"/>
            <a:ext cx="137160" cy="137160"/>
          </a:xfrm>
          <a:prstGeom prst="ellipse">
            <a:avLst/>
          </a:prstGeom>
          <a:solidFill>
            <a:srgbClr val="0B2C4A"/>
          </a:solidFill>
          <a:ln/>
        </p:spPr>
      </p:sp>
      <p:sp>
        <p:nvSpPr>
          <p:cNvPr id="80" name="Shape 78"/>
          <p:cNvSpPr/>
          <p:nvPr/>
        </p:nvSpPr>
        <p:spPr>
          <a:xfrm>
            <a:off x="3410408" y="3945636"/>
            <a:ext cx="137160" cy="137160"/>
          </a:xfrm>
          <a:prstGeom prst="ellipse">
            <a:avLst/>
          </a:prstGeom>
          <a:solidFill>
            <a:srgbClr val="12A566"/>
          </a:solidFill>
          <a:ln/>
        </p:spPr>
      </p:sp>
      <p:sp>
        <p:nvSpPr>
          <p:cNvPr id="81" name="Text 79"/>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82" name="Text 80"/>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83" name="Text 81"/>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84" name="Shape 82"/>
          <p:cNvSpPr/>
          <p:nvPr/>
        </p:nvSpPr>
        <p:spPr>
          <a:xfrm>
            <a:off x="585216" y="4126633"/>
            <a:ext cx="5394960" cy="224835"/>
          </a:xfrm>
          <a:prstGeom prst="rect">
            <a:avLst/>
          </a:prstGeom>
          <a:solidFill>
            <a:srgbClr val="F7F7F7"/>
          </a:solidFill>
          <a:ln/>
        </p:spPr>
      </p:sp>
      <p:sp>
        <p:nvSpPr>
          <p:cNvPr id="85" name="Text 83"/>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6" name="Shape 84"/>
          <p:cNvSpPr/>
          <p:nvPr/>
        </p:nvSpPr>
        <p:spPr>
          <a:xfrm>
            <a:off x="3668137" y="4225335"/>
            <a:ext cx="9144" cy="27432"/>
          </a:xfrm>
          <a:prstGeom prst="rect">
            <a:avLst/>
          </a:prstGeom>
          <a:solidFill>
            <a:srgbClr val="D9D9D9"/>
          </a:solidFill>
          <a:ln/>
        </p:spPr>
      </p:sp>
      <p:sp>
        <p:nvSpPr>
          <p:cNvPr id="87" name="Shape 85"/>
          <p:cNvSpPr/>
          <p:nvPr/>
        </p:nvSpPr>
        <p:spPr>
          <a:xfrm>
            <a:off x="3605342" y="4170471"/>
            <a:ext cx="137160" cy="137160"/>
          </a:xfrm>
          <a:prstGeom prst="ellipse">
            <a:avLst/>
          </a:prstGeom>
          <a:solidFill>
            <a:srgbClr val="0B2C4A"/>
          </a:solidFill>
          <a:ln/>
        </p:spPr>
      </p:sp>
      <p:sp>
        <p:nvSpPr>
          <p:cNvPr id="88" name="Shape 86"/>
          <p:cNvSpPr/>
          <p:nvPr/>
        </p:nvSpPr>
        <p:spPr>
          <a:xfrm>
            <a:off x="3599557" y="4170471"/>
            <a:ext cx="137160" cy="137160"/>
          </a:xfrm>
          <a:prstGeom prst="ellipse">
            <a:avLst/>
          </a:prstGeom>
          <a:solidFill>
            <a:srgbClr val="12A566"/>
          </a:solidFill>
          <a:ln/>
        </p:spPr>
      </p:sp>
      <p:sp>
        <p:nvSpPr>
          <p:cNvPr id="89" name="Text 87"/>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90" name="Text 88"/>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91" name="Text 89"/>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92" name="Text 90"/>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3" name="Shape 91"/>
          <p:cNvSpPr/>
          <p:nvPr/>
        </p:nvSpPr>
        <p:spPr>
          <a:xfrm>
            <a:off x="3573014" y="4450170"/>
            <a:ext cx="10631" cy="27432"/>
          </a:xfrm>
          <a:prstGeom prst="rect">
            <a:avLst/>
          </a:prstGeom>
          <a:solidFill>
            <a:srgbClr val="D9D9D9"/>
          </a:solidFill>
          <a:ln/>
        </p:spPr>
      </p:sp>
      <p:sp>
        <p:nvSpPr>
          <p:cNvPr id="94" name="Shape 92"/>
          <p:cNvSpPr/>
          <p:nvPr/>
        </p:nvSpPr>
        <p:spPr>
          <a:xfrm>
            <a:off x="3515065" y="4395306"/>
            <a:ext cx="137160" cy="137160"/>
          </a:xfrm>
          <a:prstGeom prst="ellipse">
            <a:avLst/>
          </a:prstGeom>
          <a:solidFill>
            <a:srgbClr val="0B2C4A"/>
          </a:solidFill>
          <a:ln/>
        </p:spPr>
      </p:sp>
      <p:sp>
        <p:nvSpPr>
          <p:cNvPr id="95" name="Shape 93"/>
          <p:cNvSpPr/>
          <p:nvPr/>
        </p:nvSpPr>
        <p:spPr>
          <a:xfrm>
            <a:off x="3504434" y="4395306"/>
            <a:ext cx="137160" cy="137160"/>
          </a:xfrm>
          <a:prstGeom prst="ellipse">
            <a:avLst/>
          </a:prstGeom>
          <a:solidFill>
            <a:srgbClr val="12A566"/>
          </a:solidFill>
          <a:ln/>
        </p:spPr>
      </p:sp>
      <p:sp>
        <p:nvSpPr>
          <p:cNvPr id="96" name="Text 94"/>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97" name="Text 95"/>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98" name="Text 96"/>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99" name="Shape 97"/>
          <p:cNvSpPr/>
          <p:nvPr/>
        </p:nvSpPr>
        <p:spPr>
          <a:xfrm>
            <a:off x="585216" y="4576303"/>
            <a:ext cx="5394960" cy="224835"/>
          </a:xfrm>
          <a:prstGeom prst="rect">
            <a:avLst/>
          </a:prstGeom>
          <a:solidFill>
            <a:srgbClr val="F7F7F7"/>
          </a:solidFill>
          <a:ln/>
        </p:spPr>
      </p:sp>
      <p:sp>
        <p:nvSpPr>
          <p:cNvPr id="100" name="Text 98"/>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1" name="Shape 99"/>
          <p:cNvSpPr/>
          <p:nvPr/>
        </p:nvSpPr>
        <p:spPr>
          <a:xfrm>
            <a:off x="3293888" y="4675004"/>
            <a:ext cx="11833" cy="27432"/>
          </a:xfrm>
          <a:prstGeom prst="rect">
            <a:avLst/>
          </a:prstGeom>
          <a:solidFill>
            <a:srgbClr val="D9D9D9"/>
          </a:solidFill>
          <a:ln/>
        </p:spPr>
      </p:sp>
      <p:sp>
        <p:nvSpPr>
          <p:cNvPr id="102" name="Shape 100"/>
          <p:cNvSpPr/>
          <p:nvPr/>
        </p:nvSpPr>
        <p:spPr>
          <a:xfrm>
            <a:off x="3237141" y="4620140"/>
            <a:ext cx="137160" cy="137160"/>
          </a:xfrm>
          <a:prstGeom prst="ellipse">
            <a:avLst/>
          </a:prstGeom>
          <a:solidFill>
            <a:srgbClr val="0B2C4A"/>
          </a:solidFill>
          <a:ln/>
        </p:spPr>
      </p:sp>
      <p:sp>
        <p:nvSpPr>
          <p:cNvPr id="103" name="Shape 101"/>
          <p:cNvSpPr/>
          <p:nvPr/>
        </p:nvSpPr>
        <p:spPr>
          <a:xfrm>
            <a:off x="3225308" y="4620140"/>
            <a:ext cx="137160" cy="137160"/>
          </a:xfrm>
          <a:prstGeom prst="ellipse">
            <a:avLst/>
          </a:prstGeom>
          <a:solidFill>
            <a:srgbClr val="12A566"/>
          </a:solidFill>
          <a:ln/>
        </p:spPr>
      </p:sp>
      <p:sp>
        <p:nvSpPr>
          <p:cNvPr id="104" name="Text 10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105" name="Text 10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106" name="Text 10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107" name="Text 10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8" name="Shape 106"/>
          <p:cNvSpPr/>
          <p:nvPr/>
        </p:nvSpPr>
        <p:spPr>
          <a:xfrm>
            <a:off x="3429695" y="4899839"/>
            <a:ext cx="38117" cy="27432"/>
          </a:xfrm>
          <a:prstGeom prst="rect">
            <a:avLst/>
          </a:prstGeom>
          <a:solidFill>
            <a:srgbClr val="D9D9D9"/>
          </a:solidFill>
          <a:ln/>
        </p:spPr>
      </p:sp>
      <p:sp>
        <p:nvSpPr>
          <p:cNvPr id="109" name="Shape 107"/>
          <p:cNvSpPr/>
          <p:nvPr/>
        </p:nvSpPr>
        <p:spPr>
          <a:xfrm>
            <a:off x="3399231" y="4844975"/>
            <a:ext cx="137160" cy="137160"/>
          </a:xfrm>
          <a:prstGeom prst="ellipse">
            <a:avLst/>
          </a:prstGeom>
          <a:solidFill>
            <a:srgbClr val="0B2C4A"/>
          </a:solidFill>
          <a:ln/>
        </p:spPr>
      </p:sp>
      <p:sp>
        <p:nvSpPr>
          <p:cNvPr id="110" name="Shape 108"/>
          <p:cNvSpPr/>
          <p:nvPr/>
        </p:nvSpPr>
        <p:spPr>
          <a:xfrm>
            <a:off x="3361115" y="4844975"/>
            <a:ext cx="137160" cy="137160"/>
          </a:xfrm>
          <a:prstGeom prst="ellipse">
            <a:avLst/>
          </a:prstGeom>
          <a:solidFill>
            <a:srgbClr val="12A566"/>
          </a:solidFill>
          <a:ln/>
        </p:spPr>
      </p:sp>
      <p:sp>
        <p:nvSpPr>
          <p:cNvPr id="111" name="Text 109"/>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112" name="Text 110"/>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113" name="Text 111"/>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114" name="Shape 112"/>
          <p:cNvSpPr/>
          <p:nvPr/>
        </p:nvSpPr>
        <p:spPr>
          <a:xfrm>
            <a:off x="585216" y="5025973"/>
            <a:ext cx="5394960" cy="224835"/>
          </a:xfrm>
          <a:prstGeom prst="rect">
            <a:avLst/>
          </a:prstGeom>
          <a:solidFill>
            <a:srgbClr val="F7F7F7"/>
          </a:solidFill>
          <a:ln/>
        </p:spPr>
      </p:sp>
      <p:sp>
        <p:nvSpPr>
          <p:cNvPr id="115" name="Text 113"/>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6" name="Shape 114"/>
          <p:cNvSpPr/>
          <p:nvPr/>
        </p:nvSpPr>
        <p:spPr>
          <a:xfrm>
            <a:off x="3400294" y="5124674"/>
            <a:ext cx="64817" cy="27432"/>
          </a:xfrm>
          <a:prstGeom prst="rect">
            <a:avLst/>
          </a:prstGeom>
          <a:solidFill>
            <a:srgbClr val="D9D9D9"/>
          </a:solidFill>
          <a:ln/>
        </p:spPr>
      </p:sp>
      <p:sp>
        <p:nvSpPr>
          <p:cNvPr id="117" name="Shape 115"/>
          <p:cNvSpPr/>
          <p:nvPr/>
        </p:nvSpPr>
        <p:spPr>
          <a:xfrm>
            <a:off x="3396530" y="5069810"/>
            <a:ext cx="137160" cy="137160"/>
          </a:xfrm>
          <a:prstGeom prst="ellipse">
            <a:avLst/>
          </a:prstGeom>
          <a:solidFill>
            <a:srgbClr val="0B2C4A"/>
          </a:solidFill>
          <a:ln/>
        </p:spPr>
      </p:sp>
      <p:sp>
        <p:nvSpPr>
          <p:cNvPr id="118" name="Shape 116"/>
          <p:cNvSpPr/>
          <p:nvPr/>
        </p:nvSpPr>
        <p:spPr>
          <a:xfrm>
            <a:off x="3331714" y="5069810"/>
            <a:ext cx="137160" cy="137160"/>
          </a:xfrm>
          <a:prstGeom prst="ellipse">
            <a:avLst/>
          </a:prstGeom>
          <a:solidFill>
            <a:srgbClr val="12A566"/>
          </a:solidFill>
          <a:ln/>
        </p:spPr>
      </p:sp>
      <p:sp>
        <p:nvSpPr>
          <p:cNvPr id="119" name="Text 117"/>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120" name="Text 118"/>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121" name="Text 119"/>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22" name="Text 120"/>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3" name="Shape 121"/>
          <p:cNvSpPr/>
          <p:nvPr/>
        </p:nvSpPr>
        <p:spPr>
          <a:xfrm>
            <a:off x="3373993" y="5349509"/>
            <a:ext cx="65007" cy="27432"/>
          </a:xfrm>
          <a:prstGeom prst="rect">
            <a:avLst/>
          </a:prstGeom>
          <a:solidFill>
            <a:srgbClr val="D9D9D9"/>
          </a:solidFill>
          <a:ln/>
        </p:spPr>
      </p:sp>
      <p:sp>
        <p:nvSpPr>
          <p:cNvPr id="124" name="Shape 122"/>
          <p:cNvSpPr/>
          <p:nvPr/>
        </p:nvSpPr>
        <p:spPr>
          <a:xfrm>
            <a:off x="3370420" y="5294645"/>
            <a:ext cx="137160" cy="137160"/>
          </a:xfrm>
          <a:prstGeom prst="ellipse">
            <a:avLst/>
          </a:prstGeom>
          <a:solidFill>
            <a:srgbClr val="0B2C4A"/>
          </a:solidFill>
          <a:ln/>
        </p:spPr>
      </p:sp>
      <p:sp>
        <p:nvSpPr>
          <p:cNvPr id="125" name="Shape 123"/>
          <p:cNvSpPr/>
          <p:nvPr/>
        </p:nvSpPr>
        <p:spPr>
          <a:xfrm>
            <a:off x="3305413" y="5294645"/>
            <a:ext cx="137160" cy="137160"/>
          </a:xfrm>
          <a:prstGeom prst="ellipse">
            <a:avLst/>
          </a:prstGeom>
          <a:solidFill>
            <a:srgbClr val="12A566"/>
          </a:solidFill>
          <a:ln/>
        </p:spPr>
      </p:sp>
      <p:sp>
        <p:nvSpPr>
          <p:cNvPr id="126" name="Text 124"/>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27" name="Text 125"/>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28" name="Text 126"/>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29" name="Shape 127"/>
          <p:cNvSpPr/>
          <p:nvPr/>
        </p:nvSpPr>
        <p:spPr>
          <a:xfrm>
            <a:off x="585216" y="5475642"/>
            <a:ext cx="5394960" cy="224835"/>
          </a:xfrm>
          <a:prstGeom prst="rect">
            <a:avLst/>
          </a:prstGeom>
          <a:solidFill>
            <a:srgbClr val="F7F7F7"/>
          </a:solidFill>
          <a:ln/>
        </p:spPr>
      </p:sp>
      <p:sp>
        <p:nvSpPr>
          <p:cNvPr id="130" name="Text 128"/>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1" name="Shape 129"/>
          <p:cNvSpPr/>
          <p:nvPr/>
        </p:nvSpPr>
        <p:spPr>
          <a:xfrm>
            <a:off x="3557028" y="5574344"/>
            <a:ext cx="65731" cy="27432"/>
          </a:xfrm>
          <a:prstGeom prst="rect">
            <a:avLst/>
          </a:prstGeom>
          <a:solidFill>
            <a:srgbClr val="D9D9D9"/>
          </a:solidFill>
          <a:ln/>
        </p:spPr>
      </p:sp>
      <p:sp>
        <p:nvSpPr>
          <p:cNvPr id="132" name="Shape 130"/>
          <p:cNvSpPr/>
          <p:nvPr/>
        </p:nvSpPr>
        <p:spPr>
          <a:xfrm>
            <a:off x="3554179" y="5519480"/>
            <a:ext cx="137160" cy="137160"/>
          </a:xfrm>
          <a:prstGeom prst="ellipse">
            <a:avLst/>
          </a:prstGeom>
          <a:solidFill>
            <a:srgbClr val="0B2C4A"/>
          </a:solidFill>
          <a:ln/>
        </p:spPr>
      </p:sp>
      <p:sp>
        <p:nvSpPr>
          <p:cNvPr id="133" name="Shape 131"/>
          <p:cNvSpPr/>
          <p:nvPr/>
        </p:nvSpPr>
        <p:spPr>
          <a:xfrm>
            <a:off x="3488448" y="5519480"/>
            <a:ext cx="137160" cy="137160"/>
          </a:xfrm>
          <a:prstGeom prst="ellipse">
            <a:avLst/>
          </a:prstGeom>
          <a:solidFill>
            <a:srgbClr val="12A566"/>
          </a:solidFill>
          <a:ln/>
        </p:spPr>
      </p:sp>
      <p:sp>
        <p:nvSpPr>
          <p:cNvPr id="134" name="Text 132"/>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35" name="Text 133"/>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36" name="Text 134"/>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37" name="Text 135"/>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8" name="Shape 136"/>
          <p:cNvSpPr/>
          <p:nvPr/>
        </p:nvSpPr>
        <p:spPr>
          <a:xfrm>
            <a:off x="3229189" y="5799179"/>
            <a:ext cx="67698" cy="27432"/>
          </a:xfrm>
          <a:prstGeom prst="rect">
            <a:avLst/>
          </a:prstGeom>
          <a:solidFill>
            <a:srgbClr val="D9D9D9"/>
          </a:solidFill>
          <a:ln/>
        </p:spPr>
      </p:sp>
      <p:sp>
        <p:nvSpPr>
          <p:cNvPr id="139" name="Shape 137"/>
          <p:cNvSpPr/>
          <p:nvPr/>
        </p:nvSpPr>
        <p:spPr>
          <a:xfrm>
            <a:off x="3228307" y="5744315"/>
            <a:ext cx="137160" cy="137160"/>
          </a:xfrm>
          <a:prstGeom prst="ellipse">
            <a:avLst/>
          </a:prstGeom>
          <a:solidFill>
            <a:srgbClr val="0B2C4A"/>
          </a:solidFill>
          <a:ln/>
        </p:spPr>
      </p:sp>
      <p:sp>
        <p:nvSpPr>
          <p:cNvPr id="140" name="Shape 138"/>
          <p:cNvSpPr/>
          <p:nvPr/>
        </p:nvSpPr>
        <p:spPr>
          <a:xfrm>
            <a:off x="3160609" y="5744315"/>
            <a:ext cx="137160" cy="137160"/>
          </a:xfrm>
          <a:prstGeom prst="ellipse">
            <a:avLst/>
          </a:prstGeom>
          <a:solidFill>
            <a:srgbClr val="12A566"/>
          </a:solidFill>
          <a:ln/>
        </p:spPr>
      </p:sp>
      <p:sp>
        <p:nvSpPr>
          <p:cNvPr id="141" name="Text 13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42" name="Text 14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43" name="Text 14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44" name="Text 14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5" name="Shape 143"/>
          <p:cNvSpPr/>
          <p:nvPr/>
        </p:nvSpPr>
        <p:spPr>
          <a:xfrm>
            <a:off x="8912269" y="2201821"/>
            <a:ext cx="80862" cy="27432"/>
          </a:xfrm>
          <a:prstGeom prst="rect">
            <a:avLst/>
          </a:prstGeom>
          <a:solidFill>
            <a:srgbClr val="D9D9D9"/>
          </a:solidFill>
          <a:ln/>
        </p:spPr>
      </p:sp>
      <p:sp>
        <p:nvSpPr>
          <p:cNvPr id="146" name="Shape 144"/>
          <p:cNvSpPr/>
          <p:nvPr/>
        </p:nvSpPr>
        <p:spPr>
          <a:xfrm>
            <a:off x="8924551" y="2146957"/>
            <a:ext cx="137160" cy="137160"/>
          </a:xfrm>
          <a:prstGeom prst="ellipse">
            <a:avLst/>
          </a:prstGeom>
          <a:solidFill>
            <a:srgbClr val="0B2C4A"/>
          </a:solidFill>
          <a:ln/>
        </p:spPr>
      </p:sp>
      <p:sp>
        <p:nvSpPr>
          <p:cNvPr id="147" name="Shape 145"/>
          <p:cNvSpPr/>
          <p:nvPr/>
        </p:nvSpPr>
        <p:spPr>
          <a:xfrm>
            <a:off x="8843689" y="2146957"/>
            <a:ext cx="137160" cy="137160"/>
          </a:xfrm>
          <a:prstGeom prst="ellipse">
            <a:avLst/>
          </a:prstGeom>
          <a:solidFill>
            <a:srgbClr val="12A566"/>
          </a:solidFill>
          <a:ln/>
        </p:spPr>
      </p:sp>
      <p:sp>
        <p:nvSpPr>
          <p:cNvPr id="148" name="Text 146"/>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49" name="Text 147"/>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50" name="Text 148"/>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51" name="Shape 149"/>
          <p:cNvSpPr/>
          <p:nvPr/>
        </p:nvSpPr>
        <p:spPr>
          <a:xfrm>
            <a:off x="6135624" y="2327955"/>
            <a:ext cx="5394960" cy="224835"/>
          </a:xfrm>
          <a:prstGeom prst="rect">
            <a:avLst/>
          </a:prstGeom>
          <a:solidFill>
            <a:srgbClr val="F7F7F7"/>
          </a:solidFill>
          <a:ln/>
        </p:spPr>
      </p:sp>
      <p:sp>
        <p:nvSpPr>
          <p:cNvPr id="152" name="Text 150"/>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3" name="Shape 151"/>
          <p:cNvSpPr/>
          <p:nvPr/>
        </p:nvSpPr>
        <p:spPr>
          <a:xfrm>
            <a:off x="9104456" y="2426656"/>
            <a:ext cx="85364" cy="27432"/>
          </a:xfrm>
          <a:prstGeom prst="rect">
            <a:avLst/>
          </a:prstGeom>
          <a:solidFill>
            <a:srgbClr val="D9D9D9"/>
          </a:solidFill>
          <a:ln/>
        </p:spPr>
      </p:sp>
      <p:sp>
        <p:nvSpPr>
          <p:cNvPr id="154" name="Shape 152"/>
          <p:cNvSpPr/>
          <p:nvPr/>
        </p:nvSpPr>
        <p:spPr>
          <a:xfrm>
            <a:off x="9121240" y="2371792"/>
            <a:ext cx="137160" cy="137160"/>
          </a:xfrm>
          <a:prstGeom prst="ellipse">
            <a:avLst/>
          </a:prstGeom>
          <a:solidFill>
            <a:srgbClr val="0B2C4A"/>
          </a:solidFill>
          <a:ln/>
        </p:spPr>
      </p:sp>
      <p:sp>
        <p:nvSpPr>
          <p:cNvPr id="155" name="Shape 153"/>
          <p:cNvSpPr/>
          <p:nvPr/>
        </p:nvSpPr>
        <p:spPr>
          <a:xfrm>
            <a:off x="9035876" y="2371792"/>
            <a:ext cx="137160" cy="137160"/>
          </a:xfrm>
          <a:prstGeom prst="ellipse">
            <a:avLst/>
          </a:prstGeom>
          <a:solidFill>
            <a:srgbClr val="C2352F"/>
          </a:solidFill>
          <a:ln/>
        </p:spPr>
      </p:sp>
      <p:sp>
        <p:nvSpPr>
          <p:cNvPr id="156" name="Text 154"/>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57" name="Text 155"/>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58" name="Text 156"/>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59" name="Text 157"/>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0" name="Shape 158"/>
          <p:cNvSpPr/>
          <p:nvPr/>
        </p:nvSpPr>
        <p:spPr>
          <a:xfrm>
            <a:off x="8801530" y="2651491"/>
            <a:ext cx="101285" cy="27432"/>
          </a:xfrm>
          <a:prstGeom prst="rect">
            <a:avLst/>
          </a:prstGeom>
          <a:solidFill>
            <a:srgbClr val="D9D9D9"/>
          </a:solidFill>
          <a:ln/>
        </p:spPr>
      </p:sp>
      <p:sp>
        <p:nvSpPr>
          <p:cNvPr id="161" name="Shape 159"/>
          <p:cNvSpPr/>
          <p:nvPr/>
        </p:nvSpPr>
        <p:spPr>
          <a:xfrm>
            <a:off x="8834235" y="2596627"/>
            <a:ext cx="137160" cy="137160"/>
          </a:xfrm>
          <a:prstGeom prst="ellipse">
            <a:avLst/>
          </a:prstGeom>
          <a:solidFill>
            <a:srgbClr val="0B2C4A"/>
          </a:solidFill>
          <a:ln/>
        </p:spPr>
      </p:sp>
      <p:sp>
        <p:nvSpPr>
          <p:cNvPr id="162" name="Shape 160"/>
          <p:cNvSpPr/>
          <p:nvPr/>
        </p:nvSpPr>
        <p:spPr>
          <a:xfrm>
            <a:off x="8732950" y="2596627"/>
            <a:ext cx="137160" cy="137160"/>
          </a:xfrm>
          <a:prstGeom prst="ellipse">
            <a:avLst/>
          </a:prstGeom>
          <a:solidFill>
            <a:srgbClr val="C2352F"/>
          </a:solidFill>
          <a:ln/>
        </p:spPr>
      </p:sp>
      <p:sp>
        <p:nvSpPr>
          <p:cNvPr id="163" name="Text 161"/>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64" name="Text 162"/>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65" name="Text 163"/>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66" name="Shape 164"/>
          <p:cNvSpPr/>
          <p:nvPr/>
        </p:nvSpPr>
        <p:spPr>
          <a:xfrm>
            <a:off x="6135624" y="2777624"/>
            <a:ext cx="5394960" cy="224835"/>
          </a:xfrm>
          <a:prstGeom prst="rect">
            <a:avLst/>
          </a:prstGeom>
          <a:solidFill>
            <a:srgbClr val="F7F7F7"/>
          </a:solidFill>
          <a:ln/>
        </p:spPr>
      </p:sp>
      <p:sp>
        <p:nvSpPr>
          <p:cNvPr id="167" name="Text 165"/>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68" name="Shape 166"/>
          <p:cNvSpPr/>
          <p:nvPr/>
        </p:nvSpPr>
        <p:spPr>
          <a:xfrm>
            <a:off x="9060644" y="2876326"/>
            <a:ext cx="107688" cy="27432"/>
          </a:xfrm>
          <a:prstGeom prst="rect">
            <a:avLst/>
          </a:prstGeom>
          <a:solidFill>
            <a:srgbClr val="D9D9D9"/>
          </a:solidFill>
          <a:ln/>
        </p:spPr>
      </p:sp>
      <p:sp>
        <p:nvSpPr>
          <p:cNvPr id="169" name="Shape 167"/>
          <p:cNvSpPr/>
          <p:nvPr/>
        </p:nvSpPr>
        <p:spPr>
          <a:xfrm>
            <a:off x="9099752" y="2821462"/>
            <a:ext cx="137160" cy="137160"/>
          </a:xfrm>
          <a:prstGeom prst="ellipse">
            <a:avLst/>
          </a:prstGeom>
          <a:solidFill>
            <a:srgbClr val="0B2C4A"/>
          </a:solidFill>
          <a:ln/>
        </p:spPr>
      </p:sp>
      <p:sp>
        <p:nvSpPr>
          <p:cNvPr id="170" name="Shape 168"/>
          <p:cNvSpPr/>
          <p:nvPr/>
        </p:nvSpPr>
        <p:spPr>
          <a:xfrm>
            <a:off x="8992064" y="2821462"/>
            <a:ext cx="137160" cy="137160"/>
          </a:xfrm>
          <a:prstGeom prst="ellipse">
            <a:avLst/>
          </a:prstGeom>
          <a:solidFill>
            <a:srgbClr val="C2352F"/>
          </a:solidFill>
          <a:ln/>
        </p:spPr>
      </p:sp>
      <p:sp>
        <p:nvSpPr>
          <p:cNvPr id="171" name="Text 169"/>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72" name="Text 170"/>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73" name="Text 171"/>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74" name="Text 172"/>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5" name="Shape 173"/>
          <p:cNvSpPr/>
          <p:nvPr/>
        </p:nvSpPr>
        <p:spPr>
          <a:xfrm>
            <a:off x="9185604" y="3101161"/>
            <a:ext cx="116115" cy="27432"/>
          </a:xfrm>
          <a:prstGeom prst="rect">
            <a:avLst/>
          </a:prstGeom>
          <a:solidFill>
            <a:srgbClr val="D9D9D9"/>
          </a:solidFill>
          <a:ln/>
        </p:spPr>
      </p:sp>
      <p:sp>
        <p:nvSpPr>
          <p:cNvPr id="176" name="Shape 174"/>
          <p:cNvSpPr/>
          <p:nvPr/>
        </p:nvSpPr>
        <p:spPr>
          <a:xfrm>
            <a:off x="9233139" y="3046297"/>
            <a:ext cx="137160" cy="137160"/>
          </a:xfrm>
          <a:prstGeom prst="ellipse">
            <a:avLst/>
          </a:prstGeom>
          <a:solidFill>
            <a:srgbClr val="0B2C4A"/>
          </a:solidFill>
          <a:ln/>
        </p:spPr>
      </p:sp>
      <p:sp>
        <p:nvSpPr>
          <p:cNvPr id="177" name="Shape 175"/>
          <p:cNvSpPr/>
          <p:nvPr/>
        </p:nvSpPr>
        <p:spPr>
          <a:xfrm>
            <a:off x="9117024" y="3046297"/>
            <a:ext cx="137160" cy="137160"/>
          </a:xfrm>
          <a:prstGeom prst="ellipse">
            <a:avLst/>
          </a:prstGeom>
          <a:solidFill>
            <a:srgbClr val="C2352F"/>
          </a:solidFill>
          <a:ln/>
        </p:spPr>
      </p:sp>
      <p:sp>
        <p:nvSpPr>
          <p:cNvPr id="178" name="Text 17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79" name="Text 17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80" name="Text 17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81" name="Shape 179"/>
          <p:cNvSpPr/>
          <p:nvPr/>
        </p:nvSpPr>
        <p:spPr>
          <a:xfrm>
            <a:off x="6135624" y="3227294"/>
            <a:ext cx="5394960" cy="224835"/>
          </a:xfrm>
          <a:prstGeom prst="rect">
            <a:avLst/>
          </a:prstGeom>
          <a:solidFill>
            <a:srgbClr val="F7F7F7"/>
          </a:solidFill>
          <a:ln/>
        </p:spPr>
      </p:sp>
      <p:sp>
        <p:nvSpPr>
          <p:cNvPr id="182" name="Text 18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83" name="Shape 181"/>
          <p:cNvSpPr/>
          <p:nvPr/>
        </p:nvSpPr>
        <p:spPr>
          <a:xfrm>
            <a:off x="8903365" y="3325996"/>
            <a:ext cx="118492" cy="27432"/>
          </a:xfrm>
          <a:prstGeom prst="rect">
            <a:avLst/>
          </a:prstGeom>
          <a:solidFill>
            <a:srgbClr val="D9D9D9"/>
          </a:solidFill>
          <a:ln/>
        </p:spPr>
      </p:sp>
      <p:sp>
        <p:nvSpPr>
          <p:cNvPr id="184" name="Shape 182"/>
          <p:cNvSpPr/>
          <p:nvPr/>
        </p:nvSpPr>
        <p:spPr>
          <a:xfrm>
            <a:off x="8953277" y="3271132"/>
            <a:ext cx="137160" cy="137160"/>
          </a:xfrm>
          <a:prstGeom prst="ellipse">
            <a:avLst/>
          </a:prstGeom>
          <a:solidFill>
            <a:srgbClr val="0B2C4A"/>
          </a:solidFill>
          <a:ln/>
        </p:spPr>
      </p:sp>
      <p:sp>
        <p:nvSpPr>
          <p:cNvPr id="185" name="Shape 183"/>
          <p:cNvSpPr/>
          <p:nvPr/>
        </p:nvSpPr>
        <p:spPr>
          <a:xfrm>
            <a:off x="8834785" y="3271132"/>
            <a:ext cx="137160" cy="137160"/>
          </a:xfrm>
          <a:prstGeom prst="ellipse">
            <a:avLst/>
          </a:prstGeom>
          <a:solidFill>
            <a:srgbClr val="C2352F"/>
          </a:solidFill>
          <a:ln/>
        </p:spPr>
      </p:sp>
      <p:sp>
        <p:nvSpPr>
          <p:cNvPr id="186" name="Text 184"/>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87" name="Text 185"/>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88" name="Text 186"/>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89" name="Text 187"/>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90" name="Shape 188"/>
          <p:cNvSpPr/>
          <p:nvPr/>
        </p:nvSpPr>
        <p:spPr>
          <a:xfrm>
            <a:off x="9029152" y="3550830"/>
            <a:ext cx="144120" cy="27432"/>
          </a:xfrm>
          <a:prstGeom prst="rect">
            <a:avLst/>
          </a:prstGeom>
          <a:solidFill>
            <a:srgbClr val="D9D9D9"/>
          </a:solidFill>
          <a:ln/>
        </p:spPr>
      </p:sp>
      <p:sp>
        <p:nvSpPr>
          <p:cNvPr id="191" name="Shape 189"/>
          <p:cNvSpPr/>
          <p:nvPr/>
        </p:nvSpPr>
        <p:spPr>
          <a:xfrm>
            <a:off x="9104691" y="3495966"/>
            <a:ext cx="137160" cy="137160"/>
          </a:xfrm>
          <a:prstGeom prst="ellipse">
            <a:avLst/>
          </a:prstGeom>
          <a:solidFill>
            <a:srgbClr val="0B2C4A"/>
          </a:solidFill>
          <a:ln/>
        </p:spPr>
      </p:sp>
      <p:sp>
        <p:nvSpPr>
          <p:cNvPr id="192" name="Shape 190"/>
          <p:cNvSpPr/>
          <p:nvPr/>
        </p:nvSpPr>
        <p:spPr>
          <a:xfrm>
            <a:off x="8960572" y="3495966"/>
            <a:ext cx="137160" cy="137160"/>
          </a:xfrm>
          <a:prstGeom prst="ellipse">
            <a:avLst/>
          </a:prstGeom>
          <a:solidFill>
            <a:srgbClr val="C2352F"/>
          </a:solidFill>
          <a:ln/>
        </p:spPr>
      </p:sp>
      <p:sp>
        <p:nvSpPr>
          <p:cNvPr id="193" name="Text 191"/>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94" name="Text 192"/>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95" name="Text 193"/>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96" name="Shape 194"/>
          <p:cNvSpPr/>
          <p:nvPr/>
        </p:nvSpPr>
        <p:spPr>
          <a:xfrm>
            <a:off x="6135624" y="3676964"/>
            <a:ext cx="5394960" cy="224835"/>
          </a:xfrm>
          <a:prstGeom prst="rect">
            <a:avLst/>
          </a:prstGeom>
          <a:solidFill>
            <a:srgbClr val="F7F7F7"/>
          </a:solidFill>
          <a:ln/>
        </p:spPr>
      </p:sp>
      <p:sp>
        <p:nvSpPr>
          <p:cNvPr id="197" name="Text 195"/>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98" name="Shape 196"/>
          <p:cNvSpPr/>
          <p:nvPr/>
        </p:nvSpPr>
        <p:spPr>
          <a:xfrm>
            <a:off x="8857207" y="3775665"/>
            <a:ext cx="152397" cy="27432"/>
          </a:xfrm>
          <a:prstGeom prst="rect">
            <a:avLst/>
          </a:prstGeom>
          <a:solidFill>
            <a:srgbClr val="D9D9D9"/>
          </a:solidFill>
          <a:ln/>
        </p:spPr>
      </p:sp>
      <p:sp>
        <p:nvSpPr>
          <p:cNvPr id="199" name="Shape 197"/>
          <p:cNvSpPr/>
          <p:nvPr/>
        </p:nvSpPr>
        <p:spPr>
          <a:xfrm>
            <a:off x="8941024" y="3720801"/>
            <a:ext cx="137160" cy="137160"/>
          </a:xfrm>
          <a:prstGeom prst="ellipse">
            <a:avLst/>
          </a:prstGeom>
          <a:solidFill>
            <a:srgbClr val="0B2C4A"/>
          </a:solidFill>
          <a:ln/>
        </p:spPr>
      </p:sp>
      <p:sp>
        <p:nvSpPr>
          <p:cNvPr id="200" name="Shape 198"/>
          <p:cNvSpPr/>
          <p:nvPr/>
        </p:nvSpPr>
        <p:spPr>
          <a:xfrm>
            <a:off x="8788627" y="3720801"/>
            <a:ext cx="137160" cy="137160"/>
          </a:xfrm>
          <a:prstGeom prst="ellipse">
            <a:avLst/>
          </a:prstGeom>
          <a:solidFill>
            <a:srgbClr val="C2352F"/>
          </a:solidFill>
          <a:ln/>
        </p:spPr>
      </p:sp>
      <p:sp>
        <p:nvSpPr>
          <p:cNvPr id="201" name="Text 199"/>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202" name="Text 200"/>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203" name="Text 201"/>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204" name="Text 202"/>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05" name="Shape 203"/>
          <p:cNvSpPr/>
          <p:nvPr/>
        </p:nvSpPr>
        <p:spPr>
          <a:xfrm>
            <a:off x="8890071" y="4000500"/>
            <a:ext cx="207231" cy="27432"/>
          </a:xfrm>
          <a:prstGeom prst="rect">
            <a:avLst/>
          </a:prstGeom>
          <a:solidFill>
            <a:srgbClr val="D9D9D9"/>
          </a:solidFill>
          <a:ln/>
        </p:spPr>
      </p:sp>
      <p:sp>
        <p:nvSpPr>
          <p:cNvPr id="206" name="Shape 204"/>
          <p:cNvSpPr/>
          <p:nvPr/>
        </p:nvSpPr>
        <p:spPr>
          <a:xfrm>
            <a:off x="9028721" y="3945636"/>
            <a:ext cx="137160" cy="137160"/>
          </a:xfrm>
          <a:prstGeom prst="ellipse">
            <a:avLst/>
          </a:prstGeom>
          <a:solidFill>
            <a:srgbClr val="0B2C4A"/>
          </a:solidFill>
          <a:ln/>
        </p:spPr>
      </p:sp>
      <p:sp>
        <p:nvSpPr>
          <p:cNvPr id="207" name="Shape 205"/>
          <p:cNvSpPr/>
          <p:nvPr/>
        </p:nvSpPr>
        <p:spPr>
          <a:xfrm>
            <a:off x="8821491" y="3945636"/>
            <a:ext cx="137160" cy="137160"/>
          </a:xfrm>
          <a:prstGeom prst="ellipse">
            <a:avLst/>
          </a:prstGeom>
          <a:solidFill>
            <a:srgbClr val="C2352F"/>
          </a:solidFill>
          <a:ln/>
        </p:spPr>
      </p:sp>
      <p:sp>
        <p:nvSpPr>
          <p:cNvPr id="208" name="Text 206"/>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209" name="Text 207"/>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210" name="Text 208"/>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211" name="Shape 209"/>
          <p:cNvSpPr/>
          <p:nvPr/>
        </p:nvSpPr>
        <p:spPr>
          <a:xfrm>
            <a:off x="6135624" y="4126633"/>
            <a:ext cx="5394960" cy="224835"/>
          </a:xfrm>
          <a:prstGeom prst="rect">
            <a:avLst/>
          </a:prstGeom>
          <a:solidFill>
            <a:srgbClr val="F7F7F7"/>
          </a:solidFill>
          <a:ln/>
        </p:spPr>
      </p:sp>
      <p:sp>
        <p:nvSpPr>
          <p:cNvPr id="212" name="Text 210"/>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13" name="Shape 211"/>
          <p:cNvSpPr/>
          <p:nvPr/>
        </p:nvSpPr>
        <p:spPr>
          <a:xfrm>
            <a:off x="9004765" y="4225335"/>
            <a:ext cx="215671" cy="27432"/>
          </a:xfrm>
          <a:prstGeom prst="rect">
            <a:avLst/>
          </a:prstGeom>
          <a:solidFill>
            <a:srgbClr val="D9D9D9"/>
          </a:solidFill>
          <a:ln/>
        </p:spPr>
      </p:sp>
      <p:sp>
        <p:nvSpPr>
          <p:cNvPr id="214" name="Shape 212"/>
          <p:cNvSpPr/>
          <p:nvPr/>
        </p:nvSpPr>
        <p:spPr>
          <a:xfrm>
            <a:off x="9151856" y="4170471"/>
            <a:ext cx="137160" cy="137160"/>
          </a:xfrm>
          <a:prstGeom prst="ellipse">
            <a:avLst/>
          </a:prstGeom>
          <a:solidFill>
            <a:srgbClr val="0B2C4A"/>
          </a:solidFill>
          <a:ln/>
        </p:spPr>
      </p:sp>
      <p:sp>
        <p:nvSpPr>
          <p:cNvPr id="215" name="Shape 213"/>
          <p:cNvSpPr/>
          <p:nvPr/>
        </p:nvSpPr>
        <p:spPr>
          <a:xfrm>
            <a:off x="8936185" y="4170471"/>
            <a:ext cx="137160" cy="137160"/>
          </a:xfrm>
          <a:prstGeom prst="ellipse">
            <a:avLst/>
          </a:prstGeom>
          <a:solidFill>
            <a:srgbClr val="C2352F"/>
          </a:solidFill>
          <a:ln/>
        </p:spPr>
      </p:sp>
      <p:sp>
        <p:nvSpPr>
          <p:cNvPr id="216" name="Text 21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217" name="Text 21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218" name="Text 21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219" name="Text 21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20" name="Shape 218"/>
          <p:cNvSpPr/>
          <p:nvPr/>
        </p:nvSpPr>
        <p:spPr>
          <a:xfrm>
            <a:off x="8898070" y="4450170"/>
            <a:ext cx="245847" cy="27432"/>
          </a:xfrm>
          <a:prstGeom prst="rect">
            <a:avLst/>
          </a:prstGeom>
          <a:solidFill>
            <a:srgbClr val="D9D9D9"/>
          </a:solidFill>
          <a:ln/>
        </p:spPr>
      </p:sp>
      <p:sp>
        <p:nvSpPr>
          <p:cNvPr id="221" name="Shape 219"/>
          <p:cNvSpPr/>
          <p:nvPr/>
        </p:nvSpPr>
        <p:spPr>
          <a:xfrm>
            <a:off x="9075337" y="4395306"/>
            <a:ext cx="137160" cy="137160"/>
          </a:xfrm>
          <a:prstGeom prst="ellipse">
            <a:avLst/>
          </a:prstGeom>
          <a:solidFill>
            <a:srgbClr val="0B2C4A"/>
          </a:solidFill>
          <a:ln/>
        </p:spPr>
      </p:sp>
      <p:sp>
        <p:nvSpPr>
          <p:cNvPr id="222" name="Shape 220"/>
          <p:cNvSpPr/>
          <p:nvPr/>
        </p:nvSpPr>
        <p:spPr>
          <a:xfrm>
            <a:off x="8829490" y="4395306"/>
            <a:ext cx="137160" cy="137160"/>
          </a:xfrm>
          <a:prstGeom prst="ellipse">
            <a:avLst/>
          </a:prstGeom>
          <a:solidFill>
            <a:srgbClr val="C2352F"/>
          </a:solidFill>
          <a:ln/>
        </p:spPr>
      </p:sp>
      <p:sp>
        <p:nvSpPr>
          <p:cNvPr id="223" name="Text 221"/>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224" name="Text 222"/>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225" name="Text 223"/>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226" name="Shape 224"/>
          <p:cNvSpPr/>
          <p:nvPr/>
        </p:nvSpPr>
        <p:spPr>
          <a:xfrm>
            <a:off x="6135624" y="4576303"/>
            <a:ext cx="5394960" cy="224835"/>
          </a:xfrm>
          <a:prstGeom prst="rect">
            <a:avLst/>
          </a:prstGeom>
          <a:solidFill>
            <a:srgbClr val="F7F7F7"/>
          </a:solidFill>
          <a:ln/>
        </p:spPr>
      </p:sp>
      <p:sp>
        <p:nvSpPr>
          <p:cNvPr id="227" name="Text 225"/>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28" name="Shape 226"/>
          <p:cNvSpPr/>
          <p:nvPr/>
        </p:nvSpPr>
        <p:spPr>
          <a:xfrm>
            <a:off x="8692698" y="4675004"/>
            <a:ext cx="277116" cy="27432"/>
          </a:xfrm>
          <a:prstGeom prst="rect">
            <a:avLst/>
          </a:prstGeom>
          <a:solidFill>
            <a:srgbClr val="D9D9D9"/>
          </a:solidFill>
          <a:ln/>
        </p:spPr>
      </p:sp>
      <p:sp>
        <p:nvSpPr>
          <p:cNvPr id="229" name="Shape 227"/>
          <p:cNvSpPr/>
          <p:nvPr/>
        </p:nvSpPr>
        <p:spPr>
          <a:xfrm>
            <a:off x="8901234" y="4620140"/>
            <a:ext cx="137160" cy="137160"/>
          </a:xfrm>
          <a:prstGeom prst="ellipse">
            <a:avLst/>
          </a:prstGeom>
          <a:solidFill>
            <a:srgbClr val="0B2C4A"/>
          </a:solidFill>
          <a:ln/>
        </p:spPr>
      </p:sp>
      <p:sp>
        <p:nvSpPr>
          <p:cNvPr id="230" name="Shape 228"/>
          <p:cNvSpPr/>
          <p:nvPr/>
        </p:nvSpPr>
        <p:spPr>
          <a:xfrm>
            <a:off x="8624118" y="4620140"/>
            <a:ext cx="137160" cy="137160"/>
          </a:xfrm>
          <a:prstGeom prst="ellipse">
            <a:avLst/>
          </a:prstGeom>
          <a:solidFill>
            <a:srgbClr val="C2352F"/>
          </a:solidFill>
          <a:ln/>
        </p:spPr>
      </p:sp>
      <p:sp>
        <p:nvSpPr>
          <p:cNvPr id="231" name="Text 229"/>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232" name="Text 230"/>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233" name="Text 231"/>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234" name="Text 232"/>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5" name="Shape 233"/>
          <p:cNvSpPr/>
          <p:nvPr/>
        </p:nvSpPr>
        <p:spPr>
          <a:xfrm>
            <a:off x="8659621" y="4899839"/>
            <a:ext cx="332360" cy="27432"/>
          </a:xfrm>
          <a:prstGeom prst="rect">
            <a:avLst/>
          </a:prstGeom>
          <a:solidFill>
            <a:srgbClr val="D9D9D9"/>
          </a:solidFill>
          <a:ln/>
        </p:spPr>
      </p:sp>
      <p:sp>
        <p:nvSpPr>
          <p:cNvPr id="236" name="Shape 234"/>
          <p:cNvSpPr/>
          <p:nvPr/>
        </p:nvSpPr>
        <p:spPr>
          <a:xfrm>
            <a:off x="8923402" y="4844975"/>
            <a:ext cx="137160" cy="137160"/>
          </a:xfrm>
          <a:prstGeom prst="ellipse">
            <a:avLst/>
          </a:prstGeom>
          <a:solidFill>
            <a:srgbClr val="0B2C4A"/>
          </a:solidFill>
          <a:ln/>
        </p:spPr>
      </p:sp>
      <p:sp>
        <p:nvSpPr>
          <p:cNvPr id="237" name="Shape 235"/>
          <p:cNvSpPr/>
          <p:nvPr/>
        </p:nvSpPr>
        <p:spPr>
          <a:xfrm>
            <a:off x="8591041" y="4844975"/>
            <a:ext cx="137160" cy="137160"/>
          </a:xfrm>
          <a:prstGeom prst="ellipse">
            <a:avLst/>
          </a:prstGeom>
          <a:solidFill>
            <a:srgbClr val="C2352F"/>
          </a:solidFill>
          <a:ln/>
        </p:spPr>
      </p:sp>
      <p:sp>
        <p:nvSpPr>
          <p:cNvPr id="238" name="Text 236"/>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239" name="Text 237"/>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240" name="Text 238"/>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241" name="Shape 239"/>
          <p:cNvSpPr/>
          <p:nvPr/>
        </p:nvSpPr>
        <p:spPr>
          <a:xfrm>
            <a:off x="6135624" y="5025973"/>
            <a:ext cx="5394960" cy="224835"/>
          </a:xfrm>
          <a:prstGeom prst="rect">
            <a:avLst/>
          </a:prstGeom>
          <a:solidFill>
            <a:srgbClr val="F7F7F7"/>
          </a:solidFill>
          <a:ln/>
        </p:spPr>
      </p:sp>
      <p:sp>
        <p:nvSpPr>
          <p:cNvPr id="242" name="Text 240"/>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43" name="Shape 241"/>
          <p:cNvSpPr/>
          <p:nvPr/>
        </p:nvSpPr>
        <p:spPr>
          <a:xfrm>
            <a:off x="8734634" y="5124674"/>
            <a:ext cx="376572" cy="27432"/>
          </a:xfrm>
          <a:prstGeom prst="rect">
            <a:avLst/>
          </a:prstGeom>
          <a:solidFill>
            <a:srgbClr val="D9D9D9"/>
          </a:solidFill>
          <a:ln/>
        </p:spPr>
      </p:sp>
      <p:sp>
        <p:nvSpPr>
          <p:cNvPr id="244" name="Shape 242"/>
          <p:cNvSpPr/>
          <p:nvPr/>
        </p:nvSpPr>
        <p:spPr>
          <a:xfrm>
            <a:off x="9042625" y="5069810"/>
            <a:ext cx="137160" cy="137160"/>
          </a:xfrm>
          <a:prstGeom prst="ellipse">
            <a:avLst/>
          </a:prstGeom>
          <a:solidFill>
            <a:srgbClr val="0B2C4A"/>
          </a:solidFill>
          <a:ln/>
        </p:spPr>
      </p:sp>
      <p:sp>
        <p:nvSpPr>
          <p:cNvPr id="245" name="Shape 243"/>
          <p:cNvSpPr/>
          <p:nvPr/>
        </p:nvSpPr>
        <p:spPr>
          <a:xfrm>
            <a:off x="8666054" y="5069810"/>
            <a:ext cx="137160" cy="137160"/>
          </a:xfrm>
          <a:prstGeom prst="ellipse">
            <a:avLst/>
          </a:prstGeom>
          <a:solidFill>
            <a:srgbClr val="C2352F"/>
          </a:solidFill>
          <a:ln/>
        </p:spPr>
      </p:sp>
      <p:sp>
        <p:nvSpPr>
          <p:cNvPr id="246" name="Text 244"/>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247" name="Text 245"/>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248" name="Text 246"/>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249" name="Text 247"/>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50" name="Shape 248"/>
          <p:cNvSpPr/>
          <p:nvPr/>
        </p:nvSpPr>
        <p:spPr>
          <a:xfrm>
            <a:off x="8728847" y="5349509"/>
            <a:ext cx="427819" cy="27432"/>
          </a:xfrm>
          <a:prstGeom prst="rect">
            <a:avLst/>
          </a:prstGeom>
          <a:solidFill>
            <a:srgbClr val="D9D9D9"/>
          </a:solidFill>
          <a:ln/>
        </p:spPr>
      </p:sp>
      <p:sp>
        <p:nvSpPr>
          <p:cNvPr id="251" name="Shape 249"/>
          <p:cNvSpPr/>
          <p:nvPr/>
        </p:nvSpPr>
        <p:spPr>
          <a:xfrm>
            <a:off x="9088086" y="5294645"/>
            <a:ext cx="137160" cy="137160"/>
          </a:xfrm>
          <a:prstGeom prst="ellipse">
            <a:avLst/>
          </a:prstGeom>
          <a:solidFill>
            <a:srgbClr val="0B2C4A"/>
          </a:solidFill>
          <a:ln/>
        </p:spPr>
      </p:sp>
      <p:sp>
        <p:nvSpPr>
          <p:cNvPr id="252" name="Shape 250"/>
          <p:cNvSpPr/>
          <p:nvPr/>
        </p:nvSpPr>
        <p:spPr>
          <a:xfrm>
            <a:off x="8660267" y="5294645"/>
            <a:ext cx="137160" cy="137160"/>
          </a:xfrm>
          <a:prstGeom prst="ellipse">
            <a:avLst/>
          </a:prstGeom>
          <a:solidFill>
            <a:srgbClr val="C2352F"/>
          </a:solidFill>
          <a:ln/>
        </p:spPr>
      </p:sp>
      <p:sp>
        <p:nvSpPr>
          <p:cNvPr id="253" name="Text 25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254" name="Text 25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255" name="Text 25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256" name="Shape 254"/>
          <p:cNvSpPr/>
          <p:nvPr/>
        </p:nvSpPr>
        <p:spPr>
          <a:xfrm>
            <a:off x="6135624" y="5475642"/>
            <a:ext cx="5394960" cy="224835"/>
          </a:xfrm>
          <a:prstGeom prst="rect">
            <a:avLst/>
          </a:prstGeom>
          <a:solidFill>
            <a:srgbClr val="F7F7F7"/>
          </a:solidFill>
          <a:ln/>
        </p:spPr>
      </p:sp>
      <p:sp>
        <p:nvSpPr>
          <p:cNvPr id="257" name="Text 25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58" name="Shape 256"/>
          <p:cNvSpPr/>
          <p:nvPr/>
        </p:nvSpPr>
        <p:spPr>
          <a:xfrm>
            <a:off x="8383021" y="5574344"/>
            <a:ext cx="615963" cy="27432"/>
          </a:xfrm>
          <a:prstGeom prst="rect">
            <a:avLst/>
          </a:prstGeom>
          <a:solidFill>
            <a:srgbClr val="D9D9D9"/>
          </a:solidFill>
          <a:ln/>
        </p:spPr>
      </p:sp>
      <p:sp>
        <p:nvSpPr>
          <p:cNvPr id="259" name="Shape 257"/>
          <p:cNvSpPr/>
          <p:nvPr/>
        </p:nvSpPr>
        <p:spPr>
          <a:xfrm>
            <a:off x="8930404" y="5519480"/>
            <a:ext cx="137160" cy="137160"/>
          </a:xfrm>
          <a:prstGeom prst="ellipse">
            <a:avLst/>
          </a:prstGeom>
          <a:solidFill>
            <a:srgbClr val="0B2C4A"/>
          </a:solidFill>
          <a:ln/>
        </p:spPr>
      </p:sp>
      <p:sp>
        <p:nvSpPr>
          <p:cNvPr id="260" name="Shape 258"/>
          <p:cNvSpPr/>
          <p:nvPr/>
        </p:nvSpPr>
        <p:spPr>
          <a:xfrm>
            <a:off x="8314441" y="5519480"/>
            <a:ext cx="137160" cy="137160"/>
          </a:xfrm>
          <a:prstGeom prst="ellipse">
            <a:avLst/>
          </a:prstGeom>
          <a:solidFill>
            <a:srgbClr val="C2352F"/>
          </a:solidFill>
          <a:ln/>
        </p:spPr>
      </p:sp>
      <p:sp>
        <p:nvSpPr>
          <p:cNvPr id="261" name="Text 259"/>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62" name="Text 260"/>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63" name="Text 261"/>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64" name="Shape 262"/>
          <p:cNvSpPr/>
          <p:nvPr/>
        </p:nvSpPr>
        <p:spPr>
          <a:xfrm>
            <a:off x="457200" y="6126480"/>
            <a:ext cx="11274552" cy="615696"/>
          </a:xfrm>
          <a:prstGeom prst="rect">
            <a:avLst/>
          </a:prstGeom>
          <a:solidFill>
            <a:srgbClr val="EDF4FA"/>
          </a:solidFill>
          <a:ln/>
        </p:spPr>
      </p:sp>
      <p:sp>
        <p:nvSpPr>
          <p:cNvPr id="265" name="Text 26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navy dot = CP, green/red dot = internal</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Text 11"/>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4" name="Text 12"/>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5" name="Text 13"/>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6" name="Text 14"/>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7" name="Text 15"/>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3443130" y="2201821"/>
            <a:ext cx="176044" cy="27432"/>
          </a:xfrm>
          <a:prstGeom prst="rect">
            <a:avLst/>
          </a:prstGeom>
          <a:solidFill>
            <a:srgbClr val="D9D9D9"/>
          </a:solidFill>
          <a:ln/>
        </p:spPr>
      </p:sp>
      <p:sp>
        <p:nvSpPr>
          <p:cNvPr id="19" name="Shape 17"/>
          <p:cNvSpPr/>
          <p:nvPr/>
        </p:nvSpPr>
        <p:spPr>
          <a:xfrm>
            <a:off x="3374550" y="2146957"/>
            <a:ext cx="137160" cy="137160"/>
          </a:xfrm>
          <a:prstGeom prst="ellipse">
            <a:avLst/>
          </a:prstGeom>
          <a:solidFill>
            <a:srgbClr val="0B2C4A"/>
          </a:solidFill>
          <a:ln/>
        </p:spPr>
      </p:sp>
      <p:sp>
        <p:nvSpPr>
          <p:cNvPr id="20" name="Shape 18"/>
          <p:cNvSpPr/>
          <p:nvPr/>
        </p:nvSpPr>
        <p:spPr>
          <a:xfrm>
            <a:off x="3550594" y="2146957"/>
            <a:ext cx="137160" cy="137160"/>
          </a:xfrm>
          <a:prstGeom prst="ellipse">
            <a:avLst/>
          </a:prstGeom>
          <a:solidFill>
            <a:srgbClr val="12A566"/>
          </a:solidFill>
          <a:ln/>
        </p:spPr>
      </p:sp>
      <p:sp>
        <p:nvSpPr>
          <p:cNvPr id="21" name="Text 19"/>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2" name="Text 20"/>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3" name="Text 21"/>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4" name="Shape 22"/>
          <p:cNvSpPr/>
          <p:nvPr/>
        </p:nvSpPr>
        <p:spPr>
          <a:xfrm>
            <a:off x="585216" y="2327955"/>
            <a:ext cx="5394960" cy="224835"/>
          </a:xfrm>
          <a:prstGeom prst="rect">
            <a:avLst/>
          </a:prstGeom>
          <a:solidFill>
            <a:srgbClr val="F7F7F7"/>
          </a:solidFill>
          <a:ln/>
        </p:spPr>
      </p:sp>
      <p:sp>
        <p:nvSpPr>
          <p:cNvPr id="25" name="Text 23"/>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6" name="Shape 24"/>
          <p:cNvSpPr/>
          <p:nvPr/>
        </p:nvSpPr>
        <p:spPr>
          <a:xfrm>
            <a:off x="3246517" y="2426656"/>
            <a:ext cx="82136" cy="27432"/>
          </a:xfrm>
          <a:prstGeom prst="rect">
            <a:avLst/>
          </a:prstGeom>
          <a:solidFill>
            <a:srgbClr val="D9D9D9"/>
          </a:solidFill>
          <a:ln/>
        </p:spPr>
      </p:sp>
      <p:sp>
        <p:nvSpPr>
          <p:cNvPr id="27" name="Shape 25"/>
          <p:cNvSpPr/>
          <p:nvPr/>
        </p:nvSpPr>
        <p:spPr>
          <a:xfrm>
            <a:off x="3177937" y="2371792"/>
            <a:ext cx="137160" cy="137160"/>
          </a:xfrm>
          <a:prstGeom prst="ellipse">
            <a:avLst/>
          </a:prstGeom>
          <a:solidFill>
            <a:srgbClr val="0B2C4A"/>
          </a:solidFill>
          <a:ln/>
        </p:spPr>
      </p:sp>
      <p:sp>
        <p:nvSpPr>
          <p:cNvPr id="28" name="Shape 26"/>
          <p:cNvSpPr/>
          <p:nvPr/>
        </p:nvSpPr>
        <p:spPr>
          <a:xfrm>
            <a:off x="3260074" y="2371792"/>
            <a:ext cx="137160" cy="137160"/>
          </a:xfrm>
          <a:prstGeom prst="ellipse">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510339" y="2651491"/>
            <a:ext cx="44616" cy="27432"/>
          </a:xfrm>
          <a:prstGeom prst="rect">
            <a:avLst/>
          </a:prstGeom>
          <a:solidFill>
            <a:srgbClr val="D9D9D9"/>
          </a:solidFill>
          <a:ln/>
        </p:spPr>
      </p:sp>
      <p:sp>
        <p:nvSpPr>
          <p:cNvPr id="34" name="Shape 32"/>
          <p:cNvSpPr/>
          <p:nvPr/>
        </p:nvSpPr>
        <p:spPr>
          <a:xfrm>
            <a:off x="3441759" y="2596627"/>
            <a:ext cx="137160" cy="137160"/>
          </a:xfrm>
          <a:prstGeom prst="ellipse">
            <a:avLst/>
          </a:prstGeom>
          <a:solidFill>
            <a:srgbClr val="0B2C4A"/>
          </a:solidFill>
          <a:ln/>
        </p:spPr>
      </p:sp>
      <p:sp>
        <p:nvSpPr>
          <p:cNvPr id="35" name="Shape 33"/>
          <p:cNvSpPr/>
          <p:nvPr/>
        </p:nvSpPr>
        <p:spPr>
          <a:xfrm>
            <a:off x="3486374" y="2596627"/>
            <a:ext cx="137160" cy="137160"/>
          </a:xfrm>
          <a:prstGeom prst="ellipse">
            <a:avLst/>
          </a:prstGeom>
          <a:solidFill>
            <a:srgbClr val="12A566"/>
          </a:solidFill>
          <a:ln/>
        </p:spPr>
      </p:sp>
      <p:sp>
        <p:nvSpPr>
          <p:cNvPr id="36" name="Text 34"/>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7" name="Text 35"/>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8" name="Text 36"/>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9" name="Shape 37"/>
          <p:cNvSpPr/>
          <p:nvPr/>
        </p:nvSpPr>
        <p:spPr>
          <a:xfrm>
            <a:off x="585216" y="2777624"/>
            <a:ext cx="5394960" cy="224835"/>
          </a:xfrm>
          <a:prstGeom prst="rect">
            <a:avLst/>
          </a:prstGeom>
          <a:solidFill>
            <a:srgbClr val="F7F7F7"/>
          </a:solidFill>
          <a:ln/>
        </p:spPr>
      </p:sp>
      <p:sp>
        <p:nvSpPr>
          <p:cNvPr id="40" name="Text 38"/>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1" name="Shape 39"/>
          <p:cNvSpPr/>
          <p:nvPr/>
        </p:nvSpPr>
        <p:spPr>
          <a:xfrm>
            <a:off x="3297045" y="2876326"/>
            <a:ext cx="24021" cy="27432"/>
          </a:xfrm>
          <a:prstGeom prst="rect">
            <a:avLst/>
          </a:prstGeom>
          <a:solidFill>
            <a:srgbClr val="D9D9D9"/>
          </a:solidFill>
          <a:ln/>
        </p:spPr>
      </p:sp>
      <p:sp>
        <p:nvSpPr>
          <p:cNvPr id="42" name="Shape 40"/>
          <p:cNvSpPr/>
          <p:nvPr/>
        </p:nvSpPr>
        <p:spPr>
          <a:xfrm>
            <a:off x="3228465" y="2821462"/>
            <a:ext cx="137160" cy="137160"/>
          </a:xfrm>
          <a:prstGeom prst="ellipse">
            <a:avLst/>
          </a:prstGeom>
          <a:solidFill>
            <a:srgbClr val="0B2C4A"/>
          </a:solidFill>
          <a:ln/>
        </p:spPr>
      </p:sp>
      <p:sp>
        <p:nvSpPr>
          <p:cNvPr id="43" name="Shape 41"/>
          <p:cNvSpPr/>
          <p:nvPr/>
        </p:nvSpPr>
        <p:spPr>
          <a:xfrm>
            <a:off x="3252486" y="2821462"/>
            <a:ext cx="137160" cy="137160"/>
          </a:xfrm>
          <a:prstGeom prst="ellipse">
            <a:avLst/>
          </a:prstGeom>
          <a:solidFill>
            <a:srgbClr val="12A566"/>
          </a:solidFill>
          <a:ln/>
        </p:spPr>
      </p:sp>
      <p:sp>
        <p:nvSpPr>
          <p:cNvPr id="44" name="Text 42"/>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5" name="Text 43"/>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6" name="Text 44"/>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7" name="Text 45"/>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525560" y="3101161"/>
            <a:ext cx="9144" cy="27432"/>
          </a:xfrm>
          <a:prstGeom prst="rect">
            <a:avLst/>
          </a:prstGeom>
          <a:solidFill>
            <a:srgbClr val="D9D9D9"/>
          </a:solidFill>
          <a:ln/>
        </p:spPr>
      </p:sp>
      <p:sp>
        <p:nvSpPr>
          <p:cNvPr id="49" name="Shape 47"/>
          <p:cNvSpPr/>
          <p:nvPr/>
        </p:nvSpPr>
        <p:spPr>
          <a:xfrm>
            <a:off x="3456980" y="3046297"/>
            <a:ext cx="137160" cy="137160"/>
          </a:xfrm>
          <a:prstGeom prst="ellipse">
            <a:avLst/>
          </a:prstGeom>
          <a:solidFill>
            <a:srgbClr val="0B2C4A"/>
          </a:solidFill>
          <a:ln/>
        </p:spPr>
      </p:sp>
      <p:sp>
        <p:nvSpPr>
          <p:cNvPr id="50" name="Shape 48"/>
          <p:cNvSpPr/>
          <p:nvPr/>
        </p:nvSpPr>
        <p:spPr>
          <a:xfrm>
            <a:off x="3462180" y="3046297"/>
            <a:ext cx="137160" cy="137160"/>
          </a:xfrm>
          <a:prstGeom prst="ellipse">
            <a:avLst/>
          </a:prstGeom>
          <a:solidFill>
            <a:srgbClr val="12A566"/>
          </a:solidFill>
          <a:ln/>
        </p:spPr>
      </p:sp>
      <p:sp>
        <p:nvSpPr>
          <p:cNvPr id="51" name="Text 49"/>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52" name="Text 50"/>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53" name="Text 51"/>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54" name="Shape 52"/>
          <p:cNvSpPr/>
          <p:nvPr/>
        </p:nvSpPr>
        <p:spPr>
          <a:xfrm>
            <a:off x="585216" y="3227294"/>
            <a:ext cx="5394960" cy="224835"/>
          </a:xfrm>
          <a:prstGeom prst="rect">
            <a:avLst/>
          </a:prstGeom>
          <a:solidFill>
            <a:srgbClr val="F7F7F7"/>
          </a:solidFill>
          <a:ln/>
        </p:spPr>
      </p:sp>
      <p:sp>
        <p:nvSpPr>
          <p:cNvPr id="55" name="Text 53"/>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6" name="Shape 54"/>
          <p:cNvSpPr/>
          <p:nvPr/>
        </p:nvSpPr>
        <p:spPr>
          <a:xfrm>
            <a:off x="3293929" y="3325996"/>
            <a:ext cx="38732" cy="27432"/>
          </a:xfrm>
          <a:prstGeom prst="rect">
            <a:avLst/>
          </a:prstGeom>
          <a:solidFill>
            <a:srgbClr val="D9D9D9"/>
          </a:solidFill>
          <a:ln/>
        </p:spPr>
      </p:sp>
      <p:sp>
        <p:nvSpPr>
          <p:cNvPr id="57" name="Shape 55"/>
          <p:cNvSpPr/>
          <p:nvPr/>
        </p:nvSpPr>
        <p:spPr>
          <a:xfrm>
            <a:off x="3264081" y="3271132"/>
            <a:ext cx="137160" cy="137160"/>
          </a:xfrm>
          <a:prstGeom prst="ellipse">
            <a:avLst/>
          </a:prstGeom>
          <a:solidFill>
            <a:srgbClr val="0B2C4A"/>
          </a:solidFill>
          <a:ln/>
        </p:spPr>
      </p:sp>
      <p:sp>
        <p:nvSpPr>
          <p:cNvPr id="58" name="Shape 56"/>
          <p:cNvSpPr/>
          <p:nvPr/>
        </p:nvSpPr>
        <p:spPr>
          <a:xfrm>
            <a:off x="3225349" y="3271132"/>
            <a:ext cx="137160" cy="137160"/>
          </a:xfrm>
          <a:prstGeom prst="ellipse">
            <a:avLst/>
          </a:prstGeom>
          <a:solidFill>
            <a:srgbClr val="12A566"/>
          </a:solidFill>
          <a:ln/>
        </p:spPr>
      </p:sp>
      <p:sp>
        <p:nvSpPr>
          <p:cNvPr id="59" name="Text 57"/>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60" name="Text 58"/>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61" name="Text 59"/>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62" name="Text 60"/>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3" name="Shape 61"/>
          <p:cNvSpPr/>
          <p:nvPr/>
        </p:nvSpPr>
        <p:spPr>
          <a:xfrm>
            <a:off x="3326510" y="3550830"/>
            <a:ext cx="88590" cy="27432"/>
          </a:xfrm>
          <a:prstGeom prst="rect">
            <a:avLst/>
          </a:prstGeom>
          <a:solidFill>
            <a:srgbClr val="D9D9D9"/>
          </a:solidFill>
          <a:ln/>
        </p:spPr>
      </p:sp>
      <p:sp>
        <p:nvSpPr>
          <p:cNvPr id="64" name="Shape 62"/>
          <p:cNvSpPr/>
          <p:nvPr/>
        </p:nvSpPr>
        <p:spPr>
          <a:xfrm>
            <a:off x="3346520" y="3495966"/>
            <a:ext cx="137160" cy="137160"/>
          </a:xfrm>
          <a:prstGeom prst="ellipse">
            <a:avLst/>
          </a:prstGeom>
          <a:solidFill>
            <a:srgbClr val="0B2C4A"/>
          </a:solidFill>
          <a:ln/>
        </p:spPr>
      </p:sp>
      <p:sp>
        <p:nvSpPr>
          <p:cNvPr id="65" name="Shape 63"/>
          <p:cNvSpPr/>
          <p:nvPr/>
        </p:nvSpPr>
        <p:spPr>
          <a:xfrm>
            <a:off x="3257930" y="3495966"/>
            <a:ext cx="137160" cy="137160"/>
          </a:xfrm>
          <a:prstGeom prst="ellipse">
            <a:avLst/>
          </a:prstGeom>
          <a:solidFill>
            <a:srgbClr val="12A566"/>
          </a:solidFill>
          <a:ln/>
        </p:spPr>
      </p:sp>
      <p:sp>
        <p:nvSpPr>
          <p:cNvPr id="66" name="Text 6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67" name="Text 6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68" name="Text 6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9" name="Shape 67"/>
          <p:cNvSpPr/>
          <p:nvPr/>
        </p:nvSpPr>
        <p:spPr>
          <a:xfrm>
            <a:off x="585216" y="3676964"/>
            <a:ext cx="5394960" cy="224835"/>
          </a:xfrm>
          <a:prstGeom prst="rect">
            <a:avLst/>
          </a:prstGeom>
          <a:solidFill>
            <a:srgbClr val="F7F7F7"/>
          </a:solidFill>
          <a:ln/>
        </p:spPr>
      </p:sp>
      <p:sp>
        <p:nvSpPr>
          <p:cNvPr id="70" name="Text 6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1" name="Shape 69"/>
          <p:cNvSpPr/>
          <p:nvPr/>
        </p:nvSpPr>
        <p:spPr>
          <a:xfrm>
            <a:off x="3236489" y="3775665"/>
            <a:ext cx="90065" cy="27432"/>
          </a:xfrm>
          <a:prstGeom prst="rect">
            <a:avLst/>
          </a:prstGeom>
          <a:solidFill>
            <a:srgbClr val="D9D9D9"/>
          </a:solidFill>
          <a:ln/>
        </p:spPr>
      </p:sp>
      <p:sp>
        <p:nvSpPr>
          <p:cNvPr id="72" name="Shape 70"/>
          <p:cNvSpPr/>
          <p:nvPr/>
        </p:nvSpPr>
        <p:spPr>
          <a:xfrm>
            <a:off x="3257974" y="3720801"/>
            <a:ext cx="137160" cy="137160"/>
          </a:xfrm>
          <a:prstGeom prst="ellipse">
            <a:avLst/>
          </a:prstGeom>
          <a:solidFill>
            <a:srgbClr val="0B2C4A"/>
          </a:solidFill>
          <a:ln/>
        </p:spPr>
      </p:sp>
      <p:sp>
        <p:nvSpPr>
          <p:cNvPr id="73" name="Shape 71"/>
          <p:cNvSpPr/>
          <p:nvPr/>
        </p:nvSpPr>
        <p:spPr>
          <a:xfrm>
            <a:off x="3167909" y="3720801"/>
            <a:ext cx="137160" cy="137160"/>
          </a:xfrm>
          <a:prstGeom prst="ellipse">
            <a:avLst/>
          </a:prstGeom>
          <a:solidFill>
            <a:srgbClr val="12A566"/>
          </a:solidFill>
          <a:ln/>
        </p:spPr>
      </p:sp>
      <p:sp>
        <p:nvSpPr>
          <p:cNvPr id="74" name="Text 72"/>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75" name="Text 73"/>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76" name="Text 74"/>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7" name="Text 75"/>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78" name="Shape 76"/>
          <p:cNvSpPr/>
          <p:nvPr/>
        </p:nvSpPr>
        <p:spPr>
          <a:xfrm>
            <a:off x="3465703" y="4000500"/>
            <a:ext cx="91132" cy="27432"/>
          </a:xfrm>
          <a:prstGeom prst="rect">
            <a:avLst/>
          </a:prstGeom>
          <a:solidFill>
            <a:srgbClr val="D9D9D9"/>
          </a:solidFill>
          <a:ln/>
        </p:spPr>
      </p:sp>
      <p:sp>
        <p:nvSpPr>
          <p:cNvPr id="79" name="Shape 77"/>
          <p:cNvSpPr/>
          <p:nvPr/>
        </p:nvSpPr>
        <p:spPr>
          <a:xfrm>
            <a:off x="3488255" y="3945636"/>
            <a:ext cx="137160" cy="137160"/>
          </a:xfrm>
          <a:prstGeom prst="ellipse">
            <a:avLst/>
          </a:prstGeom>
          <a:solidFill>
            <a:srgbClr val="0B2C4A"/>
          </a:solidFill>
          <a:ln/>
        </p:spPr>
      </p:sp>
      <p:sp>
        <p:nvSpPr>
          <p:cNvPr id="80" name="Shape 78"/>
          <p:cNvSpPr/>
          <p:nvPr/>
        </p:nvSpPr>
        <p:spPr>
          <a:xfrm>
            <a:off x="3397123" y="3945636"/>
            <a:ext cx="137160" cy="137160"/>
          </a:xfrm>
          <a:prstGeom prst="ellipse">
            <a:avLst/>
          </a:prstGeom>
          <a:solidFill>
            <a:srgbClr val="12A566"/>
          </a:solidFill>
          <a:ln/>
        </p:spPr>
      </p:sp>
      <p:sp>
        <p:nvSpPr>
          <p:cNvPr id="81" name="Text 79"/>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82" name="Text 80"/>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83" name="Text 81"/>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84" name="Shape 82"/>
          <p:cNvSpPr/>
          <p:nvPr/>
        </p:nvSpPr>
        <p:spPr>
          <a:xfrm>
            <a:off x="585216" y="4126633"/>
            <a:ext cx="5394960" cy="224835"/>
          </a:xfrm>
          <a:prstGeom prst="rect">
            <a:avLst/>
          </a:prstGeom>
          <a:solidFill>
            <a:srgbClr val="F7F7F7"/>
          </a:solidFill>
          <a:ln/>
        </p:spPr>
      </p:sp>
      <p:sp>
        <p:nvSpPr>
          <p:cNvPr id="85" name="Text 83"/>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6" name="Shape 84"/>
          <p:cNvSpPr/>
          <p:nvPr/>
        </p:nvSpPr>
        <p:spPr>
          <a:xfrm>
            <a:off x="3309192" y="4225335"/>
            <a:ext cx="137893" cy="27432"/>
          </a:xfrm>
          <a:prstGeom prst="rect">
            <a:avLst/>
          </a:prstGeom>
          <a:solidFill>
            <a:srgbClr val="D9D9D9"/>
          </a:solidFill>
          <a:ln/>
        </p:spPr>
      </p:sp>
      <p:sp>
        <p:nvSpPr>
          <p:cNvPr id="87" name="Shape 85"/>
          <p:cNvSpPr/>
          <p:nvPr/>
        </p:nvSpPr>
        <p:spPr>
          <a:xfrm>
            <a:off x="3378505" y="4170471"/>
            <a:ext cx="137160" cy="137160"/>
          </a:xfrm>
          <a:prstGeom prst="ellipse">
            <a:avLst/>
          </a:prstGeom>
          <a:solidFill>
            <a:srgbClr val="0B2C4A"/>
          </a:solidFill>
          <a:ln/>
        </p:spPr>
      </p:sp>
      <p:sp>
        <p:nvSpPr>
          <p:cNvPr id="88" name="Shape 86"/>
          <p:cNvSpPr/>
          <p:nvPr/>
        </p:nvSpPr>
        <p:spPr>
          <a:xfrm>
            <a:off x="3240612" y="4170471"/>
            <a:ext cx="137160" cy="137160"/>
          </a:xfrm>
          <a:prstGeom prst="ellipse">
            <a:avLst/>
          </a:prstGeom>
          <a:solidFill>
            <a:srgbClr val="12A566"/>
          </a:solidFill>
          <a:ln/>
        </p:spPr>
      </p:sp>
      <p:sp>
        <p:nvSpPr>
          <p:cNvPr id="89" name="Text 87"/>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90" name="Text 88"/>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91" name="Text 89"/>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92" name="Text 90"/>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3" name="Shape 91"/>
          <p:cNvSpPr/>
          <p:nvPr/>
        </p:nvSpPr>
        <p:spPr>
          <a:xfrm>
            <a:off x="3302099" y="4450170"/>
            <a:ext cx="138887" cy="27432"/>
          </a:xfrm>
          <a:prstGeom prst="rect">
            <a:avLst/>
          </a:prstGeom>
          <a:solidFill>
            <a:srgbClr val="D9D9D9"/>
          </a:solidFill>
          <a:ln/>
        </p:spPr>
      </p:sp>
      <p:sp>
        <p:nvSpPr>
          <p:cNvPr id="94" name="Shape 92"/>
          <p:cNvSpPr/>
          <p:nvPr/>
        </p:nvSpPr>
        <p:spPr>
          <a:xfrm>
            <a:off x="3372406" y="4395306"/>
            <a:ext cx="137160" cy="137160"/>
          </a:xfrm>
          <a:prstGeom prst="ellipse">
            <a:avLst/>
          </a:prstGeom>
          <a:solidFill>
            <a:srgbClr val="0B2C4A"/>
          </a:solidFill>
          <a:ln/>
        </p:spPr>
      </p:sp>
      <p:sp>
        <p:nvSpPr>
          <p:cNvPr id="95" name="Shape 93"/>
          <p:cNvSpPr/>
          <p:nvPr/>
        </p:nvSpPr>
        <p:spPr>
          <a:xfrm>
            <a:off x="3233519" y="4395306"/>
            <a:ext cx="137160" cy="137160"/>
          </a:xfrm>
          <a:prstGeom prst="ellipse">
            <a:avLst/>
          </a:prstGeom>
          <a:solidFill>
            <a:srgbClr val="12A566"/>
          </a:solidFill>
          <a:ln/>
        </p:spPr>
      </p:sp>
      <p:sp>
        <p:nvSpPr>
          <p:cNvPr id="96" name="Text 94"/>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97" name="Text 95"/>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98" name="Text 96"/>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99" name="Shape 97"/>
          <p:cNvSpPr/>
          <p:nvPr/>
        </p:nvSpPr>
        <p:spPr>
          <a:xfrm>
            <a:off x="585216" y="4576303"/>
            <a:ext cx="5394960" cy="224835"/>
          </a:xfrm>
          <a:prstGeom prst="rect">
            <a:avLst/>
          </a:prstGeom>
          <a:solidFill>
            <a:srgbClr val="F7F7F7"/>
          </a:solidFill>
          <a:ln/>
        </p:spPr>
      </p:sp>
      <p:sp>
        <p:nvSpPr>
          <p:cNvPr id="100" name="Text 98"/>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1" name="Shape 99"/>
          <p:cNvSpPr/>
          <p:nvPr/>
        </p:nvSpPr>
        <p:spPr>
          <a:xfrm>
            <a:off x="3317186" y="4675004"/>
            <a:ext cx="185749" cy="27432"/>
          </a:xfrm>
          <a:prstGeom prst="rect">
            <a:avLst/>
          </a:prstGeom>
          <a:solidFill>
            <a:srgbClr val="D9D9D9"/>
          </a:solidFill>
          <a:ln/>
        </p:spPr>
      </p:sp>
      <p:sp>
        <p:nvSpPr>
          <p:cNvPr id="102" name="Shape 100"/>
          <p:cNvSpPr/>
          <p:nvPr/>
        </p:nvSpPr>
        <p:spPr>
          <a:xfrm>
            <a:off x="3434355" y="4620140"/>
            <a:ext cx="137160" cy="137160"/>
          </a:xfrm>
          <a:prstGeom prst="ellipse">
            <a:avLst/>
          </a:prstGeom>
          <a:solidFill>
            <a:srgbClr val="0B2C4A"/>
          </a:solidFill>
          <a:ln/>
        </p:spPr>
      </p:sp>
      <p:sp>
        <p:nvSpPr>
          <p:cNvPr id="103" name="Shape 101"/>
          <p:cNvSpPr/>
          <p:nvPr/>
        </p:nvSpPr>
        <p:spPr>
          <a:xfrm>
            <a:off x="3248606" y="4620140"/>
            <a:ext cx="137160" cy="137160"/>
          </a:xfrm>
          <a:prstGeom prst="ellipse">
            <a:avLst/>
          </a:prstGeom>
          <a:solidFill>
            <a:srgbClr val="C2352F"/>
          </a:solidFill>
          <a:ln/>
        </p:spPr>
      </p:sp>
      <p:sp>
        <p:nvSpPr>
          <p:cNvPr id="104" name="Text 10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05" name="Text 10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106" name="Text 10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107" name="Text 10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3123543" y="4899839"/>
            <a:ext cx="203752" cy="27432"/>
          </a:xfrm>
          <a:prstGeom prst="rect">
            <a:avLst/>
          </a:prstGeom>
          <a:solidFill>
            <a:srgbClr val="D9D9D9"/>
          </a:solidFill>
          <a:ln/>
        </p:spPr>
      </p:sp>
      <p:sp>
        <p:nvSpPr>
          <p:cNvPr id="109" name="Shape 107"/>
          <p:cNvSpPr/>
          <p:nvPr/>
        </p:nvSpPr>
        <p:spPr>
          <a:xfrm>
            <a:off x="3258715" y="4844975"/>
            <a:ext cx="137160" cy="137160"/>
          </a:xfrm>
          <a:prstGeom prst="ellipse">
            <a:avLst/>
          </a:prstGeom>
          <a:solidFill>
            <a:srgbClr val="0B2C4A"/>
          </a:solidFill>
          <a:ln/>
        </p:spPr>
      </p:sp>
      <p:sp>
        <p:nvSpPr>
          <p:cNvPr id="110" name="Shape 108"/>
          <p:cNvSpPr/>
          <p:nvPr/>
        </p:nvSpPr>
        <p:spPr>
          <a:xfrm>
            <a:off x="3054963" y="4844975"/>
            <a:ext cx="137160" cy="137160"/>
          </a:xfrm>
          <a:prstGeom prst="ellipse">
            <a:avLst/>
          </a:prstGeom>
          <a:solidFill>
            <a:srgbClr val="C2352F"/>
          </a:solidFill>
          <a:ln/>
        </p:spPr>
      </p:sp>
      <p:sp>
        <p:nvSpPr>
          <p:cNvPr id="111" name="Text 109"/>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112" name="Text 110"/>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113" name="Text 111"/>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114" name="Shape 112"/>
          <p:cNvSpPr/>
          <p:nvPr/>
        </p:nvSpPr>
        <p:spPr>
          <a:xfrm>
            <a:off x="585216" y="5025973"/>
            <a:ext cx="5394960" cy="224835"/>
          </a:xfrm>
          <a:prstGeom prst="rect">
            <a:avLst/>
          </a:prstGeom>
          <a:solidFill>
            <a:srgbClr val="F7F7F7"/>
          </a:solidFill>
          <a:ln/>
        </p:spPr>
      </p:sp>
      <p:sp>
        <p:nvSpPr>
          <p:cNvPr id="115" name="Text 113"/>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6" name="Shape 114"/>
          <p:cNvSpPr/>
          <p:nvPr/>
        </p:nvSpPr>
        <p:spPr>
          <a:xfrm>
            <a:off x="3323749" y="5124674"/>
            <a:ext cx="208184" cy="27432"/>
          </a:xfrm>
          <a:prstGeom prst="rect">
            <a:avLst/>
          </a:prstGeom>
          <a:solidFill>
            <a:srgbClr val="D9D9D9"/>
          </a:solidFill>
          <a:ln/>
        </p:spPr>
      </p:sp>
      <p:sp>
        <p:nvSpPr>
          <p:cNvPr id="117" name="Shape 115"/>
          <p:cNvSpPr/>
          <p:nvPr/>
        </p:nvSpPr>
        <p:spPr>
          <a:xfrm>
            <a:off x="3463352" y="5069810"/>
            <a:ext cx="137160" cy="137160"/>
          </a:xfrm>
          <a:prstGeom prst="ellipse">
            <a:avLst/>
          </a:prstGeom>
          <a:solidFill>
            <a:srgbClr val="0B2C4A"/>
          </a:solidFill>
          <a:ln/>
        </p:spPr>
      </p:sp>
      <p:sp>
        <p:nvSpPr>
          <p:cNvPr id="118" name="Shape 116"/>
          <p:cNvSpPr/>
          <p:nvPr/>
        </p:nvSpPr>
        <p:spPr>
          <a:xfrm>
            <a:off x="3255169" y="5069810"/>
            <a:ext cx="137160" cy="137160"/>
          </a:xfrm>
          <a:prstGeom prst="ellipse">
            <a:avLst/>
          </a:prstGeom>
          <a:solidFill>
            <a:srgbClr val="C2352F"/>
          </a:solidFill>
          <a:ln/>
        </p:spPr>
      </p:sp>
      <p:sp>
        <p:nvSpPr>
          <p:cNvPr id="119" name="Text 117"/>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120" name="Text 118"/>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121" name="Text 119"/>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122" name="Text 120"/>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3196577" y="5349509"/>
            <a:ext cx="215767" cy="27432"/>
          </a:xfrm>
          <a:prstGeom prst="rect">
            <a:avLst/>
          </a:prstGeom>
          <a:solidFill>
            <a:srgbClr val="D9D9D9"/>
          </a:solidFill>
          <a:ln/>
        </p:spPr>
      </p:sp>
      <p:sp>
        <p:nvSpPr>
          <p:cNvPr id="124" name="Shape 122"/>
          <p:cNvSpPr/>
          <p:nvPr/>
        </p:nvSpPr>
        <p:spPr>
          <a:xfrm>
            <a:off x="3343763" y="5294645"/>
            <a:ext cx="137160" cy="137160"/>
          </a:xfrm>
          <a:prstGeom prst="ellipse">
            <a:avLst/>
          </a:prstGeom>
          <a:solidFill>
            <a:srgbClr val="0B2C4A"/>
          </a:solidFill>
          <a:ln/>
        </p:spPr>
      </p:sp>
      <p:sp>
        <p:nvSpPr>
          <p:cNvPr id="125" name="Shape 123"/>
          <p:cNvSpPr/>
          <p:nvPr/>
        </p:nvSpPr>
        <p:spPr>
          <a:xfrm>
            <a:off x="3127997" y="5294645"/>
            <a:ext cx="137160" cy="137160"/>
          </a:xfrm>
          <a:prstGeom prst="ellipse">
            <a:avLst/>
          </a:prstGeom>
          <a:solidFill>
            <a:srgbClr val="C2352F"/>
          </a:solidFill>
          <a:ln/>
        </p:spPr>
      </p:sp>
      <p:sp>
        <p:nvSpPr>
          <p:cNvPr id="126" name="Text 124"/>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27" name="Text 125"/>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28" name="Text 126"/>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29" name="Shape 127"/>
          <p:cNvSpPr/>
          <p:nvPr/>
        </p:nvSpPr>
        <p:spPr>
          <a:xfrm>
            <a:off x="585216" y="5475642"/>
            <a:ext cx="5394960" cy="224835"/>
          </a:xfrm>
          <a:prstGeom prst="rect">
            <a:avLst/>
          </a:prstGeom>
          <a:solidFill>
            <a:srgbClr val="F7F7F7"/>
          </a:solidFill>
          <a:ln/>
        </p:spPr>
      </p:sp>
      <p:sp>
        <p:nvSpPr>
          <p:cNvPr id="130" name="Text 128"/>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1" name="Shape 129"/>
          <p:cNvSpPr/>
          <p:nvPr/>
        </p:nvSpPr>
        <p:spPr>
          <a:xfrm>
            <a:off x="3094741" y="5574344"/>
            <a:ext cx="228552" cy="27432"/>
          </a:xfrm>
          <a:prstGeom prst="rect">
            <a:avLst/>
          </a:prstGeom>
          <a:solidFill>
            <a:srgbClr val="D9D9D9"/>
          </a:solidFill>
          <a:ln/>
        </p:spPr>
      </p:sp>
      <p:sp>
        <p:nvSpPr>
          <p:cNvPr id="132" name="Shape 130"/>
          <p:cNvSpPr/>
          <p:nvPr/>
        </p:nvSpPr>
        <p:spPr>
          <a:xfrm>
            <a:off x="3254713" y="5519480"/>
            <a:ext cx="137160" cy="137160"/>
          </a:xfrm>
          <a:prstGeom prst="ellipse">
            <a:avLst/>
          </a:prstGeom>
          <a:solidFill>
            <a:srgbClr val="0B2C4A"/>
          </a:solidFill>
          <a:ln/>
        </p:spPr>
      </p:sp>
      <p:sp>
        <p:nvSpPr>
          <p:cNvPr id="133" name="Shape 131"/>
          <p:cNvSpPr/>
          <p:nvPr/>
        </p:nvSpPr>
        <p:spPr>
          <a:xfrm>
            <a:off x="3026161" y="5519480"/>
            <a:ext cx="137160" cy="137160"/>
          </a:xfrm>
          <a:prstGeom prst="ellipse">
            <a:avLst/>
          </a:prstGeom>
          <a:solidFill>
            <a:srgbClr val="C2352F"/>
          </a:solidFill>
          <a:ln/>
        </p:spPr>
      </p:sp>
      <p:sp>
        <p:nvSpPr>
          <p:cNvPr id="134" name="Text 132"/>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35" name="Text 133"/>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36" name="Text 134"/>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37" name="Text 135"/>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8" name="Shape 136"/>
          <p:cNvSpPr/>
          <p:nvPr/>
        </p:nvSpPr>
        <p:spPr>
          <a:xfrm>
            <a:off x="3425612" y="5799179"/>
            <a:ext cx="259829" cy="27432"/>
          </a:xfrm>
          <a:prstGeom prst="rect">
            <a:avLst/>
          </a:prstGeom>
          <a:solidFill>
            <a:srgbClr val="D9D9D9"/>
          </a:solidFill>
          <a:ln/>
        </p:spPr>
      </p:sp>
      <p:sp>
        <p:nvSpPr>
          <p:cNvPr id="139" name="Shape 137"/>
          <p:cNvSpPr/>
          <p:nvPr/>
        </p:nvSpPr>
        <p:spPr>
          <a:xfrm>
            <a:off x="3616861" y="5744315"/>
            <a:ext cx="137160" cy="137160"/>
          </a:xfrm>
          <a:prstGeom prst="ellipse">
            <a:avLst/>
          </a:prstGeom>
          <a:solidFill>
            <a:srgbClr val="0B2C4A"/>
          </a:solidFill>
          <a:ln/>
        </p:spPr>
      </p:sp>
      <p:sp>
        <p:nvSpPr>
          <p:cNvPr id="140" name="Shape 138"/>
          <p:cNvSpPr/>
          <p:nvPr/>
        </p:nvSpPr>
        <p:spPr>
          <a:xfrm>
            <a:off x="3357032" y="5744315"/>
            <a:ext cx="137160" cy="137160"/>
          </a:xfrm>
          <a:prstGeom prst="ellipse">
            <a:avLst/>
          </a:prstGeom>
          <a:solidFill>
            <a:srgbClr val="C2352F"/>
          </a:solidFill>
          <a:ln/>
        </p:spPr>
      </p:sp>
      <p:sp>
        <p:nvSpPr>
          <p:cNvPr id="141" name="Text 13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42" name="Text 14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43" name="Text 14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44" name="Text 14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45" name="Shape 143"/>
          <p:cNvSpPr/>
          <p:nvPr/>
        </p:nvSpPr>
        <p:spPr>
          <a:xfrm>
            <a:off x="8487596" y="2201821"/>
            <a:ext cx="269238" cy="27432"/>
          </a:xfrm>
          <a:prstGeom prst="rect">
            <a:avLst/>
          </a:prstGeom>
          <a:solidFill>
            <a:srgbClr val="D9D9D9"/>
          </a:solidFill>
          <a:ln/>
        </p:spPr>
      </p:sp>
      <p:sp>
        <p:nvSpPr>
          <p:cNvPr id="146" name="Shape 144"/>
          <p:cNvSpPr/>
          <p:nvPr/>
        </p:nvSpPr>
        <p:spPr>
          <a:xfrm>
            <a:off x="8688254" y="2146957"/>
            <a:ext cx="137160" cy="137160"/>
          </a:xfrm>
          <a:prstGeom prst="ellipse">
            <a:avLst/>
          </a:prstGeom>
          <a:solidFill>
            <a:srgbClr val="0B2C4A"/>
          </a:solidFill>
          <a:ln/>
        </p:spPr>
      </p:sp>
      <p:sp>
        <p:nvSpPr>
          <p:cNvPr id="147" name="Shape 145"/>
          <p:cNvSpPr/>
          <p:nvPr/>
        </p:nvSpPr>
        <p:spPr>
          <a:xfrm>
            <a:off x="8419016" y="2146957"/>
            <a:ext cx="137160" cy="137160"/>
          </a:xfrm>
          <a:prstGeom prst="ellipse">
            <a:avLst/>
          </a:prstGeom>
          <a:solidFill>
            <a:srgbClr val="C2352F"/>
          </a:solidFill>
          <a:ln/>
        </p:spPr>
      </p:sp>
      <p:sp>
        <p:nvSpPr>
          <p:cNvPr id="148" name="Text 146"/>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49" name="Text 147"/>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50" name="Text 148"/>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51" name="Shape 149"/>
          <p:cNvSpPr/>
          <p:nvPr/>
        </p:nvSpPr>
        <p:spPr>
          <a:xfrm>
            <a:off x="6135624" y="2327955"/>
            <a:ext cx="5394960" cy="224835"/>
          </a:xfrm>
          <a:prstGeom prst="rect">
            <a:avLst/>
          </a:prstGeom>
          <a:solidFill>
            <a:srgbClr val="F7F7F7"/>
          </a:solidFill>
          <a:ln/>
        </p:spPr>
      </p:sp>
      <p:sp>
        <p:nvSpPr>
          <p:cNvPr id="152" name="Text 150"/>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3" name="Shape 151"/>
          <p:cNvSpPr/>
          <p:nvPr/>
        </p:nvSpPr>
        <p:spPr>
          <a:xfrm>
            <a:off x="8864741" y="2426656"/>
            <a:ext cx="281040" cy="27432"/>
          </a:xfrm>
          <a:prstGeom prst="rect">
            <a:avLst/>
          </a:prstGeom>
          <a:solidFill>
            <a:srgbClr val="D9D9D9"/>
          </a:solidFill>
          <a:ln/>
        </p:spPr>
      </p:sp>
      <p:sp>
        <p:nvSpPr>
          <p:cNvPr id="154" name="Shape 152"/>
          <p:cNvSpPr/>
          <p:nvPr/>
        </p:nvSpPr>
        <p:spPr>
          <a:xfrm>
            <a:off x="9077201" y="2371792"/>
            <a:ext cx="137160" cy="137160"/>
          </a:xfrm>
          <a:prstGeom prst="ellipse">
            <a:avLst/>
          </a:prstGeom>
          <a:solidFill>
            <a:srgbClr val="0B2C4A"/>
          </a:solidFill>
          <a:ln/>
        </p:spPr>
      </p:sp>
      <p:sp>
        <p:nvSpPr>
          <p:cNvPr id="155" name="Shape 153"/>
          <p:cNvSpPr/>
          <p:nvPr/>
        </p:nvSpPr>
        <p:spPr>
          <a:xfrm>
            <a:off x="8796161" y="2371792"/>
            <a:ext cx="137160" cy="137160"/>
          </a:xfrm>
          <a:prstGeom prst="ellipse">
            <a:avLst/>
          </a:prstGeom>
          <a:solidFill>
            <a:srgbClr val="C2352F"/>
          </a:solidFill>
          <a:ln/>
        </p:spPr>
      </p:sp>
      <p:sp>
        <p:nvSpPr>
          <p:cNvPr id="156" name="Text 154"/>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57" name="Text 155"/>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58" name="Text 156"/>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59" name="Text 157"/>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60" name="Shape 158"/>
          <p:cNvSpPr/>
          <p:nvPr/>
        </p:nvSpPr>
        <p:spPr>
          <a:xfrm>
            <a:off x="9028280" y="2651491"/>
            <a:ext cx="281876" cy="27432"/>
          </a:xfrm>
          <a:prstGeom prst="rect">
            <a:avLst/>
          </a:prstGeom>
          <a:solidFill>
            <a:srgbClr val="D9D9D9"/>
          </a:solidFill>
          <a:ln/>
        </p:spPr>
      </p:sp>
      <p:sp>
        <p:nvSpPr>
          <p:cNvPr id="161" name="Shape 159"/>
          <p:cNvSpPr/>
          <p:nvPr/>
        </p:nvSpPr>
        <p:spPr>
          <a:xfrm>
            <a:off x="9241576" y="2596627"/>
            <a:ext cx="137160" cy="137160"/>
          </a:xfrm>
          <a:prstGeom prst="ellipse">
            <a:avLst/>
          </a:prstGeom>
          <a:solidFill>
            <a:srgbClr val="0B2C4A"/>
          </a:solidFill>
          <a:ln/>
        </p:spPr>
      </p:sp>
      <p:sp>
        <p:nvSpPr>
          <p:cNvPr id="162" name="Shape 160"/>
          <p:cNvSpPr/>
          <p:nvPr/>
        </p:nvSpPr>
        <p:spPr>
          <a:xfrm>
            <a:off x="8959700" y="2596627"/>
            <a:ext cx="137160" cy="137160"/>
          </a:xfrm>
          <a:prstGeom prst="ellipse">
            <a:avLst/>
          </a:prstGeom>
          <a:solidFill>
            <a:srgbClr val="C2352F"/>
          </a:solidFill>
          <a:ln/>
        </p:spPr>
      </p:sp>
      <p:sp>
        <p:nvSpPr>
          <p:cNvPr id="163" name="Text 161"/>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64" name="Text 162"/>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65" name="Text 163"/>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66" name="Shape 164"/>
          <p:cNvSpPr/>
          <p:nvPr/>
        </p:nvSpPr>
        <p:spPr>
          <a:xfrm>
            <a:off x="6135624" y="2777624"/>
            <a:ext cx="5394960" cy="224835"/>
          </a:xfrm>
          <a:prstGeom prst="rect">
            <a:avLst/>
          </a:prstGeom>
          <a:solidFill>
            <a:srgbClr val="F7F7F7"/>
          </a:solidFill>
          <a:ln/>
        </p:spPr>
      </p:sp>
      <p:sp>
        <p:nvSpPr>
          <p:cNvPr id="167" name="Text 165"/>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8" name="Shape 166"/>
          <p:cNvSpPr/>
          <p:nvPr/>
        </p:nvSpPr>
        <p:spPr>
          <a:xfrm>
            <a:off x="8809703" y="2876326"/>
            <a:ext cx="304317" cy="27432"/>
          </a:xfrm>
          <a:prstGeom prst="rect">
            <a:avLst/>
          </a:prstGeom>
          <a:solidFill>
            <a:srgbClr val="D9D9D9"/>
          </a:solidFill>
          <a:ln/>
        </p:spPr>
      </p:sp>
      <p:sp>
        <p:nvSpPr>
          <p:cNvPr id="169" name="Shape 167"/>
          <p:cNvSpPr/>
          <p:nvPr/>
        </p:nvSpPr>
        <p:spPr>
          <a:xfrm>
            <a:off x="9045441" y="2821462"/>
            <a:ext cx="137160" cy="137160"/>
          </a:xfrm>
          <a:prstGeom prst="ellipse">
            <a:avLst/>
          </a:prstGeom>
          <a:solidFill>
            <a:srgbClr val="0B2C4A"/>
          </a:solidFill>
          <a:ln/>
        </p:spPr>
      </p:sp>
      <p:sp>
        <p:nvSpPr>
          <p:cNvPr id="170" name="Shape 168"/>
          <p:cNvSpPr/>
          <p:nvPr/>
        </p:nvSpPr>
        <p:spPr>
          <a:xfrm>
            <a:off x="8741123" y="2821462"/>
            <a:ext cx="137160" cy="137160"/>
          </a:xfrm>
          <a:prstGeom prst="ellipse">
            <a:avLst/>
          </a:prstGeom>
          <a:solidFill>
            <a:srgbClr val="C2352F"/>
          </a:solidFill>
          <a:ln/>
        </p:spPr>
      </p:sp>
      <p:sp>
        <p:nvSpPr>
          <p:cNvPr id="171" name="Text 169"/>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72" name="Text 170"/>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73" name="Text 171"/>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74" name="Text 172"/>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75" name="Shape 173"/>
          <p:cNvSpPr/>
          <p:nvPr/>
        </p:nvSpPr>
        <p:spPr>
          <a:xfrm>
            <a:off x="8785895" y="3101161"/>
            <a:ext cx="309616" cy="27432"/>
          </a:xfrm>
          <a:prstGeom prst="rect">
            <a:avLst/>
          </a:prstGeom>
          <a:solidFill>
            <a:srgbClr val="D9D9D9"/>
          </a:solidFill>
          <a:ln/>
        </p:spPr>
      </p:sp>
      <p:sp>
        <p:nvSpPr>
          <p:cNvPr id="176" name="Shape 174"/>
          <p:cNvSpPr/>
          <p:nvPr/>
        </p:nvSpPr>
        <p:spPr>
          <a:xfrm>
            <a:off x="9026931" y="3046297"/>
            <a:ext cx="137160" cy="137160"/>
          </a:xfrm>
          <a:prstGeom prst="ellipse">
            <a:avLst/>
          </a:prstGeom>
          <a:solidFill>
            <a:srgbClr val="0B2C4A"/>
          </a:solidFill>
          <a:ln/>
        </p:spPr>
      </p:sp>
      <p:sp>
        <p:nvSpPr>
          <p:cNvPr id="177" name="Shape 175"/>
          <p:cNvSpPr/>
          <p:nvPr/>
        </p:nvSpPr>
        <p:spPr>
          <a:xfrm>
            <a:off x="8717315" y="3046297"/>
            <a:ext cx="137160" cy="137160"/>
          </a:xfrm>
          <a:prstGeom prst="ellipse">
            <a:avLst/>
          </a:prstGeom>
          <a:solidFill>
            <a:srgbClr val="C2352F"/>
          </a:solidFill>
          <a:ln/>
        </p:spPr>
      </p:sp>
      <p:sp>
        <p:nvSpPr>
          <p:cNvPr id="178" name="Text 17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79" name="Text 17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80" name="Text 17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81" name="Shape 179"/>
          <p:cNvSpPr/>
          <p:nvPr/>
        </p:nvSpPr>
        <p:spPr>
          <a:xfrm>
            <a:off x="6135624" y="3227294"/>
            <a:ext cx="5394960" cy="224835"/>
          </a:xfrm>
          <a:prstGeom prst="rect">
            <a:avLst/>
          </a:prstGeom>
          <a:solidFill>
            <a:srgbClr val="F7F7F7"/>
          </a:solidFill>
          <a:ln/>
        </p:spPr>
      </p:sp>
      <p:sp>
        <p:nvSpPr>
          <p:cNvPr id="182" name="Text 18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83" name="Shape 181"/>
          <p:cNvSpPr/>
          <p:nvPr/>
        </p:nvSpPr>
        <p:spPr>
          <a:xfrm>
            <a:off x="8728317" y="3325996"/>
            <a:ext cx="317185" cy="27432"/>
          </a:xfrm>
          <a:prstGeom prst="rect">
            <a:avLst/>
          </a:prstGeom>
          <a:solidFill>
            <a:srgbClr val="D9D9D9"/>
          </a:solidFill>
          <a:ln/>
        </p:spPr>
      </p:sp>
      <p:sp>
        <p:nvSpPr>
          <p:cNvPr id="184" name="Shape 182"/>
          <p:cNvSpPr/>
          <p:nvPr/>
        </p:nvSpPr>
        <p:spPr>
          <a:xfrm>
            <a:off x="8976922" y="3271132"/>
            <a:ext cx="137160" cy="137160"/>
          </a:xfrm>
          <a:prstGeom prst="ellipse">
            <a:avLst/>
          </a:prstGeom>
          <a:solidFill>
            <a:srgbClr val="0B2C4A"/>
          </a:solidFill>
          <a:ln/>
        </p:spPr>
      </p:sp>
      <p:sp>
        <p:nvSpPr>
          <p:cNvPr id="185" name="Shape 183"/>
          <p:cNvSpPr/>
          <p:nvPr/>
        </p:nvSpPr>
        <p:spPr>
          <a:xfrm>
            <a:off x="8659737" y="3271132"/>
            <a:ext cx="137160" cy="137160"/>
          </a:xfrm>
          <a:prstGeom prst="ellipse">
            <a:avLst/>
          </a:prstGeom>
          <a:solidFill>
            <a:srgbClr val="C2352F"/>
          </a:solidFill>
          <a:ln/>
        </p:spPr>
      </p:sp>
      <p:sp>
        <p:nvSpPr>
          <p:cNvPr id="186" name="Text 184"/>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87" name="Text 185"/>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88" name="Text 186"/>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89" name="Text 187"/>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717087" y="3550830"/>
            <a:ext cx="358717" cy="27432"/>
          </a:xfrm>
          <a:prstGeom prst="rect">
            <a:avLst/>
          </a:prstGeom>
          <a:solidFill>
            <a:srgbClr val="D9D9D9"/>
          </a:solidFill>
          <a:ln/>
        </p:spPr>
      </p:sp>
      <p:sp>
        <p:nvSpPr>
          <p:cNvPr id="191" name="Shape 189"/>
          <p:cNvSpPr/>
          <p:nvPr/>
        </p:nvSpPr>
        <p:spPr>
          <a:xfrm>
            <a:off x="9007225" y="3495966"/>
            <a:ext cx="137160" cy="137160"/>
          </a:xfrm>
          <a:prstGeom prst="ellipse">
            <a:avLst/>
          </a:prstGeom>
          <a:solidFill>
            <a:srgbClr val="0B2C4A"/>
          </a:solidFill>
          <a:ln/>
        </p:spPr>
      </p:sp>
      <p:sp>
        <p:nvSpPr>
          <p:cNvPr id="192" name="Shape 190"/>
          <p:cNvSpPr/>
          <p:nvPr/>
        </p:nvSpPr>
        <p:spPr>
          <a:xfrm>
            <a:off x="8648507" y="3495966"/>
            <a:ext cx="137160" cy="137160"/>
          </a:xfrm>
          <a:prstGeom prst="ellipse">
            <a:avLst/>
          </a:prstGeom>
          <a:solidFill>
            <a:srgbClr val="C2352F"/>
          </a:solidFill>
          <a:ln/>
        </p:spPr>
      </p:sp>
      <p:sp>
        <p:nvSpPr>
          <p:cNvPr id="193" name="Text 191"/>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94" name="Text 192"/>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95" name="Text 193"/>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96" name="Shape 194"/>
          <p:cNvSpPr/>
          <p:nvPr/>
        </p:nvSpPr>
        <p:spPr>
          <a:xfrm>
            <a:off x="6135624" y="3676964"/>
            <a:ext cx="5394960" cy="224835"/>
          </a:xfrm>
          <a:prstGeom prst="rect">
            <a:avLst/>
          </a:prstGeom>
          <a:solidFill>
            <a:srgbClr val="F7F7F7"/>
          </a:solidFill>
          <a:ln/>
        </p:spPr>
      </p:sp>
      <p:sp>
        <p:nvSpPr>
          <p:cNvPr id="197" name="Text 195"/>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98" name="Shape 196"/>
          <p:cNvSpPr/>
          <p:nvPr/>
        </p:nvSpPr>
        <p:spPr>
          <a:xfrm>
            <a:off x="8512041" y="3775665"/>
            <a:ext cx="362283" cy="27432"/>
          </a:xfrm>
          <a:prstGeom prst="rect">
            <a:avLst/>
          </a:prstGeom>
          <a:solidFill>
            <a:srgbClr val="D9D9D9"/>
          </a:solidFill>
          <a:ln/>
        </p:spPr>
      </p:sp>
      <p:sp>
        <p:nvSpPr>
          <p:cNvPr id="199" name="Shape 197"/>
          <p:cNvSpPr/>
          <p:nvPr/>
        </p:nvSpPr>
        <p:spPr>
          <a:xfrm>
            <a:off x="8805744" y="3720801"/>
            <a:ext cx="137160" cy="137160"/>
          </a:xfrm>
          <a:prstGeom prst="ellipse">
            <a:avLst/>
          </a:prstGeom>
          <a:solidFill>
            <a:srgbClr val="0B2C4A"/>
          </a:solidFill>
          <a:ln/>
        </p:spPr>
      </p:sp>
      <p:sp>
        <p:nvSpPr>
          <p:cNvPr id="200" name="Shape 198"/>
          <p:cNvSpPr/>
          <p:nvPr/>
        </p:nvSpPr>
        <p:spPr>
          <a:xfrm>
            <a:off x="8443461" y="3720801"/>
            <a:ext cx="137160" cy="137160"/>
          </a:xfrm>
          <a:prstGeom prst="ellipse">
            <a:avLst/>
          </a:prstGeom>
          <a:solidFill>
            <a:srgbClr val="C2352F"/>
          </a:solidFill>
          <a:ln/>
        </p:spPr>
      </p:sp>
      <p:sp>
        <p:nvSpPr>
          <p:cNvPr id="201" name="Text 199"/>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202" name="Text 200"/>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203" name="Text 201"/>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204" name="Text 202"/>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05" name="Shape 203"/>
          <p:cNvSpPr/>
          <p:nvPr/>
        </p:nvSpPr>
        <p:spPr>
          <a:xfrm>
            <a:off x="8687444" y="4000500"/>
            <a:ext cx="365880" cy="27432"/>
          </a:xfrm>
          <a:prstGeom prst="rect">
            <a:avLst/>
          </a:prstGeom>
          <a:solidFill>
            <a:srgbClr val="D9D9D9"/>
          </a:solidFill>
          <a:ln/>
        </p:spPr>
      </p:sp>
      <p:sp>
        <p:nvSpPr>
          <p:cNvPr id="206" name="Shape 204"/>
          <p:cNvSpPr/>
          <p:nvPr/>
        </p:nvSpPr>
        <p:spPr>
          <a:xfrm>
            <a:off x="8984744" y="3945636"/>
            <a:ext cx="137160" cy="137160"/>
          </a:xfrm>
          <a:prstGeom prst="ellipse">
            <a:avLst/>
          </a:prstGeom>
          <a:solidFill>
            <a:srgbClr val="0B2C4A"/>
          </a:solidFill>
          <a:ln/>
        </p:spPr>
      </p:sp>
      <p:sp>
        <p:nvSpPr>
          <p:cNvPr id="207" name="Shape 205"/>
          <p:cNvSpPr/>
          <p:nvPr/>
        </p:nvSpPr>
        <p:spPr>
          <a:xfrm>
            <a:off x="8618864" y="3945636"/>
            <a:ext cx="137160" cy="137160"/>
          </a:xfrm>
          <a:prstGeom prst="ellipse">
            <a:avLst/>
          </a:prstGeom>
          <a:solidFill>
            <a:srgbClr val="C2352F"/>
          </a:solidFill>
          <a:ln/>
        </p:spPr>
      </p:sp>
      <p:sp>
        <p:nvSpPr>
          <p:cNvPr id="208" name="Text 206"/>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209" name="Text 207"/>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210" name="Text 208"/>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211" name="Shape 209"/>
          <p:cNvSpPr/>
          <p:nvPr/>
        </p:nvSpPr>
        <p:spPr>
          <a:xfrm>
            <a:off x="6135624" y="4126633"/>
            <a:ext cx="5394960" cy="224835"/>
          </a:xfrm>
          <a:prstGeom prst="rect">
            <a:avLst/>
          </a:prstGeom>
          <a:solidFill>
            <a:srgbClr val="F7F7F7"/>
          </a:solidFill>
          <a:ln/>
        </p:spPr>
      </p:sp>
      <p:sp>
        <p:nvSpPr>
          <p:cNvPr id="212" name="Text 210"/>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13" name="Shape 211"/>
          <p:cNvSpPr/>
          <p:nvPr/>
        </p:nvSpPr>
        <p:spPr>
          <a:xfrm>
            <a:off x="8654442" y="4225335"/>
            <a:ext cx="367907" cy="27432"/>
          </a:xfrm>
          <a:prstGeom prst="rect">
            <a:avLst/>
          </a:prstGeom>
          <a:solidFill>
            <a:srgbClr val="D9D9D9"/>
          </a:solidFill>
          <a:ln/>
        </p:spPr>
      </p:sp>
      <p:sp>
        <p:nvSpPr>
          <p:cNvPr id="214" name="Shape 212"/>
          <p:cNvSpPr/>
          <p:nvPr/>
        </p:nvSpPr>
        <p:spPr>
          <a:xfrm>
            <a:off x="8953769" y="4170471"/>
            <a:ext cx="137160" cy="137160"/>
          </a:xfrm>
          <a:prstGeom prst="ellipse">
            <a:avLst/>
          </a:prstGeom>
          <a:solidFill>
            <a:srgbClr val="0B2C4A"/>
          </a:solidFill>
          <a:ln/>
        </p:spPr>
      </p:sp>
      <p:sp>
        <p:nvSpPr>
          <p:cNvPr id="215" name="Shape 213"/>
          <p:cNvSpPr/>
          <p:nvPr/>
        </p:nvSpPr>
        <p:spPr>
          <a:xfrm>
            <a:off x="8585862" y="4170471"/>
            <a:ext cx="137160" cy="137160"/>
          </a:xfrm>
          <a:prstGeom prst="ellipse">
            <a:avLst/>
          </a:prstGeom>
          <a:solidFill>
            <a:srgbClr val="C2352F"/>
          </a:solidFill>
          <a:ln/>
        </p:spPr>
      </p:sp>
      <p:sp>
        <p:nvSpPr>
          <p:cNvPr id="216" name="Text 21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217" name="Text 21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218" name="Text 21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219" name="Text 21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0" name="Shape 218"/>
          <p:cNvSpPr/>
          <p:nvPr/>
        </p:nvSpPr>
        <p:spPr>
          <a:xfrm>
            <a:off x="8770408" y="4450170"/>
            <a:ext cx="389809" cy="27432"/>
          </a:xfrm>
          <a:prstGeom prst="rect">
            <a:avLst/>
          </a:prstGeom>
          <a:solidFill>
            <a:srgbClr val="D9D9D9"/>
          </a:solidFill>
          <a:ln/>
        </p:spPr>
      </p:sp>
      <p:sp>
        <p:nvSpPr>
          <p:cNvPr id="221" name="Shape 219"/>
          <p:cNvSpPr/>
          <p:nvPr/>
        </p:nvSpPr>
        <p:spPr>
          <a:xfrm>
            <a:off x="9091637" y="4395306"/>
            <a:ext cx="137160" cy="137160"/>
          </a:xfrm>
          <a:prstGeom prst="ellipse">
            <a:avLst/>
          </a:prstGeom>
          <a:solidFill>
            <a:srgbClr val="0B2C4A"/>
          </a:solidFill>
          <a:ln/>
        </p:spPr>
      </p:sp>
      <p:sp>
        <p:nvSpPr>
          <p:cNvPr id="222" name="Shape 220"/>
          <p:cNvSpPr/>
          <p:nvPr/>
        </p:nvSpPr>
        <p:spPr>
          <a:xfrm>
            <a:off x="8701828" y="4395306"/>
            <a:ext cx="137160" cy="137160"/>
          </a:xfrm>
          <a:prstGeom prst="ellipse">
            <a:avLst/>
          </a:prstGeom>
          <a:solidFill>
            <a:srgbClr val="C2352F"/>
          </a:solidFill>
          <a:ln/>
        </p:spPr>
      </p:sp>
      <p:sp>
        <p:nvSpPr>
          <p:cNvPr id="223" name="Text 221"/>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224" name="Text 222"/>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225" name="Text 223"/>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226" name="Shape 224"/>
          <p:cNvSpPr/>
          <p:nvPr/>
        </p:nvSpPr>
        <p:spPr>
          <a:xfrm>
            <a:off x="6135624" y="4576303"/>
            <a:ext cx="5394960" cy="224835"/>
          </a:xfrm>
          <a:prstGeom prst="rect">
            <a:avLst/>
          </a:prstGeom>
          <a:solidFill>
            <a:srgbClr val="F7F7F7"/>
          </a:solidFill>
          <a:ln/>
        </p:spPr>
      </p:sp>
      <p:sp>
        <p:nvSpPr>
          <p:cNvPr id="227" name="Text 225"/>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28" name="Shape 226"/>
          <p:cNvSpPr/>
          <p:nvPr/>
        </p:nvSpPr>
        <p:spPr>
          <a:xfrm>
            <a:off x="8425794" y="4675004"/>
            <a:ext cx="402892" cy="27432"/>
          </a:xfrm>
          <a:prstGeom prst="rect">
            <a:avLst/>
          </a:prstGeom>
          <a:solidFill>
            <a:srgbClr val="D9D9D9"/>
          </a:solidFill>
          <a:ln/>
        </p:spPr>
      </p:sp>
      <p:sp>
        <p:nvSpPr>
          <p:cNvPr id="229" name="Shape 227"/>
          <p:cNvSpPr/>
          <p:nvPr/>
        </p:nvSpPr>
        <p:spPr>
          <a:xfrm>
            <a:off x="8760105" y="4620140"/>
            <a:ext cx="137160" cy="137160"/>
          </a:xfrm>
          <a:prstGeom prst="ellipse">
            <a:avLst/>
          </a:prstGeom>
          <a:solidFill>
            <a:srgbClr val="0B2C4A"/>
          </a:solidFill>
          <a:ln/>
        </p:spPr>
      </p:sp>
      <p:sp>
        <p:nvSpPr>
          <p:cNvPr id="230" name="Shape 228"/>
          <p:cNvSpPr/>
          <p:nvPr/>
        </p:nvSpPr>
        <p:spPr>
          <a:xfrm>
            <a:off x="8357214" y="4620140"/>
            <a:ext cx="137160" cy="137160"/>
          </a:xfrm>
          <a:prstGeom prst="ellipse">
            <a:avLst/>
          </a:prstGeom>
          <a:solidFill>
            <a:srgbClr val="C2352F"/>
          </a:solidFill>
          <a:ln/>
        </p:spPr>
      </p:sp>
      <p:sp>
        <p:nvSpPr>
          <p:cNvPr id="231" name="Text 229"/>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232" name="Text 230"/>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233" name="Text 231"/>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234" name="Text 232"/>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5" name="Shape 233"/>
          <p:cNvSpPr/>
          <p:nvPr/>
        </p:nvSpPr>
        <p:spPr>
          <a:xfrm>
            <a:off x="8627876" y="4899839"/>
            <a:ext cx="523192" cy="27432"/>
          </a:xfrm>
          <a:prstGeom prst="rect">
            <a:avLst/>
          </a:prstGeom>
          <a:solidFill>
            <a:srgbClr val="D9D9D9"/>
          </a:solidFill>
          <a:ln/>
        </p:spPr>
      </p:sp>
      <p:sp>
        <p:nvSpPr>
          <p:cNvPr id="236" name="Shape 234"/>
          <p:cNvSpPr/>
          <p:nvPr/>
        </p:nvSpPr>
        <p:spPr>
          <a:xfrm>
            <a:off x="9082487" y="4844975"/>
            <a:ext cx="137160" cy="137160"/>
          </a:xfrm>
          <a:prstGeom prst="ellipse">
            <a:avLst/>
          </a:prstGeom>
          <a:solidFill>
            <a:srgbClr val="0B2C4A"/>
          </a:solidFill>
          <a:ln/>
        </p:spPr>
      </p:sp>
      <p:sp>
        <p:nvSpPr>
          <p:cNvPr id="237" name="Shape 235"/>
          <p:cNvSpPr/>
          <p:nvPr/>
        </p:nvSpPr>
        <p:spPr>
          <a:xfrm>
            <a:off x="8559296" y="4844975"/>
            <a:ext cx="137160" cy="137160"/>
          </a:xfrm>
          <a:prstGeom prst="ellipse">
            <a:avLst/>
          </a:prstGeom>
          <a:solidFill>
            <a:srgbClr val="C2352F"/>
          </a:solidFill>
          <a:ln/>
        </p:spPr>
      </p:sp>
      <p:sp>
        <p:nvSpPr>
          <p:cNvPr id="238" name="Text 236"/>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239" name="Text 237"/>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240" name="Text 238"/>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241" name="Shape 239"/>
          <p:cNvSpPr/>
          <p:nvPr/>
        </p:nvSpPr>
        <p:spPr>
          <a:xfrm>
            <a:off x="6135624" y="5025973"/>
            <a:ext cx="5394960" cy="224835"/>
          </a:xfrm>
          <a:prstGeom prst="rect">
            <a:avLst/>
          </a:prstGeom>
          <a:solidFill>
            <a:srgbClr val="F7F7F7"/>
          </a:solidFill>
          <a:ln/>
        </p:spPr>
      </p:sp>
      <p:sp>
        <p:nvSpPr>
          <p:cNvPr id="242" name="Text 240"/>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3" name="Shape 241"/>
          <p:cNvSpPr/>
          <p:nvPr/>
        </p:nvSpPr>
        <p:spPr>
          <a:xfrm>
            <a:off x="8579382" y="5124674"/>
            <a:ext cx="529999" cy="27432"/>
          </a:xfrm>
          <a:prstGeom prst="rect">
            <a:avLst/>
          </a:prstGeom>
          <a:solidFill>
            <a:srgbClr val="D9D9D9"/>
          </a:solidFill>
          <a:ln/>
        </p:spPr>
      </p:sp>
      <p:sp>
        <p:nvSpPr>
          <p:cNvPr id="244" name="Shape 242"/>
          <p:cNvSpPr/>
          <p:nvPr/>
        </p:nvSpPr>
        <p:spPr>
          <a:xfrm>
            <a:off x="9040801" y="5069810"/>
            <a:ext cx="137160" cy="137160"/>
          </a:xfrm>
          <a:prstGeom prst="ellipse">
            <a:avLst/>
          </a:prstGeom>
          <a:solidFill>
            <a:srgbClr val="0B2C4A"/>
          </a:solidFill>
          <a:ln/>
        </p:spPr>
      </p:sp>
      <p:sp>
        <p:nvSpPr>
          <p:cNvPr id="245" name="Shape 243"/>
          <p:cNvSpPr/>
          <p:nvPr/>
        </p:nvSpPr>
        <p:spPr>
          <a:xfrm>
            <a:off x="8510802" y="5069810"/>
            <a:ext cx="137160" cy="137160"/>
          </a:xfrm>
          <a:prstGeom prst="ellipse">
            <a:avLst/>
          </a:prstGeom>
          <a:solidFill>
            <a:srgbClr val="C2352F"/>
          </a:solidFill>
          <a:ln/>
        </p:spPr>
      </p:sp>
      <p:sp>
        <p:nvSpPr>
          <p:cNvPr id="246" name="Text 244"/>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247" name="Text 245"/>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248" name="Text 246"/>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249" name="Text 247"/>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50" name="Shape 248"/>
          <p:cNvSpPr/>
          <p:nvPr/>
        </p:nvSpPr>
        <p:spPr>
          <a:xfrm>
            <a:off x="8614506" y="5349509"/>
            <a:ext cx="554833" cy="27432"/>
          </a:xfrm>
          <a:prstGeom prst="rect">
            <a:avLst/>
          </a:prstGeom>
          <a:solidFill>
            <a:srgbClr val="D9D9D9"/>
          </a:solidFill>
          <a:ln/>
        </p:spPr>
      </p:sp>
      <p:sp>
        <p:nvSpPr>
          <p:cNvPr id="251" name="Shape 249"/>
          <p:cNvSpPr/>
          <p:nvPr/>
        </p:nvSpPr>
        <p:spPr>
          <a:xfrm>
            <a:off x="9100759" y="5294645"/>
            <a:ext cx="137160" cy="137160"/>
          </a:xfrm>
          <a:prstGeom prst="ellipse">
            <a:avLst/>
          </a:prstGeom>
          <a:solidFill>
            <a:srgbClr val="0B2C4A"/>
          </a:solidFill>
          <a:ln/>
        </p:spPr>
      </p:sp>
      <p:sp>
        <p:nvSpPr>
          <p:cNvPr id="252" name="Shape 250"/>
          <p:cNvSpPr/>
          <p:nvPr/>
        </p:nvSpPr>
        <p:spPr>
          <a:xfrm>
            <a:off x="8545926" y="5294645"/>
            <a:ext cx="137160" cy="137160"/>
          </a:xfrm>
          <a:prstGeom prst="ellipse">
            <a:avLst/>
          </a:prstGeom>
          <a:solidFill>
            <a:srgbClr val="C2352F"/>
          </a:solidFill>
          <a:ln/>
        </p:spPr>
      </p:sp>
      <p:sp>
        <p:nvSpPr>
          <p:cNvPr id="253" name="Text 25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254" name="Text 25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255" name="Text 25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256" name="Shape 254"/>
          <p:cNvSpPr/>
          <p:nvPr/>
        </p:nvSpPr>
        <p:spPr>
          <a:xfrm>
            <a:off x="6135624" y="5475642"/>
            <a:ext cx="5394960" cy="224835"/>
          </a:xfrm>
          <a:prstGeom prst="rect">
            <a:avLst/>
          </a:prstGeom>
          <a:solidFill>
            <a:srgbClr val="F7F7F7"/>
          </a:solidFill>
          <a:ln/>
        </p:spPr>
      </p:sp>
      <p:sp>
        <p:nvSpPr>
          <p:cNvPr id="257" name="Text 25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58" name="Shape 256"/>
          <p:cNvSpPr/>
          <p:nvPr/>
        </p:nvSpPr>
        <p:spPr>
          <a:xfrm>
            <a:off x="8453821" y="5574344"/>
            <a:ext cx="631638" cy="27432"/>
          </a:xfrm>
          <a:prstGeom prst="rect">
            <a:avLst/>
          </a:prstGeom>
          <a:solidFill>
            <a:srgbClr val="D9D9D9"/>
          </a:solidFill>
          <a:ln/>
        </p:spPr>
      </p:sp>
      <p:sp>
        <p:nvSpPr>
          <p:cNvPr id="259" name="Shape 257"/>
          <p:cNvSpPr/>
          <p:nvPr/>
        </p:nvSpPr>
        <p:spPr>
          <a:xfrm>
            <a:off x="9016879" y="5519480"/>
            <a:ext cx="137160" cy="137160"/>
          </a:xfrm>
          <a:prstGeom prst="ellipse">
            <a:avLst/>
          </a:prstGeom>
          <a:solidFill>
            <a:srgbClr val="0B2C4A"/>
          </a:solidFill>
          <a:ln/>
        </p:spPr>
      </p:sp>
      <p:sp>
        <p:nvSpPr>
          <p:cNvPr id="260" name="Shape 258"/>
          <p:cNvSpPr/>
          <p:nvPr/>
        </p:nvSpPr>
        <p:spPr>
          <a:xfrm>
            <a:off x="8385241" y="5519480"/>
            <a:ext cx="137160" cy="137160"/>
          </a:xfrm>
          <a:prstGeom prst="ellipse">
            <a:avLst/>
          </a:prstGeom>
          <a:solidFill>
            <a:srgbClr val="C2352F"/>
          </a:solidFill>
          <a:ln/>
        </p:spPr>
      </p:sp>
      <p:sp>
        <p:nvSpPr>
          <p:cNvPr id="261" name="Text 259"/>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62" name="Text 260"/>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63" name="Text 261"/>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64" name="Shape 262"/>
          <p:cNvSpPr/>
          <p:nvPr/>
        </p:nvSpPr>
        <p:spPr>
          <a:xfrm>
            <a:off x="457200" y="6126480"/>
            <a:ext cx="11274552" cy="600456"/>
          </a:xfrm>
          <a:prstGeom prst="rect">
            <a:avLst/>
          </a:prstGeom>
          <a:solidFill>
            <a:srgbClr val="EDF4FA"/>
          </a:solidFill>
          <a:ln/>
        </p:spPr>
      </p:sp>
      <p:sp>
        <p:nvSpPr>
          <p:cNvPr id="265" name="Text 263"/>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HEADCOUNT TREND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January–September</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2026 below 2025 in every month.</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Sep to Sep.</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BEST TECHS · OPTION C</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737360"/>
            <a:ext cx="3840480" cy="1188720"/>
          </a:xfrm>
          <a:prstGeom prst="rect">
            <a:avLst/>
          </a:prstGeom>
          <a:noFill/>
          <a:ln/>
        </p:spPr>
        <p:txBody>
          <a:bodyPr wrap="square" lIns="0" tIns="0" rIns="0" bIns="0" rtlCol="0" anchor="ctr"/>
          <a:lstStyle/>
          <a:p>
            <a:pPr indent="0" marL="0">
              <a:buNone/>
            </a:pPr>
            <a:r>
              <a:rPr lang="en-US" sz="8000" b="1" dirty="0">
                <a:solidFill>
                  <a:srgbClr val="0B7A4A"/>
                </a:solidFill>
                <a:latin typeface="Inter" pitchFamily="34" charset="0"/>
                <a:ea typeface="Inter" pitchFamily="34" charset="-122"/>
                <a:cs typeface="Inter" pitchFamily="34" charset="-120"/>
              </a:rPr>
              <a:t>11 of 13</a:t>
            </a:r>
            <a:endParaRPr lang="en-US" sz="8000" dirty="0"/>
          </a:p>
        </p:txBody>
      </p:sp>
      <p:sp>
        <p:nvSpPr>
          <p:cNvPr id="7" name="Text 5"/>
          <p:cNvSpPr txBox="1"/>
          <p:nvPr/>
        </p:nvSpPr>
        <p:spPr>
          <a:xfrm>
            <a:off x="731520" y="2926080"/>
            <a:ext cx="3749040" cy="822960"/>
          </a:xfrm>
          <a:prstGeom prst="rect">
            <a:avLst/>
          </a:prstGeom>
          <a:noFill/>
          <a:ln/>
        </p:spPr>
        <p:txBody>
          <a:bodyPr wrap="square" lIns="0" tIns="0" rIns="0" bIns="0" rtlCol="0" anchor="t"/>
          <a:lstStyle/>
          <a:p>
            <a:pPr indent="0" marL="0">
              <a:buNone/>
            </a:pPr>
            <a:r>
              <a:rPr lang="en-US" sz="2200" b="1" dirty="0">
                <a:solidFill>
                  <a:srgbClr val="1A1A1A"/>
                </a:solidFill>
                <a:latin typeface="Inter" pitchFamily="34" charset="0"/>
                <a:ea typeface="Inter" pitchFamily="34" charset="-122"/>
                <a:cs typeface="Inter" pitchFamily="34" charset="-120"/>
              </a:rPr>
              <a:t>stores under 85% already have techs beating it.</a:t>
            </a:r>
            <a:endParaRPr lang="en-US" sz="2200" dirty="0"/>
          </a:p>
        </p:txBody>
      </p:sp>
      <p:sp>
        <p:nvSpPr>
          <p:cNvPr id="8" name="Text 6"/>
          <p:cNvSpPr txBox="1"/>
          <p:nvPr/>
        </p:nvSpPr>
        <p:spPr>
          <a:xfrm>
            <a:off x="731520" y="3886200"/>
            <a:ext cx="3657600" cy="1280160"/>
          </a:xfrm>
          <a:prstGeom prst="rect">
            <a:avLst/>
          </a:prstGeom>
          <a:noFill/>
          <a:ln/>
        </p:spPr>
        <p:txBody>
          <a:bodyPr wrap="square" lIns="0" tIns="0" rIns="0" bIns="0" rtlCol="0" anchor="t"/>
          <a:lstStyle/>
          <a:p>
            <a:pPr indent="0" marL="0">
              <a:buNone/>
            </a:pPr>
            <a:r>
              <a:rPr lang="en-US" sz="1600" dirty="0">
                <a:solidFill>
                  <a:srgbClr val="595959"/>
                </a:solidFill>
                <a:latin typeface="Inter" pitchFamily="34" charset="0"/>
                <a:ea typeface="Inter" pitchFamily="34" charset="-122"/>
                <a:cs typeface="Inter" pitchFamily="34" charset="-120"/>
              </a:rPr>
              <a:t>Same bays, same dispatch, same car count. The target is not theory; their own best techs hit it every month.</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937760" y="1417320"/>
          <a:ext cx="6537960" cy="914400"/>
        </p:xfrm>
        <a:graphic>
          <a:graphicData uri="http://schemas.openxmlformats.org/drawingml/2006/table">
            <a:tbl>
              <a:tblPr/>
              <a:tblGrid>
                <a:gridCol w="3429000"/>
                <a:gridCol w="1554480"/>
                <a:gridCol w="1554480"/>
              </a:tblGrid>
              <a:tr h="283464">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Store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Store today</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Best techs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CHEVY GMC BULLHEAD</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69%</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VW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CDJR POST FALLS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VOLVO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88%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GMC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LV</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HONDA FLAGSTAFF</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LR RENO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TOYOTA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bl>
          </a:graphicData>
        </a:graphic>
      </p:graphicFrame>
      <p:sp>
        <p:nvSpPr>
          <p:cNvPr id="10" name="Shape 7"/>
          <p:cNvSpPr/>
          <p:nvPr/>
        </p:nvSpPr>
        <p:spPr>
          <a:xfrm>
            <a:off x="457200" y="6126480"/>
            <a:ext cx="11274552" cy="615696"/>
          </a:xfrm>
          <a:prstGeom prst="rect">
            <a:avLst/>
          </a:prstGeom>
          <a:solidFill>
            <a:srgbClr val="EDF4FA"/>
          </a:solidFill>
          <a:ln/>
        </p:spPr>
      </p:sp>
      <p:sp>
        <p:nvSpPr>
          <p:cNvPr id="11" name="Text 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2026-10-22T00:25:07Z</dcterms:created>
  <dcterms:modified xsi:type="dcterms:W3CDTF">2026-10-22T00:25:07Z</dcterms:modified>
</cp:coreProperties>
</file>