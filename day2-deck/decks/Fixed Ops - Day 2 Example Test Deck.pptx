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4" name="Shape 182"/>
          <p:cNvSpPr/>
          <p:nvPr/>
        </p:nvSpPr>
        <p:spPr>
          <a:xfrm>
            <a:off x="457200" y="6126480"/>
            <a:ext cx="11274552" cy="615696"/>
          </a:xfrm>
          <a:prstGeom prst="rect">
            <a:avLst/>
          </a:prstGeom>
          <a:solidFill>
            <a:srgbClr val="FBEBEA"/>
          </a:solidFill>
          <a:ln/>
        </p:spPr>
      </p:sp>
      <p:sp>
        <p:nvSpPr>
          <p:cNvPr id="185" name="Text 1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48640" cy="136676"/>
          </a:xfrm>
          <a:prstGeom prst="rect">
            <a:avLst/>
          </a:prstGeom>
          <a:solidFill>
            <a:srgbClr val="2587C5"/>
          </a:solidFill>
          <a:ln/>
        </p:spPr>
      </p:sp>
      <p:sp>
        <p:nvSpPr>
          <p:cNvPr id="15" name="Text 13"/>
          <p:cNvSpPr txBox="1"/>
          <p:nvPr/>
        </p:nvSpPr>
        <p:spPr>
          <a:xfrm>
            <a:off x="3474720"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8287" cy="136676"/>
          </a:xfrm>
          <a:prstGeom prst="rect">
            <a:avLst/>
          </a:prstGeom>
          <a:solidFill>
            <a:srgbClr val="2587C5"/>
          </a:solidFill>
          <a:ln/>
        </p:spPr>
      </p:sp>
      <p:sp>
        <p:nvSpPr>
          <p:cNvPr id="21" name="Text 19"/>
          <p:cNvSpPr txBox="1"/>
          <p:nvPr/>
        </p:nvSpPr>
        <p:spPr>
          <a:xfrm>
            <a:off x="3474720"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359802" cy="136676"/>
          </a:xfrm>
          <a:prstGeom prst="rect">
            <a:avLst/>
          </a:prstGeom>
          <a:solidFill>
            <a:srgbClr val="2587C5"/>
          </a:solidFill>
          <a:ln/>
        </p:spPr>
      </p:sp>
      <p:sp>
        <p:nvSpPr>
          <p:cNvPr id="27" name="Text 25"/>
          <p:cNvSpPr txBox="1"/>
          <p:nvPr/>
        </p:nvSpPr>
        <p:spPr>
          <a:xfrm>
            <a:off x="3474720"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45673" cy="136676"/>
          </a:xfrm>
          <a:prstGeom prst="rect">
            <a:avLst/>
          </a:prstGeom>
          <a:solidFill>
            <a:srgbClr val="2587C5"/>
          </a:solidFill>
          <a:ln/>
        </p:spPr>
      </p:sp>
      <p:sp>
        <p:nvSpPr>
          <p:cNvPr id="33" name="Text 31"/>
          <p:cNvSpPr txBox="1"/>
          <p:nvPr/>
        </p:nvSpPr>
        <p:spPr>
          <a:xfrm>
            <a:off x="3474720"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316030" cy="136676"/>
          </a:xfrm>
          <a:prstGeom prst="rect">
            <a:avLst/>
          </a:prstGeom>
          <a:solidFill>
            <a:srgbClr val="2587C5"/>
          </a:solidFill>
          <a:ln/>
        </p:spPr>
      </p:sp>
      <p:sp>
        <p:nvSpPr>
          <p:cNvPr id="39" name="Text 37"/>
          <p:cNvSpPr txBox="1"/>
          <p:nvPr/>
        </p:nvSpPr>
        <p:spPr>
          <a:xfrm>
            <a:off x="3474720"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288890" cy="136676"/>
          </a:xfrm>
          <a:prstGeom prst="rect">
            <a:avLst/>
          </a:prstGeom>
          <a:solidFill>
            <a:srgbClr val="2587C5"/>
          </a:solidFill>
          <a:ln/>
        </p:spPr>
      </p:sp>
      <p:sp>
        <p:nvSpPr>
          <p:cNvPr id="45" name="Text 43"/>
          <p:cNvSpPr txBox="1"/>
          <p:nvPr/>
        </p:nvSpPr>
        <p:spPr>
          <a:xfrm>
            <a:off x="3474720"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206935" cy="136676"/>
          </a:xfrm>
          <a:prstGeom prst="rect">
            <a:avLst/>
          </a:prstGeom>
          <a:solidFill>
            <a:srgbClr val="2587C5"/>
          </a:solidFill>
          <a:ln/>
        </p:spPr>
      </p:sp>
      <p:sp>
        <p:nvSpPr>
          <p:cNvPr id="51" name="Text 49"/>
          <p:cNvSpPr txBox="1"/>
          <p:nvPr/>
        </p:nvSpPr>
        <p:spPr>
          <a:xfrm>
            <a:off x="3474720"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205982" cy="136676"/>
          </a:xfrm>
          <a:prstGeom prst="rect">
            <a:avLst/>
          </a:prstGeom>
          <a:solidFill>
            <a:srgbClr val="2587C5"/>
          </a:solidFill>
          <a:ln/>
        </p:spPr>
      </p:sp>
      <p:sp>
        <p:nvSpPr>
          <p:cNvPr id="57" name="Text 55"/>
          <p:cNvSpPr txBox="1"/>
          <p:nvPr/>
        </p:nvSpPr>
        <p:spPr>
          <a:xfrm>
            <a:off x="3474720"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193357" cy="136676"/>
          </a:xfrm>
          <a:prstGeom prst="rect">
            <a:avLst/>
          </a:prstGeom>
          <a:solidFill>
            <a:srgbClr val="2587C5"/>
          </a:solidFill>
          <a:ln/>
        </p:spPr>
      </p:sp>
      <p:sp>
        <p:nvSpPr>
          <p:cNvPr id="63" name="Text 61"/>
          <p:cNvSpPr txBox="1"/>
          <p:nvPr/>
        </p:nvSpPr>
        <p:spPr>
          <a:xfrm>
            <a:off x="3474720"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186973" cy="136676"/>
          </a:xfrm>
          <a:prstGeom prst="rect">
            <a:avLst/>
          </a:prstGeom>
          <a:solidFill>
            <a:srgbClr val="2587C5"/>
          </a:solidFill>
          <a:ln/>
        </p:spPr>
      </p:sp>
      <p:sp>
        <p:nvSpPr>
          <p:cNvPr id="69" name="Text 67"/>
          <p:cNvSpPr txBox="1"/>
          <p:nvPr/>
        </p:nvSpPr>
        <p:spPr>
          <a:xfrm>
            <a:off x="3474720"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178245" cy="136676"/>
          </a:xfrm>
          <a:prstGeom prst="rect">
            <a:avLst/>
          </a:prstGeom>
          <a:solidFill>
            <a:srgbClr val="2587C5"/>
          </a:solidFill>
          <a:ln/>
        </p:spPr>
      </p:sp>
      <p:sp>
        <p:nvSpPr>
          <p:cNvPr id="75" name="Text 73"/>
          <p:cNvSpPr txBox="1"/>
          <p:nvPr/>
        </p:nvSpPr>
        <p:spPr>
          <a:xfrm>
            <a:off x="3474720"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160884" cy="136676"/>
          </a:xfrm>
          <a:prstGeom prst="rect">
            <a:avLst/>
          </a:prstGeom>
          <a:solidFill>
            <a:srgbClr val="2587C5"/>
          </a:solidFill>
          <a:ln/>
        </p:spPr>
      </p:sp>
      <p:sp>
        <p:nvSpPr>
          <p:cNvPr id="81" name="Text 79"/>
          <p:cNvSpPr txBox="1"/>
          <p:nvPr/>
        </p:nvSpPr>
        <p:spPr>
          <a:xfrm>
            <a:off x="3474720"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59478" cy="136676"/>
          </a:xfrm>
          <a:prstGeom prst="rect">
            <a:avLst/>
          </a:prstGeom>
          <a:solidFill>
            <a:srgbClr val="2587C5"/>
          </a:solidFill>
          <a:ln/>
        </p:spPr>
      </p:sp>
      <p:sp>
        <p:nvSpPr>
          <p:cNvPr id="87" name="Text 85"/>
          <p:cNvSpPr txBox="1"/>
          <p:nvPr/>
        </p:nvSpPr>
        <p:spPr>
          <a:xfrm>
            <a:off x="3474720"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156386" cy="136676"/>
          </a:xfrm>
          <a:prstGeom prst="rect">
            <a:avLst/>
          </a:prstGeom>
          <a:solidFill>
            <a:srgbClr val="2587C5"/>
          </a:solidFill>
          <a:ln/>
        </p:spPr>
      </p:sp>
      <p:sp>
        <p:nvSpPr>
          <p:cNvPr id="93" name="Text 91"/>
          <p:cNvSpPr txBox="1"/>
          <p:nvPr/>
        </p:nvSpPr>
        <p:spPr>
          <a:xfrm>
            <a:off x="3474720"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151472" cy="136676"/>
          </a:xfrm>
          <a:prstGeom prst="rect">
            <a:avLst/>
          </a:prstGeom>
          <a:solidFill>
            <a:srgbClr val="2587C5"/>
          </a:solidFill>
          <a:ln/>
        </p:spPr>
      </p:sp>
      <p:sp>
        <p:nvSpPr>
          <p:cNvPr id="99" name="Text 97"/>
          <p:cNvSpPr txBox="1"/>
          <p:nvPr/>
        </p:nvSpPr>
        <p:spPr>
          <a:xfrm>
            <a:off x="3474720"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144704" cy="136676"/>
          </a:xfrm>
          <a:prstGeom prst="rect">
            <a:avLst/>
          </a:prstGeom>
          <a:solidFill>
            <a:srgbClr val="2587C5"/>
          </a:solidFill>
          <a:ln/>
        </p:spPr>
      </p:sp>
      <p:sp>
        <p:nvSpPr>
          <p:cNvPr id="105" name="Text 103"/>
          <p:cNvSpPr txBox="1"/>
          <p:nvPr/>
        </p:nvSpPr>
        <p:spPr>
          <a:xfrm>
            <a:off x="3474720"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136953" cy="136676"/>
          </a:xfrm>
          <a:prstGeom prst="rect">
            <a:avLst/>
          </a:prstGeom>
          <a:solidFill>
            <a:srgbClr val="2587C5"/>
          </a:solidFill>
          <a:ln/>
        </p:spPr>
      </p:sp>
      <p:sp>
        <p:nvSpPr>
          <p:cNvPr id="111" name="Text 109"/>
          <p:cNvSpPr txBox="1"/>
          <p:nvPr/>
        </p:nvSpPr>
        <p:spPr>
          <a:xfrm>
            <a:off x="3474720" y="567681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129525" cy="136676"/>
          </a:xfrm>
          <a:prstGeom prst="rect">
            <a:avLst/>
          </a:prstGeom>
          <a:solidFill>
            <a:srgbClr val="2587C5"/>
          </a:solidFill>
          <a:ln/>
        </p:spPr>
      </p:sp>
      <p:sp>
        <p:nvSpPr>
          <p:cNvPr id="117" name="Text 115"/>
          <p:cNvSpPr txBox="1"/>
          <p:nvPr/>
        </p:nvSpPr>
        <p:spPr>
          <a:xfrm>
            <a:off x="9025128" y="170078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16104" cy="136676"/>
          </a:xfrm>
          <a:prstGeom prst="rect">
            <a:avLst/>
          </a:prstGeom>
          <a:solidFill>
            <a:srgbClr val="2587C5"/>
          </a:solidFill>
          <a:ln/>
        </p:spPr>
      </p:sp>
      <p:sp>
        <p:nvSpPr>
          <p:cNvPr id="123" name="Text 121"/>
          <p:cNvSpPr txBox="1"/>
          <p:nvPr/>
        </p:nvSpPr>
        <p:spPr>
          <a:xfrm>
            <a:off x="9025128" y="194928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1671" cy="136676"/>
          </a:xfrm>
          <a:prstGeom prst="rect">
            <a:avLst/>
          </a:prstGeom>
          <a:solidFill>
            <a:srgbClr val="2587C5"/>
          </a:solidFill>
          <a:ln/>
        </p:spPr>
      </p:sp>
      <p:sp>
        <p:nvSpPr>
          <p:cNvPr id="129" name="Text 127"/>
          <p:cNvSpPr txBox="1"/>
          <p:nvPr/>
        </p:nvSpPr>
        <p:spPr>
          <a:xfrm>
            <a:off x="9025128" y="219778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07204" cy="136676"/>
          </a:xfrm>
          <a:prstGeom prst="rect">
            <a:avLst/>
          </a:prstGeom>
          <a:solidFill>
            <a:srgbClr val="2587C5"/>
          </a:solidFill>
          <a:ln/>
        </p:spPr>
      </p:sp>
      <p:sp>
        <p:nvSpPr>
          <p:cNvPr id="135" name="Text 133"/>
          <p:cNvSpPr txBox="1"/>
          <p:nvPr/>
        </p:nvSpPr>
        <p:spPr>
          <a:xfrm>
            <a:off x="9025128" y="244628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05090" cy="136676"/>
          </a:xfrm>
          <a:prstGeom prst="rect">
            <a:avLst/>
          </a:prstGeom>
          <a:solidFill>
            <a:srgbClr val="2587C5"/>
          </a:solidFill>
          <a:ln/>
        </p:spPr>
      </p:sp>
      <p:sp>
        <p:nvSpPr>
          <p:cNvPr id="141" name="Text 139"/>
          <p:cNvSpPr txBox="1"/>
          <p:nvPr/>
        </p:nvSpPr>
        <p:spPr>
          <a:xfrm>
            <a:off x="9025128" y="2694791"/>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02344" cy="136676"/>
          </a:xfrm>
          <a:prstGeom prst="rect">
            <a:avLst/>
          </a:prstGeom>
          <a:solidFill>
            <a:srgbClr val="2587C5"/>
          </a:solidFill>
          <a:ln/>
        </p:spPr>
      </p:sp>
      <p:sp>
        <p:nvSpPr>
          <p:cNvPr id="147" name="Text 145"/>
          <p:cNvSpPr txBox="1"/>
          <p:nvPr/>
        </p:nvSpPr>
        <p:spPr>
          <a:xfrm>
            <a:off x="9025128" y="294329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95727" cy="136676"/>
          </a:xfrm>
          <a:prstGeom prst="rect">
            <a:avLst/>
          </a:prstGeom>
          <a:solidFill>
            <a:srgbClr val="2587C5"/>
          </a:solidFill>
          <a:ln/>
        </p:spPr>
      </p:sp>
      <p:sp>
        <p:nvSpPr>
          <p:cNvPr id="153" name="Text 151"/>
          <p:cNvSpPr txBox="1"/>
          <p:nvPr/>
        </p:nvSpPr>
        <p:spPr>
          <a:xfrm>
            <a:off x="9025128" y="319179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93782" cy="136676"/>
          </a:xfrm>
          <a:prstGeom prst="rect">
            <a:avLst/>
          </a:prstGeom>
          <a:solidFill>
            <a:srgbClr val="2587C5"/>
          </a:solidFill>
          <a:ln/>
        </p:spPr>
      </p:sp>
      <p:sp>
        <p:nvSpPr>
          <p:cNvPr id="159" name="Text 157"/>
          <p:cNvSpPr txBox="1"/>
          <p:nvPr/>
        </p:nvSpPr>
        <p:spPr>
          <a:xfrm>
            <a:off x="9025128" y="3440296"/>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91945" cy="136676"/>
          </a:xfrm>
          <a:prstGeom prst="rect">
            <a:avLst/>
          </a:prstGeom>
          <a:solidFill>
            <a:srgbClr val="2587C5"/>
          </a:solidFill>
          <a:ln/>
        </p:spPr>
      </p:sp>
      <p:sp>
        <p:nvSpPr>
          <p:cNvPr id="165" name="Text 163"/>
          <p:cNvSpPr txBox="1"/>
          <p:nvPr/>
        </p:nvSpPr>
        <p:spPr>
          <a:xfrm>
            <a:off x="9025128" y="368879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91642" cy="136676"/>
          </a:xfrm>
          <a:prstGeom prst="rect">
            <a:avLst/>
          </a:prstGeom>
          <a:solidFill>
            <a:srgbClr val="2587C5"/>
          </a:solidFill>
          <a:ln/>
        </p:spPr>
      </p:sp>
      <p:sp>
        <p:nvSpPr>
          <p:cNvPr id="171" name="Text 169"/>
          <p:cNvSpPr txBox="1"/>
          <p:nvPr/>
        </p:nvSpPr>
        <p:spPr>
          <a:xfrm>
            <a:off x="9025128" y="393729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90578" cy="136676"/>
          </a:xfrm>
          <a:prstGeom prst="rect">
            <a:avLst/>
          </a:prstGeom>
          <a:solidFill>
            <a:srgbClr val="2587C5"/>
          </a:solidFill>
          <a:ln/>
        </p:spPr>
      </p:sp>
      <p:sp>
        <p:nvSpPr>
          <p:cNvPr id="177" name="Text 175"/>
          <p:cNvSpPr txBox="1"/>
          <p:nvPr/>
        </p:nvSpPr>
        <p:spPr>
          <a:xfrm>
            <a:off x="9025128" y="4185800"/>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83490" cy="136676"/>
          </a:xfrm>
          <a:prstGeom prst="rect">
            <a:avLst/>
          </a:prstGeom>
          <a:solidFill>
            <a:srgbClr val="2587C5"/>
          </a:solidFill>
          <a:ln/>
        </p:spPr>
      </p:sp>
      <p:sp>
        <p:nvSpPr>
          <p:cNvPr id="183" name="Text 181"/>
          <p:cNvSpPr txBox="1"/>
          <p:nvPr/>
        </p:nvSpPr>
        <p:spPr>
          <a:xfrm>
            <a:off x="9025128" y="4434302"/>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82594" cy="136676"/>
          </a:xfrm>
          <a:prstGeom prst="rect">
            <a:avLst/>
          </a:prstGeom>
          <a:solidFill>
            <a:srgbClr val="2587C5"/>
          </a:solidFill>
          <a:ln/>
        </p:spPr>
      </p:sp>
      <p:sp>
        <p:nvSpPr>
          <p:cNvPr id="189" name="Text 187"/>
          <p:cNvSpPr txBox="1"/>
          <p:nvPr/>
        </p:nvSpPr>
        <p:spPr>
          <a:xfrm>
            <a:off x="9025128" y="4682804"/>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67141" cy="136676"/>
          </a:xfrm>
          <a:prstGeom prst="rect">
            <a:avLst/>
          </a:prstGeom>
          <a:solidFill>
            <a:srgbClr val="2587C5"/>
          </a:solidFill>
          <a:ln/>
        </p:spPr>
      </p:sp>
      <p:sp>
        <p:nvSpPr>
          <p:cNvPr id="195" name="Text 193"/>
          <p:cNvSpPr txBox="1"/>
          <p:nvPr/>
        </p:nvSpPr>
        <p:spPr>
          <a:xfrm>
            <a:off x="9025128" y="4931305"/>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54968" cy="136676"/>
          </a:xfrm>
          <a:prstGeom prst="rect">
            <a:avLst/>
          </a:prstGeom>
          <a:solidFill>
            <a:srgbClr val="2587C5"/>
          </a:solidFill>
          <a:ln/>
        </p:spPr>
      </p:sp>
      <p:sp>
        <p:nvSpPr>
          <p:cNvPr id="201" name="Text 199"/>
          <p:cNvSpPr txBox="1"/>
          <p:nvPr/>
        </p:nvSpPr>
        <p:spPr>
          <a:xfrm>
            <a:off x="9025128" y="5179807"/>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43862" cy="136676"/>
          </a:xfrm>
          <a:prstGeom prst="rect">
            <a:avLst/>
          </a:prstGeom>
          <a:solidFill>
            <a:srgbClr val="2587C5"/>
          </a:solidFill>
          <a:ln/>
        </p:spPr>
      </p:sp>
      <p:sp>
        <p:nvSpPr>
          <p:cNvPr id="207" name="Text 205"/>
          <p:cNvSpPr txBox="1"/>
          <p:nvPr/>
        </p:nvSpPr>
        <p:spPr>
          <a:xfrm>
            <a:off x="9025128" y="5428309"/>
            <a:ext cx="96012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