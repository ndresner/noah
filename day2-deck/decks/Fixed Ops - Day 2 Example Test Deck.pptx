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64.xml" ContentType="application/vnd.openxmlformats-officedocument.drawingml.chart+xml"/>
  <Override PartName="/ppt/charts/chart265.xml" ContentType="application/vnd.openxmlformats-officedocument.drawingml.chart+xml"/>
  <Override PartName="/ppt/charts/chart266.xml" ContentType="application/vnd.openxmlformats-officedocument.drawingml.chart+xml"/>
  <Override PartName="/ppt/charts/chart267.xml" ContentType="application/vnd.openxmlformats-officedocument.drawingml.chart+xml"/>
  <Override PartName="/ppt/charts/chart268.xml" ContentType="application/vnd.openxmlformats-officedocument.drawingml.chart+xml"/>
  <Override PartName="/ppt/charts/chart269.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59" r:id="rId5"/>
    <p:sldId id="279" r:id="rId30"/>
    <p:sldId id="280" r:id="rId31"/>
    <p:sldId id="281" r:id="rId32"/>
    <p:sldId id="282" r:id="rId33"/>
    <p:sldId id="283" r:id="rId34"/>
    <p:sldId id="284" r:id="rId35"/>
    <p:sldId id="285" r:id="rId36"/>
    <p:sldId id="286" r:id="rId37"/>
    <p:sldId id="287" r:id="rId38"/>
    <p:sldId id="288" r:id="rId39"/>
    <p:sldId id="289" r:id="rId40"/>
    <p:sldId id="260" r:id="rId6"/>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261" r:id="rId7"/>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262" r:id="rId8"/>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263" r:id="rId9"/>
    <p:sldId id="374" r:id="rId125"/>
    <p:sldId id="375" r:id="rId126"/>
    <p:sldId id="376" r:id="rId127"/>
    <p:sldId id="377" r:id="rId128"/>
    <p:sldId id="378" r:id="rId129"/>
    <p:sldId id="379" r:id="rId130"/>
    <p:sldId id="380" r:id="rId131"/>
    <p:sldId id="381" r:id="rId132"/>
    <p:sldId id="382" r:id="rId133"/>
    <p:sldId id="383" r:id="rId134"/>
    <p:sldId id="384" r:id="rId135"/>
    <p:sldId id="264" r:id="rId10"/>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265" r:id="rId11"/>
    <p:sldId id="415" r:id="rId166"/>
    <p:sldId id="416" r:id="rId167"/>
    <p:sldId id="417" r:id="rId168"/>
    <p:sldId id="418" r:id="rId169"/>
    <p:sldId id="419" r:id="rId170"/>
    <p:sldId id="420" r:id="rId171"/>
    <p:sldId id="266" r:id="rId12"/>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_rels/chart264.xml.rels><?xml version='1.0' encoding='UTF-8' standalone='yes'?>
<Relationships xmlns="http://schemas.openxmlformats.org/package/2006/relationships"><Relationship Id="rId1" Type="http://schemas.openxmlformats.org/officeDocument/2006/relationships/package" Target="../embeddings/Microsoft_Excel_Worksheet264.xlsx"/></Relationships>
</file>

<file path=ppt/charts/_rels/chart265.xml.rels><?xml version='1.0' encoding='UTF-8' standalone='yes'?>
<Relationships xmlns="http://schemas.openxmlformats.org/package/2006/relationships"><Relationship Id="rId1" Type="http://schemas.openxmlformats.org/officeDocument/2006/relationships/package" Target="../embeddings/Microsoft_Excel_Worksheet265.xlsx"/></Relationships>
</file>

<file path=ppt/charts/_rels/chart266.xml.rels><?xml version='1.0' encoding='UTF-8' standalone='yes'?>
<Relationships xmlns="http://schemas.openxmlformats.org/package/2006/relationships"><Relationship Id="rId1" Type="http://schemas.openxmlformats.org/officeDocument/2006/relationships/package" Target="../embeddings/Microsoft_Excel_Worksheet266.xlsx"/></Relationships>
</file>

<file path=ppt/charts/_rels/chart267.xml.rels><?xml version='1.0' encoding='UTF-8' standalone='yes'?>
<Relationships xmlns="http://schemas.openxmlformats.org/package/2006/relationships"><Relationship Id="rId1" Type="http://schemas.openxmlformats.org/officeDocument/2006/relationships/package" Target="../embeddings/Microsoft_Excel_Worksheet267.xlsx"/></Relationships>
</file>

<file path=ppt/charts/_rels/chart268.xml.rels><?xml version='1.0' encoding='UTF-8' standalone='yes'?>
<Relationships xmlns="http://schemas.openxmlformats.org/package/2006/relationships"><Relationship Id="rId1" Type="http://schemas.openxmlformats.org/officeDocument/2006/relationships/package" Target="../embeddings/Microsoft_Excel_Worksheet268.xlsx"/></Relationships>
</file>

<file path=ppt/charts/_rels/chart269.xml.rels><?xml version='1.0' encoding='UTF-8' standalone='yes'?>
<Relationships xmlns="http://schemas.openxmlformats.org/package/2006/relationships"><Relationship Id="rId1" Type="http://schemas.openxmlformats.org/officeDocument/2006/relationships/package" Target="../embeddings/Microsoft_Excel_Worksheet26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126</c:v>
                </c:pt>
                <c:pt idx="1">
                  <c:v>124</c:v>
                </c:pt>
                <c:pt idx="2">
                  <c:v>131</c:v>
                </c:pt>
                <c:pt idx="3">
                  <c:v>131</c:v>
                </c:pt>
                <c:pt idx="4">
                  <c:v>132</c:v>
                </c:pt>
                <c:pt idx="5">
                  <c:v>128</c:v>
                </c:pt>
                <c:pt idx="6">
                  <c:v>133</c:v>
                </c:pt>
                <c:pt idx="7">
                  <c:v>130</c:v>
                </c:pt>
                <c:pt idx="8">
                  <c:v>134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126</c:v>
                </c:pt>
                <c:pt idx="1">
                  <c:v/>
                </c:pt>
                <c:pt idx="2">
                  <c:v>131</c:v>
                </c:pt>
                <c:pt idx="3">
                  <c:v>131</c:v>
                </c:pt>
                <c:pt idx="4">
                  <c:v>132</c:v>
                </c:pt>
                <c:pt idx="5">
                  <c:v/>
                </c:pt>
                <c:pt idx="6">
                  <c:v>133</c:v>
                </c:pt>
                <c:pt idx="7">
                  <c:v>130</c:v>
                </c:pt>
                <c:pt idx="8">
                  <c:v>134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c:v>
                </c:pt>
                <c:pt idx="2">
                  <c:v/>
                </c:pt>
                <c:pt idx="3">
                  <c:v/>
                </c:pt>
                <c:pt idx="4">
                  <c:v/>
                </c:pt>
                <c:pt idx="5">
                  <c:v>128</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c:v>
                </c:pt>
                <c:pt idx="2">
                  <c:v/>
                </c:pt>
                <c:pt idx="3">
                  <c:v/>
                </c:pt>
                <c:pt idx="4">
                  <c:v/>
                </c:pt>
                <c:pt idx="5">
                  <c:v>129</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124</c:v>
                </c:pt>
                <c:pt idx="1">
                  <c:v/>
                </c:pt>
                <c:pt idx="2">
                  <c:v>125</c:v>
                </c:pt>
                <c:pt idx="3">
                  <c:v>126</c:v>
                </c:pt>
                <c:pt idx="4">
                  <c:v>130</c:v>
                </c:pt>
                <c:pt idx="5">
                  <c:v/>
                </c:pt>
                <c:pt idx="6">
                  <c:v>126</c:v>
                </c:pt>
                <c:pt idx="7">
                  <c:v>126</c:v>
                </c:pt>
                <c:pt idx="8">
                  <c:v>124</c:v>
                </c:pt>
                <c:pt idx="9">
                  <c:v>126</c:v>
                </c:pt>
                <c:pt idx="10">
                  <c:v>126</c:v>
                </c:pt>
                <c:pt idx="11">
                  <c:v>130</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124</c:v>
                </c:pt>
                <c:pt idx="1">
                  <c:v>125</c:v>
                </c:pt>
                <c:pt idx="2">
                  <c:v>125</c:v>
                </c:pt>
                <c:pt idx="3">
                  <c:v>126</c:v>
                </c:pt>
                <c:pt idx="4">
                  <c:v>130</c:v>
                </c:pt>
                <c:pt idx="5">
                  <c:v>129</c:v>
                </c:pt>
                <c:pt idx="6">
                  <c:v>126</c:v>
                </c:pt>
                <c:pt idx="7">
                  <c:v>126</c:v>
                </c:pt>
                <c:pt idx="8">
                  <c:v>124</c:v>
                </c:pt>
                <c:pt idx="9">
                  <c:v>126</c:v>
                </c:pt>
                <c:pt idx="10">
                  <c:v>126</c:v>
                </c:pt>
                <c:pt idx="11">
                  <c:v>130</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c:v>
                </c:pt>
                <c:pt idx="1">
                  <c:v>198</c:v>
                </c:pt>
                <c:pt idx="2">
                  <c:v>197</c:v>
                </c:pt>
                <c:pt idx="3">
                  <c:v>199</c:v>
                </c:pt>
                <c:pt idx="4">
                  <c:v>194</c:v>
                </c:pt>
                <c:pt idx="5">
                  <c:v>194</c:v>
                </c:pt>
                <c:pt idx="6">
                  <c:v>199</c:v>
                </c:pt>
                <c:pt idx="7">
                  <c:v>198</c:v>
                </c:pt>
                <c:pt idx="8">
                  <c:v>199</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c:v>
                </c:pt>
                <c:pt idx="1">
                  <c:v>198</c:v>
                </c:pt>
                <c:pt idx="2">
                  <c:v>197</c:v>
                </c:pt>
                <c:pt idx="3">
                  <c:v>199</c:v>
                </c:pt>
                <c:pt idx="4">
                  <c:v>194</c:v>
                </c:pt>
                <c:pt idx="5">
                  <c:v>194</c:v>
                </c:pt>
                <c:pt idx="6">
                  <c:v>199</c:v>
                </c:pt>
                <c:pt idx="7">
                  <c:v>198</c:v>
                </c:pt>
                <c:pt idx="8">
                  <c:v>199</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c:v>
                </c:pt>
                <c:pt idx="1">
                  <c:v>175</c:v>
                </c:pt>
                <c:pt idx="2">
                  <c:v>173</c:v>
                </c:pt>
                <c:pt idx="3">
                  <c:v>176</c:v>
                </c:pt>
                <c:pt idx="4">
                  <c:v>182</c:v>
                </c:pt>
                <c:pt idx="5">
                  <c:v>185</c:v>
                </c:pt>
                <c:pt idx="6">
                  <c:v>187</c:v>
                </c:pt>
                <c:pt idx="7">
                  <c:v>186</c:v>
                </c:pt>
                <c:pt idx="8">
                  <c:v>187</c:v>
                </c:pt>
                <c:pt idx="9">
                  <c:v>188</c:v>
                </c:pt>
                <c:pt idx="10">
                  <c:v>189</c:v>
                </c:pt>
                <c:pt idx="11">
                  <c:v>193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c:v>
                </c:pt>
                <c:pt idx="1">
                  <c:v>175</c:v>
                </c:pt>
                <c:pt idx="2">
                  <c:v>173</c:v>
                </c:pt>
                <c:pt idx="3">
                  <c:v>176</c:v>
                </c:pt>
                <c:pt idx="4">
                  <c:v>182</c:v>
                </c:pt>
                <c:pt idx="5">
                  <c:v>185</c:v>
                </c:pt>
                <c:pt idx="6">
                  <c:v>187</c:v>
                </c:pt>
                <c:pt idx="7">
                  <c:v>186</c:v>
                </c:pt>
                <c:pt idx="8">
                  <c:v>187</c:v>
                </c:pt>
                <c:pt idx="9">
                  <c:v>188</c:v>
                </c:pt>
                <c:pt idx="10">
                  <c:v>189</c:v>
                </c:pt>
                <c:pt idx="11">
                  <c:v>193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20.46</c:v>
                </c:pt>
                <c:pt idx="1">
                  <c:v>19.1</c:v>
                </c:pt>
                <c:pt idx="2">
                  <c:v>20.19</c:v>
                </c:pt>
                <c:pt idx="3">
                  <c:v>20.85</c:v>
                </c:pt>
                <c:pt idx="4">
                  <c:v>20.28</c:v>
                </c:pt>
                <c:pt idx="5">
                  <c:v>20.34</c:v>
                </c:pt>
                <c:pt idx="6">
                  <c:v>20.75</c:v>
                </c:pt>
                <c:pt idx="7">
                  <c:v>20.32</c:v>
                </c:pt>
                <c:pt idx="8">
                  <c:v>19.03</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19.88</c:v>
                </c:pt>
                <c:pt idx="1">
                  <c:v>18.87</c:v>
                </c:pt>
                <c:pt idx="2">
                  <c:v>21.12</c:v>
                </c:pt>
                <c:pt idx="3">
                  <c:v>21.8</c:v>
                </c:pt>
                <c:pt idx="4">
                  <c:v>20.12</c:v>
                </c:pt>
                <c:pt idx="5">
                  <c:v>21.52</c:v>
                </c:pt>
                <c:pt idx="6">
                  <c:v>22.71</c:v>
                </c:pt>
                <c:pt idx="7">
                  <c:v>21.64</c:v>
                </c:pt>
                <c:pt idx="8">
                  <c:v>21.13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8"/>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13.41</c:v>
                </c:pt>
                <c:pt idx="1">
                  <c:v>12.64</c:v>
                </c:pt>
                <c:pt idx="2">
                  <c:v>13.59</c:v>
                </c:pt>
                <c:pt idx="3">
                  <c:v>14.01</c:v>
                </c:pt>
                <c:pt idx="4">
                  <c:v>13.61</c:v>
                </c:pt>
                <c:pt idx="5">
                  <c:v>13.53</c:v>
                </c:pt>
                <c:pt idx="6">
                  <c:v>13.78</c:v>
                </c:pt>
                <c:pt idx="7">
                  <c:v>13.51</c:v>
                </c:pt>
                <c:pt idx="8">
                  <c:v>12.5</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13.47</c:v>
                </c:pt>
                <c:pt idx="1">
                  <c:v>12.79</c:v>
                </c:pt>
                <c:pt idx="2">
                  <c:v>14.35</c:v>
                </c:pt>
                <c:pt idx="3">
                  <c:v>14.65</c:v>
                </c:pt>
                <c:pt idx="4">
                  <c:v>13.71</c:v>
                </c:pt>
                <c:pt idx="5">
                  <c:v>14.45</c:v>
                </c:pt>
                <c:pt idx="6">
                  <c:v>15.06</c:v>
                </c:pt>
                <c:pt idx="7">
                  <c:v>14.43</c:v>
                </c:pt>
                <c:pt idx="8">
                  <c:v>13.96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
          <c:min val="11"/>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7.05</c:v>
                </c:pt>
                <c:pt idx="1">
                  <c:v>6.47</c:v>
                </c:pt>
                <c:pt idx="2">
                  <c:v>6.6</c:v>
                </c:pt>
                <c:pt idx="3">
                  <c:v>6.84</c:v>
                </c:pt>
                <c:pt idx="4">
                  <c:v>6.67</c:v>
                </c:pt>
                <c:pt idx="5">
                  <c:v>6.81</c:v>
                </c:pt>
                <c:pt idx="6">
                  <c:v>6.97</c:v>
                </c:pt>
                <c:pt idx="7">
                  <c:v>6.81</c:v>
                </c:pt>
                <c:pt idx="8">
                  <c:v>6.54</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6.41</c:v>
                </c:pt>
                <c:pt idx="1">
                  <c:v>6.08</c:v>
                </c:pt>
                <c:pt idx="2">
                  <c:v>6.77</c:v>
                </c:pt>
                <c:pt idx="3">
                  <c:v>7.14</c:v>
                </c:pt>
                <c:pt idx="4">
                  <c:v>6.41</c:v>
                </c:pt>
                <c:pt idx="5">
                  <c:v>7.07</c:v>
                </c:pt>
                <c:pt idx="6">
                  <c:v>7.66</c:v>
                </c:pt>
                <c:pt idx="7">
                  <c:v>7.21</c:v>
                </c:pt>
                <c:pt idx="8">
                  <c:v>7.18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7"/>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Earlier</c:v>
                </c:pt>
              </c:strCache>
            </c:strRef>
          </c:tx>
          <c:spPr>
            <a:solidFill>
              <a:srgbClr val="9AA3AD"/>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Sheet1!$B$2:$B$7</c:f>
              <c:numCache>
                <c:formatCode>General</c:formatCode>
                <c:ptCount val="6"/>
                <c:pt idx="0">
                  <c:v>111.43</c:v>
                </c:pt>
                <c:pt idx="1">
                  <c:v>126.71</c:v>
                </c:pt>
                <c:pt idx="2">
                  <c:v>143.75</c:v>
                </c:pt>
                <c:pt idx="3">
                  <c:v>156.71</c:v>
                </c:pt>
                <c:pt idx="4">
                  <c:v>181.62</c:v>
                </c:pt>
                <c:pt idx="5">
                  <c:v>0</c:v>
                </c:pt>
              </c:numCache>
            </c:numRef>
          </c:val>
        </c:ser>
        <c:ser>
          <c:idx val="1"/>
          <c:order val="1"/>
          <c:tx>
            <c:strRef>
              <c:f>Sheet1!$C$1</c:f>
              <c:strCache>
                <c:ptCount val="1"/>
                <c:pt idx="0">
                  <c:v>Latest</c:v>
                </c:pt>
              </c:strCache>
            </c:strRef>
          </c:tx>
          <c:spPr>
            <a:solidFill>
              <a:srgbClr val="2587C5"/>
            </a:solidFill>
            <a:effectLst/>
          </c:spPr>
          <c:invertIfNegative val="0"/>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2021</c:v>
                  </c:pt>
                  <c:pt idx="1">
                    <c:v>2022</c:v>
                  </c:pt>
                  <c:pt idx="2">
                    <c:v>2023</c:v>
                  </c:pt>
                  <c:pt idx="3">
                    <c:v>2024</c:v>
                  </c:pt>
                  <c:pt idx="4">
                    <c:v>2025</c:v>
                  </c:pt>
                  <c:pt idx="5">
                    <c:v>2026</c:v>
                  </c:pt>
                </c:lvl>
              </c:multiLvlStrCache>
            </c:multiLvlStrRef>
          </c:cat>
          <c:val>
            <c:numRef>
              <c:f>Sheet1!$C$2:$C$7</c:f>
              <c:numCache>
                <c:formatCode>General</c:formatCode>
                <c:ptCount val="6"/>
                <c:pt idx="0">
                  <c:v>0</c:v>
                </c:pt>
                <c:pt idx="1">
                  <c:v>0</c:v>
                </c:pt>
                <c:pt idx="2">
                  <c:v>0</c:v>
                </c:pt>
                <c:pt idx="3">
                  <c:v>0</c:v>
                </c:pt>
                <c:pt idx="4">
                  <c:v>0</c:v>
                </c:pt>
                <c:pt idx="5">
                  <c:v>188.95</c:v>
                </c:pt>
              </c:numCache>
            </c:numRef>
          </c:val>
        </c:ser>
        <c:dLbls>
          <c:numFmt formatCode="$0.0&quot;M&quot;;;" sourceLinked="0"/>
          <c:txPr>
            <a:bodyPr/>
            <a:lstStyle/>
            <a:p>
              <a:pPr>
                <a:defRPr b="1" i="0" strike="noStrike" sz="1400" u="none">
                  <a:solidFill>
                    <a:srgbClr val="FFFFFF"/>
                  </a:solidFill>
                  <a:latin typeface="+mn-lt"/>
                </a:defRPr>
              </a:pPr>
            </a:p>
          </c:txPr>
          <c:dLblPos val="inEnd"/>
          <c:showLegendKey val="0"/>
          <c:showVal val="1"/>
          <c:showCatName val="0"/>
          <c:showSerName val="0"/>
          <c:showPercent val="0"/>
          <c:showBubbleSize val="0"/>
          <c:showLeaderLines val="0"/>
        </c:dLbls>
        <c:gapWidth val="2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1625</c:v>
                </c:pt>
                <c:pt idx="1">
                  <c:v>1632</c:v>
                </c:pt>
                <c:pt idx="2">
                  <c:v>1629</c:v>
                </c:pt>
                <c:pt idx="3">
                  <c:v>1615</c:v>
                </c:pt>
                <c:pt idx="4">
                  <c:v>1623</c:v>
                </c:pt>
                <c:pt idx="5">
                  <c:v>1616</c:v>
                </c:pt>
                <c:pt idx="6">
                  <c:v>1629</c:v>
                </c:pt>
                <c:pt idx="7">
                  <c:v>1627</c:v>
                </c:pt>
                <c:pt idx="8">
                  <c:v>1616</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1530</c:v>
                </c:pt>
                <c:pt idx="1">
                  <c:v>1530</c:v>
                </c:pt>
                <c:pt idx="2">
                  <c:v>1540</c:v>
                </c:pt>
                <c:pt idx="3">
                  <c:v>1545</c:v>
                </c:pt>
                <c:pt idx="4">
                  <c:v>1537</c:v>
                </c:pt>
                <c:pt idx="5">
                  <c:v>1546</c:v>
                </c:pt>
                <c:pt idx="6">
                  <c:v>1548</c:v>
                </c:pt>
                <c:pt idx="7">
                  <c:v>1549</c:v>
                </c:pt>
                <c:pt idx="8">
                  <c:v>1540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60"/>
          <c:min val="15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Gross Trend options A / B / B+Q4, Store Records (six designs), Door Rate options A-B, CP vs Internal GP % options A-B, Photo completion % (optional measure), Headcount trend, Best Techs option C,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by month. Replaces the trend and table slides.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Card and takeaway are Jan-Sep. 2025 Oct-Dec shown for context: $21.27M, $17.74M, $19.32M; Q4 2025 total $58.33M.</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Group = sum of 33 stores. TB group total differs from the P&amp;L figure used elsewhere in the deck ($188.80M) by the GMC PRESCOTT difference above.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Headcount: ADP Employee Master extract, 10/19/2026, month-end snapshots, Qlik's fixed-employee title list (managers included). Each person counted once: someone open at two stores is counted at the old store until that record closes. Same-store, INEOS excluded (opened 2026). GMC Prescott body shop staff excluded.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worked hours for counted technicians. Best techs = the store's most proficient quarter of counted technicians (at least one), their sold / worked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 Id="rId4" Type="http://schemas.openxmlformats.org/officeDocument/2006/relationships/chart" Target="../charts/chart46.xml"/><Relationship Id="rId5" Type="http://schemas.openxmlformats.org/officeDocument/2006/relationships/chart" Target="../charts/chart47.xml"/><Relationship Id="rId6" Type="http://schemas.openxmlformats.org/officeDocument/2006/relationships/chart" Target="../charts/chart48.xml"/><Relationship Id="rId7" Type="http://schemas.openxmlformats.org/officeDocument/2006/relationships/chart" Target="../charts/chart49.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1.xml"/><Relationship Id="rId3" Type="http://schemas.openxmlformats.org/officeDocument/2006/relationships/chart" Target="../charts/chart92.xml"/><Relationship Id="rId4" Type="http://schemas.openxmlformats.org/officeDocument/2006/relationships/chart" Target="../charts/chart93.xml"/><Relationship Id="rId5" Type="http://schemas.openxmlformats.org/officeDocument/2006/relationships/chart" Target="../charts/chart94.xml"/><Relationship Id="rId6" Type="http://schemas.openxmlformats.org/officeDocument/2006/relationships/chart" Target="../charts/chart95.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6.xml"/><Relationship Id="rId3" Type="http://schemas.openxmlformats.org/officeDocument/2006/relationships/chart" Target="../charts/chart97.xml"/><Relationship Id="rId4" Type="http://schemas.openxmlformats.org/officeDocument/2006/relationships/chart" Target="../charts/chart98.xml"/><Relationship Id="rId5" Type="http://schemas.openxmlformats.org/officeDocument/2006/relationships/chart" Target="../charts/chart99.xml"/><Relationship Id="rId6" Type="http://schemas.openxmlformats.org/officeDocument/2006/relationships/chart" Target="../charts/chart100.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chart" Target="../charts/chart111.xml"/><Relationship Id="rId7" Type="http://schemas.openxmlformats.org/officeDocument/2006/relationships/chart" Target="../charts/chart112.xml"/><Relationship Id="rId8"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3.xml"/><Relationship Id="rId3" Type="http://schemas.openxmlformats.org/officeDocument/2006/relationships/chart" Target="../charts/chart114.xml"/><Relationship Id="rId4" Type="http://schemas.openxmlformats.org/officeDocument/2006/relationships/chart" Target="../charts/chart115.xml"/><Relationship Id="rId5" Type="http://schemas.openxmlformats.org/officeDocument/2006/relationships/chart" Target="../charts/chart116.xml"/><Relationship Id="rId6" Type="http://schemas.openxmlformats.org/officeDocument/2006/relationships/chart" Target="../charts/chart117.xml"/><Relationship Id="rId7" Type="http://schemas.openxmlformats.org/officeDocument/2006/relationships/chart" Target="../charts/chart118.xml"/><Relationship Id="rId8"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9.xml"/><Relationship Id="rId3" Type="http://schemas.openxmlformats.org/officeDocument/2006/relationships/chart" Target="../charts/chart120.xml"/><Relationship Id="rId4" Type="http://schemas.openxmlformats.org/officeDocument/2006/relationships/chart" Target="../charts/chart121.xml"/><Relationship Id="rId5" Type="http://schemas.openxmlformats.org/officeDocument/2006/relationships/chart" Target="../charts/chart122.xml"/><Relationship Id="rId6" Type="http://schemas.openxmlformats.org/officeDocument/2006/relationships/chart" Target="../charts/chart123.xml"/><Relationship Id="rId7" Type="http://schemas.openxmlformats.org/officeDocument/2006/relationships/chart" Target="../charts/chart124.xml"/><Relationship Id="rId8"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4.xml"/><Relationship Id="rId3" Type="http://schemas.openxmlformats.org/officeDocument/2006/relationships/chart" Target="../charts/chart135.xml"/><Relationship Id="rId4" Type="http://schemas.openxmlformats.org/officeDocument/2006/relationships/chart" Target="../charts/chart136.xml"/><Relationship Id="rId5" Type="http://schemas.openxmlformats.org/officeDocument/2006/relationships/chart" Target="../charts/chart137.xml"/><Relationship Id="rId6"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8.xml"/><Relationship Id="rId3" Type="http://schemas.openxmlformats.org/officeDocument/2006/relationships/chart" Target="../charts/chart139.xml"/><Relationship Id="rId4" Type="http://schemas.openxmlformats.org/officeDocument/2006/relationships/chart" Target="../charts/chart140.xml"/><Relationship Id="rId5" Type="http://schemas.openxmlformats.org/officeDocument/2006/relationships/chart" Target="../charts/chart141.xml"/><Relationship Id="rId6" Type="http://schemas.openxmlformats.org/officeDocument/2006/relationships/chart" Target="../charts/chart142.xml"/><Relationship Id="rId7"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3.xml"/><Relationship Id="rId3" Type="http://schemas.openxmlformats.org/officeDocument/2006/relationships/chart" Target="../charts/chart144.xml"/><Relationship Id="rId4" Type="http://schemas.openxmlformats.org/officeDocument/2006/relationships/chart" Target="../charts/chart145.xml"/><Relationship Id="rId5" Type="http://schemas.openxmlformats.org/officeDocument/2006/relationships/chart" Target="../charts/chart146.xml"/><Relationship Id="rId6"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2.xml"/><Relationship Id="rId3" Type="http://schemas.openxmlformats.org/officeDocument/2006/relationships/chart" Target="../charts/chart153.xml"/><Relationship Id="rId4" Type="http://schemas.openxmlformats.org/officeDocument/2006/relationships/chart" Target="../charts/chart154.xml"/><Relationship Id="rId5" Type="http://schemas.openxmlformats.org/officeDocument/2006/relationships/chart" Target="../charts/chart155.xml"/><Relationship Id="rId6"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6.xml"/><Relationship Id="rId3" Type="http://schemas.openxmlformats.org/officeDocument/2006/relationships/chart" Target="../charts/chart157.xml"/><Relationship Id="rId4" Type="http://schemas.openxmlformats.org/officeDocument/2006/relationships/chart" Target="../charts/chart158.xml"/><Relationship Id="rId5" Type="http://schemas.openxmlformats.org/officeDocument/2006/relationships/chart" Target="../charts/chart159.xml"/><Relationship Id="rId6" Type="http://schemas.openxmlformats.org/officeDocument/2006/relationships/chart" Target="../charts/chart160.xml"/><Relationship Id="rId7"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5.xml"/><Relationship Id="rId3" Type="http://schemas.openxmlformats.org/officeDocument/2006/relationships/chart" Target="../charts/chart166.xml"/><Relationship Id="rId4" Type="http://schemas.openxmlformats.org/officeDocument/2006/relationships/chart" Target="../charts/chart167.xml"/><Relationship Id="rId5" Type="http://schemas.openxmlformats.org/officeDocument/2006/relationships/chart" Target="../charts/chart168.xml"/><Relationship Id="rId6"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chart" Target="../charts/chart186.xml"/><Relationship Id="rId4" Type="http://schemas.openxmlformats.org/officeDocument/2006/relationships/chart" Target="../charts/chart187.xml"/><Relationship Id="rId5" Type="http://schemas.openxmlformats.org/officeDocument/2006/relationships/chart" Target="../charts/chart188.xml"/><Relationship Id="rId6" Type="http://schemas.openxmlformats.org/officeDocument/2006/relationships/chart" Target="../charts/chart189.xml"/><Relationship Id="rId7" Type="http://schemas.openxmlformats.org/officeDocument/2006/relationships/chart" Target="../charts/chart190.xml"/><Relationship Id="rId8"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chart" Target="../charts/chart198.xml"/><Relationship Id="rId4" Type="http://schemas.openxmlformats.org/officeDocument/2006/relationships/chart" Target="../charts/chart199.xml"/><Relationship Id="rId5" Type="http://schemas.openxmlformats.org/officeDocument/2006/relationships/chart" Target="../charts/chart200.xml"/><Relationship Id="rId6"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2.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3.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4.xml"/><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5.xml"/><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6.xml"/><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7.xml"/><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8.xml"/><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0.xml"/><Relationship Id="rId3" Type="http://schemas.openxmlformats.org/officeDocument/2006/relationships/chart" Target="../charts/chart211.xml"/><Relationship Id="rId4" Type="http://schemas.openxmlformats.org/officeDocument/2006/relationships/chart" Target="../charts/chart212.xml"/><Relationship Id="rId5" Type="http://schemas.openxmlformats.org/officeDocument/2006/relationships/chart" Target="../charts/chart213.xml"/><Relationship Id="rId6" Type="http://schemas.openxmlformats.org/officeDocument/2006/relationships/chart" Target="../charts/chart214.xml"/><Relationship Id="rId7" Type="http://schemas.openxmlformats.org/officeDocument/2006/relationships/chart" Target="../charts/chart215.xml"/><Relationship Id="rId8" Type="http://schemas.openxmlformats.org/officeDocument/2006/relationships/chart" Target="../charts/chart216.xml"/><Relationship Id="rId9" Type="http://schemas.openxmlformats.org/officeDocument/2006/relationships/chart" Target="../charts/chart217.xml"/><Relationship Id="rId10" Type="http://schemas.openxmlformats.org/officeDocument/2006/relationships/chart" Target="../charts/chart218.xml"/><Relationship Id="rId11" Type="http://schemas.openxmlformats.org/officeDocument/2006/relationships/chart" Target="../charts/chart219.xml"/><Relationship Id="rId1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0.xml"/><Relationship Id="rId3" Type="http://schemas.openxmlformats.org/officeDocument/2006/relationships/chart" Target="../charts/chart221.xml"/><Relationship Id="rId4" Type="http://schemas.openxmlformats.org/officeDocument/2006/relationships/chart" Target="../charts/chart222.xml"/><Relationship Id="rId5" Type="http://schemas.openxmlformats.org/officeDocument/2006/relationships/chart" Target="../charts/chart223.xml"/><Relationship Id="rId6" Type="http://schemas.openxmlformats.org/officeDocument/2006/relationships/chart" Target="../charts/chart224.xml"/><Relationship Id="rId7" Type="http://schemas.openxmlformats.org/officeDocument/2006/relationships/chart" Target="../charts/chart225.xml"/><Relationship Id="rId8" Type="http://schemas.openxmlformats.org/officeDocument/2006/relationships/chart" Target="../charts/chart226.xml"/><Relationship Id="rId9" Type="http://schemas.openxmlformats.org/officeDocument/2006/relationships/chart" Target="../charts/chart227.xml"/><Relationship Id="rId10" Type="http://schemas.openxmlformats.org/officeDocument/2006/relationships/chart" Target="../charts/chart228.xml"/><Relationship Id="rId11" Type="http://schemas.openxmlformats.org/officeDocument/2006/relationships/chart" Target="../charts/chart229.xml"/><Relationship Id="rId1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0.xml"/><Relationship Id="rId3" Type="http://schemas.openxmlformats.org/officeDocument/2006/relationships/chart" Target="../charts/chart231.xml"/><Relationship Id="rId4" Type="http://schemas.openxmlformats.org/officeDocument/2006/relationships/chart" Target="../charts/chart232.xml"/><Relationship Id="rId5" Type="http://schemas.openxmlformats.org/officeDocument/2006/relationships/chart" Target="../charts/chart233.xml"/><Relationship Id="rId6" Type="http://schemas.openxmlformats.org/officeDocument/2006/relationships/chart" Target="../charts/chart234.xml"/><Relationship Id="rId7" Type="http://schemas.openxmlformats.org/officeDocument/2006/relationships/chart" Target="../charts/chart235.xml"/><Relationship Id="rId8" Type="http://schemas.openxmlformats.org/officeDocument/2006/relationships/chart" Target="../charts/chart236.xml"/><Relationship Id="rId9" Type="http://schemas.openxmlformats.org/officeDocument/2006/relationships/chart" Target="../charts/chart237.xml"/><Relationship Id="rId10" Type="http://schemas.openxmlformats.org/officeDocument/2006/relationships/chart" Target="../charts/chart238.xml"/><Relationship Id="rId11" Type="http://schemas.openxmlformats.org/officeDocument/2006/relationships/chart" Target="../charts/chart239.xml"/><Relationship Id="rId1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0.xml"/><Relationship Id="rId3" Type="http://schemas.openxmlformats.org/officeDocument/2006/relationships/chart" Target="../charts/chart241.xml"/><Relationship Id="rId4" Type="http://schemas.openxmlformats.org/officeDocument/2006/relationships/chart" Target="../charts/chart242.xml"/><Relationship Id="rId5" Type="http://schemas.openxmlformats.org/officeDocument/2006/relationships/chart" Target="../charts/chart243.xml"/><Relationship Id="rId6" Type="http://schemas.openxmlformats.org/officeDocument/2006/relationships/chart" Target="../charts/chart244.xml"/><Relationship Id="rId7" Type="http://schemas.openxmlformats.org/officeDocument/2006/relationships/chart" Target="../charts/chart245.xml"/><Relationship Id="rId8" Type="http://schemas.openxmlformats.org/officeDocument/2006/relationships/chart" Target="../charts/chart246.xml"/><Relationship Id="rId9" Type="http://schemas.openxmlformats.org/officeDocument/2006/relationships/chart" Target="../charts/chart247.xml"/><Relationship Id="rId10" Type="http://schemas.openxmlformats.org/officeDocument/2006/relationships/chart" Target="../charts/chart248.xml"/><Relationship Id="rId11" Type="http://schemas.openxmlformats.org/officeDocument/2006/relationships/chart" Target="../charts/chart249.xml"/><Relationship Id="rId1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0.xml"/><Relationship Id="rId3" Type="http://schemas.openxmlformats.org/officeDocument/2006/relationships/chart" Target="../charts/chart251.xml"/><Relationship Id="rId4" Type="http://schemas.openxmlformats.org/officeDocument/2006/relationships/chart" Target="../charts/chart252.xml"/><Relationship Id="rId5" Type="http://schemas.openxmlformats.org/officeDocument/2006/relationships/chart" Target="../charts/chart253.xml"/><Relationship Id="rId6" Type="http://schemas.openxmlformats.org/officeDocument/2006/relationships/chart" Target="../charts/chart254.xml"/><Relationship Id="rId7" Type="http://schemas.openxmlformats.org/officeDocument/2006/relationships/chart" Target="../charts/chart255.xml"/><Relationship Id="rId8" Type="http://schemas.openxmlformats.org/officeDocument/2006/relationships/chart" Target="../charts/chart256.xml"/><Relationship Id="rId9" Type="http://schemas.openxmlformats.org/officeDocument/2006/relationships/chart" Target="../charts/chart257.xml"/><Relationship Id="rId10" Type="http://schemas.openxmlformats.org/officeDocument/2006/relationships/chart" Target="../charts/chart258.xml"/><Relationship Id="rId11" Type="http://schemas.openxmlformats.org/officeDocument/2006/relationships/chart" Target="../charts/chart259.xml"/><Relationship Id="rId1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60.xml"/><Relationship Id="rId3" Type="http://schemas.openxmlformats.org/officeDocument/2006/relationships/chart" Target="../charts/chart261.xml"/><Relationship Id="rId4" Type="http://schemas.openxmlformats.org/officeDocument/2006/relationships/chart" Target="../charts/chart262.xml"/><Relationship Id="rId5" Type="http://schemas.openxmlformats.org/officeDocument/2006/relationships/chart" Target="../charts/chart263.xml"/><Relationship Id="rId6" Type="http://schemas.openxmlformats.org/officeDocument/2006/relationships/chart" Target="../charts/chart264.xml"/><Relationship Id="rId7" Type="http://schemas.openxmlformats.org/officeDocument/2006/relationships/chart" Target="../charts/chart265.xml"/><Relationship Id="rId8" Type="http://schemas.openxmlformats.org/officeDocument/2006/relationships/chart" Target="../charts/chart266.xml"/><Relationship Id="rId9" Type="http://schemas.openxmlformats.org/officeDocument/2006/relationships/chart" Target="../charts/chart267.xml"/><Relationship Id="rId10" Type="http://schemas.openxmlformats.org/officeDocument/2006/relationships/chart" Target="../charts/chart268.xml"/><Relationship Id="rId11" Type="http://schemas.openxmlformats.org/officeDocument/2006/relationships/chart" Target="../charts/chart269.xml"/><Relationship Id="rId1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The CP Engine</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Pay type and internal,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Internal rate &amp; margin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Trends &amp; records   ·   Door rate   ·   CP vs internal   ·   Photo %   ·   Best techs</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4749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3785616" y="2391651"/>
            <a:ext cx="4085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+$931,844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3348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+$763,736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31454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+$717,392</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29119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+$664,150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785616" y="3351233"/>
            <a:ext cx="2568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+$585,903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2387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+$544,518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785616" y="3831024"/>
            <a:ext cx="20712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+$472,394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1949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+$444,598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785616" y="4310815"/>
            <a:ext cx="18518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+$422,352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17734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+$404,490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785616" y="4790606"/>
            <a:ext cx="16350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+$372,910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6136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+$368,043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9466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+$215,909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3" name="Shape 71"/>
          <p:cNvSpPr/>
          <p:nvPr/>
        </p:nvSpPr>
        <p:spPr>
          <a:xfrm>
            <a:off x="3785616" y="5510293"/>
            <a:ext cx="7818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+$178,326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686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+$156,681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9336024" y="1911860"/>
            <a:ext cx="5926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+$135,167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5" name="Shape 83"/>
          <p:cNvSpPr/>
          <p:nvPr/>
        </p:nvSpPr>
        <p:spPr>
          <a:xfrm>
            <a:off x="9336024" y="2151755"/>
            <a:ext cx="5480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+$124,997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5245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+$119,647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417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+$95,125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7" name="Shape 95"/>
          <p:cNvSpPr/>
          <p:nvPr/>
        </p:nvSpPr>
        <p:spPr>
          <a:xfrm>
            <a:off x="9336024" y="2871442"/>
            <a:ext cx="38665"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+$88,186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336024" y="3111337"/>
            <a:ext cx="2753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+$62,795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5" name="Shape 103"/>
          <p:cNvSpPr/>
          <p:nvPr/>
        </p:nvSpPr>
        <p:spPr>
          <a:xfrm>
            <a:off x="9336024" y="3351233"/>
            <a:ext cx="17080"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+$38,956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+$22,653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64624" y="3831024"/>
            <a:ext cx="7140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−$162,846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246736" y="4070920"/>
            <a:ext cx="8928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−$203,644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1" name="Shape 119"/>
          <p:cNvSpPr/>
          <p:nvPr/>
        </p:nvSpPr>
        <p:spPr>
          <a:xfrm>
            <a:off x="9144427" y="4310815"/>
            <a:ext cx="1915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−$436,988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17423" y="4550711"/>
            <a:ext cx="21860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−$498,577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109439" y="4790606"/>
            <a:ext cx="2265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−$516,788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9108098" y="5030502"/>
            <a:ext cx="22792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−$519,845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02279" y="5270397"/>
            <a:ext cx="33374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−$761,192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67774" y="5510293"/>
            <a:ext cx="3682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−$839,891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led by Toyota Henderson at +$1,772,700; 8 declined, Honda North most at −$839,891.</a:t>
            </a:r>
            <a:endParaRPr lang="en-US" sz="15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73466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3143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+$639,324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32096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+$619,111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9" name="Shape 27"/>
          <p:cNvSpPr/>
          <p:nvPr/>
        </p:nvSpPr>
        <p:spPr>
          <a:xfrm>
            <a:off x="3785616" y="2871442"/>
            <a:ext cx="31671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+$610,920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785616" y="3111337"/>
            <a:ext cx="31196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+$601,761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785616" y="3351233"/>
            <a:ext cx="24616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+$474,842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0199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+$389,643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3785616" y="3831024"/>
            <a:ext cx="19929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+$384,429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9" name="Shape 47"/>
          <p:cNvSpPr/>
          <p:nvPr/>
        </p:nvSpPr>
        <p:spPr>
          <a:xfrm>
            <a:off x="3785616" y="4070920"/>
            <a:ext cx="17879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+$344,890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785616" y="4310815"/>
            <a:ext cx="1632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+$314,963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785616" y="4550711"/>
            <a:ext cx="1514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+$292,173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785616" y="4790606"/>
            <a:ext cx="12125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+$233,897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3785616" y="5030502"/>
            <a:ext cx="11234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+$216,701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3785616" y="5270397"/>
            <a:ext cx="10454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+$201,665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014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+$195,719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785616" y="5750188"/>
            <a:ext cx="8766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+$169,102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6024" y="1911860"/>
            <a:ext cx="8377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+$161,597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9336024" y="2151755"/>
            <a:ext cx="5849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+$112,838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9336024" y="2391651"/>
            <a:ext cx="35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+$68,148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9336024" y="2631546"/>
            <a:ext cx="1616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+$31,186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+$20,233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+$20,119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5" name="Shape 103"/>
          <p:cNvSpPr/>
          <p:nvPr/>
        </p:nvSpPr>
        <p:spPr>
          <a:xfrm>
            <a:off x="9323622"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−$23,923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321659" y="3591128"/>
            <a:ext cx="14365"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306093" y="3831024"/>
            <a:ext cx="2993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−$57,734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266019" y="4070920"/>
            <a:ext cx="7000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−$135,036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236525" y="4310815"/>
            <a:ext cx="994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−$191,926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226476" y="4550711"/>
            <a:ext cx="10954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−$211,311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9131329" y="4790606"/>
            <a:ext cx="20469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−$394,842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08996" y="5030502"/>
            <a:ext cx="22702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−$437,922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9052339" y="5270397"/>
            <a:ext cx="2836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−$547,210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8975920" y="5510293"/>
            <a:ext cx="36010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−$694,616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6F6EE"/>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led by Toyota Henderson at +$1,499,243; 10 declined, Honda North most at −$694,616.</a:t>
            </a:r>
            <a:endParaRPr lang="en-US" sz="15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+$688,074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785616" y="2151755"/>
            <a:ext cx="3625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+$320,924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3785616" y="2391651"/>
            <a:ext cx="32503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+$287,749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3088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+$273,457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785616" y="2871442"/>
            <a:ext cx="3058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+$270,730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27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+$242,550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23800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+$210,702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17870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+$158,208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785616" y="3831024"/>
            <a:ext cx="170954"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+$151,342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14053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+$124,412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9992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+$88,461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785616" y="4550711"/>
            <a:ext cx="6732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+$59,600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1" name="Shape 59"/>
          <p:cNvSpPr/>
          <p:nvPr/>
        </p:nvSpPr>
        <p:spPr>
          <a:xfrm>
            <a:off x="3785616" y="4790606"/>
            <a:ext cx="5688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+$50,363</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5287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+$46,807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785616" y="5270397"/>
            <a:ext cx="3694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+$32,709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3047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+$26,978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2114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+$18,723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330471" y="1911860"/>
            <a:ext cx="12802"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−$4,916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9323012" y="2151755"/>
            <a:ext cx="13012"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−$11,519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04610" y="2391651"/>
            <a:ext cx="3141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−$27,810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298513" y="2631546"/>
            <a:ext cx="3751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−$33,207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88416" y="2871442"/>
            <a:ext cx="4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−$42,146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9279496" y="3111337"/>
            <a:ext cx="5652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−$50,043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71363" y="3351233"/>
            <a:ext cx="646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−$57,243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9267626" y="3591128"/>
            <a:ext cx="68398"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−$60,551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246939" y="3831024"/>
            <a:ext cx="8908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−$78,865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7" name="Shape 115"/>
          <p:cNvSpPr/>
          <p:nvPr/>
        </p:nvSpPr>
        <p:spPr>
          <a:xfrm>
            <a:off x="9171924" y="4070920"/>
            <a:ext cx="1641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−$145,275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9171206" y="4310815"/>
            <a:ext cx="16481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−$145,910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47184" y="4550711"/>
            <a:ext cx="18884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−$167,176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094312" y="4790606"/>
            <a:ext cx="2417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−$213,982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9079859" y="5030502"/>
            <a:ext cx="2561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−$226,777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011532" y="5270397"/>
            <a:ext cx="32449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−$287,265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965611" y="5510293"/>
            <a:ext cx="370413"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−$327,919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6F6EE"/>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 led by Cadillac at +$688,074; 16 declined, Audi Reno most at −$327,919.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ROs &gt; Hours per RO &gt; ELR &gt; Mix &gt;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15.2%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labor whose op code description can't be classified, down from 19.0%.</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4.2% to 63.5%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range across stores. Vague descriptions hide what the shop sells.</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21.1% → 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12.6% → 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 → 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18.3% → 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 → 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10.8% → 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0.7% → 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5.3% → 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9.7% → 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5.2% → 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0.5% → 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 → 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8.3% → 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8.1% → 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 → 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 → 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6.7% → 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0.0% → 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12A566"/>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12A566"/>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12A566"/>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12A566"/>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12A566"/>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12A566"/>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12A566"/>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12A566"/>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12A566"/>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12A566"/>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12A566"/>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12A566"/>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12A566"/>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12A566"/>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12A566"/>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12A566"/>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12A566"/>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12A566"/>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12A566"/>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6F6EE"/>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Primary causes in the six audits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Manager signature on add-ons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Any added repair approved and signed by a manager before it is claimed</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Signatures on in-stock units</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Customer and manager signatures on repairs to units in stock</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$2,098,497 (11.0%).</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1376"/>
          </a:xfrm>
          <a:prstGeom prst="rect">
            <a:avLst/>
          </a:prstGeom>
          <a:solidFill>
            <a:srgbClr val="E6F6EE"/>
          </a:solidFill>
          <a:ln/>
        </p:spPr>
      </p:sp>
      <p:sp>
        <p:nvSpPr>
          <p:cNvPr id="19" name="Text 1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$20.46M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$19.88M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−$577,606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$19.10M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$18.87M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−$232,279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+$924,230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$20.85M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$21.80M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+$943,298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$20.28M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$20.12M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−$154,977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−0.8%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$21.52M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+$1,183,612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$20.75M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$22.71M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+$1,960,141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$20.32M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+$1,323,650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$19.03M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$21.13M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+$2,098,497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every month.</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September, up $1,457,847 (11.7%).</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No month behind 2025.</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+$62,504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$12.64M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$12.79M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+$156,479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$13.59M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$14.35M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+$754,425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$14.01M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$14.65M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+$642,759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$13.61M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+$98,858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+0.7%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+$924,002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$13.78M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$15.06M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+$1,275,282</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$13.51M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$14.43M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+$925,229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$12.50M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$13.96M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+$1,457,847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January–September ($M)</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Ahead of 2025 in 6 of 9 months.</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Best month: July, up $684,859 (9.8%).</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Behind in Jan, Feb and May.</a:t>
            </a:r>
            <a:endParaRPr lang="en-US" sz="1500" dirty="0"/>
          </a:p>
        </p:txBody>
      </p:sp>
      <p:sp>
        <p:nvSpPr>
          <p:cNvPr id="18" name="Shape 15"/>
          <p:cNvSpPr/>
          <p:nvPr/>
        </p:nvSpPr>
        <p:spPr>
          <a:xfrm>
            <a:off x="457200" y="6126480"/>
            <a:ext cx="11274552" cy="348996"/>
          </a:xfrm>
          <a:prstGeom prst="rect">
            <a:avLst/>
          </a:prstGeom>
          <a:solidFill>
            <a:srgbClr val="E6F6EE"/>
          </a:solidFill>
          <a:ln/>
        </p:spPr>
      </p:sp>
      <p:sp>
        <p:nvSpPr>
          <p:cNvPr id="19" name="Text 1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−$640,110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−9.1%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$6.08M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−$388,758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$6.77M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+$169,805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+$300,539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−$253,835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+$259,611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$6.97M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$7.66M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+$684,859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$7.21M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+$398,421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$6.54M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+$640,651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$120.57M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$126.87M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+$6,297,386</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+5.2%</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71856"/>
          </a:xfrm>
          <a:prstGeom prst="rect">
            <a:avLst/>
          </a:prstGeom>
          <a:solidFill>
            <a:srgbClr val="E6F6EE"/>
          </a:solidFill>
          <a:ln/>
        </p:spPr>
      </p:sp>
      <p:sp>
        <p:nvSpPr>
          <p:cNvPr id="20" name="Text 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Service gross up $6,297,386 (5.2%) year to date; ahead of 2025 in every month.</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$60.76M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$61.93M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+$1,171,181</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+1.9%</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8996"/>
          </a:xfrm>
          <a:prstGeom prst="rect">
            <a:avLst/>
          </a:prstGeom>
          <a:solidFill>
            <a:srgbClr val="E6F6EE"/>
          </a:solidFill>
          <a:ln/>
        </p:spPr>
      </p:sp>
      <p:sp>
        <p:nvSpPr>
          <p:cNvPr id="20" name="Text 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Parts gross up $1,171,181 (1.9%) year to date; ahead of 2025 in 6 of 9 months, and in every month since June.</a:t>
            </a:r>
            <a:endParaRPr lang="en-US" sz="145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 + Q4</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 2025 shown through December</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A RECORD YEAR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fixed gross, January–September, by year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810512"/>
          <a:ext cx="7269480" cy="4050792"/>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Best month ever: July 2026, $22.73M.</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6 of the group's 7 best months came in 2026.</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25 of 33 stores had their best January–September ever.</a:t>
            </a:r>
            <a:endParaRPr lang="en-US" sz="1500" dirty="0"/>
          </a:p>
        </p:txBody>
      </p:sp>
      <p:sp>
        <p:nvSpPr>
          <p:cNvPr id="18" name="Shape 15"/>
          <p:cNvSpPr/>
          <p:nvPr/>
        </p:nvSpPr>
        <p:spPr>
          <a:xfrm>
            <a:off x="457200" y="6126480"/>
            <a:ext cx="11274552" cy="371856"/>
          </a:xfrm>
          <a:prstGeom prst="rect">
            <a:avLst/>
          </a:prstGeom>
          <a:solidFill>
            <a:srgbClr val="E6F6EE"/>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January–September fixed gross has grown every year since 2021, to $188.95M in 2026.</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+$1.77M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+$1.70M</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+$0.76M</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+$0.72M</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29768" cy="111880"/>
          </a:xfrm>
          <a:prstGeom prst="rect">
            <a:avLst/>
          </a:prstGeom>
          <a:solidFill>
            <a:srgbClr val="12A566"/>
          </a:solidFill>
          <a:ln/>
        </p:spPr>
      </p:sp>
      <p:sp>
        <p:nvSpPr>
          <p:cNvPr id="14" name="Text 12"/>
          <p:cNvSpPr txBox="1"/>
          <p:nvPr/>
        </p:nvSpPr>
        <p:spPr>
          <a:xfrm>
            <a:off x="3493008"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4956048"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$165.11</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39882" cy="111880"/>
          </a:xfrm>
          <a:prstGeom prst="rect">
            <a:avLst/>
          </a:prstGeom>
          <a:solidFill>
            <a:srgbClr val="12A566"/>
          </a:solidFill>
          <a:ln/>
        </p:spPr>
      </p:sp>
      <p:sp>
        <p:nvSpPr>
          <p:cNvPr id="20" name="Text 18"/>
          <p:cNvSpPr txBox="1"/>
          <p:nvPr/>
        </p:nvSpPr>
        <p:spPr>
          <a:xfrm>
            <a:off x="3493008"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4956048"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$174.96</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38082" cy="111880"/>
          </a:xfrm>
          <a:prstGeom prst="rect">
            <a:avLst/>
          </a:prstGeom>
          <a:solidFill>
            <a:srgbClr val="12A566"/>
          </a:solidFill>
          <a:ln/>
        </p:spPr>
      </p:sp>
      <p:sp>
        <p:nvSpPr>
          <p:cNvPr id="26" name="Text 24"/>
          <p:cNvSpPr txBox="1"/>
          <p:nvPr/>
        </p:nvSpPr>
        <p:spPr>
          <a:xfrm>
            <a:off x="3493008"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4956048"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$125.91</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36855" cy="111880"/>
          </a:xfrm>
          <a:prstGeom prst="rect">
            <a:avLst/>
          </a:prstGeom>
          <a:solidFill>
            <a:srgbClr val="12A566"/>
          </a:solidFill>
          <a:ln/>
        </p:spPr>
      </p:sp>
      <p:sp>
        <p:nvSpPr>
          <p:cNvPr id="32" name="Text 30"/>
          <p:cNvSpPr txBox="1"/>
          <p:nvPr/>
        </p:nvSpPr>
        <p:spPr>
          <a:xfrm>
            <a:off x="3493008"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4956048"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28341" cy="111880"/>
          </a:xfrm>
          <a:prstGeom prst="rect">
            <a:avLst/>
          </a:prstGeom>
          <a:solidFill>
            <a:srgbClr val="12A566"/>
          </a:solidFill>
          <a:ln/>
        </p:spPr>
      </p:sp>
      <p:sp>
        <p:nvSpPr>
          <p:cNvPr id="38" name="Text 36"/>
          <p:cNvSpPr txBox="1"/>
          <p:nvPr/>
        </p:nvSpPr>
        <p:spPr>
          <a:xfrm>
            <a:off x="3493008"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4956048"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16548" cy="111880"/>
          </a:xfrm>
          <a:prstGeom prst="rect">
            <a:avLst/>
          </a:prstGeom>
          <a:solidFill>
            <a:srgbClr val="12A566"/>
          </a:solidFill>
          <a:ln/>
        </p:spPr>
      </p:sp>
      <p:sp>
        <p:nvSpPr>
          <p:cNvPr id="44" name="Text 42"/>
          <p:cNvSpPr txBox="1"/>
          <p:nvPr/>
        </p:nvSpPr>
        <p:spPr>
          <a:xfrm>
            <a:off x="3493008"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4956048"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$192.50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13488" cy="111880"/>
          </a:xfrm>
          <a:prstGeom prst="rect">
            <a:avLst/>
          </a:prstGeom>
          <a:solidFill>
            <a:srgbClr val="12A566"/>
          </a:solidFill>
          <a:ln/>
        </p:spPr>
      </p:sp>
      <p:sp>
        <p:nvSpPr>
          <p:cNvPr id="50" name="Text 48"/>
          <p:cNvSpPr txBox="1"/>
          <p:nvPr/>
        </p:nvSpPr>
        <p:spPr>
          <a:xfrm>
            <a:off x="3493008"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4956048"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288598" cy="111880"/>
          </a:xfrm>
          <a:prstGeom prst="rect">
            <a:avLst/>
          </a:prstGeom>
          <a:solidFill>
            <a:srgbClr val="12A566"/>
          </a:solidFill>
          <a:ln/>
        </p:spPr>
      </p:sp>
      <p:sp>
        <p:nvSpPr>
          <p:cNvPr id="56" name="Text 54"/>
          <p:cNvSpPr txBox="1"/>
          <p:nvPr/>
        </p:nvSpPr>
        <p:spPr>
          <a:xfrm>
            <a:off x="3493008"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4956048"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$125.30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280906" cy="111880"/>
          </a:xfrm>
          <a:prstGeom prst="rect">
            <a:avLst/>
          </a:prstGeom>
          <a:solidFill>
            <a:srgbClr val="12A566"/>
          </a:solidFill>
          <a:ln/>
        </p:spPr>
      </p:sp>
      <p:sp>
        <p:nvSpPr>
          <p:cNvPr id="62" name="Text 60"/>
          <p:cNvSpPr txBox="1"/>
          <p:nvPr/>
        </p:nvSpPr>
        <p:spPr>
          <a:xfrm>
            <a:off x="3493008"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4956048"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$160.96</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277389" cy="111880"/>
          </a:xfrm>
          <a:prstGeom prst="rect">
            <a:avLst/>
          </a:prstGeom>
          <a:solidFill>
            <a:srgbClr val="12A566"/>
          </a:solidFill>
          <a:ln/>
        </p:spPr>
      </p:sp>
      <p:sp>
        <p:nvSpPr>
          <p:cNvPr id="68" name="Text 66"/>
          <p:cNvSpPr txBox="1"/>
          <p:nvPr/>
        </p:nvSpPr>
        <p:spPr>
          <a:xfrm>
            <a:off x="3493008"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4956048"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$139.96</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269953" cy="111880"/>
          </a:xfrm>
          <a:prstGeom prst="rect">
            <a:avLst/>
          </a:prstGeom>
          <a:solidFill>
            <a:srgbClr val="12A566"/>
          </a:solidFill>
          <a:ln/>
        </p:spPr>
      </p:sp>
      <p:sp>
        <p:nvSpPr>
          <p:cNvPr id="74" name="Text 72"/>
          <p:cNvSpPr txBox="1"/>
          <p:nvPr/>
        </p:nvSpPr>
        <p:spPr>
          <a:xfrm>
            <a:off x="3493008"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4956048"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$136.50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267485" cy="111880"/>
          </a:xfrm>
          <a:prstGeom prst="rect">
            <a:avLst/>
          </a:prstGeom>
          <a:solidFill>
            <a:srgbClr val="12A566"/>
          </a:solidFill>
          <a:ln/>
        </p:spPr>
      </p:sp>
      <p:sp>
        <p:nvSpPr>
          <p:cNvPr id="80" name="Text 78"/>
          <p:cNvSpPr txBox="1"/>
          <p:nvPr/>
        </p:nvSpPr>
        <p:spPr>
          <a:xfrm>
            <a:off x="3493008"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4956048"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$206.41</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63570" cy="111880"/>
          </a:xfrm>
          <a:prstGeom prst="rect">
            <a:avLst/>
          </a:prstGeom>
          <a:solidFill>
            <a:srgbClr val="12A566"/>
          </a:solidFill>
          <a:ln/>
        </p:spPr>
      </p:sp>
      <p:sp>
        <p:nvSpPr>
          <p:cNvPr id="86" name="Text 84"/>
          <p:cNvSpPr txBox="1"/>
          <p:nvPr/>
        </p:nvSpPr>
        <p:spPr>
          <a:xfrm>
            <a:off x="3493008"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4956048"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63535" cy="111880"/>
          </a:xfrm>
          <a:prstGeom prst="rect">
            <a:avLst/>
          </a:prstGeom>
          <a:solidFill>
            <a:srgbClr val="12A566"/>
          </a:solidFill>
          <a:ln/>
        </p:spPr>
      </p:sp>
      <p:sp>
        <p:nvSpPr>
          <p:cNvPr id="92" name="Text 90"/>
          <p:cNvSpPr txBox="1"/>
          <p:nvPr/>
        </p:nvSpPr>
        <p:spPr>
          <a:xfrm>
            <a:off x="3493008"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4956048"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$146.91</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60639" cy="111880"/>
          </a:xfrm>
          <a:prstGeom prst="rect">
            <a:avLst/>
          </a:prstGeom>
          <a:solidFill>
            <a:srgbClr val="12A566"/>
          </a:solidFill>
          <a:ln/>
        </p:spPr>
      </p:sp>
      <p:sp>
        <p:nvSpPr>
          <p:cNvPr id="98" name="Text 96"/>
          <p:cNvSpPr txBox="1"/>
          <p:nvPr/>
        </p:nvSpPr>
        <p:spPr>
          <a:xfrm>
            <a:off x="3493008"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4956048"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$143.41</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48755" cy="111880"/>
          </a:xfrm>
          <a:prstGeom prst="rect">
            <a:avLst/>
          </a:prstGeom>
          <a:solidFill>
            <a:srgbClr val="12A566"/>
          </a:solidFill>
          <a:ln/>
        </p:spPr>
      </p:sp>
      <p:sp>
        <p:nvSpPr>
          <p:cNvPr id="104" name="Text 102"/>
          <p:cNvSpPr txBox="1"/>
          <p:nvPr/>
        </p:nvSpPr>
        <p:spPr>
          <a:xfrm>
            <a:off x="3493008"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4956048"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$129.41</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46725" cy="111880"/>
          </a:xfrm>
          <a:prstGeom prst="rect">
            <a:avLst/>
          </a:prstGeom>
          <a:solidFill>
            <a:srgbClr val="12A566"/>
          </a:solidFill>
          <a:ln/>
        </p:spPr>
      </p:sp>
      <p:sp>
        <p:nvSpPr>
          <p:cNvPr id="110" name="Text 108"/>
          <p:cNvSpPr txBox="1"/>
          <p:nvPr/>
        </p:nvSpPr>
        <p:spPr>
          <a:xfrm>
            <a:off x="3493008"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4956048" y="570155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$244.21</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39899" cy="111880"/>
          </a:xfrm>
          <a:prstGeom prst="rect">
            <a:avLst/>
          </a:prstGeom>
          <a:solidFill>
            <a:srgbClr val="12A566"/>
          </a:solidFill>
          <a:ln/>
        </p:spPr>
      </p:sp>
      <p:sp>
        <p:nvSpPr>
          <p:cNvPr id="116" name="Text 114"/>
          <p:cNvSpPr txBox="1"/>
          <p:nvPr/>
        </p:nvSpPr>
        <p:spPr>
          <a:xfrm>
            <a:off x="9043416"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06456" y="212140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38755" cy="111880"/>
          </a:xfrm>
          <a:prstGeom prst="rect">
            <a:avLst/>
          </a:prstGeom>
          <a:solidFill>
            <a:srgbClr val="12A566"/>
          </a:solidFill>
          <a:ln/>
        </p:spPr>
      </p:sp>
      <p:sp>
        <p:nvSpPr>
          <p:cNvPr id="122" name="Text 120"/>
          <p:cNvSpPr txBox="1"/>
          <p:nvPr/>
        </p:nvSpPr>
        <p:spPr>
          <a:xfrm>
            <a:off x="9043416"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06456" y="234516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$150.76</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37564" cy="111880"/>
          </a:xfrm>
          <a:prstGeom prst="rect">
            <a:avLst/>
          </a:prstGeom>
          <a:solidFill>
            <a:srgbClr val="12A566"/>
          </a:solidFill>
          <a:ln/>
        </p:spPr>
      </p:sp>
      <p:sp>
        <p:nvSpPr>
          <p:cNvPr id="128" name="Text 126"/>
          <p:cNvSpPr txBox="1"/>
          <p:nvPr/>
        </p:nvSpPr>
        <p:spPr>
          <a:xfrm>
            <a:off x="9043416"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06456" y="256892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$167.91</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36934" cy="111880"/>
          </a:xfrm>
          <a:prstGeom prst="rect">
            <a:avLst/>
          </a:prstGeom>
          <a:solidFill>
            <a:srgbClr val="12A566"/>
          </a:solidFill>
          <a:ln/>
        </p:spPr>
      </p:sp>
      <p:sp>
        <p:nvSpPr>
          <p:cNvPr id="134" name="Text 132"/>
          <p:cNvSpPr txBox="1"/>
          <p:nvPr/>
        </p:nvSpPr>
        <p:spPr>
          <a:xfrm>
            <a:off x="9043416"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06456" y="279268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29411" cy="111880"/>
          </a:xfrm>
          <a:prstGeom prst="rect">
            <a:avLst/>
          </a:prstGeom>
          <a:solidFill>
            <a:srgbClr val="12A566"/>
          </a:solidFill>
          <a:ln/>
        </p:spPr>
      </p:sp>
      <p:sp>
        <p:nvSpPr>
          <p:cNvPr id="140" name="Text 138"/>
          <p:cNvSpPr txBox="1"/>
          <p:nvPr/>
        </p:nvSpPr>
        <p:spPr>
          <a:xfrm>
            <a:off x="9043416"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06456" y="301644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24413" cy="111880"/>
          </a:xfrm>
          <a:prstGeom prst="rect">
            <a:avLst/>
          </a:prstGeom>
          <a:solidFill>
            <a:srgbClr val="12A566"/>
          </a:solidFill>
          <a:ln/>
        </p:spPr>
      </p:sp>
      <p:sp>
        <p:nvSpPr>
          <p:cNvPr id="146" name="Text 144"/>
          <p:cNvSpPr txBox="1"/>
          <p:nvPr/>
        </p:nvSpPr>
        <p:spPr>
          <a:xfrm>
            <a:off x="9043416"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06456" y="3240203"/>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$147.88</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19478" cy="111880"/>
          </a:xfrm>
          <a:prstGeom prst="rect">
            <a:avLst/>
          </a:prstGeom>
          <a:solidFill>
            <a:srgbClr val="12A566"/>
          </a:solidFill>
          <a:ln/>
        </p:spPr>
      </p:sp>
      <p:sp>
        <p:nvSpPr>
          <p:cNvPr id="152" name="Text 150"/>
          <p:cNvSpPr txBox="1"/>
          <p:nvPr/>
        </p:nvSpPr>
        <p:spPr>
          <a:xfrm>
            <a:off x="9043416"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06456" y="3463962"/>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07479" cy="111880"/>
          </a:xfrm>
          <a:prstGeom prst="rect">
            <a:avLst/>
          </a:prstGeom>
          <a:solidFill>
            <a:srgbClr val="12A566"/>
          </a:solidFill>
          <a:ln/>
        </p:spPr>
      </p:sp>
      <p:sp>
        <p:nvSpPr>
          <p:cNvPr id="158" name="Text 156"/>
          <p:cNvSpPr txBox="1"/>
          <p:nvPr/>
        </p:nvSpPr>
        <p:spPr>
          <a:xfrm>
            <a:off x="9043416"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06456" y="3687721"/>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$148.31</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193238" cy="111880"/>
          </a:xfrm>
          <a:prstGeom prst="rect">
            <a:avLst/>
          </a:prstGeom>
          <a:solidFill>
            <a:srgbClr val="C2352F"/>
          </a:solidFill>
          <a:ln/>
        </p:spPr>
      </p:sp>
      <p:sp>
        <p:nvSpPr>
          <p:cNvPr id="164" name="Text 162"/>
          <p:cNvSpPr txBox="1"/>
          <p:nvPr/>
        </p:nvSpPr>
        <p:spPr>
          <a:xfrm>
            <a:off x="9043416"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06456" y="391148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$153.91</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191473" cy="111880"/>
          </a:xfrm>
          <a:prstGeom prst="rect">
            <a:avLst/>
          </a:prstGeom>
          <a:solidFill>
            <a:srgbClr val="C2352F"/>
          </a:solidFill>
          <a:ln/>
        </p:spPr>
      </p:sp>
      <p:sp>
        <p:nvSpPr>
          <p:cNvPr id="170" name="Text 168"/>
          <p:cNvSpPr txBox="1"/>
          <p:nvPr/>
        </p:nvSpPr>
        <p:spPr>
          <a:xfrm>
            <a:off x="9043416"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06456" y="4135240"/>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$171.41</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186299" cy="111880"/>
          </a:xfrm>
          <a:prstGeom prst="rect">
            <a:avLst/>
          </a:prstGeom>
          <a:solidFill>
            <a:srgbClr val="C2352F"/>
          </a:solidFill>
          <a:ln/>
        </p:spPr>
      </p:sp>
      <p:sp>
        <p:nvSpPr>
          <p:cNvPr id="176" name="Text 174"/>
          <p:cNvSpPr txBox="1"/>
          <p:nvPr/>
        </p:nvSpPr>
        <p:spPr>
          <a:xfrm>
            <a:off x="9043416"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06456" y="4358999"/>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$129.50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181273" cy="111880"/>
          </a:xfrm>
          <a:prstGeom prst="rect">
            <a:avLst/>
          </a:prstGeom>
          <a:solidFill>
            <a:srgbClr val="C2352F"/>
          </a:solidFill>
          <a:ln/>
        </p:spPr>
      </p:sp>
      <p:sp>
        <p:nvSpPr>
          <p:cNvPr id="182" name="Text 180"/>
          <p:cNvSpPr txBox="1"/>
          <p:nvPr/>
        </p:nvSpPr>
        <p:spPr>
          <a:xfrm>
            <a:off x="9043416"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06456" y="4582758"/>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179859" cy="111880"/>
          </a:xfrm>
          <a:prstGeom prst="rect">
            <a:avLst/>
          </a:prstGeom>
          <a:solidFill>
            <a:srgbClr val="C2352F"/>
          </a:solidFill>
          <a:ln/>
        </p:spPr>
      </p:sp>
      <p:sp>
        <p:nvSpPr>
          <p:cNvPr id="188" name="Text 186"/>
          <p:cNvSpPr txBox="1"/>
          <p:nvPr/>
        </p:nvSpPr>
        <p:spPr>
          <a:xfrm>
            <a:off x="9043416"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06456" y="4806517"/>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69444" cy="111880"/>
          </a:xfrm>
          <a:prstGeom prst="rect">
            <a:avLst/>
          </a:prstGeom>
          <a:solidFill>
            <a:srgbClr val="C2352F"/>
          </a:solidFill>
          <a:ln/>
        </p:spPr>
      </p:sp>
      <p:sp>
        <p:nvSpPr>
          <p:cNvPr id="194" name="Text 192"/>
          <p:cNvSpPr txBox="1"/>
          <p:nvPr/>
        </p:nvSpPr>
        <p:spPr>
          <a:xfrm>
            <a:off x="9043416"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06456" y="5030276"/>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$157.41</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67986" cy="111880"/>
          </a:xfrm>
          <a:prstGeom prst="rect">
            <a:avLst/>
          </a:prstGeom>
          <a:solidFill>
            <a:srgbClr val="C2352F"/>
          </a:solidFill>
          <a:ln/>
        </p:spPr>
      </p:sp>
      <p:sp>
        <p:nvSpPr>
          <p:cNvPr id="200" name="Text 198"/>
          <p:cNvSpPr txBox="1"/>
          <p:nvPr/>
        </p:nvSpPr>
        <p:spPr>
          <a:xfrm>
            <a:off x="9043416"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06456" y="5254035"/>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45988" cy="111880"/>
          </a:xfrm>
          <a:prstGeom prst="rect">
            <a:avLst/>
          </a:prstGeom>
          <a:solidFill>
            <a:srgbClr val="C2352F"/>
          </a:solidFill>
          <a:ln/>
        </p:spPr>
      </p:sp>
      <p:sp>
        <p:nvSpPr>
          <p:cNvPr id="206" name="Text 204"/>
          <p:cNvSpPr txBox="1"/>
          <p:nvPr/>
        </p:nvSpPr>
        <p:spPr>
          <a:xfrm>
            <a:off x="9043416"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06456" y="5477794"/>
            <a:ext cx="841248"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$199.50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3803904"/>
          </a:xfrm>
          <a:prstGeom prst="rect">
            <a:avLst/>
          </a:prstGeom>
          <a:solidFill>
            <a:srgbClr val="0B2C4A"/>
          </a:solidFill>
          <a:ln/>
        </p:spPr>
      </p:sp>
      <p:sp>
        <p:nvSpPr>
          <p:cNvPr id="216" name="Shape 214"/>
          <p:cNvSpPr/>
          <p:nvPr/>
        </p:nvSpPr>
        <p:spPr>
          <a:xfrm>
            <a:off x="8754513"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64236"/>
          </a:xfrm>
          <a:prstGeom prst="rect">
            <a:avLst/>
          </a:prstGeom>
          <a:solidFill>
            <a:srgbClr val="EDF4FA"/>
          </a:solidFill>
          <a:ln/>
        </p:spPr>
      </p:sp>
      <p:sp>
        <p:nvSpPr>
          <p:cNvPr id="219" name="Text 217"/>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Jul–Sep: 25 of 33 stores at or above 70% of door rate. Cadillac runs $175.47 against a $199.50 target.</a:t>
            </a:r>
            <a:endParaRPr lang="en-US" sz="155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3402139" y="2201821"/>
            <a:ext cx="148555" cy="27432"/>
          </a:xfrm>
          <a:prstGeom prst="rect">
            <a:avLst/>
          </a:prstGeom>
          <a:solidFill>
            <a:srgbClr val="D9D9D9"/>
          </a:solidFill>
          <a:ln/>
        </p:spPr>
      </p:sp>
      <p:sp>
        <p:nvSpPr>
          <p:cNvPr id="19" name="Shape 17"/>
          <p:cNvSpPr/>
          <p:nvPr/>
        </p:nvSpPr>
        <p:spPr>
          <a:xfrm>
            <a:off x="3333559" y="2146957"/>
            <a:ext cx="137160" cy="137160"/>
          </a:xfrm>
          <a:prstGeom prst="ellipse">
            <a:avLst/>
          </a:prstGeom>
          <a:solidFill>
            <a:srgbClr val="0B2C4A"/>
          </a:solidFill>
          <a:ln/>
        </p:spPr>
      </p:sp>
      <p:sp>
        <p:nvSpPr>
          <p:cNvPr id="20" name="Shape 18"/>
          <p:cNvSpPr/>
          <p:nvPr/>
        </p:nvSpPr>
        <p:spPr>
          <a:xfrm>
            <a:off x="348211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6" name="Shape 24"/>
          <p:cNvSpPr/>
          <p:nvPr/>
        </p:nvSpPr>
        <p:spPr>
          <a:xfrm>
            <a:off x="3108087" y="2426656"/>
            <a:ext cx="148043" cy="27432"/>
          </a:xfrm>
          <a:prstGeom prst="rect">
            <a:avLst/>
          </a:prstGeom>
          <a:solidFill>
            <a:srgbClr val="D9D9D9"/>
          </a:solidFill>
          <a:ln/>
        </p:spPr>
      </p:sp>
      <p:sp>
        <p:nvSpPr>
          <p:cNvPr id="27" name="Shape 25"/>
          <p:cNvSpPr/>
          <p:nvPr/>
        </p:nvSpPr>
        <p:spPr>
          <a:xfrm>
            <a:off x="3039507" y="2371792"/>
            <a:ext cx="137160" cy="137160"/>
          </a:xfrm>
          <a:prstGeom prst="ellipse">
            <a:avLst/>
          </a:prstGeom>
          <a:solidFill>
            <a:srgbClr val="0B2C4A"/>
          </a:solidFill>
          <a:ln/>
        </p:spPr>
      </p:sp>
      <p:sp>
        <p:nvSpPr>
          <p:cNvPr id="28" name="Shape 26"/>
          <p:cNvSpPr/>
          <p:nvPr/>
        </p:nvSpPr>
        <p:spPr>
          <a:xfrm>
            <a:off x="3187550"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469490" y="2651491"/>
            <a:ext cx="119074" cy="27432"/>
          </a:xfrm>
          <a:prstGeom prst="rect">
            <a:avLst/>
          </a:prstGeom>
          <a:solidFill>
            <a:srgbClr val="D9D9D9"/>
          </a:solidFill>
          <a:ln/>
        </p:spPr>
      </p:sp>
      <p:sp>
        <p:nvSpPr>
          <p:cNvPr id="34" name="Shape 32"/>
          <p:cNvSpPr/>
          <p:nvPr/>
        </p:nvSpPr>
        <p:spPr>
          <a:xfrm>
            <a:off x="3400910" y="2596627"/>
            <a:ext cx="137160" cy="137160"/>
          </a:xfrm>
          <a:prstGeom prst="ellipse">
            <a:avLst/>
          </a:prstGeom>
          <a:solidFill>
            <a:srgbClr val="0B2C4A"/>
          </a:solidFill>
          <a:ln/>
        </p:spPr>
      </p:sp>
      <p:sp>
        <p:nvSpPr>
          <p:cNvPr id="35" name="Shape 33"/>
          <p:cNvSpPr/>
          <p:nvPr/>
        </p:nvSpPr>
        <p:spPr>
          <a:xfrm>
            <a:off x="3519983"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1" name="Shape 39"/>
          <p:cNvSpPr/>
          <p:nvPr/>
        </p:nvSpPr>
        <p:spPr>
          <a:xfrm>
            <a:off x="3246206" y="2876326"/>
            <a:ext cx="110169" cy="27432"/>
          </a:xfrm>
          <a:prstGeom prst="rect">
            <a:avLst/>
          </a:prstGeom>
          <a:solidFill>
            <a:srgbClr val="D9D9D9"/>
          </a:solidFill>
          <a:ln/>
        </p:spPr>
      </p:sp>
      <p:sp>
        <p:nvSpPr>
          <p:cNvPr id="42" name="Shape 40"/>
          <p:cNvSpPr/>
          <p:nvPr/>
        </p:nvSpPr>
        <p:spPr>
          <a:xfrm>
            <a:off x="3177626" y="2821462"/>
            <a:ext cx="137160" cy="137160"/>
          </a:xfrm>
          <a:prstGeom prst="ellipse">
            <a:avLst/>
          </a:prstGeom>
          <a:solidFill>
            <a:srgbClr val="0B2C4A"/>
          </a:solidFill>
          <a:ln/>
        </p:spPr>
      </p:sp>
      <p:sp>
        <p:nvSpPr>
          <p:cNvPr id="43" name="Shape 41"/>
          <p:cNvSpPr/>
          <p:nvPr/>
        </p:nvSpPr>
        <p:spPr>
          <a:xfrm>
            <a:off x="3287794"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8" name="Shape 46"/>
          <p:cNvSpPr/>
          <p:nvPr/>
        </p:nvSpPr>
        <p:spPr>
          <a:xfrm>
            <a:off x="3445098" y="3101161"/>
            <a:ext cx="88343" cy="27432"/>
          </a:xfrm>
          <a:prstGeom prst="rect">
            <a:avLst/>
          </a:prstGeom>
          <a:solidFill>
            <a:srgbClr val="D9D9D9"/>
          </a:solidFill>
          <a:ln/>
        </p:spPr>
      </p:sp>
      <p:sp>
        <p:nvSpPr>
          <p:cNvPr id="49" name="Shape 47"/>
          <p:cNvSpPr/>
          <p:nvPr/>
        </p:nvSpPr>
        <p:spPr>
          <a:xfrm>
            <a:off x="3376518" y="3046297"/>
            <a:ext cx="137160" cy="137160"/>
          </a:xfrm>
          <a:prstGeom prst="ellipse">
            <a:avLst/>
          </a:prstGeom>
          <a:solidFill>
            <a:srgbClr val="0B2C4A"/>
          </a:solidFill>
          <a:ln/>
        </p:spPr>
      </p:sp>
      <p:sp>
        <p:nvSpPr>
          <p:cNvPr id="50" name="Shape 48"/>
          <p:cNvSpPr/>
          <p:nvPr/>
        </p:nvSpPr>
        <p:spPr>
          <a:xfrm>
            <a:off x="3464861"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6" name="Shape 54"/>
          <p:cNvSpPr/>
          <p:nvPr/>
        </p:nvSpPr>
        <p:spPr>
          <a:xfrm>
            <a:off x="3575605" y="3325996"/>
            <a:ext cx="75044" cy="27432"/>
          </a:xfrm>
          <a:prstGeom prst="rect">
            <a:avLst/>
          </a:prstGeom>
          <a:solidFill>
            <a:srgbClr val="D9D9D9"/>
          </a:solidFill>
          <a:ln/>
        </p:spPr>
      </p:sp>
      <p:sp>
        <p:nvSpPr>
          <p:cNvPr id="57" name="Shape 55"/>
          <p:cNvSpPr/>
          <p:nvPr/>
        </p:nvSpPr>
        <p:spPr>
          <a:xfrm>
            <a:off x="3507025" y="3271132"/>
            <a:ext cx="137160" cy="137160"/>
          </a:xfrm>
          <a:prstGeom prst="ellipse">
            <a:avLst/>
          </a:prstGeom>
          <a:solidFill>
            <a:srgbClr val="0B2C4A"/>
          </a:solidFill>
          <a:ln/>
        </p:spPr>
      </p:sp>
      <p:sp>
        <p:nvSpPr>
          <p:cNvPr id="58" name="Shape 56"/>
          <p:cNvSpPr/>
          <p:nvPr/>
        </p:nvSpPr>
        <p:spPr>
          <a:xfrm>
            <a:off x="3582070"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3" name="Shape 61"/>
          <p:cNvSpPr/>
          <p:nvPr/>
        </p:nvSpPr>
        <p:spPr>
          <a:xfrm>
            <a:off x="3470065" y="3550830"/>
            <a:ext cx="74235" cy="27432"/>
          </a:xfrm>
          <a:prstGeom prst="rect">
            <a:avLst/>
          </a:prstGeom>
          <a:solidFill>
            <a:srgbClr val="D9D9D9"/>
          </a:solidFill>
          <a:ln/>
        </p:spPr>
      </p:sp>
      <p:sp>
        <p:nvSpPr>
          <p:cNvPr id="64" name="Shape 62"/>
          <p:cNvSpPr/>
          <p:nvPr/>
        </p:nvSpPr>
        <p:spPr>
          <a:xfrm>
            <a:off x="3401485" y="3495966"/>
            <a:ext cx="137160" cy="137160"/>
          </a:xfrm>
          <a:prstGeom prst="ellipse">
            <a:avLst/>
          </a:prstGeom>
          <a:solidFill>
            <a:srgbClr val="0B2C4A"/>
          </a:solidFill>
          <a:ln/>
        </p:spPr>
      </p:sp>
      <p:sp>
        <p:nvSpPr>
          <p:cNvPr id="65" name="Shape 63"/>
          <p:cNvSpPr/>
          <p:nvPr/>
        </p:nvSpPr>
        <p:spPr>
          <a:xfrm>
            <a:off x="347572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71" name="Shape 69"/>
          <p:cNvSpPr/>
          <p:nvPr/>
        </p:nvSpPr>
        <p:spPr>
          <a:xfrm>
            <a:off x="3467609" y="3775665"/>
            <a:ext cx="26393" cy="27432"/>
          </a:xfrm>
          <a:prstGeom prst="rect">
            <a:avLst/>
          </a:prstGeom>
          <a:solidFill>
            <a:srgbClr val="D9D9D9"/>
          </a:solidFill>
          <a:ln/>
        </p:spPr>
      </p:sp>
      <p:sp>
        <p:nvSpPr>
          <p:cNvPr id="72" name="Shape 70"/>
          <p:cNvSpPr/>
          <p:nvPr/>
        </p:nvSpPr>
        <p:spPr>
          <a:xfrm>
            <a:off x="3399029" y="3720801"/>
            <a:ext cx="137160" cy="137160"/>
          </a:xfrm>
          <a:prstGeom prst="ellipse">
            <a:avLst/>
          </a:prstGeom>
          <a:solidFill>
            <a:srgbClr val="0B2C4A"/>
          </a:solidFill>
          <a:ln/>
        </p:spPr>
      </p:sp>
      <p:sp>
        <p:nvSpPr>
          <p:cNvPr id="73" name="Shape 71"/>
          <p:cNvSpPr/>
          <p:nvPr/>
        </p:nvSpPr>
        <p:spPr>
          <a:xfrm>
            <a:off x="3425422"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78" name="Shape 76"/>
          <p:cNvSpPr/>
          <p:nvPr/>
        </p:nvSpPr>
        <p:spPr>
          <a:xfrm>
            <a:off x="3478988" y="4000500"/>
            <a:ext cx="9144" cy="27432"/>
          </a:xfrm>
          <a:prstGeom prst="rect">
            <a:avLst/>
          </a:prstGeom>
          <a:solidFill>
            <a:srgbClr val="D9D9D9"/>
          </a:solidFill>
          <a:ln/>
        </p:spPr>
      </p:sp>
      <p:sp>
        <p:nvSpPr>
          <p:cNvPr id="79" name="Shape 77"/>
          <p:cNvSpPr/>
          <p:nvPr/>
        </p:nvSpPr>
        <p:spPr>
          <a:xfrm>
            <a:off x="3412024" y="3945636"/>
            <a:ext cx="137160" cy="137160"/>
          </a:xfrm>
          <a:prstGeom prst="ellipse">
            <a:avLst/>
          </a:prstGeom>
          <a:solidFill>
            <a:srgbClr val="0B2C4A"/>
          </a:solidFill>
          <a:ln/>
        </p:spPr>
      </p:sp>
      <p:sp>
        <p:nvSpPr>
          <p:cNvPr id="80" name="Shape 78"/>
          <p:cNvSpPr/>
          <p:nvPr/>
        </p:nvSpPr>
        <p:spPr>
          <a:xfrm>
            <a:off x="3410408"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6" name="Shape 84"/>
          <p:cNvSpPr/>
          <p:nvPr/>
        </p:nvSpPr>
        <p:spPr>
          <a:xfrm>
            <a:off x="3668137" y="4225335"/>
            <a:ext cx="9144" cy="27432"/>
          </a:xfrm>
          <a:prstGeom prst="rect">
            <a:avLst/>
          </a:prstGeom>
          <a:solidFill>
            <a:srgbClr val="D9D9D9"/>
          </a:solidFill>
          <a:ln/>
        </p:spPr>
      </p:sp>
      <p:sp>
        <p:nvSpPr>
          <p:cNvPr id="87" name="Shape 85"/>
          <p:cNvSpPr/>
          <p:nvPr/>
        </p:nvSpPr>
        <p:spPr>
          <a:xfrm>
            <a:off x="3605342" y="4170471"/>
            <a:ext cx="137160" cy="137160"/>
          </a:xfrm>
          <a:prstGeom prst="ellipse">
            <a:avLst/>
          </a:prstGeom>
          <a:solidFill>
            <a:srgbClr val="0B2C4A"/>
          </a:solidFill>
          <a:ln/>
        </p:spPr>
      </p:sp>
      <p:sp>
        <p:nvSpPr>
          <p:cNvPr id="88" name="Shape 86"/>
          <p:cNvSpPr/>
          <p:nvPr/>
        </p:nvSpPr>
        <p:spPr>
          <a:xfrm>
            <a:off x="3599557"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3" name="Shape 91"/>
          <p:cNvSpPr/>
          <p:nvPr/>
        </p:nvSpPr>
        <p:spPr>
          <a:xfrm>
            <a:off x="3573014" y="4450170"/>
            <a:ext cx="10631" cy="27432"/>
          </a:xfrm>
          <a:prstGeom prst="rect">
            <a:avLst/>
          </a:prstGeom>
          <a:solidFill>
            <a:srgbClr val="D9D9D9"/>
          </a:solidFill>
          <a:ln/>
        </p:spPr>
      </p:sp>
      <p:sp>
        <p:nvSpPr>
          <p:cNvPr id="94" name="Shape 92"/>
          <p:cNvSpPr/>
          <p:nvPr/>
        </p:nvSpPr>
        <p:spPr>
          <a:xfrm>
            <a:off x="3515065" y="4395306"/>
            <a:ext cx="137160" cy="137160"/>
          </a:xfrm>
          <a:prstGeom prst="ellipse">
            <a:avLst/>
          </a:prstGeom>
          <a:solidFill>
            <a:srgbClr val="0B2C4A"/>
          </a:solidFill>
          <a:ln/>
        </p:spPr>
      </p:sp>
      <p:sp>
        <p:nvSpPr>
          <p:cNvPr id="95" name="Shape 93"/>
          <p:cNvSpPr/>
          <p:nvPr/>
        </p:nvSpPr>
        <p:spPr>
          <a:xfrm>
            <a:off x="3504434"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1" name="Shape 99"/>
          <p:cNvSpPr/>
          <p:nvPr/>
        </p:nvSpPr>
        <p:spPr>
          <a:xfrm>
            <a:off x="3293888" y="4675004"/>
            <a:ext cx="11833" cy="27432"/>
          </a:xfrm>
          <a:prstGeom prst="rect">
            <a:avLst/>
          </a:prstGeom>
          <a:solidFill>
            <a:srgbClr val="D9D9D9"/>
          </a:solidFill>
          <a:ln/>
        </p:spPr>
      </p:sp>
      <p:sp>
        <p:nvSpPr>
          <p:cNvPr id="102" name="Shape 100"/>
          <p:cNvSpPr/>
          <p:nvPr/>
        </p:nvSpPr>
        <p:spPr>
          <a:xfrm>
            <a:off x="3237141" y="4620140"/>
            <a:ext cx="137160" cy="137160"/>
          </a:xfrm>
          <a:prstGeom prst="ellipse">
            <a:avLst/>
          </a:prstGeom>
          <a:solidFill>
            <a:srgbClr val="0B2C4A"/>
          </a:solidFill>
          <a:ln/>
        </p:spPr>
      </p:sp>
      <p:sp>
        <p:nvSpPr>
          <p:cNvPr id="103" name="Shape 101"/>
          <p:cNvSpPr/>
          <p:nvPr/>
        </p:nvSpPr>
        <p:spPr>
          <a:xfrm>
            <a:off x="3225308" y="4620140"/>
            <a:ext cx="137160" cy="137160"/>
          </a:xfrm>
          <a:prstGeom prst="ellipse">
            <a:avLst/>
          </a:prstGeom>
          <a:solidFill>
            <a:srgbClr val="12A566"/>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8" name="Shape 106"/>
          <p:cNvSpPr/>
          <p:nvPr/>
        </p:nvSpPr>
        <p:spPr>
          <a:xfrm>
            <a:off x="3429695" y="4899839"/>
            <a:ext cx="38117" cy="27432"/>
          </a:xfrm>
          <a:prstGeom prst="rect">
            <a:avLst/>
          </a:prstGeom>
          <a:solidFill>
            <a:srgbClr val="D9D9D9"/>
          </a:solidFill>
          <a:ln/>
        </p:spPr>
      </p:sp>
      <p:sp>
        <p:nvSpPr>
          <p:cNvPr id="109" name="Shape 107"/>
          <p:cNvSpPr/>
          <p:nvPr/>
        </p:nvSpPr>
        <p:spPr>
          <a:xfrm>
            <a:off x="3399231" y="4844975"/>
            <a:ext cx="137160" cy="137160"/>
          </a:xfrm>
          <a:prstGeom prst="ellipse">
            <a:avLst/>
          </a:prstGeom>
          <a:solidFill>
            <a:srgbClr val="0B2C4A"/>
          </a:solidFill>
          <a:ln/>
        </p:spPr>
      </p:sp>
      <p:sp>
        <p:nvSpPr>
          <p:cNvPr id="110" name="Shape 108"/>
          <p:cNvSpPr/>
          <p:nvPr/>
        </p:nvSpPr>
        <p:spPr>
          <a:xfrm>
            <a:off x="3361115" y="4844975"/>
            <a:ext cx="137160" cy="137160"/>
          </a:xfrm>
          <a:prstGeom prst="ellipse">
            <a:avLst/>
          </a:prstGeom>
          <a:solidFill>
            <a:srgbClr val="12A566"/>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6" name="Shape 114"/>
          <p:cNvSpPr/>
          <p:nvPr/>
        </p:nvSpPr>
        <p:spPr>
          <a:xfrm>
            <a:off x="3400294" y="5124674"/>
            <a:ext cx="64817" cy="27432"/>
          </a:xfrm>
          <a:prstGeom prst="rect">
            <a:avLst/>
          </a:prstGeom>
          <a:solidFill>
            <a:srgbClr val="D9D9D9"/>
          </a:solidFill>
          <a:ln/>
        </p:spPr>
      </p:sp>
      <p:sp>
        <p:nvSpPr>
          <p:cNvPr id="117" name="Shape 115"/>
          <p:cNvSpPr/>
          <p:nvPr/>
        </p:nvSpPr>
        <p:spPr>
          <a:xfrm>
            <a:off x="3396530" y="5069810"/>
            <a:ext cx="137160" cy="137160"/>
          </a:xfrm>
          <a:prstGeom prst="ellipse">
            <a:avLst/>
          </a:prstGeom>
          <a:solidFill>
            <a:srgbClr val="0B2C4A"/>
          </a:solidFill>
          <a:ln/>
        </p:spPr>
      </p:sp>
      <p:sp>
        <p:nvSpPr>
          <p:cNvPr id="118" name="Shape 116"/>
          <p:cNvSpPr/>
          <p:nvPr/>
        </p:nvSpPr>
        <p:spPr>
          <a:xfrm>
            <a:off x="3331714" y="5069810"/>
            <a:ext cx="137160" cy="137160"/>
          </a:xfrm>
          <a:prstGeom prst="ellipse">
            <a:avLst/>
          </a:prstGeom>
          <a:solidFill>
            <a:srgbClr val="12A566"/>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3" name="Shape 121"/>
          <p:cNvSpPr/>
          <p:nvPr/>
        </p:nvSpPr>
        <p:spPr>
          <a:xfrm>
            <a:off x="3373993" y="5349509"/>
            <a:ext cx="65007" cy="27432"/>
          </a:xfrm>
          <a:prstGeom prst="rect">
            <a:avLst/>
          </a:prstGeom>
          <a:solidFill>
            <a:srgbClr val="D9D9D9"/>
          </a:solidFill>
          <a:ln/>
        </p:spPr>
      </p:sp>
      <p:sp>
        <p:nvSpPr>
          <p:cNvPr id="124" name="Shape 122"/>
          <p:cNvSpPr/>
          <p:nvPr/>
        </p:nvSpPr>
        <p:spPr>
          <a:xfrm>
            <a:off x="3370420" y="5294645"/>
            <a:ext cx="137160" cy="137160"/>
          </a:xfrm>
          <a:prstGeom prst="ellipse">
            <a:avLst/>
          </a:prstGeom>
          <a:solidFill>
            <a:srgbClr val="0B2C4A"/>
          </a:solidFill>
          <a:ln/>
        </p:spPr>
      </p:sp>
      <p:sp>
        <p:nvSpPr>
          <p:cNvPr id="125" name="Shape 123"/>
          <p:cNvSpPr/>
          <p:nvPr/>
        </p:nvSpPr>
        <p:spPr>
          <a:xfrm>
            <a:off x="3305413" y="5294645"/>
            <a:ext cx="137160" cy="137160"/>
          </a:xfrm>
          <a:prstGeom prst="ellipse">
            <a:avLst/>
          </a:prstGeom>
          <a:solidFill>
            <a:srgbClr val="12A566"/>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1" name="Shape 129"/>
          <p:cNvSpPr/>
          <p:nvPr/>
        </p:nvSpPr>
        <p:spPr>
          <a:xfrm>
            <a:off x="3557028" y="5574344"/>
            <a:ext cx="65731" cy="27432"/>
          </a:xfrm>
          <a:prstGeom prst="rect">
            <a:avLst/>
          </a:prstGeom>
          <a:solidFill>
            <a:srgbClr val="D9D9D9"/>
          </a:solidFill>
          <a:ln/>
        </p:spPr>
      </p:sp>
      <p:sp>
        <p:nvSpPr>
          <p:cNvPr id="132" name="Shape 130"/>
          <p:cNvSpPr/>
          <p:nvPr/>
        </p:nvSpPr>
        <p:spPr>
          <a:xfrm>
            <a:off x="3554179" y="5519480"/>
            <a:ext cx="137160" cy="137160"/>
          </a:xfrm>
          <a:prstGeom prst="ellipse">
            <a:avLst/>
          </a:prstGeom>
          <a:solidFill>
            <a:srgbClr val="0B2C4A"/>
          </a:solidFill>
          <a:ln/>
        </p:spPr>
      </p:sp>
      <p:sp>
        <p:nvSpPr>
          <p:cNvPr id="133" name="Shape 131"/>
          <p:cNvSpPr/>
          <p:nvPr/>
        </p:nvSpPr>
        <p:spPr>
          <a:xfrm>
            <a:off x="3488448" y="5519480"/>
            <a:ext cx="137160" cy="137160"/>
          </a:xfrm>
          <a:prstGeom prst="ellipse">
            <a:avLst/>
          </a:prstGeom>
          <a:solidFill>
            <a:srgbClr val="12A566"/>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8" name="Shape 136"/>
          <p:cNvSpPr/>
          <p:nvPr/>
        </p:nvSpPr>
        <p:spPr>
          <a:xfrm>
            <a:off x="3229189" y="5799179"/>
            <a:ext cx="67698" cy="27432"/>
          </a:xfrm>
          <a:prstGeom prst="rect">
            <a:avLst/>
          </a:prstGeom>
          <a:solidFill>
            <a:srgbClr val="D9D9D9"/>
          </a:solidFill>
          <a:ln/>
        </p:spPr>
      </p:sp>
      <p:sp>
        <p:nvSpPr>
          <p:cNvPr id="139" name="Shape 137"/>
          <p:cNvSpPr/>
          <p:nvPr/>
        </p:nvSpPr>
        <p:spPr>
          <a:xfrm>
            <a:off x="3228307" y="5744315"/>
            <a:ext cx="137160" cy="137160"/>
          </a:xfrm>
          <a:prstGeom prst="ellipse">
            <a:avLst/>
          </a:prstGeom>
          <a:solidFill>
            <a:srgbClr val="0B2C4A"/>
          </a:solidFill>
          <a:ln/>
        </p:spPr>
      </p:sp>
      <p:sp>
        <p:nvSpPr>
          <p:cNvPr id="140" name="Shape 138"/>
          <p:cNvSpPr/>
          <p:nvPr/>
        </p:nvSpPr>
        <p:spPr>
          <a:xfrm>
            <a:off x="3160609" y="5744315"/>
            <a:ext cx="137160" cy="137160"/>
          </a:xfrm>
          <a:prstGeom prst="ellipse">
            <a:avLst/>
          </a:prstGeom>
          <a:solidFill>
            <a:srgbClr val="12A566"/>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5" name="Shape 143"/>
          <p:cNvSpPr/>
          <p:nvPr/>
        </p:nvSpPr>
        <p:spPr>
          <a:xfrm>
            <a:off x="8912269" y="2201821"/>
            <a:ext cx="80862" cy="27432"/>
          </a:xfrm>
          <a:prstGeom prst="rect">
            <a:avLst/>
          </a:prstGeom>
          <a:solidFill>
            <a:srgbClr val="D9D9D9"/>
          </a:solidFill>
          <a:ln/>
        </p:spPr>
      </p:sp>
      <p:sp>
        <p:nvSpPr>
          <p:cNvPr id="146" name="Shape 144"/>
          <p:cNvSpPr/>
          <p:nvPr/>
        </p:nvSpPr>
        <p:spPr>
          <a:xfrm>
            <a:off x="8924551" y="2146957"/>
            <a:ext cx="137160" cy="137160"/>
          </a:xfrm>
          <a:prstGeom prst="ellipse">
            <a:avLst/>
          </a:prstGeom>
          <a:solidFill>
            <a:srgbClr val="0B2C4A"/>
          </a:solidFill>
          <a:ln/>
        </p:spPr>
      </p:sp>
      <p:sp>
        <p:nvSpPr>
          <p:cNvPr id="147" name="Shape 145"/>
          <p:cNvSpPr/>
          <p:nvPr/>
        </p:nvSpPr>
        <p:spPr>
          <a:xfrm>
            <a:off x="8843689" y="2146957"/>
            <a:ext cx="137160" cy="137160"/>
          </a:xfrm>
          <a:prstGeom prst="ellipse">
            <a:avLst/>
          </a:prstGeom>
          <a:solidFill>
            <a:srgbClr val="12A566"/>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3" name="Shape 151"/>
          <p:cNvSpPr/>
          <p:nvPr/>
        </p:nvSpPr>
        <p:spPr>
          <a:xfrm>
            <a:off x="9104456" y="2426656"/>
            <a:ext cx="85364" cy="27432"/>
          </a:xfrm>
          <a:prstGeom prst="rect">
            <a:avLst/>
          </a:prstGeom>
          <a:solidFill>
            <a:srgbClr val="D9D9D9"/>
          </a:solidFill>
          <a:ln/>
        </p:spPr>
      </p:sp>
      <p:sp>
        <p:nvSpPr>
          <p:cNvPr id="154" name="Shape 152"/>
          <p:cNvSpPr/>
          <p:nvPr/>
        </p:nvSpPr>
        <p:spPr>
          <a:xfrm>
            <a:off x="9121240" y="2371792"/>
            <a:ext cx="137160" cy="137160"/>
          </a:xfrm>
          <a:prstGeom prst="ellipse">
            <a:avLst/>
          </a:prstGeom>
          <a:solidFill>
            <a:srgbClr val="0B2C4A"/>
          </a:solidFill>
          <a:ln/>
        </p:spPr>
      </p:sp>
      <p:sp>
        <p:nvSpPr>
          <p:cNvPr id="155" name="Shape 153"/>
          <p:cNvSpPr/>
          <p:nvPr/>
        </p:nvSpPr>
        <p:spPr>
          <a:xfrm>
            <a:off x="9035876"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0" name="Shape 158"/>
          <p:cNvSpPr/>
          <p:nvPr/>
        </p:nvSpPr>
        <p:spPr>
          <a:xfrm>
            <a:off x="8801530" y="2651491"/>
            <a:ext cx="101285" cy="27432"/>
          </a:xfrm>
          <a:prstGeom prst="rect">
            <a:avLst/>
          </a:prstGeom>
          <a:solidFill>
            <a:srgbClr val="D9D9D9"/>
          </a:solidFill>
          <a:ln/>
        </p:spPr>
      </p:sp>
      <p:sp>
        <p:nvSpPr>
          <p:cNvPr id="161" name="Shape 159"/>
          <p:cNvSpPr/>
          <p:nvPr/>
        </p:nvSpPr>
        <p:spPr>
          <a:xfrm>
            <a:off x="8834235" y="2596627"/>
            <a:ext cx="137160" cy="137160"/>
          </a:xfrm>
          <a:prstGeom prst="ellipse">
            <a:avLst/>
          </a:prstGeom>
          <a:solidFill>
            <a:srgbClr val="0B2C4A"/>
          </a:solidFill>
          <a:ln/>
        </p:spPr>
      </p:sp>
      <p:sp>
        <p:nvSpPr>
          <p:cNvPr id="162" name="Shape 160"/>
          <p:cNvSpPr/>
          <p:nvPr/>
        </p:nvSpPr>
        <p:spPr>
          <a:xfrm>
            <a:off x="873295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68" name="Shape 166"/>
          <p:cNvSpPr/>
          <p:nvPr/>
        </p:nvSpPr>
        <p:spPr>
          <a:xfrm>
            <a:off x="9060644" y="2876326"/>
            <a:ext cx="107688" cy="27432"/>
          </a:xfrm>
          <a:prstGeom prst="rect">
            <a:avLst/>
          </a:prstGeom>
          <a:solidFill>
            <a:srgbClr val="D9D9D9"/>
          </a:solidFill>
          <a:ln/>
        </p:spPr>
      </p:sp>
      <p:sp>
        <p:nvSpPr>
          <p:cNvPr id="169" name="Shape 167"/>
          <p:cNvSpPr/>
          <p:nvPr/>
        </p:nvSpPr>
        <p:spPr>
          <a:xfrm>
            <a:off x="9099752" y="2821462"/>
            <a:ext cx="137160" cy="137160"/>
          </a:xfrm>
          <a:prstGeom prst="ellipse">
            <a:avLst/>
          </a:prstGeom>
          <a:solidFill>
            <a:srgbClr val="0B2C4A"/>
          </a:solidFill>
          <a:ln/>
        </p:spPr>
      </p:sp>
      <p:sp>
        <p:nvSpPr>
          <p:cNvPr id="170" name="Shape 168"/>
          <p:cNvSpPr/>
          <p:nvPr/>
        </p:nvSpPr>
        <p:spPr>
          <a:xfrm>
            <a:off x="8992064"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5" name="Shape 173"/>
          <p:cNvSpPr/>
          <p:nvPr/>
        </p:nvSpPr>
        <p:spPr>
          <a:xfrm>
            <a:off x="9185604" y="3101161"/>
            <a:ext cx="116115" cy="27432"/>
          </a:xfrm>
          <a:prstGeom prst="rect">
            <a:avLst/>
          </a:prstGeom>
          <a:solidFill>
            <a:srgbClr val="D9D9D9"/>
          </a:solidFill>
          <a:ln/>
        </p:spPr>
      </p:sp>
      <p:sp>
        <p:nvSpPr>
          <p:cNvPr id="176" name="Shape 174"/>
          <p:cNvSpPr/>
          <p:nvPr/>
        </p:nvSpPr>
        <p:spPr>
          <a:xfrm>
            <a:off x="9233139" y="3046297"/>
            <a:ext cx="137160" cy="137160"/>
          </a:xfrm>
          <a:prstGeom prst="ellipse">
            <a:avLst/>
          </a:prstGeom>
          <a:solidFill>
            <a:srgbClr val="0B2C4A"/>
          </a:solidFill>
          <a:ln/>
        </p:spPr>
      </p:sp>
      <p:sp>
        <p:nvSpPr>
          <p:cNvPr id="177" name="Shape 175"/>
          <p:cNvSpPr/>
          <p:nvPr/>
        </p:nvSpPr>
        <p:spPr>
          <a:xfrm>
            <a:off x="9117024"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83" name="Shape 181"/>
          <p:cNvSpPr/>
          <p:nvPr/>
        </p:nvSpPr>
        <p:spPr>
          <a:xfrm>
            <a:off x="8903365" y="3325996"/>
            <a:ext cx="118492" cy="27432"/>
          </a:xfrm>
          <a:prstGeom prst="rect">
            <a:avLst/>
          </a:prstGeom>
          <a:solidFill>
            <a:srgbClr val="D9D9D9"/>
          </a:solidFill>
          <a:ln/>
        </p:spPr>
      </p:sp>
      <p:sp>
        <p:nvSpPr>
          <p:cNvPr id="184" name="Shape 182"/>
          <p:cNvSpPr/>
          <p:nvPr/>
        </p:nvSpPr>
        <p:spPr>
          <a:xfrm>
            <a:off x="8953277" y="3271132"/>
            <a:ext cx="137160" cy="137160"/>
          </a:xfrm>
          <a:prstGeom prst="ellipse">
            <a:avLst/>
          </a:prstGeom>
          <a:solidFill>
            <a:srgbClr val="0B2C4A"/>
          </a:solidFill>
          <a:ln/>
        </p:spPr>
      </p:sp>
      <p:sp>
        <p:nvSpPr>
          <p:cNvPr id="185" name="Shape 183"/>
          <p:cNvSpPr/>
          <p:nvPr/>
        </p:nvSpPr>
        <p:spPr>
          <a:xfrm>
            <a:off x="8834785"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90" name="Shape 188"/>
          <p:cNvSpPr/>
          <p:nvPr/>
        </p:nvSpPr>
        <p:spPr>
          <a:xfrm>
            <a:off x="9029152" y="3550830"/>
            <a:ext cx="144120" cy="27432"/>
          </a:xfrm>
          <a:prstGeom prst="rect">
            <a:avLst/>
          </a:prstGeom>
          <a:solidFill>
            <a:srgbClr val="D9D9D9"/>
          </a:solidFill>
          <a:ln/>
        </p:spPr>
      </p:sp>
      <p:sp>
        <p:nvSpPr>
          <p:cNvPr id="191" name="Shape 189"/>
          <p:cNvSpPr/>
          <p:nvPr/>
        </p:nvSpPr>
        <p:spPr>
          <a:xfrm>
            <a:off x="9104691" y="3495966"/>
            <a:ext cx="137160" cy="137160"/>
          </a:xfrm>
          <a:prstGeom prst="ellipse">
            <a:avLst/>
          </a:prstGeom>
          <a:solidFill>
            <a:srgbClr val="0B2C4A"/>
          </a:solidFill>
          <a:ln/>
        </p:spPr>
      </p:sp>
      <p:sp>
        <p:nvSpPr>
          <p:cNvPr id="192" name="Shape 190"/>
          <p:cNvSpPr/>
          <p:nvPr/>
        </p:nvSpPr>
        <p:spPr>
          <a:xfrm>
            <a:off x="8960572"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8" name="Shape 196"/>
          <p:cNvSpPr/>
          <p:nvPr/>
        </p:nvSpPr>
        <p:spPr>
          <a:xfrm>
            <a:off x="8857207" y="3775665"/>
            <a:ext cx="152397" cy="27432"/>
          </a:xfrm>
          <a:prstGeom prst="rect">
            <a:avLst/>
          </a:prstGeom>
          <a:solidFill>
            <a:srgbClr val="D9D9D9"/>
          </a:solidFill>
          <a:ln/>
        </p:spPr>
      </p:sp>
      <p:sp>
        <p:nvSpPr>
          <p:cNvPr id="199" name="Shape 197"/>
          <p:cNvSpPr/>
          <p:nvPr/>
        </p:nvSpPr>
        <p:spPr>
          <a:xfrm>
            <a:off x="8941024" y="3720801"/>
            <a:ext cx="137160" cy="137160"/>
          </a:xfrm>
          <a:prstGeom prst="ellipse">
            <a:avLst/>
          </a:prstGeom>
          <a:solidFill>
            <a:srgbClr val="0B2C4A"/>
          </a:solidFill>
          <a:ln/>
        </p:spPr>
      </p:sp>
      <p:sp>
        <p:nvSpPr>
          <p:cNvPr id="200" name="Shape 198"/>
          <p:cNvSpPr/>
          <p:nvPr/>
        </p:nvSpPr>
        <p:spPr>
          <a:xfrm>
            <a:off x="8788627"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05" name="Shape 203"/>
          <p:cNvSpPr/>
          <p:nvPr/>
        </p:nvSpPr>
        <p:spPr>
          <a:xfrm>
            <a:off x="8890071" y="4000500"/>
            <a:ext cx="207231" cy="27432"/>
          </a:xfrm>
          <a:prstGeom prst="rect">
            <a:avLst/>
          </a:prstGeom>
          <a:solidFill>
            <a:srgbClr val="D9D9D9"/>
          </a:solidFill>
          <a:ln/>
        </p:spPr>
      </p:sp>
      <p:sp>
        <p:nvSpPr>
          <p:cNvPr id="206" name="Shape 204"/>
          <p:cNvSpPr/>
          <p:nvPr/>
        </p:nvSpPr>
        <p:spPr>
          <a:xfrm>
            <a:off x="9028721" y="3945636"/>
            <a:ext cx="137160" cy="137160"/>
          </a:xfrm>
          <a:prstGeom prst="ellipse">
            <a:avLst/>
          </a:prstGeom>
          <a:solidFill>
            <a:srgbClr val="0B2C4A"/>
          </a:solidFill>
          <a:ln/>
        </p:spPr>
      </p:sp>
      <p:sp>
        <p:nvSpPr>
          <p:cNvPr id="207" name="Shape 205"/>
          <p:cNvSpPr/>
          <p:nvPr/>
        </p:nvSpPr>
        <p:spPr>
          <a:xfrm>
            <a:off x="8821491"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13" name="Shape 211"/>
          <p:cNvSpPr/>
          <p:nvPr/>
        </p:nvSpPr>
        <p:spPr>
          <a:xfrm>
            <a:off x="9004765" y="4225335"/>
            <a:ext cx="215671" cy="27432"/>
          </a:xfrm>
          <a:prstGeom prst="rect">
            <a:avLst/>
          </a:prstGeom>
          <a:solidFill>
            <a:srgbClr val="D9D9D9"/>
          </a:solidFill>
          <a:ln/>
        </p:spPr>
      </p:sp>
      <p:sp>
        <p:nvSpPr>
          <p:cNvPr id="214" name="Shape 212"/>
          <p:cNvSpPr/>
          <p:nvPr/>
        </p:nvSpPr>
        <p:spPr>
          <a:xfrm>
            <a:off x="9151856" y="4170471"/>
            <a:ext cx="137160" cy="137160"/>
          </a:xfrm>
          <a:prstGeom prst="ellipse">
            <a:avLst/>
          </a:prstGeom>
          <a:solidFill>
            <a:srgbClr val="0B2C4A"/>
          </a:solidFill>
          <a:ln/>
        </p:spPr>
      </p:sp>
      <p:sp>
        <p:nvSpPr>
          <p:cNvPr id="215" name="Shape 213"/>
          <p:cNvSpPr/>
          <p:nvPr/>
        </p:nvSpPr>
        <p:spPr>
          <a:xfrm>
            <a:off x="8936185"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20" name="Shape 218"/>
          <p:cNvSpPr/>
          <p:nvPr/>
        </p:nvSpPr>
        <p:spPr>
          <a:xfrm>
            <a:off x="8898070" y="4450170"/>
            <a:ext cx="245847" cy="27432"/>
          </a:xfrm>
          <a:prstGeom prst="rect">
            <a:avLst/>
          </a:prstGeom>
          <a:solidFill>
            <a:srgbClr val="D9D9D9"/>
          </a:solidFill>
          <a:ln/>
        </p:spPr>
      </p:sp>
      <p:sp>
        <p:nvSpPr>
          <p:cNvPr id="221" name="Shape 219"/>
          <p:cNvSpPr/>
          <p:nvPr/>
        </p:nvSpPr>
        <p:spPr>
          <a:xfrm>
            <a:off x="9075337" y="4395306"/>
            <a:ext cx="137160" cy="137160"/>
          </a:xfrm>
          <a:prstGeom prst="ellipse">
            <a:avLst/>
          </a:prstGeom>
          <a:solidFill>
            <a:srgbClr val="0B2C4A"/>
          </a:solidFill>
          <a:ln/>
        </p:spPr>
      </p:sp>
      <p:sp>
        <p:nvSpPr>
          <p:cNvPr id="222" name="Shape 220"/>
          <p:cNvSpPr/>
          <p:nvPr/>
        </p:nvSpPr>
        <p:spPr>
          <a:xfrm>
            <a:off x="8829490"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28" name="Shape 226"/>
          <p:cNvSpPr/>
          <p:nvPr/>
        </p:nvSpPr>
        <p:spPr>
          <a:xfrm>
            <a:off x="8692698" y="4675004"/>
            <a:ext cx="277116" cy="27432"/>
          </a:xfrm>
          <a:prstGeom prst="rect">
            <a:avLst/>
          </a:prstGeom>
          <a:solidFill>
            <a:srgbClr val="D9D9D9"/>
          </a:solidFill>
          <a:ln/>
        </p:spPr>
      </p:sp>
      <p:sp>
        <p:nvSpPr>
          <p:cNvPr id="229" name="Shape 227"/>
          <p:cNvSpPr/>
          <p:nvPr/>
        </p:nvSpPr>
        <p:spPr>
          <a:xfrm>
            <a:off x="8901234" y="4620140"/>
            <a:ext cx="137160" cy="137160"/>
          </a:xfrm>
          <a:prstGeom prst="ellipse">
            <a:avLst/>
          </a:prstGeom>
          <a:solidFill>
            <a:srgbClr val="0B2C4A"/>
          </a:solidFill>
          <a:ln/>
        </p:spPr>
      </p:sp>
      <p:sp>
        <p:nvSpPr>
          <p:cNvPr id="230" name="Shape 228"/>
          <p:cNvSpPr/>
          <p:nvPr/>
        </p:nvSpPr>
        <p:spPr>
          <a:xfrm>
            <a:off x="8624118"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5" name="Shape 233"/>
          <p:cNvSpPr/>
          <p:nvPr/>
        </p:nvSpPr>
        <p:spPr>
          <a:xfrm>
            <a:off x="8659621" y="4899839"/>
            <a:ext cx="332360" cy="27432"/>
          </a:xfrm>
          <a:prstGeom prst="rect">
            <a:avLst/>
          </a:prstGeom>
          <a:solidFill>
            <a:srgbClr val="D9D9D9"/>
          </a:solidFill>
          <a:ln/>
        </p:spPr>
      </p:sp>
      <p:sp>
        <p:nvSpPr>
          <p:cNvPr id="236" name="Shape 234"/>
          <p:cNvSpPr/>
          <p:nvPr/>
        </p:nvSpPr>
        <p:spPr>
          <a:xfrm>
            <a:off x="8923402" y="4844975"/>
            <a:ext cx="137160" cy="137160"/>
          </a:xfrm>
          <a:prstGeom prst="ellipse">
            <a:avLst/>
          </a:prstGeom>
          <a:solidFill>
            <a:srgbClr val="0B2C4A"/>
          </a:solidFill>
          <a:ln/>
        </p:spPr>
      </p:sp>
      <p:sp>
        <p:nvSpPr>
          <p:cNvPr id="237" name="Shape 235"/>
          <p:cNvSpPr/>
          <p:nvPr/>
        </p:nvSpPr>
        <p:spPr>
          <a:xfrm>
            <a:off x="8591041"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43" name="Shape 241"/>
          <p:cNvSpPr/>
          <p:nvPr/>
        </p:nvSpPr>
        <p:spPr>
          <a:xfrm>
            <a:off x="8734634" y="5124674"/>
            <a:ext cx="376572" cy="27432"/>
          </a:xfrm>
          <a:prstGeom prst="rect">
            <a:avLst/>
          </a:prstGeom>
          <a:solidFill>
            <a:srgbClr val="D9D9D9"/>
          </a:solidFill>
          <a:ln/>
        </p:spPr>
      </p:sp>
      <p:sp>
        <p:nvSpPr>
          <p:cNvPr id="244" name="Shape 242"/>
          <p:cNvSpPr/>
          <p:nvPr/>
        </p:nvSpPr>
        <p:spPr>
          <a:xfrm>
            <a:off x="9042625" y="5069810"/>
            <a:ext cx="137160" cy="137160"/>
          </a:xfrm>
          <a:prstGeom prst="ellipse">
            <a:avLst/>
          </a:prstGeom>
          <a:solidFill>
            <a:srgbClr val="0B2C4A"/>
          </a:solidFill>
          <a:ln/>
        </p:spPr>
      </p:sp>
      <p:sp>
        <p:nvSpPr>
          <p:cNvPr id="245" name="Shape 243"/>
          <p:cNvSpPr/>
          <p:nvPr/>
        </p:nvSpPr>
        <p:spPr>
          <a:xfrm>
            <a:off x="8666054"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0" name="Shape 248"/>
          <p:cNvSpPr/>
          <p:nvPr/>
        </p:nvSpPr>
        <p:spPr>
          <a:xfrm>
            <a:off x="8728847" y="5349509"/>
            <a:ext cx="427819" cy="27432"/>
          </a:xfrm>
          <a:prstGeom prst="rect">
            <a:avLst/>
          </a:prstGeom>
          <a:solidFill>
            <a:srgbClr val="D9D9D9"/>
          </a:solidFill>
          <a:ln/>
        </p:spPr>
      </p:sp>
      <p:sp>
        <p:nvSpPr>
          <p:cNvPr id="251" name="Shape 249"/>
          <p:cNvSpPr/>
          <p:nvPr/>
        </p:nvSpPr>
        <p:spPr>
          <a:xfrm>
            <a:off x="9088086" y="5294645"/>
            <a:ext cx="137160" cy="137160"/>
          </a:xfrm>
          <a:prstGeom prst="ellipse">
            <a:avLst/>
          </a:prstGeom>
          <a:solidFill>
            <a:srgbClr val="0B2C4A"/>
          </a:solidFill>
          <a:ln/>
        </p:spPr>
      </p:sp>
      <p:sp>
        <p:nvSpPr>
          <p:cNvPr id="252" name="Shape 250"/>
          <p:cNvSpPr/>
          <p:nvPr/>
        </p:nvSpPr>
        <p:spPr>
          <a:xfrm>
            <a:off x="8660267"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58" name="Shape 256"/>
          <p:cNvSpPr/>
          <p:nvPr/>
        </p:nvSpPr>
        <p:spPr>
          <a:xfrm>
            <a:off x="8383021" y="5574344"/>
            <a:ext cx="615963" cy="27432"/>
          </a:xfrm>
          <a:prstGeom prst="rect">
            <a:avLst/>
          </a:prstGeom>
          <a:solidFill>
            <a:srgbClr val="D9D9D9"/>
          </a:solidFill>
          <a:ln/>
        </p:spPr>
      </p:sp>
      <p:sp>
        <p:nvSpPr>
          <p:cNvPr id="259" name="Shape 257"/>
          <p:cNvSpPr/>
          <p:nvPr/>
        </p:nvSpPr>
        <p:spPr>
          <a:xfrm>
            <a:off x="8930404" y="5519480"/>
            <a:ext cx="137160" cy="137160"/>
          </a:xfrm>
          <a:prstGeom prst="ellipse">
            <a:avLst/>
          </a:prstGeom>
          <a:solidFill>
            <a:srgbClr val="0B2C4A"/>
          </a:solidFill>
          <a:ln/>
        </p:spPr>
      </p:sp>
      <p:sp>
        <p:nvSpPr>
          <p:cNvPr id="260" name="Shape 258"/>
          <p:cNvSpPr/>
          <p:nvPr/>
        </p:nvSpPr>
        <p:spPr>
          <a:xfrm>
            <a:off x="83144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64" name="Shape 262"/>
          <p:cNvSpPr/>
          <p:nvPr/>
        </p:nvSpPr>
        <p:spPr>
          <a:xfrm>
            <a:off x="457200" y="6126480"/>
            <a:ext cx="11274552" cy="615696"/>
          </a:xfrm>
          <a:prstGeom prst="rect">
            <a:avLst/>
          </a:prstGeom>
          <a:solidFill>
            <a:srgbClr val="EDF4FA"/>
          </a:solidFill>
          <a:ln/>
        </p:spPr>
      </p:sp>
      <p:sp>
        <p:nvSpPr>
          <p:cNvPr id="265" name="Text 26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B</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navy dot = CP, green/red dot = internal</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Text 11"/>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4" name="Text 12"/>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5" name="Text 13"/>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6" name="Text 14"/>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7" name="Text 15"/>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3443130" y="2201821"/>
            <a:ext cx="176044" cy="27432"/>
          </a:xfrm>
          <a:prstGeom prst="rect">
            <a:avLst/>
          </a:prstGeom>
          <a:solidFill>
            <a:srgbClr val="D9D9D9"/>
          </a:solidFill>
          <a:ln/>
        </p:spPr>
      </p:sp>
      <p:sp>
        <p:nvSpPr>
          <p:cNvPr id="19" name="Shape 17"/>
          <p:cNvSpPr/>
          <p:nvPr/>
        </p:nvSpPr>
        <p:spPr>
          <a:xfrm>
            <a:off x="3374550" y="2146957"/>
            <a:ext cx="137160" cy="137160"/>
          </a:xfrm>
          <a:prstGeom prst="ellipse">
            <a:avLst/>
          </a:prstGeom>
          <a:solidFill>
            <a:srgbClr val="0B2C4A"/>
          </a:solidFill>
          <a:ln/>
        </p:spPr>
      </p:sp>
      <p:sp>
        <p:nvSpPr>
          <p:cNvPr id="20" name="Shape 18"/>
          <p:cNvSpPr/>
          <p:nvPr/>
        </p:nvSpPr>
        <p:spPr>
          <a:xfrm>
            <a:off x="3550594" y="2146957"/>
            <a:ext cx="137160" cy="137160"/>
          </a:xfrm>
          <a:prstGeom prst="ellipse">
            <a:avLst/>
          </a:prstGeom>
          <a:solidFill>
            <a:srgbClr val="12A566"/>
          </a:solidFill>
          <a:ln/>
        </p:spPr>
      </p:sp>
      <p:sp>
        <p:nvSpPr>
          <p:cNvPr id="21" name="Text 19"/>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2" name="Text 20"/>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3" name="Text 21"/>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4" name="Shape 22"/>
          <p:cNvSpPr/>
          <p:nvPr/>
        </p:nvSpPr>
        <p:spPr>
          <a:xfrm>
            <a:off x="585216" y="2327955"/>
            <a:ext cx="5394960" cy="224835"/>
          </a:xfrm>
          <a:prstGeom prst="rect">
            <a:avLst/>
          </a:prstGeom>
          <a:solidFill>
            <a:srgbClr val="F7F7F7"/>
          </a:solidFill>
          <a:ln/>
        </p:spPr>
      </p:sp>
      <p:sp>
        <p:nvSpPr>
          <p:cNvPr id="25" name="Text 23"/>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6" name="Shape 24"/>
          <p:cNvSpPr/>
          <p:nvPr/>
        </p:nvSpPr>
        <p:spPr>
          <a:xfrm>
            <a:off x="3246517" y="2426656"/>
            <a:ext cx="82136" cy="27432"/>
          </a:xfrm>
          <a:prstGeom prst="rect">
            <a:avLst/>
          </a:prstGeom>
          <a:solidFill>
            <a:srgbClr val="D9D9D9"/>
          </a:solidFill>
          <a:ln/>
        </p:spPr>
      </p:sp>
      <p:sp>
        <p:nvSpPr>
          <p:cNvPr id="27" name="Shape 25"/>
          <p:cNvSpPr/>
          <p:nvPr/>
        </p:nvSpPr>
        <p:spPr>
          <a:xfrm>
            <a:off x="3177937" y="2371792"/>
            <a:ext cx="137160" cy="137160"/>
          </a:xfrm>
          <a:prstGeom prst="ellipse">
            <a:avLst/>
          </a:prstGeom>
          <a:solidFill>
            <a:srgbClr val="0B2C4A"/>
          </a:solidFill>
          <a:ln/>
        </p:spPr>
      </p:sp>
      <p:sp>
        <p:nvSpPr>
          <p:cNvPr id="28" name="Shape 26"/>
          <p:cNvSpPr/>
          <p:nvPr/>
        </p:nvSpPr>
        <p:spPr>
          <a:xfrm>
            <a:off x="3260074" y="2371792"/>
            <a:ext cx="137160" cy="137160"/>
          </a:xfrm>
          <a:prstGeom prst="ellipse">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510339" y="2651491"/>
            <a:ext cx="44616" cy="27432"/>
          </a:xfrm>
          <a:prstGeom prst="rect">
            <a:avLst/>
          </a:prstGeom>
          <a:solidFill>
            <a:srgbClr val="D9D9D9"/>
          </a:solidFill>
          <a:ln/>
        </p:spPr>
      </p:sp>
      <p:sp>
        <p:nvSpPr>
          <p:cNvPr id="34" name="Shape 32"/>
          <p:cNvSpPr/>
          <p:nvPr/>
        </p:nvSpPr>
        <p:spPr>
          <a:xfrm>
            <a:off x="3441759" y="2596627"/>
            <a:ext cx="137160" cy="137160"/>
          </a:xfrm>
          <a:prstGeom prst="ellipse">
            <a:avLst/>
          </a:prstGeom>
          <a:solidFill>
            <a:srgbClr val="0B2C4A"/>
          </a:solidFill>
          <a:ln/>
        </p:spPr>
      </p:sp>
      <p:sp>
        <p:nvSpPr>
          <p:cNvPr id="35" name="Shape 33"/>
          <p:cNvSpPr/>
          <p:nvPr/>
        </p:nvSpPr>
        <p:spPr>
          <a:xfrm>
            <a:off x="3486374" y="2596627"/>
            <a:ext cx="137160" cy="137160"/>
          </a:xfrm>
          <a:prstGeom prst="ellipse">
            <a:avLst/>
          </a:prstGeom>
          <a:solidFill>
            <a:srgbClr val="12A566"/>
          </a:solidFill>
          <a:ln/>
        </p:spPr>
      </p:sp>
      <p:sp>
        <p:nvSpPr>
          <p:cNvPr id="36" name="Text 34"/>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7" name="Text 35"/>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8" name="Text 36"/>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9" name="Shape 37"/>
          <p:cNvSpPr/>
          <p:nvPr/>
        </p:nvSpPr>
        <p:spPr>
          <a:xfrm>
            <a:off x="585216" y="2777624"/>
            <a:ext cx="5394960" cy="224835"/>
          </a:xfrm>
          <a:prstGeom prst="rect">
            <a:avLst/>
          </a:prstGeom>
          <a:solidFill>
            <a:srgbClr val="F7F7F7"/>
          </a:solidFill>
          <a:ln/>
        </p:spPr>
      </p:sp>
      <p:sp>
        <p:nvSpPr>
          <p:cNvPr id="40" name="Text 38"/>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1" name="Shape 39"/>
          <p:cNvSpPr/>
          <p:nvPr/>
        </p:nvSpPr>
        <p:spPr>
          <a:xfrm>
            <a:off x="3297045" y="2876326"/>
            <a:ext cx="24021" cy="27432"/>
          </a:xfrm>
          <a:prstGeom prst="rect">
            <a:avLst/>
          </a:prstGeom>
          <a:solidFill>
            <a:srgbClr val="D9D9D9"/>
          </a:solidFill>
          <a:ln/>
        </p:spPr>
      </p:sp>
      <p:sp>
        <p:nvSpPr>
          <p:cNvPr id="42" name="Shape 40"/>
          <p:cNvSpPr/>
          <p:nvPr/>
        </p:nvSpPr>
        <p:spPr>
          <a:xfrm>
            <a:off x="3228465" y="2821462"/>
            <a:ext cx="137160" cy="137160"/>
          </a:xfrm>
          <a:prstGeom prst="ellipse">
            <a:avLst/>
          </a:prstGeom>
          <a:solidFill>
            <a:srgbClr val="0B2C4A"/>
          </a:solidFill>
          <a:ln/>
        </p:spPr>
      </p:sp>
      <p:sp>
        <p:nvSpPr>
          <p:cNvPr id="43" name="Shape 41"/>
          <p:cNvSpPr/>
          <p:nvPr/>
        </p:nvSpPr>
        <p:spPr>
          <a:xfrm>
            <a:off x="3252486" y="2821462"/>
            <a:ext cx="137160" cy="137160"/>
          </a:xfrm>
          <a:prstGeom prst="ellipse">
            <a:avLst/>
          </a:prstGeom>
          <a:solidFill>
            <a:srgbClr val="12A566"/>
          </a:solidFill>
          <a:ln/>
        </p:spPr>
      </p:sp>
      <p:sp>
        <p:nvSpPr>
          <p:cNvPr id="44" name="Text 42"/>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5" name="Text 43"/>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6" name="Text 44"/>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7" name="Text 45"/>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525560" y="3101161"/>
            <a:ext cx="9144" cy="27432"/>
          </a:xfrm>
          <a:prstGeom prst="rect">
            <a:avLst/>
          </a:prstGeom>
          <a:solidFill>
            <a:srgbClr val="D9D9D9"/>
          </a:solidFill>
          <a:ln/>
        </p:spPr>
      </p:sp>
      <p:sp>
        <p:nvSpPr>
          <p:cNvPr id="49" name="Shape 47"/>
          <p:cNvSpPr/>
          <p:nvPr/>
        </p:nvSpPr>
        <p:spPr>
          <a:xfrm>
            <a:off x="3456980" y="3046297"/>
            <a:ext cx="137160" cy="137160"/>
          </a:xfrm>
          <a:prstGeom prst="ellipse">
            <a:avLst/>
          </a:prstGeom>
          <a:solidFill>
            <a:srgbClr val="0B2C4A"/>
          </a:solidFill>
          <a:ln/>
        </p:spPr>
      </p:sp>
      <p:sp>
        <p:nvSpPr>
          <p:cNvPr id="50" name="Shape 48"/>
          <p:cNvSpPr/>
          <p:nvPr/>
        </p:nvSpPr>
        <p:spPr>
          <a:xfrm>
            <a:off x="3462180" y="3046297"/>
            <a:ext cx="137160" cy="137160"/>
          </a:xfrm>
          <a:prstGeom prst="ellipse">
            <a:avLst/>
          </a:prstGeom>
          <a:solidFill>
            <a:srgbClr val="12A566"/>
          </a:solidFill>
          <a:ln/>
        </p:spPr>
      </p:sp>
      <p:sp>
        <p:nvSpPr>
          <p:cNvPr id="51" name="Text 49"/>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52" name="Text 50"/>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53" name="Text 51"/>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54" name="Shape 52"/>
          <p:cNvSpPr/>
          <p:nvPr/>
        </p:nvSpPr>
        <p:spPr>
          <a:xfrm>
            <a:off x="585216" y="3227294"/>
            <a:ext cx="5394960" cy="224835"/>
          </a:xfrm>
          <a:prstGeom prst="rect">
            <a:avLst/>
          </a:prstGeom>
          <a:solidFill>
            <a:srgbClr val="F7F7F7"/>
          </a:solidFill>
          <a:ln/>
        </p:spPr>
      </p:sp>
      <p:sp>
        <p:nvSpPr>
          <p:cNvPr id="55" name="Text 53"/>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6" name="Shape 54"/>
          <p:cNvSpPr/>
          <p:nvPr/>
        </p:nvSpPr>
        <p:spPr>
          <a:xfrm>
            <a:off x="3293929" y="3325996"/>
            <a:ext cx="38732" cy="27432"/>
          </a:xfrm>
          <a:prstGeom prst="rect">
            <a:avLst/>
          </a:prstGeom>
          <a:solidFill>
            <a:srgbClr val="D9D9D9"/>
          </a:solidFill>
          <a:ln/>
        </p:spPr>
      </p:sp>
      <p:sp>
        <p:nvSpPr>
          <p:cNvPr id="57" name="Shape 55"/>
          <p:cNvSpPr/>
          <p:nvPr/>
        </p:nvSpPr>
        <p:spPr>
          <a:xfrm>
            <a:off x="3264081" y="3271132"/>
            <a:ext cx="137160" cy="137160"/>
          </a:xfrm>
          <a:prstGeom prst="ellipse">
            <a:avLst/>
          </a:prstGeom>
          <a:solidFill>
            <a:srgbClr val="0B2C4A"/>
          </a:solidFill>
          <a:ln/>
        </p:spPr>
      </p:sp>
      <p:sp>
        <p:nvSpPr>
          <p:cNvPr id="58" name="Shape 56"/>
          <p:cNvSpPr/>
          <p:nvPr/>
        </p:nvSpPr>
        <p:spPr>
          <a:xfrm>
            <a:off x="3225349" y="3271132"/>
            <a:ext cx="137160" cy="137160"/>
          </a:xfrm>
          <a:prstGeom prst="ellipse">
            <a:avLst/>
          </a:prstGeom>
          <a:solidFill>
            <a:srgbClr val="12A566"/>
          </a:solidFill>
          <a:ln/>
        </p:spPr>
      </p:sp>
      <p:sp>
        <p:nvSpPr>
          <p:cNvPr id="59" name="Text 57"/>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60" name="Text 58"/>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61" name="Text 59"/>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62" name="Text 60"/>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3" name="Shape 61"/>
          <p:cNvSpPr/>
          <p:nvPr/>
        </p:nvSpPr>
        <p:spPr>
          <a:xfrm>
            <a:off x="3326510" y="3550830"/>
            <a:ext cx="88590" cy="27432"/>
          </a:xfrm>
          <a:prstGeom prst="rect">
            <a:avLst/>
          </a:prstGeom>
          <a:solidFill>
            <a:srgbClr val="D9D9D9"/>
          </a:solidFill>
          <a:ln/>
        </p:spPr>
      </p:sp>
      <p:sp>
        <p:nvSpPr>
          <p:cNvPr id="64" name="Shape 62"/>
          <p:cNvSpPr/>
          <p:nvPr/>
        </p:nvSpPr>
        <p:spPr>
          <a:xfrm>
            <a:off x="3346520" y="3495966"/>
            <a:ext cx="137160" cy="137160"/>
          </a:xfrm>
          <a:prstGeom prst="ellipse">
            <a:avLst/>
          </a:prstGeom>
          <a:solidFill>
            <a:srgbClr val="0B2C4A"/>
          </a:solidFill>
          <a:ln/>
        </p:spPr>
      </p:sp>
      <p:sp>
        <p:nvSpPr>
          <p:cNvPr id="65" name="Shape 63"/>
          <p:cNvSpPr/>
          <p:nvPr/>
        </p:nvSpPr>
        <p:spPr>
          <a:xfrm>
            <a:off x="3257930" y="3495966"/>
            <a:ext cx="137160" cy="137160"/>
          </a:xfrm>
          <a:prstGeom prst="ellipse">
            <a:avLst/>
          </a:prstGeom>
          <a:solidFill>
            <a:srgbClr val="12A566"/>
          </a:solidFill>
          <a:ln/>
        </p:spPr>
      </p:sp>
      <p:sp>
        <p:nvSpPr>
          <p:cNvPr id="66" name="Text 6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67" name="Text 6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68" name="Text 6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9" name="Shape 67"/>
          <p:cNvSpPr/>
          <p:nvPr/>
        </p:nvSpPr>
        <p:spPr>
          <a:xfrm>
            <a:off x="585216" y="3676964"/>
            <a:ext cx="5394960" cy="224835"/>
          </a:xfrm>
          <a:prstGeom prst="rect">
            <a:avLst/>
          </a:prstGeom>
          <a:solidFill>
            <a:srgbClr val="F7F7F7"/>
          </a:solidFill>
          <a:ln/>
        </p:spPr>
      </p:sp>
      <p:sp>
        <p:nvSpPr>
          <p:cNvPr id="70" name="Text 6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1" name="Shape 69"/>
          <p:cNvSpPr/>
          <p:nvPr/>
        </p:nvSpPr>
        <p:spPr>
          <a:xfrm>
            <a:off x="3236489" y="3775665"/>
            <a:ext cx="90065" cy="27432"/>
          </a:xfrm>
          <a:prstGeom prst="rect">
            <a:avLst/>
          </a:prstGeom>
          <a:solidFill>
            <a:srgbClr val="D9D9D9"/>
          </a:solidFill>
          <a:ln/>
        </p:spPr>
      </p:sp>
      <p:sp>
        <p:nvSpPr>
          <p:cNvPr id="72" name="Shape 70"/>
          <p:cNvSpPr/>
          <p:nvPr/>
        </p:nvSpPr>
        <p:spPr>
          <a:xfrm>
            <a:off x="3257974" y="3720801"/>
            <a:ext cx="137160" cy="137160"/>
          </a:xfrm>
          <a:prstGeom prst="ellipse">
            <a:avLst/>
          </a:prstGeom>
          <a:solidFill>
            <a:srgbClr val="0B2C4A"/>
          </a:solidFill>
          <a:ln/>
        </p:spPr>
      </p:sp>
      <p:sp>
        <p:nvSpPr>
          <p:cNvPr id="73" name="Shape 71"/>
          <p:cNvSpPr/>
          <p:nvPr/>
        </p:nvSpPr>
        <p:spPr>
          <a:xfrm>
            <a:off x="3167909" y="3720801"/>
            <a:ext cx="137160" cy="137160"/>
          </a:xfrm>
          <a:prstGeom prst="ellipse">
            <a:avLst/>
          </a:prstGeom>
          <a:solidFill>
            <a:srgbClr val="12A566"/>
          </a:solidFill>
          <a:ln/>
        </p:spPr>
      </p:sp>
      <p:sp>
        <p:nvSpPr>
          <p:cNvPr id="74" name="Text 72"/>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75" name="Text 73"/>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76" name="Text 74"/>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7" name="Text 75"/>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78" name="Shape 76"/>
          <p:cNvSpPr/>
          <p:nvPr/>
        </p:nvSpPr>
        <p:spPr>
          <a:xfrm>
            <a:off x="3465703" y="4000500"/>
            <a:ext cx="91132" cy="27432"/>
          </a:xfrm>
          <a:prstGeom prst="rect">
            <a:avLst/>
          </a:prstGeom>
          <a:solidFill>
            <a:srgbClr val="D9D9D9"/>
          </a:solidFill>
          <a:ln/>
        </p:spPr>
      </p:sp>
      <p:sp>
        <p:nvSpPr>
          <p:cNvPr id="79" name="Shape 77"/>
          <p:cNvSpPr/>
          <p:nvPr/>
        </p:nvSpPr>
        <p:spPr>
          <a:xfrm>
            <a:off x="3488255" y="3945636"/>
            <a:ext cx="137160" cy="137160"/>
          </a:xfrm>
          <a:prstGeom prst="ellipse">
            <a:avLst/>
          </a:prstGeom>
          <a:solidFill>
            <a:srgbClr val="0B2C4A"/>
          </a:solidFill>
          <a:ln/>
        </p:spPr>
      </p:sp>
      <p:sp>
        <p:nvSpPr>
          <p:cNvPr id="80" name="Shape 78"/>
          <p:cNvSpPr/>
          <p:nvPr/>
        </p:nvSpPr>
        <p:spPr>
          <a:xfrm>
            <a:off x="3397123" y="3945636"/>
            <a:ext cx="137160" cy="137160"/>
          </a:xfrm>
          <a:prstGeom prst="ellipse">
            <a:avLst/>
          </a:prstGeom>
          <a:solidFill>
            <a:srgbClr val="12A566"/>
          </a:solidFill>
          <a:ln/>
        </p:spPr>
      </p:sp>
      <p:sp>
        <p:nvSpPr>
          <p:cNvPr id="81" name="Text 79"/>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82" name="Text 80"/>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83" name="Text 81"/>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84" name="Shape 82"/>
          <p:cNvSpPr/>
          <p:nvPr/>
        </p:nvSpPr>
        <p:spPr>
          <a:xfrm>
            <a:off x="585216" y="4126633"/>
            <a:ext cx="5394960" cy="224835"/>
          </a:xfrm>
          <a:prstGeom prst="rect">
            <a:avLst/>
          </a:prstGeom>
          <a:solidFill>
            <a:srgbClr val="F7F7F7"/>
          </a:solidFill>
          <a:ln/>
        </p:spPr>
      </p:sp>
      <p:sp>
        <p:nvSpPr>
          <p:cNvPr id="85" name="Text 83"/>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6" name="Shape 84"/>
          <p:cNvSpPr/>
          <p:nvPr/>
        </p:nvSpPr>
        <p:spPr>
          <a:xfrm>
            <a:off x="3309192" y="4225335"/>
            <a:ext cx="137893" cy="27432"/>
          </a:xfrm>
          <a:prstGeom prst="rect">
            <a:avLst/>
          </a:prstGeom>
          <a:solidFill>
            <a:srgbClr val="D9D9D9"/>
          </a:solidFill>
          <a:ln/>
        </p:spPr>
      </p:sp>
      <p:sp>
        <p:nvSpPr>
          <p:cNvPr id="87" name="Shape 85"/>
          <p:cNvSpPr/>
          <p:nvPr/>
        </p:nvSpPr>
        <p:spPr>
          <a:xfrm>
            <a:off x="3378505" y="4170471"/>
            <a:ext cx="137160" cy="137160"/>
          </a:xfrm>
          <a:prstGeom prst="ellipse">
            <a:avLst/>
          </a:prstGeom>
          <a:solidFill>
            <a:srgbClr val="0B2C4A"/>
          </a:solidFill>
          <a:ln/>
        </p:spPr>
      </p:sp>
      <p:sp>
        <p:nvSpPr>
          <p:cNvPr id="88" name="Shape 86"/>
          <p:cNvSpPr/>
          <p:nvPr/>
        </p:nvSpPr>
        <p:spPr>
          <a:xfrm>
            <a:off x="3240612" y="4170471"/>
            <a:ext cx="137160" cy="137160"/>
          </a:xfrm>
          <a:prstGeom prst="ellipse">
            <a:avLst/>
          </a:prstGeom>
          <a:solidFill>
            <a:srgbClr val="12A566"/>
          </a:solidFill>
          <a:ln/>
        </p:spPr>
      </p:sp>
      <p:sp>
        <p:nvSpPr>
          <p:cNvPr id="89" name="Text 87"/>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90" name="Text 88"/>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91" name="Text 89"/>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92" name="Text 90"/>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3" name="Shape 91"/>
          <p:cNvSpPr/>
          <p:nvPr/>
        </p:nvSpPr>
        <p:spPr>
          <a:xfrm>
            <a:off x="3302099" y="4450170"/>
            <a:ext cx="138887" cy="27432"/>
          </a:xfrm>
          <a:prstGeom prst="rect">
            <a:avLst/>
          </a:prstGeom>
          <a:solidFill>
            <a:srgbClr val="D9D9D9"/>
          </a:solidFill>
          <a:ln/>
        </p:spPr>
      </p:sp>
      <p:sp>
        <p:nvSpPr>
          <p:cNvPr id="94" name="Shape 92"/>
          <p:cNvSpPr/>
          <p:nvPr/>
        </p:nvSpPr>
        <p:spPr>
          <a:xfrm>
            <a:off x="3372406" y="4395306"/>
            <a:ext cx="137160" cy="137160"/>
          </a:xfrm>
          <a:prstGeom prst="ellipse">
            <a:avLst/>
          </a:prstGeom>
          <a:solidFill>
            <a:srgbClr val="0B2C4A"/>
          </a:solidFill>
          <a:ln/>
        </p:spPr>
      </p:sp>
      <p:sp>
        <p:nvSpPr>
          <p:cNvPr id="95" name="Shape 93"/>
          <p:cNvSpPr/>
          <p:nvPr/>
        </p:nvSpPr>
        <p:spPr>
          <a:xfrm>
            <a:off x="3233519" y="4395306"/>
            <a:ext cx="137160" cy="137160"/>
          </a:xfrm>
          <a:prstGeom prst="ellipse">
            <a:avLst/>
          </a:prstGeom>
          <a:solidFill>
            <a:srgbClr val="12A566"/>
          </a:solidFill>
          <a:ln/>
        </p:spPr>
      </p:sp>
      <p:sp>
        <p:nvSpPr>
          <p:cNvPr id="96" name="Text 94"/>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97" name="Text 95"/>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98" name="Text 96"/>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99" name="Shape 97"/>
          <p:cNvSpPr/>
          <p:nvPr/>
        </p:nvSpPr>
        <p:spPr>
          <a:xfrm>
            <a:off x="585216" y="4576303"/>
            <a:ext cx="5394960" cy="224835"/>
          </a:xfrm>
          <a:prstGeom prst="rect">
            <a:avLst/>
          </a:prstGeom>
          <a:solidFill>
            <a:srgbClr val="F7F7F7"/>
          </a:solidFill>
          <a:ln/>
        </p:spPr>
      </p:sp>
      <p:sp>
        <p:nvSpPr>
          <p:cNvPr id="100" name="Text 98"/>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1" name="Shape 99"/>
          <p:cNvSpPr/>
          <p:nvPr/>
        </p:nvSpPr>
        <p:spPr>
          <a:xfrm>
            <a:off x="3317186" y="4675004"/>
            <a:ext cx="185749" cy="27432"/>
          </a:xfrm>
          <a:prstGeom prst="rect">
            <a:avLst/>
          </a:prstGeom>
          <a:solidFill>
            <a:srgbClr val="D9D9D9"/>
          </a:solidFill>
          <a:ln/>
        </p:spPr>
      </p:sp>
      <p:sp>
        <p:nvSpPr>
          <p:cNvPr id="102" name="Shape 100"/>
          <p:cNvSpPr/>
          <p:nvPr/>
        </p:nvSpPr>
        <p:spPr>
          <a:xfrm>
            <a:off x="3434355" y="4620140"/>
            <a:ext cx="137160" cy="137160"/>
          </a:xfrm>
          <a:prstGeom prst="ellipse">
            <a:avLst/>
          </a:prstGeom>
          <a:solidFill>
            <a:srgbClr val="0B2C4A"/>
          </a:solidFill>
          <a:ln/>
        </p:spPr>
      </p:sp>
      <p:sp>
        <p:nvSpPr>
          <p:cNvPr id="103" name="Shape 101"/>
          <p:cNvSpPr/>
          <p:nvPr/>
        </p:nvSpPr>
        <p:spPr>
          <a:xfrm>
            <a:off x="3248606" y="4620140"/>
            <a:ext cx="137160" cy="137160"/>
          </a:xfrm>
          <a:prstGeom prst="ellipse">
            <a:avLst/>
          </a:prstGeom>
          <a:solidFill>
            <a:srgbClr val="C2352F"/>
          </a:solidFill>
          <a:ln/>
        </p:spPr>
      </p:sp>
      <p:sp>
        <p:nvSpPr>
          <p:cNvPr id="104" name="Text 10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05" name="Text 10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106" name="Text 10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107" name="Text 10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3123543" y="4899839"/>
            <a:ext cx="203752" cy="27432"/>
          </a:xfrm>
          <a:prstGeom prst="rect">
            <a:avLst/>
          </a:prstGeom>
          <a:solidFill>
            <a:srgbClr val="D9D9D9"/>
          </a:solidFill>
          <a:ln/>
        </p:spPr>
      </p:sp>
      <p:sp>
        <p:nvSpPr>
          <p:cNvPr id="109" name="Shape 107"/>
          <p:cNvSpPr/>
          <p:nvPr/>
        </p:nvSpPr>
        <p:spPr>
          <a:xfrm>
            <a:off x="3258715" y="4844975"/>
            <a:ext cx="137160" cy="137160"/>
          </a:xfrm>
          <a:prstGeom prst="ellipse">
            <a:avLst/>
          </a:prstGeom>
          <a:solidFill>
            <a:srgbClr val="0B2C4A"/>
          </a:solidFill>
          <a:ln/>
        </p:spPr>
      </p:sp>
      <p:sp>
        <p:nvSpPr>
          <p:cNvPr id="110" name="Shape 108"/>
          <p:cNvSpPr/>
          <p:nvPr/>
        </p:nvSpPr>
        <p:spPr>
          <a:xfrm>
            <a:off x="3054963" y="4844975"/>
            <a:ext cx="137160" cy="137160"/>
          </a:xfrm>
          <a:prstGeom prst="ellipse">
            <a:avLst/>
          </a:prstGeom>
          <a:solidFill>
            <a:srgbClr val="C2352F"/>
          </a:solidFill>
          <a:ln/>
        </p:spPr>
      </p:sp>
      <p:sp>
        <p:nvSpPr>
          <p:cNvPr id="111" name="Text 109"/>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112" name="Text 110"/>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113" name="Text 111"/>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114" name="Shape 112"/>
          <p:cNvSpPr/>
          <p:nvPr/>
        </p:nvSpPr>
        <p:spPr>
          <a:xfrm>
            <a:off x="585216" y="5025973"/>
            <a:ext cx="5394960" cy="224835"/>
          </a:xfrm>
          <a:prstGeom prst="rect">
            <a:avLst/>
          </a:prstGeom>
          <a:solidFill>
            <a:srgbClr val="F7F7F7"/>
          </a:solidFill>
          <a:ln/>
        </p:spPr>
      </p:sp>
      <p:sp>
        <p:nvSpPr>
          <p:cNvPr id="115" name="Text 113"/>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6" name="Shape 114"/>
          <p:cNvSpPr/>
          <p:nvPr/>
        </p:nvSpPr>
        <p:spPr>
          <a:xfrm>
            <a:off x="3323749" y="5124674"/>
            <a:ext cx="208184" cy="27432"/>
          </a:xfrm>
          <a:prstGeom prst="rect">
            <a:avLst/>
          </a:prstGeom>
          <a:solidFill>
            <a:srgbClr val="D9D9D9"/>
          </a:solidFill>
          <a:ln/>
        </p:spPr>
      </p:sp>
      <p:sp>
        <p:nvSpPr>
          <p:cNvPr id="117" name="Shape 115"/>
          <p:cNvSpPr/>
          <p:nvPr/>
        </p:nvSpPr>
        <p:spPr>
          <a:xfrm>
            <a:off x="3463352" y="5069810"/>
            <a:ext cx="137160" cy="137160"/>
          </a:xfrm>
          <a:prstGeom prst="ellipse">
            <a:avLst/>
          </a:prstGeom>
          <a:solidFill>
            <a:srgbClr val="0B2C4A"/>
          </a:solidFill>
          <a:ln/>
        </p:spPr>
      </p:sp>
      <p:sp>
        <p:nvSpPr>
          <p:cNvPr id="118" name="Shape 116"/>
          <p:cNvSpPr/>
          <p:nvPr/>
        </p:nvSpPr>
        <p:spPr>
          <a:xfrm>
            <a:off x="3255169" y="5069810"/>
            <a:ext cx="137160" cy="137160"/>
          </a:xfrm>
          <a:prstGeom prst="ellipse">
            <a:avLst/>
          </a:prstGeom>
          <a:solidFill>
            <a:srgbClr val="C2352F"/>
          </a:solidFill>
          <a:ln/>
        </p:spPr>
      </p:sp>
      <p:sp>
        <p:nvSpPr>
          <p:cNvPr id="119" name="Text 117"/>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120" name="Text 118"/>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121" name="Text 119"/>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122" name="Text 120"/>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3196577" y="5349509"/>
            <a:ext cx="215767" cy="27432"/>
          </a:xfrm>
          <a:prstGeom prst="rect">
            <a:avLst/>
          </a:prstGeom>
          <a:solidFill>
            <a:srgbClr val="D9D9D9"/>
          </a:solidFill>
          <a:ln/>
        </p:spPr>
      </p:sp>
      <p:sp>
        <p:nvSpPr>
          <p:cNvPr id="124" name="Shape 122"/>
          <p:cNvSpPr/>
          <p:nvPr/>
        </p:nvSpPr>
        <p:spPr>
          <a:xfrm>
            <a:off x="3343763" y="5294645"/>
            <a:ext cx="137160" cy="137160"/>
          </a:xfrm>
          <a:prstGeom prst="ellipse">
            <a:avLst/>
          </a:prstGeom>
          <a:solidFill>
            <a:srgbClr val="0B2C4A"/>
          </a:solidFill>
          <a:ln/>
        </p:spPr>
      </p:sp>
      <p:sp>
        <p:nvSpPr>
          <p:cNvPr id="125" name="Shape 123"/>
          <p:cNvSpPr/>
          <p:nvPr/>
        </p:nvSpPr>
        <p:spPr>
          <a:xfrm>
            <a:off x="3127997" y="5294645"/>
            <a:ext cx="137160" cy="137160"/>
          </a:xfrm>
          <a:prstGeom prst="ellipse">
            <a:avLst/>
          </a:prstGeom>
          <a:solidFill>
            <a:srgbClr val="C2352F"/>
          </a:solidFill>
          <a:ln/>
        </p:spPr>
      </p:sp>
      <p:sp>
        <p:nvSpPr>
          <p:cNvPr id="126" name="Text 124"/>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27" name="Text 125"/>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28" name="Text 126"/>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29" name="Shape 127"/>
          <p:cNvSpPr/>
          <p:nvPr/>
        </p:nvSpPr>
        <p:spPr>
          <a:xfrm>
            <a:off x="585216" y="5475642"/>
            <a:ext cx="5394960" cy="224835"/>
          </a:xfrm>
          <a:prstGeom prst="rect">
            <a:avLst/>
          </a:prstGeom>
          <a:solidFill>
            <a:srgbClr val="F7F7F7"/>
          </a:solidFill>
          <a:ln/>
        </p:spPr>
      </p:sp>
      <p:sp>
        <p:nvSpPr>
          <p:cNvPr id="130" name="Text 128"/>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1" name="Shape 129"/>
          <p:cNvSpPr/>
          <p:nvPr/>
        </p:nvSpPr>
        <p:spPr>
          <a:xfrm>
            <a:off x="3094741" y="5574344"/>
            <a:ext cx="228552" cy="27432"/>
          </a:xfrm>
          <a:prstGeom prst="rect">
            <a:avLst/>
          </a:prstGeom>
          <a:solidFill>
            <a:srgbClr val="D9D9D9"/>
          </a:solidFill>
          <a:ln/>
        </p:spPr>
      </p:sp>
      <p:sp>
        <p:nvSpPr>
          <p:cNvPr id="132" name="Shape 130"/>
          <p:cNvSpPr/>
          <p:nvPr/>
        </p:nvSpPr>
        <p:spPr>
          <a:xfrm>
            <a:off x="3254713" y="5519480"/>
            <a:ext cx="137160" cy="137160"/>
          </a:xfrm>
          <a:prstGeom prst="ellipse">
            <a:avLst/>
          </a:prstGeom>
          <a:solidFill>
            <a:srgbClr val="0B2C4A"/>
          </a:solidFill>
          <a:ln/>
        </p:spPr>
      </p:sp>
      <p:sp>
        <p:nvSpPr>
          <p:cNvPr id="133" name="Shape 131"/>
          <p:cNvSpPr/>
          <p:nvPr/>
        </p:nvSpPr>
        <p:spPr>
          <a:xfrm>
            <a:off x="3026161" y="5519480"/>
            <a:ext cx="137160" cy="137160"/>
          </a:xfrm>
          <a:prstGeom prst="ellipse">
            <a:avLst/>
          </a:prstGeom>
          <a:solidFill>
            <a:srgbClr val="C2352F"/>
          </a:solidFill>
          <a:ln/>
        </p:spPr>
      </p:sp>
      <p:sp>
        <p:nvSpPr>
          <p:cNvPr id="134" name="Text 132"/>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35" name="Text 133"/>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36" name="Text 134"/>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37" name="Text 135"/>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8" name="Shape 136"/>
          <p:cNvSpPr/>
          <p:nvPr/>
        </p:nvSpPr>
        <p:spPr>
          <a:xfrm>
            <a:off x="3425612" y="5799179"/>
            <a:ext cx="259829" cy="27432"/>
          </a:xfrm>
          <a:prstGeom prst="rect">
            <a:avLst/>
          </a:prstGeom>
          <a:solidFill>
            <a:srgbClr val="D9D9D9"/>
          </a:solidFill>
          <a:ln/>
        </p:spPr>
      </p:sp>
      <p:sp>
        <p:nvSpPr>
          <p:cNvPr id="139" name="Shape 137"/>
          <p:cNvSpPr/>
          <p:nvPr/>
        </p:nvSpPr>
        <p:spPr>
          <a:xfrm>
            <a:off x="3616861" y="5744315"/>
            <a:ext cx="137160" cy="137160"/>
          </a:xfrm>
          <a:prstGeom prst="ellipse">
            <a:avLst/>
          </a:prstGeom>
          <a:solidFill>
            <a:srgbClr val="0B2C4A"/>
          </a:solidFill>
          <a:ln/>
        </p:spPr>
      </p:sp>
      <p:sp>
        <p:nvSpPr>
          <p:cNvPr id="140" name="Shape 138"/>
          <p:cNvSpPr/>
          <p:nvPr/>
        </p:nvSpPr>
        <p:spPr>
          <a:xfrm>
            <a:off x="3357032" y="5744315"/>
            <a:ext cx="137160" cy="137160"/>
          </a:xfrm>
          <a:prstGeom prst="ellipse">
            <a:avLst/>
          </a:prstGeom>
          <a:solidFill>
            <a:srgbClr val="C2352F"/>
          </a:solidFill>
          <a:ln/>
        </p:spPr>
      </p:sp>
      <p:sp>
        <p:nvSpPr>
          <p:cNvPr id="141" name="Text 13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42" name="Text 14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43" name="Text 14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44" name="Text 14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45" name="Shape 143"/>
          <p:cNvSpPr/>
          <p:nvPr/>
        </p:nvSpPr>
        <p:spPr>
          <a:xfrm>
            <a:off x="8487596" y="2201821"/>
            <a:ext cx="269238" cy="27432"/>
          </a:xfrm>
          <a:prstGeom prst="rect">
            <a:avLst/>
          </a:prstGeom>
          <a:solidFill>
            <a:srgbClr val="D9D9D9"/>
          </a:solidFill>
          <a:ln/>
        </p:spPr>
      </p:sp>
      <p:sp>
        <p:nvSpPr>
          <p:cNvPr id="146" name="Shape 144"/>
          <p:cNvSpPr/>
          <p:nvPr/>
        </p:nvSpPr>
        <p:spPr>
          <a:xfrm>
            <a:off x="8688254" y="2146957"/>
            <a:ext cx="137160" cy="137160"/>
          </a:xfrm>
          <a:prstGeom prst="ellipse">
            <a:avLst/>
          </a:prstGeom>
          <a:solidFill>
            <a:srgbClr val="0B2C4A"/>
          </a:solidFill>
          <a:ln/>
        </p:spPr>
      </p:sp>
      <p:sp>
        <p:nvSpPr>
          <p:cNvPr id="147" name="Shape 145"/>
          <p:cNvSpPr/>
          <p:nvPr/>
        </p:nvSpPr>
        <p:spPr>
          <a:xfrm>
            <a:off x="8419016" y="2146957"/>
            <a:ext cx="137160" cy="137160"/>
          </a:xfrm>
          <a:prstGeom prst="ellipse">
            <a:avLst/>
          </a:prstGeom>
          <a:solidFill>
            <a:srgbClr val="C2352F"/>
          </a:solidFill>
          <a:ln/>
        </p:spPr>
      </p:sp>
      <p:sp>
        <p:nvSpPr>
          <p:cNvPr id="148" name="Text 146"/>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49" name="Text 147"/>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50" name="Text 148"/>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51" name="Shape 149"/>
          <p:cNvSpPr/>
          <p:nvPr/>
        </p:nvSpPr>
        <p:spPr>
          <a:xfrm>
            <a:off x="6135624" y="2327955"/>
            <a:ext cx="5394960" cy="224835"/>
          </a:xfrm>
          <a:prstGeom prst="rect">
            <a:avLst/>
          </a:prstGeom>
          <a:solidFill>
            <a:srgbClr val="F7F7F7"/>
          </a:solidFill>
          <a:ln/>
        </p:spPr>
      </p:sp>
      <p:sp>
        <p:nvSpPr>
          <p:cNvPr id="152" name="Text 150"/>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3" name="Shape 151"/>
          <p:cNvSpPr/>
          <p:nvPr/>
        </p:nvSpPr>
        <p:spPr>
          <a:xfrm>
            <a:off x="8864741" y="2426656"/>
            <a:ext cx="281040" cy="27432"/>
          </a:xfrm>
          <a:prstGeom prst="rect">
            <a:avLst/>
          </a:prstGeom>
          <a:solidFill>
            <a:srgbClr val="D9D9D9"/>
          </a:solidFill>
          <a:ln/>
        </p:spPr>
      </p:sp>
      <p:sp>
        <p:nvSpPr>
          <p:cNvPr id="154" name="Shape 152"/>
          <p:cNvSpPr/>
          <p:nvPr/>
        </p:nvSpPr>
        <p:spPr>
          <a:xfrm>
            <a:off x="9077201" y="2371792"/>
            <a:ext cx="137160" cy="137160"/>
          </a:xfrm>
          <a:prstGeom prst="ellipse">
            <a:avLst/>
          </a:prstGeom>
          <a:solidFill>
            <a:srgbClr val="0B2C4A"/>
          </a:solidFill>
          <a:ln/>
        </p:spPr>
      </p:sp>
      <p:sp>
        <p:nvSpPr>
          <p:cNvPr id="155" name="Shape 153"/>
          <p:cNvSpPr/>
          <p:nvPr/>
        </p:nvSpPr>
        <p:spPr>
          <a:xfrm>
            <a:off x="8796161" y="2371792"/>
            <a:ext cx="137160" cy="137160"/>
          </a:xfrm>
          <a:prstGeom prst="ellipse">
            <a:avLst/>
          </a:prstGeom>
          <a:solidFill>
            <a:srgbClr val="C2352F"/>
          </a:solidFill>
          <a:ln/>
        </p:spPr>
      </p:sp>
      <p:sp>
        <p:nvSpPr>
          <p:cNvPr id="156" name="Text 154"/>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57" name="Text 155"/>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58" name="Text 156"/>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59" name="Text 157"/>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60" name="Shape 158"/>
          <p:cNvSpPr/>
          <p:nvPr/>
        </p:nvSpPr>
        <p:spPr>
          <a:xfrm>
            <a:off x="9028280" y="2651491"/>
            <a:ext cx="281876" cy="27432"/>
          </a:xfrm>
          <a:prstGeom prst="rect">
            <a:avLst/>
          </a:prstGeom>
          <a:solidFill>
            <a:srgbClr val="D9D9D9"/>
          </a:solidFill>
          <a:ln/>
        </p:spPr>
      </p:sp>
      <p:sp>
        <p:nvSpPr>
          <p:cNvPr id="161" name="Shape 159"/>
          <p:cNvSpPr/>
          <p:nvPr/>
        </p:nvSpPr>
        <p:spPr>
          <a:xfrm>
            <a:off x="9241576" y="2596627"/>
            <a:ext cx="137160" cy="137160"/>
          </a:xfrm>
          <a:prstGeom prst="ellipse">
            <a:avLst/>
          </a:prstGeom>
          <a:solidFill>
            <a:srgbClr val="0B2C4A"/>
          </a:solidFill>
          <a:ln/>
        </p:spPr>
      </p:sp>
      <p:sp>
        <p:nvSpPr>
          <p:cNvPr id="162" name="Shape 160"/>
          <p:cNvSpPr/>
          <p:nvPr/>
        </p:nvSpPr>
        <p:spPr>
          <a:xfrm>
            <a:off x="8959700" y="2596627"/>
            <a:ext cx="137160" cy="137160"/>
          </a:xfrm>
          <a:prstGeom prst="ellipse">
            <a:avLst/>
          </a:prstGeom>
          <a:solidFill>
            <a:srgbClr val="C2352F"/>
          </a:solidFill>
          <a:ln/>
        </p:spPr>
      </p:sp>
      <p:sp>
        <p:nvSpPr>
          <p:cNvPr id="163" name="Text 161"/>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64" name="Text 162"/>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65" name="Text 163"/>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66" name="Shape 164"/>
          <p:cNvSpPr/>
          <p:nvPr/>
        </p:nvSpPr>
        <p:spPr>
          <a:xfrm>
            <a:off x="6135624" y="2777624"/>
            <a:ext cx="5394960" cy="224835"/>
          </a:xfrm>
          <a:prstGeom prst="rect">
            <a:avLst/>
          </a:prstGeom>
          <a:solidFill>
            <a:srgbClr val="F7F7F7"/>
          </a:solidFill>
          <a:ln/>
        </p:spPr>
      </p:sp>
      <p:sp>
        <p:nvSpPr>
          <p:cNvPr id="167" name="Text 165"/>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8" name="Shape 166"/>
          <p:cNvSpPr/>
          <p:nvPr/>
        </p:nvSpPr>
        <p:spPr>
          <a:xfrm>
            <a:off x="8809703" y="2876326"/>
            <a:ext cx="304317" cy="27432"/>
          </a:xfrm>
          <a:prstGeom prst="rect">
            <a:avLst/>
          </a:prstGeom>
          <a:solidFill>
            <a:srgbClr val="D9D9D9"/>
          </a:solidFill>
          <a:ln/>
        </p:spPr>
      </p:sp>
      <p:sp>
        <p:nvSpPr>
          <p:cNvPr id="169" name="Shape 167"/>
          <p:cNvSpPr/>
          <p:nvPr/>
        </p:nvSpPr>
        <p:spPr>
          <a:xfrm>
            <a:off x="9045441" y="2821462"/>
            <a:ext cx="137160" cy="137160"/>
          </a:xfrm>
          <a:prstGeom prst="ellipse">
            <a:avLst/>
          </a:prstGeom>
          <a:solidFill>
            <a:srgbClr val="0B2C4A"/>
          </a:solidFill>
          <a:ln/>
        </p:spPr>
      </p:sp>
      <p:sp>
        <p:nvSpPr>
          <p:cNvPr id="170" name="Shape 168"/>
          <p:cNvSpPr/>
          <p:nvPr/>
        </p:nvSpPr>
        <p:spPr>
          <a:xfrm>
            <a:off x="8741123" y="2821462"/>
            <a:ext cx="137160" cy="137160"/>
          </a:xfrm>
          <a:prstGeom prst="ellipse">
            <a:avLst/>
          </a:prstGeom>
          <a:solidFill>
            <a:srgbClr val="C2352F"/>
          </a:solidFill>
          <a:ln/>
        </p:spPr>
      </p:sp>
      <p:sp>
        <p:nvSpPr>
          <p:cNvPr id="171" name="Text 169"/>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72" name="Text 170"/>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73" name="Text 171"/>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74" name="Text 172"/>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5" name="Shape 173"/>
          <p:cNvSpPr/>
          <p:nvPr/>
        </p:nvSpPr>
        <p:spPr>
          <a:xfrm>
            <a:off x="8785895" y="3101161"/>
            <a:ext cx="309616" cy="27432"/>
          </a:xfrm>
          <a:prstGeom prst="rect">
            <a:avLst/>
          </a:prstGeom>
          <a:solidFill>
            <a:srgbClr val="D9D9D9"/>
          </a:solidFill>
          <a:ln/>
        </p:spPr>
      </p:sp>
      <p:sp>
        <p:nvSpPr>
          <p:cNvPr id="176" name="Shape 174"/>
          <p:cNvSpPr/>
          <p:nvPr/>
        </p:nvSpPr>
        <p:spPr>
          <a:xfrm>
            <a:off x="9026931" y="3046297"/>
            <a:ext cx="137160" cy="137160"/>
          </a:xfrm>
          <a:prstGeom prst="ellipse">
            <a:avLst/>
          </a:prstGeom>
          <a:solidFill>
            <a:srgbClr val="0B2C4A"/>
          </a:solidFill>
          <a:ln/>
        </p:spPr>
      </p:sp>
      <p:sp>
        <p:nvSpPr>
          <p:cNvPr id="177" name="Shape 175"/>
          <p:cNvSpPr/>
          <p:nvPr/>
        </p:nvSpPr>
        <p:spPr>
          <a:xfrm>
            <a:off x="8717315" y="3046297"/>
            <a:ext cx="137160" cy="137160"/>
          </a:xfrm>
          <a:prstGeom prst="ellipse">
            <a:avLst/>
          </a:prstGeom>
          <a:solidFill>
            <a:srgbClr val="C2352F"/>
          </a:solidFill>
          <a:ln/>
        </p:spPr>
      </p:sp>
      <p:sp>
        <p:nvSpPr>
          <p:cNvPr id="178" name="Text 17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79" name="Text 17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80" name="Text 17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81" name="Shape 179"/>
          <p:cNvSpPr/>
          <p:nvPr/>
        </p:nvSpPr>
        <p:spPr>
          <a:xfrm>
            <a:off x="6135624" y="3227294"/>
            <a:ext cx="5394960" cy="224835"/>
          </a:xfrm>
          <a:prstGeom prst="rect">
            <a:avLst/>
          </a:prstGeom>
          <a:solidFill>
            <a:srgbClr val="F7F7F7"/>
          </a:solidFill>
          <a:ln/>
        </p:spPr>
      </p:sp>
      <p:sp>
        <p:nvSpPr>
          <p:cNvPr id="182" name="Text 18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83" name="Shape 181"/>
          <p:cNvSpPr/>
          <p:nvPr/>
        </p:nvSpPr>
        <p:spPr>
          <a:xfrm>
            <a:off x="8728317" y="3325996"/>
            <a:ext cx="317185" cy="27432"/>
          </a:xfrm>
          <a:prstGeom prst="rect">
            <a:avLst/>
          </a:prstGeom>
          <a:solidFill>
            <a:srgbClr val="D9D9D9"/>
          </a:solidFill>
          <a:ln/>
        </p:spPr>
      </p:sp>
      <p:sp>
        <p:nvSpPr>
          <p:cNvPr id="184" name="Shape 182"/>
          <p:cNvSpPr/>
          <p:nvPr/>
        </p:nvSpPr>
        <p:spPr>
          <a:xfrm>
            <a:off x="8976922" y="3271132"/>
            <a:ext cx="137160" cy="137160"/>
          </a:xfrm>
          <a:prstGeom prst="ellipse">
            <a:avLst/>
          </a:prstGeom>
          <a:solidFill>
            <a:srgbClr val="0B2C4A"/>
          </a:solidFill>
          <a:ln/>
        </p:spPr>
      </p:sp>
      <p:sp>
        <p:nvSpPr>
          <p:cNvPr id="185" name="Shape 183"/>
          <p:cNvSpPr/>
          <p:nvPr/>
        </p:nvSpPr>
        <p:spPr>
          <a:xfrm>
            <a:off x="8659737" y="3271132"/>
            <a:ext cx="137160" cy="137160"/>
          </a:xfrm>
          <a:prstGeom prst="ellipse">
            <a:avLst/>
          </a:prstGeom>
          <a:solidFill>
            <a:srgbClr val="C2352F"/>
          </a:solidFill>
          <a:ln/>
        </p:spPr>
      </p:sp>
      <p:sp>
        <p:nvSpPr>
          <p:cNvPr id="186" name="Text 184"/>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87" name="Text 185"/>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88" name="Text 186"/>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89" name="Text 187"/>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717087" y="3550830"/>
            <a:ext cx="358717" cy="27432"/>
          </a:xfrm>
          <a:prstGeom prst="rect">
            <a:avLst/>
          </a:prstGeom>
          <a:solidFill>
            <a:srgbClr val="D9D9D9"/>
          </a:solidFill>
          <a:ln/>
        </p:spPr>
      </p:sp>
      <p:sp>
        <p:nvSpPr>
          <p:cNvPr id="191" name="Shape 189"/>
          <p:cNvSpPr/>
          <p:nvPr/>
        </p:nvSpPr>
        <p:spPr>
          <a:xfrm>
            <a:off x="9007225" y="3495966"/>
            <a:ext cx="137160" cy="137160"/>
          </a:xfrm>
          <a:prstGeom prst="ellipse">
            <a:avLst/>
          </a:prstGeom>
          <a:solidFill>
            <a:srgbClr val="0B2C4A"/>
          </a:solidFill>
          <a:ln/>
        </p:spPr>
      </p:sp>
      <p:sp>
        <p:nvSpPr>
          <p:cNvPr id="192" name="Shape 190"/>
          <p:cNvSpPr/>
          <p:nvPr/>
        </p:nvSpPr>
        <p:spPr>
          <a:xfrm>
            <a:off x="8648507" y="3495966"/>
            <a:ext cx="137160" cy="137160"/>
          </a:xfrm>
          <a:prstGeom prst="ellipse">
            <a:avLst/>
          </a:prstGeom>
          <a:solidFill>
            <a:srgbClr val="C2352F"/>
          </a:solidFill>
          <a:ln/>
        </p:spPr>
      </p:sp>
      <p:sp>
        <p:nvSpPr>
          <p:cNvPr id="193" name="Text 191"/>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94" name="Text 192"/>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95" name="Text 193"/>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96" name="Shape 194"/>
          <p:cNvSpPr/>
          <p:nvPr/>
        </p:nvSpPr>
        <p:spPr>
          <a:xfrm>
            <a:off x="6135624" y="3676964"/>
            <a:ext cx="5394960" cy="224835"/>
          </a:xfrm>
          <a:prstGeom prst="rect">
            <a:avLst/>
          </a:prstGeom>
          <a:solidFill>
            <a:srgbClr val="F7F7F7"/>
          </a:solidFill>
          <a:ln/>
        </p:spPr>
      </p:sp>
      <p:sp>
        <p:nvSpPr>
          <p:cNvPr id="197" name="Text 195"/>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98" name="Shape 196"/>
          <p:cNvSpPr/>
          <p:nvPr/>
        </p:nvSpPr>
        <p:spPr>
          <a:xfrm>
            <a:off x="8512041" y="3775665"/>
            <a:ext cx="362283" cy="27432"/>
          </a:xfrm>
          <a:prstGeom prst="rect">
            <a:avLst/>
          </a:prstGeom>
          <a:solidFill>
            <a:srgbClr val="D9D9D9"/>
          </a:solidFill>
          <a:ln/>
        </p:spPr>
      </p:sp>
      <p:sp>
        <p:nvSpPr>
          <p:cNvPr id="199" name="Shape 197"/>
          <p:cNvSpPr/>
          <p:nvPr/>
        </p:nvSpPr>
        <p:spPr>
          <a:xfrm>
            <a:off x="8805744" y="3720801"/>
            <a:ext cx="137160" cy="137160"/>
          </a:xfrm>
          <a:prstGeom prst="ellipse">
            <a:avLst/>
          </a:prstGeom>
          <a:solidFill>
            <a:srgbClr val="0B2C4A"/>
          </a:solidFill>
          <a:ln/>
        </p:spPr>
      </p:sp>
      <p:sp>
        <p:nvSpPr>
          <p:cNvPr id="200" name="Shape 198"/>
          <p:cNvSpPr/>
          <p:nvPr/>
        </p:nvSpPr>
        <p:spPr>
          <a:xfrm>
            <a:off x="8443461" y="3720801"/>
            <a:ext cx="137160" cy="137160"/>
          </a:xfrm>
          <a:prstGeom prst="ellipse">
            <a:avLst/>
          </a:prstGeom>
          <a:solidFill>
            <a:srgbClr val="C2352F"/>
          </a:solidFill>
          <a:ln/>
        </p:spPr>
      </p:sp>
      <p:sp>
        <p:nvSpPr>
          <p:cNvPr id="201" name="Text 199"/>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202" name="Text 200"/>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203" name="Text 201"/>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204" name="Text 202"/>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5" name="Shape 203"/>
          <p:cNvSpPr/>
          <p:nvPr/>
        </p:nvSpPr>
        <p:spPr>
          <a:xfrm>
            <a:off x="8687444" y="4000500"/>
            <a:ext cx="365880" cy="27432"/>
          </a:xfrm>
          <a:prstGeom prst="rect">
            <a:avLst/>
          </a:prstGeom>
          <a:solidFill>
            <a:srgbClr val="D9D9D9"/>
          </a:solidFill>
          <a:ln/>
        </p:spPr>
      </p:sp>
      <p:sp>
        <p:nvSpPr>
          <p:cNvPr id="206" name="Shape 204"/>
          <p:cNvSpPr/>
          <p:nvPr/>
        </p:nvSpPr>
        <p:spPr>
          <a:xfrm>
            <a:off x="8984744" y="3945636"/>
            <a:ext cx="137160" cy="137160"/>
          </a:xfrm>
          <a:prstGeom prst="ellipse">
            <a:avLst/>
          </a:prstGeom>
          <a:solidFill>
            <a:srgbClr val="0B2C4A"/>
          </a:solidFill>
          <a:ln/>
        </p:spPr>
      </p:sp>
      <p:sp>
        <p:nvSpPr>
          <p:cNvPr id="207" name="Shape 205"/>
          <p:cNvSpPr/>
          <p:nvPr/>
        </p:nvSpPr>
        <p:spPr>
          <a:xfrm>
            <a:off x="8618864" y="3945636"/>
            <a:ext cx="137160" cy="137160"/>
          </a:xfrm>
          <a:prstGeom prst="ellipse">
            <a:avLst/>
          </a:prstGeom>
          <a:solidFill>
            <a:srgbClr val="C2352F"/>
          </a:solidFill>
          <a:ln/>
        </p:spPr>
      </p:sp>
      <p:sp>
        <p:nvSpPr>
          <p:cNvPr id="208" name="Text 206"/>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209" name="Text 207"/>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210" name="Text 208"/>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1" name="Shape 209"/>
          <p:cNvSpPr/>
          <p:nvPr/>
        </p:nvSpPr>
        <p:spPr>
          <a:xfrm>
            <a:off x="6135624" y="4126633"/>
            <a:ext cx="5394960" cy="224835"/>
          </a:xfrm>
          <a:prstGeom prst="rect">
            <a:avLst/>
          </a:prstGeom>
          <a:solidFill>
            <a:srgbClr val="F7F7F7"/>
          </a:solidFill>
          <a:ln/>
        </p:spPr>
      </p:sp>
      <p:sp>
        <p:nvSpPr>
          <p:cNvPr id="212" name="Text 210"/>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13" name="Shape 211"/>
          <p:cNvSpPr/>
          <p:nvPr/>
        </p:nvSpPr>
        <p:spPr>
          <a:xfrm>
            <a:off x="8654442" y="4225335"/>
            <a:ext cx="367907" cy="27432"/>
          </a:xfrm>
          <a:prstGeom prst="rect">
            <a:avLst/>
          </a:prstGeom>
          <a:solidFill>
            <a:srgbClr val="D9D9D9"/>
          </a:solidFill>
          <a:ln/>
        </p:spPr>
      </p:sp>
      <p:sp>
        <p:nvSpPr>
          <p:cNvPr id="214" name="Shape 212"/>
          <p:cNvSpPr/>
          <p:nvPr/>
        </p:nvSpPr>
        <p:spPr>
          <a:xfrm>
            <a:off x="8953769" y="4170471"/>
            <a:ext cx="137160" cy="137160"/>
          </a:xfrm>
          <a:prstGeom prst="ellipse">
            <a:avLst/>
          </a:prstGeom>
          <a:solidFill>
            <a:srgbClr val="0B2C4A"/>
          </a:solidFill>
          <a:ln/>
        </p:spPr>
      </p:sp>
      <p:sp>
        <p:nvSpPr>
          <p:cNvPr id="215" name="Shape 213"/>
          <p:cNvSpPr/>
          <p:nvPr/>
        </p:nvSpPr>
        <p:spPr>
          <a:xfrm>
            <a:off x="8585862" y="4170471"/>
            <a:ext cx="137160" cy="137160"/>
          </a:xfrm>
          <a:prstGeom prst="ellipse">
            <a:avLst/>
          </a:prstGeom>
          <a:solidFill>
            <a:srgbClr val="C2352F"/>
          </a:solidFill>
          <a:ln/>
        </p:spPr>
      </p:sp>
      <p:sp>
        <p:nvSpPr>
          <p:cNvPr id="216" name="Text 21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217" name="Text 21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218" name="Text 21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219" name="Text 21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0" name="Shape 218"/>
          <p:cNvSpPr/>
          <p:nvPr/>
        </p:nvSpPr>
        <p:spPr>
          <a:xfrm>
            <a:off x="8770408" y="4450170"/>
            <a:ext cx="389809" cy="27432"/>
          </a:xfrm>
          <a:prstGeom prst="rect">
            <a:avLst/>
          </a:prstGeom>
          <a:solidFill>
            <a:srgbClr val="D9D9D9"/>
          </a:solidFill>
          <a:ln/>
        </p:spPr>
      </p:sp>
      <p:sp>
        <p:nvSpPr>
          <p:cNvPr id="221" name="Shape 219"/>
          <p:cNvSpPr/>
          <p:nvPr/>
        </p:nvSpPr>
        <p:spPr>
          <a:xfrm>
            <a:off x="9091637" y="4395306"/>
            <a:ext cx="137160" cy="137160"/>
          </a:xfrm>
          <a:prstGeom prst="ellipse">
            <a:avLst/>
          </a:prstGeom>
          <a:solidFill>
            <a:srgbClr val="0B2C4A"/>
          </a:solidFill>
          <a:ln/>
        </p:spPr>
      </p:sp>
      <p:sp>
        <p:nvSpPr>
          <p:cNvPr id="222" name="Shape 220"/>
          <p:cNvSpPr/>
          <p:nvPr/>
        </p:nvSpPr>
        <p:spPr>
          <a:xfrm>
            <a:off x="8701828" y="4395306"/>
            <a:ext cx="137160" cy="137160"/>
          </a:xfrm>
          <a:prstGeom prst="ellipse">
            <a:avLst/>
          </a:prstGeom>
          <a:solidFill>
            <a:srgbClr val="C2352F"/>
          </a:solidFill>
          <a:ln/>
        </p:spPr>
      </p:sp>
      <p:sp>
        <p:nvSpPr>
          <p:cNvPr id="223" name="Text 221"/>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224" name="Text 222"/>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225" name="Text 223"/>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226" name="Shape 224"/>
          <p:cNvSpPr/>
          <p:nvPr/>
        </p:nvSpPr>
        <p:spPr>
          <a:xfrm>
            <a:off x="6135624" y="4576303"/>
            <a:ext cx="5394960" cy="224835"/>
          </a:xfrm>
          <a:prstGeom prst="rect">
            <a:avLst/>
          </a:prstGeom>
          <a:solidFill>
            <a:srgbClr val="F7F7F7"/>
          </a:solidFill>
          <a:ln/>
        </p:spPr>
      </p:sp>
      <p:sp>
        <p:nvSpPr>
          <p:cNvPr id="227" name="Text 225"/>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28" name="Shape 226"/>
          <p:cNvSpPr/>
          <p:nvPr/>
        </p:nvSpPr>
        <p:spPr>
          <a:xfrm>
            <a:off x="8425794" y="4675004"/>
            <a:ext cx="402892" cy="27432"/>
          </a:xfrm>
          <a:prstGeom prst="rect">
            <a:avLst/>
          </a:prstGeom>
          <a:solidFill>
            <a:srgbClr val="D9D9D9"/>
          </a:solidFill>
          <a:ln/>
        </p:spPr>
      </p:sp>
      <p:sp>
        <p:nvSpPr>
          <p:cNvPr id="229" name="Shape 227"/>
          <p:cNvSpPr/>
          <p:nvPr/>
        </p:nvSpPr>
        <p:spPr>
          <a:xfrm>
            <a:off x="8760105" y="4620140"/>
            <a:ext cx="137160" cy="137160"/>
          </a:xfrm>
          <a:prstGeom prst="ellipse">
            <a:avLst/>
          </a:prstGeom>
          <a:solidFill>
            <a:srgbClr val="0B2C4A"/>
          </a:solidFill>
          <a:ln/>
        </p:spPr>
      </p:sp>
      <p:sp>
        <p:nvSpPr>
          <p:cNvPr id="230" name="Shape 228"/>
          <p:cNvSpPr/>
          <p:nvPr/>
        </p:nvSpPr>
        <p:spPr>
          <a:xfrm>
            <a:off x="8357214" y="4620140"/>
            <a:ext cx="137160" cy="137160"/>
          </a:xfrm>
          <a:prstGeom prst="ellipse">
            <a:avLst/>
          </a:prstGeom>
          <a:solidFill>
            <a:srgbClr val="C2352F"/>
          </a:solidFill>
          <a:ln/>
        </p:spPr>
      </p:sp>
      <p:sp>
        <p:nvSpPr>
          <p:cNvPr id="231" name="Text 229"/>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232" name="Text 230"/>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233" name="Text 231"/>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234" name="Text 232"/>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5" name="Shape 233"/>
          <p:cNvSpPr/>
          <p:nvPr/>
        </p:nvSpPr>
        <p:spPr>
          <a:xfrm>
            <a:off x="8627876" y="4899839"/>
            <a:ext cx="523192" cy="27432"/>
          </a:xfrm>
          <a:prstGeom prst="rect">
            <a:avLst/>
          </a:prstGeom>
          <a:solidFill>
            <a:srgbClr val="D9D9D9"/>
          </a:solidFill>
          <a:ln/>
        </p:spPr>
      </p:sp>
      <p:sp>
        <p:nvSpPr>
          <p:cNvPr id="236" name="Shape 234"/>
          <p:cNvSpPr/>
          <p:nvPr/>
        </p:nvSpPr>
        <p:spPr>
          <a:xfrm>
            <a:off x="9082487" y="4844975"/>
            <a:ext cx="137160" cy="137160"/>
          </a:xfrm>
          <a:prstGeom prst="ellipse">
            <a:avLst/>
          </a:prstGeom>
          <a:solidFill>
            <a:srgbClr val="0B2C4A"/>
          </a:solidFill>
          <a:ln/>
        </p:spPr>
      </p:sp>
      <p:sp>
        <p:nvSpPr>
          <p:cNvPr id="237" name="Shape 235"/>
          <p:cNvSpPr/>
          <p:nvPr/>
        </p:nvSpPr>
        <p:spPr>
          <a:xfrm>
            <a:off x="8559296" y="4844975"/>
            <a:ext cx="137160" cy="137160"/>
          </a:xfrm>
          <a:prstGeom prst="ellipse">
            <a:avLst/>
          </a:prstGeom>
          <a:solidFill>
            <a:srgbClr val="C2352F"/>
          </a:solidFill>
          <a:ln/>
        </p:spPr>
      </p:sp>
      <p:sp>
        <p:nvSpPr>
          <p:cNvPr id="238" name="Text 236"/>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239" name="Text 237"/>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240" name="Text 238"/>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241" name="Shape 239"/>
          <p:cNvSpPr/>
          <p:nvPr/>
        </p:nvSpPr>
        <p:spPr>
          <a:xfrm>
            <a:off x="6135624" y="5025973"/>
            <a:ext cx="5394960" cy="224835"/>
          </a:xfrm>
          <a:prstGeom prst="rect">
            <a:avLst/>
          </a:prstGeom>
          <a:solidFill>
            <a:srgbClr val="F7F7F7"/>
          </a:solidFill>
          <a:ln/>
        </p:spPr>
      </p:sp>
      <p:sp>
        <p:nvSpPr>
          <p:cNvPr id="242" name="Text 240"/>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3" name="Shape 241"/>
          <p:cNvSpPr/>
          <p:nvPr/>
        </p:nvSpPr>
        <p:spPr>
          <a:xfrm>
            <a:off x="8579382" y="5124674"/>
            <a:ext cx="529999" cy="27432"/>
          </a:xfrm>
          <a:prstGeom prst="rect">
            <a:avLst/>
          </a:prstGeom>
          <a:solidFill>
            <a:srgbClr val="D9D9D9"/>
          </a:solidFill>
          <a:ln/>
        </p:spPr>
      </p:sp>
      <p:sp>
        <p:nvSpPr>
          <p:cNvPr id="244" name="Shape 242"/>
          <p:cNvSpPr/>
          <p:nvPr/>
        </p:nvSpPr>
        <p:spPr>
          <a:xfrm>
            <a:off x="9040801" y="5069810"/>
            <a:ext cx="137160" cy="137160"/>
          </a:xfrm>
          <a:prstGeom prst="ellipse">
            <a:avLst/>
          </a:prstGeom>
          <a:solidFill>
            <a:srgbClr val="0B2C4A"/>
          </a:solidFill>
          <a:ln/>
        </p:spPr>
      </p:sp>
      <p:sp>
        <p:nvSpPr>
          <p:cNvPr id="245" name="Shape 243"/>
          <p:cNvSpPr/>
          <p:nvPr/>
        </p:nvSpPr>
        <p:spPr>
          <a:xfrm>
            <a:off x="8510802" y="5069810"/>
            <a:ext cx="137160" cy="137160"/>
          </a:xfrm>
          <a:prstGeom prst="ellipse">
            <a:avLst/>
          </a:prstGeom>
          <a:solidFill>
            <a:srgbClr val="C2352F"/>
          </a:solidFill>
          <a:ln/>
        </p:spPr>
      </p:sp>
      <p:sp>
        <p:nvSpPr>
          <p:cNvPr id="246" name="Text 244"/>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247" name="Text 245"/>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248" name="Text 246"/>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249" name="Text 247"/>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50" name="Shape 248"/>
          <p:cNvSpPr/>
          <p:nvPr/>
        </p:nvSpPr>
        <p:spPr>
          <a:xfrm>
            <a:off x="8614506" y="5349509"/>
            <a:ext cx="554833" cy="27432"/>
          </a:xfrm>
          <a:prstGeom prst="rect">
            <a:avLst/>
          </a:prstGeom>
          <a:solidFill>
            <a:srgbClr val="D9D9D9"/>
          </a:solidFill>
          <a:ln/>
        </p:spPr>
      </p:sp>
      <p:sp>
        <p:nvSpPr>
          <p:cNvPr id="251" name="Shape 249"/>
          <p:cNvSpPr/>
          <p:nvPr/>
        </p:nvSpPr>
        <p:spPr>
          <a:xfrm>
            <a:off x="9100759" y="5294645"/>
            <a:ext cx="137160" cy="137160"/>
          </a:xfrm>
          <a:prstGeom prst="ellipse">
            <a:avLst/>
          </a:prstGeom>
          <a:solidFill>
            <a:srgbClr val="0B2C4A"/>
          </a:solidFill>
          <a:ln/>
        </p:spPr>
      </p:sp>
      <p:sp>
        <p:nvSpPr>
          <p:cNvPr id="252" name="Shape 250"/>
          <p:cNvSpPr/>
          <p:nvPr/>
        </p:nvSpPr>
        <p:spPr>
          <a:xfrm>
            <a:off x="8545926" y="5294645"/>
            <a:ext cx="137160" cy="137160"/>
          </a:xfrm>
          <a:prstGeom prst="ellipse">
            <a:avLst/>
          </a:prstGeom>
          <a:solidFill>
            <a:srgbClr val="C2352F"/>
          </a:solidFill>
          <a:ln/>
        </p:spPr>
      </p:sp>
      <p:sp>
        <p:nvSpPr>
          <p:cNvPr id="253" name="Text 25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254" name="Text 25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255" name="Text 25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256" name="Shape 254"/>
          <p:cNvSpPr/>
          <p:nvPr/>
        </p:nvSpPr>
        <p:spPr>
          <a:xfrm>
            <a:off x="6135624" y="5475642"/>
            <a:ext cx="5394960" cy="224835"/>
          </a:xfrm>
          <a:prstGeom prst="rect">
            <a:avLst/>
          </a:prstGeom>
          <a:solidFill>
            <a:srgbClr val="F7F7F7"/>
          </a:solidFill>
          <a:ln/>
        </p:spPr>
      </p:sp>
      <p:sp>
        <p:nvSpPr>
          <p:cNvPr id="257" name="Text 25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58" name="Shape 256"/>
          <p:cNvSpPr/>
          <p:nvPr/>
        </p:nvSpPr>
        <p:spPr>
          <a:xfrm>
            <a:off x="8453821" y="5574344"/>
            <a:ext cx="631638" cy="27432"/>
          </a:xfrm>
          <a:prstGeom prst="rect">
            <a:avLst/>
          </a:prstGeom>
          <a:solidFill>
            <a:srgbClr val="D9D9D9"/>
          </a:solidFill>
          <a:ln/>
        </p:spPr>
      </p:sp>
      <p:sp>
        <p:nvSpPr>
          <p:cNvPr id="259" name="Shape 257"/>
          <p:cNvSpPr/>
          <p:nvPr/>
        </p:nvSpPr>
        <p:spPr>
          <a:xfrm>
            <a:off x="9016879" y="5519480"/>
            <a:ext cx="137160" cy="137160"/>
          </a:xfrm>
          <a:prstGeom prst="ellipse">
            <a:avLst/>
          </a:prstGeom>
          <a:solidFill>
            <a:srgbClr val="0B2C4A"/>
          </a:solidFill>
          <a:ln/>
        </p:spPr>
      </p:sp>
      <p:sp>
        <p:nvSpPr>
          <p:cNvPr id="260" name="Shape 258"/>
          <p:cNvSpPr/>
          <p:nvPr/>
        </p:nvSpPr>
        <p:spPr>
          <a:xfrm>
            <a:off x="8385241" y="5519480"/>
            <a:ext cx="137160" cy="137160"/>
          </a:xfrm>
          <a:prstGeom prst="ellipse">
            <a:avLst/>
          </a:prstGeom>
          <a:solidFill>
            <a:srgbClr val="C2352F"/>
          </a:solidFill>
          <a:ln/>
        </p:spPr>
      </p:sp>
      <p:sp>
        <p:nvSpPr>
          <p:cNvPr id="261" name="Text 259"/>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62" name="Text 260"/>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63" name="Text 261"/>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64" name="Shape 262"/>
          <p:cNvSpPr/>
          <p:nvPr/>
        </p:nvSpPr>
        <p:spPr>
          <a:xfrm>
            <a:off x="457200" y="6126480"/>
            <a:ext cx="11274552" cy="600456"/>
          </a:xfrm>
          <a:prstGeom prst="rect">
            <a:avLst/>
          </a:prstGeom>
          <a:solidFill>
            <a:srgbClr val="EDF4FA"/>
          </a:solidFill>
          <a:ln/>
        </p:spPr>
      </p:sp>
      <p:sp>
        <p:nvSpPr>
          <p:cNvPr id="265" name="Text 263"/>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HEADCOUNT TREND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7589520" cy="4782312"/>
          </a:xfrm>
          <a:prstGeom prst="rect">
            <a:avLst/>
          </a:prstGeom>
          <a:solidFill>
            <a:srgbClr val="FFFFFF"/>
          </a:solidFill>
          <a:ln/>
        </p:spPr>
      </p:sp>
      <p:sp>
        <p:nvSpPr>
          <p:cNvPr id="6" name="Text 4"/>
          <p:cNvSpPr txBox="1"/>
          <p:nvPr/>
        </p:nvSpPr>
        <p:spPr>
          <a:xfrm>
            <a:off x="685800" y="1344168"/>
            <a:ext cx="713232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January–September</a:t>
            </a:r>
            <a:endParaRPr lang="en-US" sz="1500" dirty="0"/>
          </a:p>
        </p:txBody>
      </p:sp>
      <p:sp>
        <p:nvSpPr>
          <p:cNvPr id="7" name="Shape 5"/>
          <p:cNvSpPr/>
          <p:nvPr/>
        </p:nvSpPr>
        <p:spPr>
          <a:xfrm>
            <a:off x="685800" y="1691640"/>
            <a:ext cx="7132320" cy="10973"/>
          </a:xfrm>
          <a:prstGeom prst="rect">
            <a:avLst/>
          </a:prstGeom>
          <a:solidFill>
            <a:srgbClr val="1A1A1A"/>
          </a:solidFill>
          <a:ln/>
        </p:spPr>
      </p:sp>
      <p:graphicFrame>
        <p:nvGraphicFramePr>
          <p:cNvPr id="8" name="Chart 0" descr=""/>
          <p:cNvGraphicFramePr/>
          <p:nvPr/>
        </p:nvGraphicFramePr>
        <p:xfrm>
          <a:off x="621792" y="1773936"/>
          <a:ext cx="7260336" cy="4123944"/>
        </p:xfrm>
        <a:graphic>
          <a:graphicData uri="http://schemas.openxmlformats.org/drawingml/2006/chart">
            <c:chart xmlns:c="http://schemas.openxmlformats.org/drawingml/2006/chart" r:id="rId2"/>
          </a:graphicData>
        </a:graphic>
      </p:graphicFrame>
      <p:sp>
        <p:nvSpPr>
          <p:cNvPr id="9" name="Shape 6"/>
          <p:cNvSpPr/>
          <p:nvPr/>
        </p:nvSpPr>
        <p:spPr>
          <a:xfrm>
            <a:off x="8229600" y="1207008"/>
            <a:ext cx="3502152" cy="4782312"/>
          </a:xfrm>
          <a:prstGeom prst="rect">
            <a:avLst/>
          </a:prstGeom>
          <a:solidFill>
            <a:srgbClr val="FFFFFF"/>
          </a:solidFill>
          <a:ln/>
        </p:spPr>
      </p:sp>
      <p:sp>
        <p:nvSpPr>
          <p:cNvPr id="10" name="Text 7"/>
          <p:cNvSpPr txBox="1"/>
          <p:nvPr/>
        </p:nvSpPr>
        <p:spPr>
          <a:xfrm>
            <a:off x="8458200" y="1344168"/>
            <a:ext cx="30449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it says</a:t>
            </a:r>
            <a:endParaRPr lang="en-US" sz="1500" dirty="0"/>
          </a:p>
        </p:txBody>
      </p:sp>
      <p:sp>
        <p:nvSpPr>
          <p:cNvPr id="11" name="Shape 8"/>
          <p:cNvSpPr/>
          <p:nvPr/>
        </p:nvSpPr>
        <p:spPr>
          <a:xfrm>
            <a:off x="8458200" y="1691640"/>
            <a:ext cx="3044952" cy="10973"/>
          </a:xfrm>
          <a:prstGeom prst="rect">
            <a:avLst/>
          </a:prstGeom>
          <a:solidFill>
            <a:srgbClr val="1A1A1A"/>
          </a:solidFill>
          <a:ln/>
        </p:spPr>
      </p:sp>
      <p:sp>
        <p:nvSpPr>
          <p:cNvPr id="12" name="Shape 9"/>
          <p:cNvSpPr/>
          <p:nvPr/>
        </p:nvSpPr>
        <p:spPr>
          <a:xfrm>
            <a:off x="8458200" y="1938528"/>
            <a:ext cx="100584" cy="100584"/>
          </a:xfrm>
          <a:prstGeom prst="ellipse">
            <a:avLst/>
          </a:prstGeom>
          <a:solidFill>
            <a:srgbClr val="2587C5"/>
          </a:solidFill>
          <a:ln/>
        </p:spPr>
      </p:sp>
      <p:sp>
        <p:nvSpPr>
          <p:cNvPr id="13" name="Text 10"/>
          <p:cNvSpPr txBox="1"/>
          <p:nvPr/>
        </p:nvSpPr>
        <p:spPr>
          <a:xfrm>
            <a:off x="8705088" y="1810512"/>
            <a:ext cx="2834640" cy="1051560"/>
          </a:xfrm>
          <a:prstGeom prst="rect">
            <a:avLst/>
          </a:prstGeom>
          <a:noFill/>
          <a:ln/>
        </p:spPr>
        <p:txBody>
          <a:bodyPr wrap="square" lIns="0" tIns="0" rIns="0" bIns="0" rtlCol="0" anchor="t"/>
          <a:lstStyle/>
          <a:p>
            <a:pPr indent="0" marL="0">
              <a:buNone/>
            </a:pPr>
            <a:r>
              <a:rPr lang="en-US" sz="1500" b="1" dirty="0">
                <a:solidFill>
                  <a:srgbClr val="2587C5"/>
                </a:solidFill>
                <a:latin typeface="Inter" pitchFamily="34" charset="0"/>
                <a:ea typeface="Inter" pitchFamily="34" charset="-122"/>
                <a:cs typeface="Inter" pitchFamily="34" charset="-120"/>
              </a:rPr>
              <a:t>−76 fixed staff, Sep to Sep, to 1,540.</a:t>
            </a:r>
            <a:endParaRPr lang="en-US" sz="1500" dirty="0"/>
          </a:p>
        </p:txBody>
      </p:sp>
      <p:sp>
        <p:nvSpPr>
          <p:cNvPr id="14" name="Shape 11"/>
          <p:cNvSpPr/>
          <p:nvPr/>
        </p:nvSpPr>
        <p:spPr>
          <a:xfrm>
            <a:off x="8458200" y="3072384"/>
            <a:ext cx="100584" cy="100584"/>
          </a:xfrm>
          <a:prstGeom prst="ellipse">
            <a:avLst/>
          </a:prstGeom>
          <a:solidFill>
            <a:srgbClr val="1A1A1A"/>
          </a:solidFill>
          <a:ln/>
        </p:spPr>
      </p:sp>
      <p:sp>
        <p:nvSpPr>
          <p:cNvPr id="15" name="Text 12"/>
          <p:cNvSpPr txBox="1"/>
          <p:nvPr/>
        </p:nvSpPr>
        <p:spPr>
          <a:xfrm>
            <a:off x="8705088" y="2944368"/>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Technicians −17, advisors −7, managers −3.</a:t>
            </a:r>
            <a:endParaRPr lang="en-US" sz="1500" dirty="0"/>
          </a:p>
        </p:txBody>
      </p:sp>
      <p:sp>
        <p:nvSpPr>
          <p:cNvPr id="16" name="Shape 13"/>
          <p:cNvSpPr/>
          <p:nvPr/>
        </p:nvSpPr>
        <p:spPr>
          <a:xfrm>
            <a:off x="8458200" y="4206240"/>
            <a:ext cx="100584" cy="100584"/>
          </a:xfrm>
          <a:prstGeom prst="ellipse">
            <a:avLst/>
          </a:prstGeom>
          <a:solidFill>
            <a:srgbClr val="1A1A1A"/>
          </a:solidFill>
          <a:ln/>
        </p:spPr>
      </p:sp>
      <p:sp>
        <p:nvSpPr>
          <p:cNvPr id="17" name="Text 14"/>
          <p:cNvSpPr txBox="1"/>
          <p:nvPr/>
        </p:nvSpPr>
        <p:spPr>
          <a:xfrm>
            <a:off x="8705088" y="4078224"/>
            <a:ext cx="2834640" cy="105156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2026 below 2025 in every month.</a:t>
            </a:r>
            <a:endParaRPr lang="en-US" sz="1500" dirty="0"/>
          </a:p>
        </p:txBody>
      </p:sp>
      <p:sp>
        <p:nvSpPr>
          <p:cNvPr id="18" name="Shape 15"/>
          <p:cNvSpPr/>
          <p:nvPr/>
        </p:nvSpPr>
        <p:spPr>
          <a:xfrm>
            <a:off x="457200" y="6126480"/>
            <a:ext cx="11274552" cy="371856"/>
          </a:xfrm>
          <a:prstGeom prst="rect">
            <a:avLst/>
          </a:prstGeom>
          <a:solidFill>
            <a:srgbClr val="EDF4FA"/>
          </a:solidFill>
          <a:ln/>
        </p:spPr>
      </p:sp>
      <p:sp>
        <p:nvSpPr>
          <p:cNvPr id="19" name="Text 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Sep to Sep.</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2026-10-22T18:43:52Z</dcterms:created>
  <dcterms:modified xsi:type="dcterms:W3CDTF">2026-10-22T18:43:52Z</dcterms:modified>
</cp:coreProperties>
</file>