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59" r:id="rId5"/>
    <p:sldId id="280" r:id="rId31"/>
    <p:sldId id="281" r:id="rId32"/>
    <p:sldId id="282" r:id="rId33"/>
    <p:sldId id="283" r:id="rId34"/>
    <p:sldId id="284" r:id="rId35"/>
    <p:sldId id="285" r:id="rId36"/>
    <p:sldId id="286" r:id="rId37"/>
    <p:sldId id="287" r:id="rId38"/>
    <p:sldId id="288" r:id="rId39"/>
    <p:sldId id="289" r:id="rId40"/>
    <p:sldId id="290" r:id="rId41"/>
    <p:sldId id="260" r:id="rId6"/>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261" r:id="rId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262" r:id="rId8"/>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263" r:id="rId9"/>
    <p:sldId id="375" r:id="rId126"/>
    <p:sldId id="376" r:id="rId127"/>
    <p:sldId id="377" r:id="rId128"/>
    <p:sldId id="378" r:id="rId129"/>
    <p:sldId id="379" r:id="rId130"/>
    <p:sldId id="380" r:id="rId131"/>
    <p:sldId id="381" r:id="rId132"/>
    <p:sldId id="382" r:id="rId133"/>
    <p:sldId id="383" r:id="rId134"/>
    <p:sldId id="384" r:id="rId135"/>
    <p:sldId id="385" r:id="rId136"/>
    <p:sldId id="264" r:id="rId10"/>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265" r:id="rId11"/>
    <p:sldId id="416" r:id="rId167"/>
    <p:sldId id="417" r:id="rId168"/>
    <p:sldId id="418" r:id="rId169"/>
    <p:sldId id="419" r:id="rId170"/>
    <p:sldId id="420" r:id="rId171"/>
    <p:sldId id="421" r:id="rId172"/>
    <p:sldId id="266" r:id="rId1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 A parts table and option B+Q4, Store Records (five designs), Door Rate option A, CP vs Internal GP % option A, Photo completion % (optional measure),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chart" Target="../charts/chart203.xml"/><Relationship Id="rId4" Type="http://schemas.openxmlformats.org/officeDocument/2006/relationships/chart" Target="../charts/chart204.xml"/><Relationship Id="rId5" Type="http://schemas.openxmlformats.org/officeDocument/2006/relationships/chart" Target="../charts/chart205.xml"/><Relationship Id="rId6" Type="http://schemas.openxmlformats.org/officeDocument/2006/relationships/chart" Target="../charts/chart206.xml"/><Relationship Id="rId7" Type="http://schemas.openxmlformats.org/officeDocument/2006/relationships/chart" Target="../charts/chart207.xml"/><Relationship Id="rId8" Type="http://schemas.openxmlformats.org/officeDocument/2006/relationships/chart" Target="../charts/chart208.xml"/><Relationship Id="rId9" Type="http://schemas.openxmlformats.org/officeDocument/2006/relationships/chart" Target="../charts/chart209.xml"/><Relationship Id="rId10" Type="http://schemas.openxmlformats.org/officeDocument/2006/relationships/chart" Target="../charts/chart210.xml"/><Relationship Id="rId11" Type="http://schemas.openxmlformats.org/officeDocument/2006/relationships/chart" Target="../charts/chart211.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chart" Target="../charts/chart227.xml"/><Relationship Id="rId8" Type="http://schemas.openxmlformats.org/officeDocument/2006/relationships/chart" Target="../charts/chart228.xml"/><Relationship Id="rId9" Type="http://schemas.openxmlformats.org/officeDocument/2006/relationships/chart" Target="../charts/chart229.xml"/><Relationship Id="rId10" Type="http://schemas.openxmlformats.org/officeDocument/2006/relationships/chart" Target="../charts/chart230.xml"/><Relationship Id="rId11" Type="http://schemas.openxmlformats.org/officeDocument/2006/relationships/chart" Target="../charts/chart231.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chart" Target="../charts/chart238.xml"/><Relationship Id="rId9" Type="http://schemas.openxmlformats.org/officeDocument/2006/relationships/chart" Target="../charts/chart239.xml"/><Relationship Id="rId10" Type="http://schemas.openxmlformats.org/officeDocument/2006/relationships/chart" Target="../charts/chart240.xml"/><Relationship Id="rId11" Type="http://schemas.openxmlformats.org/officeDocument/2006/relationships/chart" Target="../charts/chart241.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chart" Target="../charts/chart247.xml"/><Relationship Id="rId8" Type="http://schemas.openxmlformats.org/officeDocument/2006/relationships/chart" Target="../charts/chart248.xml"/><Relationship Id="rId9" Type="http://schemas.openxmlformats.org/officeDocument/2006/relationships/chart" Target="../charts/chart249.xml"/><Relationship Id="rId10" Type="http://schemas.openxmlformats.org/officeDocument/2006/relationships/chart" Target="../charts/chart250.xml"/><Relationship Id="rId11" Type="http://schemas.openxmlformats.org/officeDocument/2006/relationships/chart" Target="../charts/chart251.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2.xml"/><Relationship Id="rId3" Type="http://schemas.openxmlformats.org/officeDocument/2006/relationships/chart" Target="../charts/chart253.xml"/><Relationship Id="rId4" Type="http://schemas.openxmlformats.org/officeDocument/2006/relationships/chart" Target="../charts/chart254.xml"/><Relationship Id="rId5" Type="http://schemas.openxmlformats.org/officeDocument/2006/relationships/chart" Target="../charts/chart255.xml"/><Relationship Id="rId6" Type="http://schemas.openxmlformats.org/officeDocument/2006/relationships/chart" Target="../charts/chart256.xml"/><Relationship Id="rId7" Type="http://schemas.openxmlformats.org/officeDocument/2006/relationships/chart" Target="../charts/chart257.xml"/><Relationship Id="rId8" Type="http://schemas.openxmlformats.org/officeDocument/2006/relationships/chart" Target="../charts/chart258.xml"/><Relationship Id="rId9" Type="http://schemas.openxmlformats.org/officeDocument/2006/relationships/chart" Target="../charts/chart259.xml"/><Relationship Id="rId10" Type="http://schemas.openxmlformats.org/officeDocument/2006/relationships/chart" Target="../charts/chart260.xml"/><Relationship Id="rId11" Type="http://schemas.openxmlformats.org/officeDocument/2006/relationships/chart" Target="../charts/chart261.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2026-10-22T20:48:35Z</dcterms:created>
  <dcterms:modified xsi:type="dcterms:W3CDTF">2026-10-22T20:48:35Z</dcterms:modified>
</cp:coreProperties>
</file>