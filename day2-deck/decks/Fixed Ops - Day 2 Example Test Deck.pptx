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$7.83M of the group's $50.45M. 2 stores are losing money in fixed ops, Hyundai Prescott the most at −$136,511.Source: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Eight stores make both views.Source: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5" name="Shape 142"/>
          <p:cNvSpPr/>
          <p:nvPr/>
        </p:nvSpPr>
        <p:spPr>
          <a:xfrm>
            <a:off x="457200" y="6126480"/>
            <a:ext cx="11274552" cy="371856"/>
          </a:xfrm>
          <a:prstGeom prst="rect">
            <a:avLst/>
          </a:prstGeom>
          <a:solidFill>
            <a:srgbClr val="EDF4FA"/>
          </a:solidFill>
          <a:ln/>
        </p:spPr>
      </p:sp>
      <p:sp>
        <p:nvSpPr>
          <p:cNvPr id="146"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 stores are losing money in fixed ops.</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Shape 61"/>
          <p:cNvSpPr/>
          <p:nvPr/>
        </p:nvSpPr>
        <p:spPr>
          <a:xfrm>
            <a:off x="11466576" y="3796589"/>
            <a:ext cx="64008" cy="755294"/>
          </a:xfrm>
          <a:prstGeom prst="rect">
            <a:avLst/>
          </a:prstGeom>
          <a:solidFill>
            <a:srgbClr val="12A566"/>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968142"/>
            <a:ext cx="64008" cy="755294"/>
          </a:xfrm>
          <a:prstGeom prst="rect">
            <a:avLst/>
          </a:prstGeom>
          <a:solidFill>
            <a:srgbClr val="12A566"/>
          </a:solidFill>
          <a:ln/>
        </p:spPr>
      </p:sp>
      <p:sp>
        <p:nvSpPr>
          <p:cNvPr id="69" name="Text 6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760013"/>
            <a:ext cx="3489960" cy="828446"/>
          </a:xfrm>
          <a:prstGeom prst="rect">
            <a:avLst/>
          </a:prstGeom>
          <a:solidFill>
            <a:srgbClr val="F7F7F7"/>
          </a:solidFill>
          <a:ln/>
        </p:spPr>
      </p:sp>
      <p:sp>
        <p:nvSpPr>
          <p:cNvPr id="74" name="Shape 72"/>
          <p:cNvSpPr/>
          <p:nvPr/>
        </p:nvSpPr>
        <p:spPr>
          <a:xfrm>
            <a:off x="11466576" y="3796589"/>
            <a:ext cx="64008" cy="755294"/>
          </a:xfrm>
          <a:prstGeom prst="rect">
            <a:avLst/>
          </a:prstGeom>
          <a:solidFill>
            <a:srgbClr val="12A566"/>
          </a:solidFill>
          <a:ln/>
        </p:spPr>
      </p:sp>
      <p:sp>
        <p:nvSpPr>
          <p:cNvPr id="75" name="Text 7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8" name="Shape 65"/>
          <p:cNvSpPr/>
          <p:nvPr/>
        </p:nvSpPr>
        <p:spPr>
          <a:xfrm>
            <a:off x="457200" y="6126480"/>
            <a:ext cx="11274552" cy="371856"/>
          </a:xfrm>
          <a:prstGeom prst="rect">
            <a:avLst/>
          </a:prstGeom>
          <a:solidFill>
            <a:srgbClr val="E6F6EE"/>
          </a:solidFill>
          <a:ln/>
        </p:spPr>
      </p:sp>
      <p:sp>
        <p:nvSpPr>
          <p:cNvPr id="69"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2026-10-27T17:17:46Z</dcterms:created>
  <dcterms:modified xsi:type="dcterms:W3CDTF">2026-10-27T17:17:46Z</dcterms:modified>
</cp:coreProperties>
</file>