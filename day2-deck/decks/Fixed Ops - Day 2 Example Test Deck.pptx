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262" r:id="rId8"/>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3" r:id="rId9"/>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264" r:id="rId10"/>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265" r:id="rId11"/>
    <p:sldId id="413" r:id="rId164"/>
    <p:sldId id="414" r:id="rId165"/>
    <p:sldId id="415" r:id="rId166"/>
    <p:sldId id="416" r:id="rId167"/>
    <p:sldId id="417" r:id="rId168"/>
    <p:sldId id="418" r:id="rId169"/>
    <p:sldId id="266" r:id="rId12"/>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A-B, CP vs Internal GP % options A-B,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6.xml"/><Relationship Id="rId3" Type="http://schemas.openxmlformats.org/officeDocument/2006/relationships/chart" Target="../charts/chart117.xml"/><Relationship Id="rId4" Type="http://schemas.openxmlformats.org/officeDocument/2006/relationships/chart" Target="../charts/chart118.xml"/><Relationship Id="rId5" Type="http://schemas.openxmlformats.org/officeDocument/2006/relationships/chart" Target="../charts/chart119.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0.xml"/><Relationship Id="rId3" Type="http://schemas.openxmlformats.org/officeDocument/2006/relationships/chart" Target="../charts/chart121.xml"/><Relationship Id="rId4" Type="http://schemas.openxmlformats.org/officeDocument/2006/relationships/chart" Target="../charts/chart122.xml"/><Relationship Id="rId5" Type="http://schemas.openxmlformats.org/officeDocument/2006/relationships/chart" Target="../charts/chart123.xml"/><Relationship Id="rId6" Type="http://schemas.openxmlformats.org/officeDocument/2006/relationships/chart" Target="../charts/chart124.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1.xml"/><Relationship Id="rId3" Type="http://schemas.openxmlformats.org/officeDocument/2006/relationships/chart" Target="../charts/chart152.xml"/><Relationship Id="rId4" Type="http://schemas.openxmlformats.org/officeDocument/2006/relationships/chart" Target="../charts/chart153.xml"/><Relationship Id="rId5" Type="http://schemas.openxmlformats.org/officeDocument/2006/relationships/chart" Target="../charts/chart154.xml"/><Relationship Id="rId6" Type="http://schemas.openxmlformats.org/officeDocument/2006/relationships/chart" Target="../charts/chart155.xml"/><Relationship Id="rId7" Type="http://schemas.openxmlformats.org/officeDocument/2006/relationships/chart" Target="../charts/chart156.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chart" Target="../charts/chart158.xml"/><Relationship Id="rId4" Type="http://schemas.openxmlformats.org/officeDocument/2006/relationships/chart" Target="../charts/chart159.xml"/><Relationship Id="rId5" Type="http://schemas.openxmlformats.org/officeDocument/2006/relationships/chart" Target="../charts/chart160.xml"/><Relationship Id="rId6" Type="http://schemas.openxmlformats.org/officeDocument/2006/relationships/chart" Target="../charts/chart161.xml"/><Relationship Id="rId7" Type="http://schemas.openxmlformats.org/officeDocument/2006/relationships/chart" Target="../charts/chart162.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3.xml"/><Relationship Id="rId3" Type="http://schemas.openxmlformats.org/officeDocument/2006/relationships/chart" Target="../charts/chart164.xml"/><Relationship Id="rId4" Type="http://schemas.openxmlformats.org/officeDocument/2006/relationships/chart" Target="../charts/chart165.xml"/><Relationship Id="rId5" Type="http://schemas.openxmlformats.org/officeDocument/2006/relationships/chart" Target="../charts/chart166.xml"/><Relationship Id="rId6" Type="http://schemas.openxmlformats.org/officeDocument/2006/relationships/chart" Target="../charts/chart167.xml"/><Relationship Id="rId7" Type="http://schemas.openxmlformats.org/officeDocument/2006/relationships/chart" Target="../charts/chart168.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8.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0.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4.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chart" Target="../charts/chart212.xml"/><Relationship Id="rId8" Type="http://schemas.openxmlformats.org/officeDocument/2006/relationships/chart" Target="../charts/chart213.xml"/><Relationship Id="rId9" Type="http://schemas.openxmlformats.org/officeDocument/2006/relationships/chart" Target="../charts/chart214.xml"/><Relationship Id="rId10" Type="http://schemas.openxmlformats.org/officeDocument/2006/relationships/chart" Target="../charts/chart215.xml"/><Relationship Id="rId11" Type="http://schemas.openxmlformats.org/officeDocument/2006/relationships/chart" Target="../charts/chart216.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chart" Target="../charts/chart222.xml"/><Relationship Id="rId8" Type="http://schemas.openxmlformats.org/officeDocument/2006/relationships/chart" Target="../charts/chart223.xml"/><Relationship Id="rId9" Type="http://schemas.openxmlformats.org/officeDocument/2006/relationships/chart" Target="../charts/chart224.xml"/><Relationship Id="rId10" Type="http://schemas.openxmlformats.org/officeDocument/2006/relationships/chart" Target="../charts/chart225.xml"/><Relationship Id="rId11" Type="http://schemas.openxmlformats.org/officeDocument/2006/relationships/chart" Target="../charts/chart226.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chart" Target="../charts/chart232.xml"/><Relationship Id="rId8" Type="http://schemas.openxmlformats.org/officeDocument/2006/relationships/chart" Target="../charts/chart233.xml"/><Relationship Id="rId9" Type="http://schemas.openxmlformats.org/officeDocument/2006/relationships/chart" Target="../charts/chart234.xml"/><Relationship Id="rId10" Type="http://schemas.openxmlformats.org/officeDocument/2006/relationships/chart" Target="../charts/chart235.xml"/><Relationship Id="rId11" Type="http://schemas.openxmlformats.org/officeDocument/2006/relationships/chart" Target="../charts/chart236.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chart" Target="../charts/chart242.xml"/><Relationship Id="rId8" Type="http://schemas.openxmlformats.org/officeDocument/2006/relationships/chart" Target="../charts/chart243.xml"/><Relationship Id="rId9" Type="http://schemas.openxmlformats.org/officeDocument/2006/relationships/chart" Target="../charts/chart244.xml"/><Relationship Id="rId10" Type="http://schemas.openxmlformats.org/officeDocument/2006/relationships/chart" Target="../charts/chart245.xml"/><Relationship Id="rId11" Type="http://schemas.openxmlformats.org/officeDocument/2006/relationships/chart" Target="../charts/chart24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chart" Target="../charts/chart252.xml"/><Relationship Id="rId8" Type="http://schemas.openxmlformats.org/officeDocument/2006/relationships/chart" Target="../charts/chart253.xml"/><Relationship Id="rId9" Type="http://schemas.openxmlformats.org/officeDocument/2006/relationships/chart" Target="../charts/chart254.xml"/><Relationship Id="rId10" Type="http://schemas.openxmlformats.org/officeDocument/2006/relationships/chart" Target="../charts/chart255.xml"/><Relationship Id="rId11" Type="http://schemas.openxmlformats.org/officeDocument/2006/relationships/chart" Target="../charts/chart25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7.xml"/><Relationship Id="rId3" Type="http://schemas.openxmlformats.org/officeDocument/2006/relationships/chart" Target="../charts/chart258.xml"/><Relationship Id="rId4" Type="http://schemas.openxmlformats.org/officeDocument/2006/relationships/chart" Target="../charts/chart259.xml"/><Relationship Id="rId5" Type="http://schemas.openxmlformats.org/officeDocument/2006/relationships/chart" Target="../charts/chart260.xml"/><Relationship Id="rId6" Type="http://schemas.openxmlformats.org/officeDocument/2006/relationships/chart" Target="../charts/chart261.xml"/><Relationship Id="rId7" Type="http://schemas.openxmlformats.org/officeDocument/2006/relationships/chart" Target="../charts/chart262.xml"/><Relationship Id="rId8" Type="http://schemas.openxmlformats.org/officeDocument/2006/relationships/chart" Target="../charts/chart263.xml"/><Relationship Id="rId9" Type="http://schemas.openxmlformats.org/officeDocument/2006/relationships/chart" Target="../charts/chart264.xml"/><Relationship Id="rId10" Type="http://schemas.openxmlformats.org/officeDocument/2006/relationships/chart" Target="../charts/chart265.xml"/><Relationship Id="rId11" Type="http://schemas.openxmlformats.org/officeDocument/2006/relationships/chart" Target="../charts/chart266.xml"/><Relationship Id="rId1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 increases, audits and compliance,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audits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CP vs internal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$797,928</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$419,904</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$378,024</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$463,396</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$142,960</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$320,436</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$343,968</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$123,204</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$220,764</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$325,752</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$206,340</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$119,412</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$292,056</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$165,000</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$127,056</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$283,584</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$136,824</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$146,760</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$225,360</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$127,560</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$97,800</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$209,268</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$46,440</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$162,828</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$146,088</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$49,068</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$97,020</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$133,692</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$133,692</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$96,264</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$96,264</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$94,620</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$63,852</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$30,768</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$93,216</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$32,748</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$60,468</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$90,672</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$37,212</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$53,460</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$74,952</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$74,952</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$61,536</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$61,536</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$35,304</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$35,304</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$15,204</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$15,204</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$5,340</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$5,340</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2026-10-22T00:25:07Z</dcterms:created>
  <dcterms:modified xsi:type="dcterms:W3CDTF">2026-10-22T00:25:07Z</dcterms:modified>
</cp:coreProperties>
</file>