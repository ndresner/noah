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262" r:id="rId8"/>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263" r:id="rId9"/>
    <p:sldId id="366" r:id="rId117"/>
    <p:sldId id="367" r:id="rId118"/>
    <p:sldId id="368" r:id="rId119"/>
    <p:sldId id="369" r:id="rId120"/>
    <p:sldId id="370" r:id="rId121"/>
    <p:sldId id="371" r:id="rId122"/>
    <p:sldId id="372" r:id="rId123"/>
    <p:sldId id="373" r:id="rId124"/>
    <p:sldId id="374" r:id="rId125"/>
    <p:sldId id="375" r:id="rId126"/>
    <p:sldId id="264" r:id="rId10"/>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265" r:id="rId11"/>
    <p:sldId id="406" r:id="rId157"/>
    <p:sldId id="407" r:id="rId158"/>
    <p:sldId id="408" r:id="rId159"/>
    <p:sldId id="409" r:id="rId160"/>
    <p:sldId id="410" r:id="rId161"/>
    <p:sldId id="411" r:id="rId162"/>
    <p:sldId id="266" r:id="rId12"/>
    <p:sldId id="412" r:id="rId163"/>
    <p:sldId id="413" r:id="rId164"/>
    <p:sldId id="414" r:id="rId165"/>
    <p:sldId id="415" r:id="rId166"/>
    <p:sldId id="416" r:id="rId167"/>
    <p:sldId id="417" r:id="rId168"/>
    <p:sldId id="418" r:id="rId169"/>
    <p:sldId id="419" r:id="rId170"/>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er>
        <c:ser>
          <c:idx val="1"/>
          <c:order val="1"/>
          <c:tx>
            <c:strRef>
              <c:f>Sheet1!$C$1</c:f>
              <c:strCache>
                <c:ptCount val="1"/>
                <c:pt idx="0">
                  <c:v>2026</c:v>
                </c:pt>
              </c:strCache>
            </c:strRef>
          </c:tx>
          <c:spPr>
            <a:solidFill>
              <a:srgbClr val="2587C5"/>
            </a:solidFill>
            <a:effectLst/>
          </c:spPr>
          <c:invertIfNegative val="0"/>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er>
        <c:dLbls>
          <c:numFmt formatCode="0.0"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78.5</c:v>
                </c:pt>
                <c:pt idx="3">
                  <c:v>79.6</c:v>
                </c:pt>
                <c:pt idx="4">
                  <c:v>75.4</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78.5</c:v>
                </c:pt>
                <c:pt idx="3">
                  <c:v>79.6</c:v>
                </c:pt>
                <c:pt idx="4">
                  <c:v/>
                </c:pt>
                <c:pt idx="5">
                  <c:v>79.2</c:v>
                </c:pt>
                <c:pt idx="6">
                  <c:v>83</c:v>
                </c:pt>
                <c:pt idx="7">
                  <c:v>79.9</c:v>
                </c:pt>
                <c:pt idx="8">
                  <c:v>77.6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74.8</c:v>
                </c:pt>
                <c:pt idx="1">
                  <c:v>74.5</c:v>
                </c:pt>
                <c:pt idx="2">
                  <c:v/>
                </c:pt>
                <c:pt idx="3">
                  <c:v/>
                </c:pt>
                <c:pt idx="4">
                  <c:v>75.4</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
                </c:pt>
                <c:pt idx="3">
                  <c:v/>
                </c:pt>
                <c:pt idx="4">
                  <c:v>76.9</c:v>
                </c:pt>
                <c:pt idx="5">
                  <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74.1</c:v>
                </c:pt>
                <c:pt idx="3">
                  <c:v>76.3</c:v>
                </c:pt>
                <c:pt idx="4">
                  <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c:v>
                </c:pt>
                <c:pt idx="1">
                  <c:v>75.1</c:v>
                </c:pt>
                <c:pt idx="2">
                  <c:v>74.1</c:v>
                </c:pt>
                <c:pt idx="3">
                  <c:v>76.3</c:v>
                </c:pt>
                <c:pt idx="4">
                  <c:v>76.9</c:v>
                </c:pt>
                <c:pt idx="5">
                  <c:v>77.8</c:v>
                </c:pt>
                <c:pt idx="6">
                  <c:v>78.4</c:v>
                </c:pt>
                <c:pt idx="7">
                  <c:v>75.9</c:v>
                </c:pt>
                <c:pt idx="8">
                  <c:v>72.7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c:v>
                </c:pt>
                <c:pt idx="1">
                  <c:v>20.3</c:v>
                </c:pt>
                <c:pt idx="2">
                  <c:v>24.5</c:v>
                </c:pt>
                <c:pt idx="3">
                  <c:v>23.3</c:v>
                </c:pt>
                <c:pt idx="4">
                  <c:v>21.9</c:v>
                </c:pt>
                <c:pt idx="5">
                  <c:v>21.9</c:v>
                </c:pt>
                <c:pt idx="6">
                  <c:v>23.8</c:v>
                </c:pt>
                <c:pt idx="7">
                  <c:v>22.5</c:v>
                </c:pt>
                <c:pt idx="8">
                  <c:v>19.7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16.9</c:v>
                </c:pt>
                <c:pt idx="1">
                  <c:v>16.1</c:v>
                </c:pt>
                <c:pt idx="2">
                  <c:v>21.2</c:v>
                </c:pt>
                <c:pt idx="3">
                  <c:v>21.2</c:v>
                </c:pt>
                <c:pt idx="4">
                  <c:v>21.5</c:v>
                </c:pt>
                <c:pt idx="5">
                  <c:v>19.4</c:v>
                </c:pt>
                <c:pt idx="6">
                  <c:v>20.3</c:v>
                </c:pt>
                <c:pt idx="7">
                  <c:v>19.6</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36.3</c:v>
                </c:pt>
                <c:pt idx="3">
                  <c:v>38</c:v>
                </c:pt>
                <c:pt idx="4">
                  <c:v>33.6</c:v>
                </c:pt>
                <c:pt idx="5">
                  <c:v>37.7</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36.3</c:v>
                </c:pt>
                <c:pt idx="3">
                  <c:v>38</c:v>
                </c:pt>
                <c:pt idx="4">
                  <c:v/>
                </c:pt>
                <c:pt idx="5">
                  <c:v/>
                </c:pt>
                <c:pt idx="6">
                  <c:v>41</c:v>
                </c:pt>
                <c:pt idx="7">
                  <c:v>38.1</c:v>
                </c:pt>
                <c:pt idx="8">
                  <c:v>38.8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33.5</c:v>
                </c:pt>
                <c:pt idx="1">
                  <c:v>32</c:v>
                </c:pt>
                <c:pt idx="2">
                  <c:v/>
                </c:pt>
                <c:pt idx="3">
                  <c:v/>
                </c:pt>
                <c:pt idx="4">
                  <c:v>33.6</c:v>
                </c:pt>
                <c:pt idx="5">
                  <c:v>37.7</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
                </c:pt>
                <c:pt idx="3">
                  <c:v/>
                </c:pt>
                <c:pt idx="4">
                  <c:v>36.7</c:v>
                </c:pt>
                <c:pt idx="5">
                  <c:v>38.1</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35</c:v>
                </c:pt>
                <c:pt idx="3">
                  <c:v>37.7</c:v>
                </c:pt>
                <c:pt idx="4">
                  <c:v/>
                </c:pt>
                <c:pt idx="5">
                  <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39.6</c:v>
                </c:pt>
                <c:pt idx="1">
                  <c:v>36.6</c:v>
                </c:pt>
                <c:pt idx="2">
                  <c:v>35</c:v>
                </c:pt>
                <c:pt idx="3">
                  <c:v>37.7</c:v>
                </c:pt>
                <c:pt idx="4">
                  <c:v>36.7</c:v>
                </c:pt>
                <c:pt idx="5">
                  <c:v>38.1</c:v>
                </c:pt>
                <c:pt idx="6">
                  <c:v>39.7</c:v>
                </c:pt>
                <c:pt idx="7">
                  <c:v>35.7</c:v>
                </c:pt>
                <c:pt idx="8">
                  <c:v>34.8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30872</c:v>
                </c:pt>
                <c:pt idx="1">
                  <c:v>28163</c:v>
                </c:pt>
                <c:pt idx="2">
                  <c:v>31247</c:v>
                </c:pt>
                <c:pt idx="3">
                  <c:v>31754</c:v>
                </c:pt>
                <c:pt idx="4">
                  <c:v>31740</c:v>
                </c:pt>
                <c:pt idx="5">
                  <c:v>31179</c:v>
                </c:pt>
                <c:pt idx="6">
                  <c:v>32360</c:v>
                </c:pt>
                <c:pt idx="7">
                  <c:v>31996</c:v>
                </c:pt>
                <c:pt idx="8">
                  <c:v>29989</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30678</c:v>
                </c:pt>
                <c:pt idx="1">
                  <c:v>27329</c:v>
                </c:pt>
                <c:pt idx="2">
                  <c:v>31531</c:v>
                </c:pt>
                <c:pt idx="3">
                  <c:v>30786</c:v>
                </c:pt>
                <c:pt idx="4">
                  <c:v>30636</c:v>
                </c:pt>
                <c:pt idx="5">
                  <c:v>32541</c:v>
                </c:pt>
                <c:pt idx="6">
                  <c:v>33097</c:v>
                </c:pt>
                <c:pt idx="7">
                  <c:v>32319</c:v>
                </c:pt>
                <c:pt idx="8">
                  <c:v>30839</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55120.88</c:v>
                </c:pt>
                <c:pt idx="1">
                  <c:v>51212.03</c:v>
                </c:pt>
                <c:pt idx="2">
                  <c:v>57205.56</c:v>
                </c:pt>
                <c:pt idx="3">
                  <c:v>58170.14</c:v>
                </c:pt>
                <c:pt idx="4">
                  <c:v>57794.35</c:v>
                </c:pt>
                <c:pt idx="5">
                  <c:v>56468.18</c:v>
                </c:pt>
                <c:pt idx="6">
                  <c:v>57717.31</c:v>
                </c:pt>
                <c:pt idx="7">
                  <c:v>57021.2</c:v>
                </c:pt>
                <c:pt idx="8">
                  <c:v>53309.32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55578.46</c:v>
                </c:pt>
                <c:pt idx="1">
                  <c:v>52000.56</c:v>
                </c:pt>
                <c:pt idx="2">
                  <c:v>60175.93</c:v>
                </c:pt>
                <c:pt idx="3">
                  <c:v>59745.97</c:v>
                </c:pt>
                <c:pt idx="4">
                  <c:v>57788.84</c:v>
                </c:pt>
                <c:pt idx="5">
                  <c:v>60916.67</c:v>
                </c:pt>
                <c:pt idx="6">
                  <c:v>61860.58</c:v>
                </c:pt>
                <c:pt idx="7">
                  <c:v>59618.54</c:v>
                </c:pt>
                <c:pt idx="8">
                  <c:v>55456.31</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161</c:v>
                </c:pt>
                <c:pt idx="1">
                  <c:v>162</c:v>
                </c:pt>
                <c:pt idx="2">
                  <c:v>162</c:v>
                </c:pt>
                <c:pt idx="3">
                  <c:v>162</c:v>
                </c:pt>
                <c:pt idx="4">
                  <c:v>161</c:v>
                </c:pt>
                <c:pt idx="5">
                  <c:v>162</c:v>
                </c:pt>
                <c:pt idx="6">
                  <c:v>163</c:v>
                </c:pt>
                <c:pt idx="7">
                  <c:v>165</c:v>
                </c:pt>
                <c:pt idx="8">
                  <c:v>164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159</c:v>
                </c:pt>
                <c:pt idx="2">
                  <c:v>158</c:v>
                </c:pt>
                <c:pt idx="3">
                  <c:v>159</c:v>
                </c:pt>
                <c:pt idx="4">
                  <c:v>158</c:v>
                </c:pt>
                <c:pt idx="5">
                  <c:v>159</c:v>
                </c:pt>
                <c:pt idx="6">
                  <c:v>159</c:v>
                </c:pt>
                <c:pt idx="7">
                  <c:v>160</c:v>
                </c:pt>
                <c:pt idx="8">
                  <c:v>159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292</c:v>
                </c:pt>
                <c:pt idx="1">
                  <c:v>309</c:v>
                </c:pt>
                <c:pt idx="2">
                  <c:v>309</c:v>
                </c:pt>
                <c:pt idx="3">
                  <c:v>315</c:v>
                </c:pt>
                <c:pt idx="4">
                  <c:v>304</c:v>
                </c:pt>
                <c:pt idx="5">
                  <c:v>303</c:v>
                </c:pt>
                <c:pt idx="6">
                  <c:v>304</c:v>
                </c:pt>
                <c:pt idx="7">
                  <c:v>304</c:v>
                </c:pt>
                <c:pt idx="8">
                  <c:v>294</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281</c:v>
                </c:pt>
                <c:pt idx="1">
                  <c:v>290</c:v>
                </c:pt>
                <c:pt idx="2">
                  <c:v>290</c:v>
                </c:pt>
                <c:pt idx="3">
                  <c:v>291</c:v>
                </c:pt>
                <c:pt idx="4">
                  <c:v>288</c:v>
                </c:pt>
                <c:pt idx="5">
                  <c:v>288</c:v>
                </c:pt>
                <c:pt idx="6">
                  <c:v>284</c:v>
                </c:pt>
                <c:pt idx="7">
                  <c:v>285</c:v>
                </c:pt>
                <c:pt idx="8">
                  <c:v>283</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224</c:v>
                </c:pt>
                <c:pt idx="1">
                  <c:v>237</c:v>
                </c:pt>
                <c:pt idx="2">
                  <c:v>229</c:v>
                </c:pt>
                <c:pt idx="3">
                  <c:v>251</c:v>
                </c:pt>
                <c:pt idx="4">
                  <c:v>237</c:v>
                </c:pt>
                <c:pt idx="5">
                  <c:v>236</c:v>
                </c:pt>
                <c:pt idx="6">
                  <c:v>242</c:v>
                </c:pt>
                <c:pt idx="7">
                  <c:v>242</c:v>
                </c:pt>
                <c:pt idx="8">
                  <c:v>242</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222</c:v>
                </c:pt>
                <c:pt idx="1">
                  <c:v>226</c:v>
                </c:pt>
                <c:pt idx="2">
                  <c:v>225</c:v>
                </c:pt>
                <c:pt idx="3">
                  <c:v>228</c:v>
                </c:pt>
                <c:pt idx="4">
                  <c:v>226</c:v>
                </c:pt>
                <c:pt idx="5">
                  <c:v>231</c:v>
                </c:pt>
                <c:pt idx="6">
                  <c:v>233</c:v>
                </c:pt>
                <c:pt idx="7">
                  <c:v>233</c:v>
                </c:pt>
                <c:pt idx="8">
                  <c:v>232</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80.7</c:v>
                </c:pt>
                <c:pt idx="2">
                  <c:v>80.8</c:v>
                </c:pt>
                <c:pt idx="3">
                  <c:v>80.7</c:v>
                </c:pt>
                <c:pt idx="4">
                  <c:v>80.7</c:v>
                </c:pt>
                <c:pt idx="5">
                  <c:v>80.8</c:v>
                </c:pt>
                <c:pt idx="6">
                  <c:v>80.8</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80.9</c:v>
                </c:pt>
                <c:pt idx="1">
                  <c:v/>
                </c:pt>
                <c:pt idx="2">
                  <c:v/>
                </c:pt>
                <c:pt idx="3">
                  <c:v/>
                </c:pt>
                <c:pt idx="4">
                  <c:v/>
                </c:pt>
                <c:pt idx="5">
                  <c:v/>
                </c:pt>
                <c:pt idx="6">
                  <c:v/>
                </c:pt>
                <c:pt idx="7">
                  <c:v>81</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80.7</c:v>
                </c:pt>
                <c:pt idx="2">
                  <c:v>80.8</c:v>
                </c:pt>
                <c:pt idx="3">
                  <c:v>80.7</c:v>
                </c:pt>
                <c:pt idx="4">
                  <c:v>80.7</c:v>
                </c:pt>
                <c:pt idx="5">
                  <c:v>80.8</c:v>
                </c:pt>
                <c:pt idx="6">
                  <c:v>80.8</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80.9</c:v>
                </c:pt>
                <c:pt idx="2">
                  <c:v>80.9</c:v>
                </c:pt>
                <c:pt idx="3">
                  <c:v>80.8</c:v>
                </c:pt>
                <c:pt idx="4">
                  <c:v>80.8</c:v>
                </c:pt>
                <c:pt idx="5">
                  <c:v>81.1</c:v>
                </c:pt>
                <c:pt idx="6">
                  <c:v>81</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
                </c:pt>
                <c:pt idx="2">
                  <c:v/>
                </c:pt>
                <c:pt idx="3">
                  <c:v/>
                </c:pt>
                <c:pt idx="4">
                  <c:v/>
                </c:pt>
                <c:pt idx="5">
                  <c:v/>
                </c:pt>
                <c:pt idx="6">
                  <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80.7</c:v>
                </c:pt>
                <c:pt idx="1">
                  <c:v>80.9</c:v>
                </c:pt>
                <c:pt idx="2">
                  <c:v>80.9</c:v>
                </c:pt>
                <c:pt idx="3">
                  <c:v>80.8</c:v>
                </c:pt>
                <c:pt idx="4">
                  <c:v>80.8</c:v>
                </c:pt>
                <c:pt idx="5">
                  <c:v>81.1</c:v>
                </c:pt>
                <c:pt idx="6">
                  <c:v>81</c:v>
                </c:pt>
                <c:pt idx="7">
                  <c:v>80.8</c:v>
                </c:pt>
                <c:pt idx="8">
                  <c:v>80.7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40.5</c:v>
                </c:pt>
                <c:pt idx="1">
                  <c:v>40.3</c:v>
                </c:pt>
                <c:pt idx="2">
                  <c:v>41</c:v>
                </c:pt>
                <c:pt idx="3">
                  <c:v>39.6</c:v>
                </c:pt>
                <c:pt idx="4">
                  <c:v>41.3</c:v>
                </c:pt>
                <c:pt idx="5">
                  <c:v>41.3</c:v>
                </c:pt>
                <c:pt idx="6">
                  <c:v>40.6</c:v>
                </c:pt>
                <c:pt idx="7">
                  <c:v>41.1</c:v>
                </c:pt>
                <c:pt idx="8">
                  <c:v>40.1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39.4</c:v>
                </c:pt>
                <c:pt idx="1">
                  <c:v>39.4</c:v>
                </c:pt>
                <c:pt idx="2">
                  <c:v>39.6</c:v>
                </c:pt>
                <c:pt idx="3">
                  <c:v>38.3</c:v>
                </c:pt>
                <c:pt idx="4">
                  <c:v>39.9</c:v>
                </c:pt>
                <c:pt idx="5">
                  <c:v>40.3</c:v>
                </c:pt>
                <c:pt idx="6">
                  <c:v>39.5</c:v>
                </c:pt>
                <c:pt idx="7">
                  <c:v>39.4</c:v>
                </c:pt>
                <c:pt idx="8">
                  <c:v>39.2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51.8</c:v>
                </c:pt>
                <c:pt idx="4">
                  <c:v>53.6</c:v>
                </c:pt>
                <c:pt idx="5">
                  <c:v>53.4</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52.3</c:v>
                </c:pt>
                <c:pt idx="1">
                  <c:v>51.7</c:v>
                </c:pt>
                <c:pt idx="2">
                  <c:v>53.3</c:v>
                </c:pt>
                <c:pt idx="3">
                  <c:v/>
                </c:pt>
                <c:pt idx="4">
                  <c:v/>
                </c:pt>
                <c:pt idx="5">
                  <c:v>53.4</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51.8</c:v>
                </c:pt>
                <c:pt idx="4">
                  <c:v>53.6</c:v>
                </c:pt>
                <c:pt idx="5">
                  <c:v/>
                </c:pt>
                <c:pt idx="6">
                  <c:v>52.4</c:v>
                </c:pt>
                <c:pt idx="7">
                  <c:v>53.1</c:v>
                </c:pt>
                <c:pt idx="8">
                  <c:v>50.7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52.5</c:v>
                </c:pt>
                <c:pt idx="4">
                  <c:v>53.9</c:v>
                </c:pt>
                <c:pt idx="5">
                  <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
                </c:pt>
                <c:pt idx="4">
                  <c:v/>
                </c:pt>
                <c:pt idx="5">
                  <c:v>53.3</c:v>
                </c:pt>
                <c:pt idx="6">
                  <c:v/>
                </c:pt>
                <c:pt idx="7">
                  <c:v/>
                </c:pt>
                <c:pt idx="8">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51.3</c:v>
                </c:pt>
                <c:pt idx="1">
                  <c:v>51.4</c:v>
                </c:pt>
                <c:pt idx="2">
                  <c:v>52.8</c:v>
                </c:pt>
                <c:pt idx="3">
                  <c:v>52.5</c:v>
                </c:pt>
                <c:pt idx="4">
                  <c:v>53.9</c:v>
                </c:pt>
                <c:pt idx="5">
                  <c:v>53.3</c:v>
                </c:pt>
                <c:pt idx="6">
                  <c:v>52.8</c:v>
                </c:pt>
                <c:pt idx="7">
                  <c:v>53.4</c:v>
                </c:pt>
                <c:pt idx="8">
                  <c:v>53.4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12.2</c:v>
                </c:pt>
                <c:pt idx="1">
                  <c:v>13.3</c:v>
                </c:pt>
                <c:pt idx="2">
                  <c:v>13.4</c:v>
                </c:pt>
                <c:pt idx="3">
                  <c:v>14.2</c:v>
                </c:pt>
                <c:pt idx="4">
                  <c:v>13.6</c:v>
                </c:pt>
                <c:pt idx="5">
                  <c:v>13.5</c:v>
                </c:pt>
                <c:pt idx="6">
                  <c:v>13.3</c:v>
                </c:pt>
                <c:pt idx="7">
                  <c:v>13</c:v>
                </c:pt>
                <c:pt idx="8">
                  <c:v>13.1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11.2</c:v>
                </c:pt>
                <c:pt idx="1">
                  <c:v>12.3</c:v>
                </c:pt>
                <c:pt idx="2">
                  <c:v>12.8</c:v>
                </c:pt>
                <c:pt idx="3">
                  <c:v>12.7</c:v>
                </c:pt>
                <c:pt idx="4">
                  <c:v>12.3</c:v>
                </c:pt>
                <c:pt idx="5">
                  <c:v>11.6</c:v>
                </c:pt>
                <c:pt idx="6">
                  <c:v>11.3</c:v>
                </c:pt>
                <c:pt idx="7">
                  <c:v>11.6</c:v>
                </c:pt>
                <c:pt idx="8">
                  <c:v>11.5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834489989177489"/>
          <c:min val="0.04702989718614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0.038461538461538464</c:v>
                </c:pt>
                <c:pt idx="1">
                  <c:v>0.09066666666666667</c:v>
                </c:pt>
                <c:pt idx="2">
                  <c:v>0.09955752212389381</c:v>
                </c:pt>
                <c:pt idx="3">
                  <c:v>0.11637080867850098</c:v>
                </c:pt>
                <c:pt idx="4">
                  <c:v>0.11231101511879049</c:v>
                </c:pt>
                <c:pt idx="5">
                  <c:v>0.1724137931034483</c:v>
                </c:pt>
                <c:pt idx="6">
                  <c:v>0.1257606490872211</c:v>
                </c:pt>
                <c:pt idx="7">
                  <c:v>0.10043668122270742</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250663129973475"/>
          <c:min val="0.0183687002652519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0.20245398773006135</c:v>
                </c:pt>
                <c:pt idx="1">
                  <c:v>0.1901840490797546</c:v>
                </c:pt>
                <c:pt idx="2">
                  <c:v>0.2981366459627329</c:v>
                </c:pt>
                <c:pt idx="3">
                  <c:v>0.2</c:v>
                </c:pt>
                <c:pt idx="4">
                  <c:v>0.31666666666666665</c:v>
                </c:pt>
                <c:pt idx="5">
                  <c:v>0.23391812865497075</c:v>
                </c:pt>
                <c:pt idx="6">
                  <c:v>0.22424242424242424</c:v>
                </c:pt>
                <c:pt idx="7">
                  <c:v>0.24444444444444444</c:v>
                </c:pt>
                <c:pt idx="8">
                  <c:v>0.29518072289156627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563905930470345"/>
          <c:min val="0.17121165644171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0.1434010152284264</c:v>
                </c:pt>
                <c:pt idx="1">
                  <c:v>0.13473256601218686</c:v>
                </c:pt>
                <c:pt idx="2">
                  <c:v>0.14347026364193746</c:v>
                </c:pt>
                <c:pt idx="3">
                  <c:v>0.17080745341614906</c:v>
                </c:pt>
                <c:pt idx="4">
                  <c:v>0.19838987924094306</c:v>
                </c:pt>
                <c:pt idx="5">
                  <c:v>0.17491369390103567</c:v>
                </c:pt>
                <c:pt idx="6">
                  <c:v>0.14625652930934416</c:v>
                </c:pt>
                <c:pt idx="7">
                  <c:v>0.17226666666666668</c:v>
                </c:pt>
                <c:pt idx="8">
                  <c:v>0.16557474687313878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79384762252565"/>
          <c:min val="0.125183969027873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012908124527"/>
          <c:min val="0.1014409010377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7.6</c:v>
                </c:pt>
                <c:pt idx="1">
                  <c:v>8.4</c:v>
                </c:pt>
                <c:pt idx="2">
                  <c:v>8.7</c:v>
                </c:pt>
                <c:pt idx="3">
                  <c:v>8.8</c:v>
                </c:pt>
                <c:pt idx="4">
                  <c:v>8.6</c:v>
                </c:pt>
                <c:pt idx="5">
                  <c:v>8.5</c:v>
                </c:pt>
                <c:pt idx="6">
                  <c:v>8.3</c:v>
                </c:pt>
                <c:pt idx="7">
                  <c:v>8.5</c:v>
                </c:pt>
                <c:pt idx="8">
                  <c:v>8.1</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6.3</c:v>
                </c:pt>
                <c:pt idx="1">
                  <c:v>7.1</c:v>
                </c:pt>
                <c:pt idx="2">
                  <c:v>7.6</c:v>
                </c:pt>
                <c:pt idx="3">
                  <c:v>6.9</c:v>
                </c:pt>
                <c:pt idx="4">
                  <c:v>7.1</c:v>
                </c:pt>
                <c:pt idx="5">
                  <c:v>7</c:v>
                </c:pt>
                <c:pt idx="6">
                  <c:v>6.9</c:v>
                </c:pt>
                <c:pt idx="7">
                  <c:v>7</c:v>
                </c:pt>
                <c:pt idx="8">
                  <c:v>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246531702079564"/>
          <c:min val="-0.032754930492766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0.055128784455490284</c:v>
                </c:pt>
                <c:pt idx="1">
                  <c:v>0.05513784461152882</c:v>
                </c:pt>
                <c:pt idx="2">
                  <c:v>0.06488888888888888</c:v>
                </c:pt>
                <c:pt idx="3">
                  <c:v>0.07881548974943052</c:v>
                </c:pt>
                <c:pt idx="4">
                  <c:v>0.08050847457627118</c:v>
                </c:pt>
                <c:pt idx="5">
                  <c:v>0.09049773755656108</c:v>
                </c:pt>
                <c:pt idx="6">
                  <c:v>0.07923860115095174</c:v>
                </c:pt>
                <c:pt idx="7">
                  <c:v>0.08010801080108011</c:v>
                </c:pt>
                <c:pt idx="8">
                  <c:v>0.07212475633528265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58030805217217"/>
          <c:min val="0.049823441490329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316115519631847"/>
          <c:min val="0.0070488804979497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548155298155298"/>
          <c:min val="0.082130655500220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0.04233870967741935</c:v>
                </c:pt>
                <c:pt idx="1">
                  <c:v>0.057926829268292686</c:v>
                </c:pt>
                <c:pt idx="2">
                  <c:v>0.06262359920896507</c:v>
                </c:pt>
                <c:pt idx="3">
                  <c:v>0.06316489361702128</c:v>
                </c:pt>
                <c:pt idx="4">
                  <c:v>0.08424110384894698</c:v>
                </c:pt>
                <c:pt idx="5">
                  <c:v>0.07068741893644617</c:v>
                </c:pt>
                <c:pt idx="6">
                  <c:v>0.06300185299567634</c:v>
                </c:pt>
                <c:pt idx="7">
                  <c:v>0.05081555834378921</c:v>
                </c:pt>
                <c:pt idx="8">
                  <c:v>0.06115810019518542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052646297467612"/>
          <c:min val="0.0360533505516902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8.5</c:v>
                </c:pt>
                <c:pt idx="1">
                  <c:v>9</c:v>
                </c:pt>
                <c:pt idx="2">
                  <c:v>9.8</c:v>
                </c:pt>
                <c:pt idx="3">
                  <c:v>9.9</c:v>
                </c:pt>
                <c:pt idx="4">
                  <c:v>9.8</c:v>
                </c:pt>
                <c:pt idx="5">
                  <c:v>9.4</c:v>
                </c:pt>
                <c:pt idx="6">
                  <c:v>9</c:v>
                </c:pt>
                <c:pt idx="7">
                  <c:v>8.9</c:v>
                </c:pt>
                <c:pt idx="8">
                  <c:v>9.3</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7.4</c:v>
                </c:pt>
                <c:pt idx="1">
                  <c:v>7.9</c:v>
                </c:pt>
                <c:pt idx="2">
                  <c:v>8.2</c:v>
                </c:pt>
                <c:pt idx="3">
                  <c:v>8.1</c:v>
                </c:pt>
                <c:pt idx="4">
                  <c:v>8.2</c:v>
                </c:pt>
                <c:pt idx="5">
                  <c:v>8</c:v>
                </c:pt>
                <c:pt idx="6">
                  <c:v>7.8</c:v>
                </c:pt>
                <c:pt idx="7">
                  <c:v>8.1</c:v>
                </c:pt>
                <c:pt idx="8">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610940695296522"/>
          <c:min val="0.0853834355828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0.04180064308681672</c:v>
                </c:pt>
                <c:pt idx="1">
                  <c:v>0.04892966360856269</c:v>
                </c:pt>
                <c:pt idx="2">
                  <c:v>0.04815864022662889</c:v>
                </c:pt>
                <c:pt idx="3">
                  <c:v>0.0872093023255814</c:v>
                </c:pt>
                <c:pt idx="4">
                  <c:v>0.06168831168831169</c:v>
                </c:pt>
                <c:pt idx="5">
                  <c:v>0.07323943661971831</c:v>
                </c:pt>
                <c:pt idx="6">
                  <c:v>0.07297297297297298</c:v>
                </c:pt>
                <c:pt idx="7">
                  <c:v>0.05759162303664921</c:v>
                </c:pt>
                <c:pt idx="8">
                  <c:v>0.05322128851540616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0206012113961"/>
          <c:min val="0.034989344201002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0.03021978021978022</c:v>
                </c:pt>
                <c:pt idx="1">
                  <c:v>0.021333333333333333</c:v>
                </c:pt>
                <c:pt idx="2">
                  <c:v>0.022123893805309734</c:v>
                </c:pt>
                <c:pt idx="3">
                  <c:v>0.01775147928994083</c:v>
                </c:pt>
                <c:pt idx="4">
                  <c:v>0.032397408207343416</c:v>
                </c:pt>
                <c:pt idx="5">
                  <c:v>0.04259634888438134</c:v>
                </c:pt>
                <c:pt idx="6">
                  <c:v>0.05070993914807302</c:v>
                </c:pt>
                <c:pt idx="7">
                  <c:v>0.028384279475982533</c:v>
                </c:pt>
                <c:pt idx="8">
                  <c:v>0.03764705882352941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65370812679285"/>
          <c:min val="0.0128077103112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0.06329113924050633</c:v>
                </c:pt>
                <c:pt idx="1">
                  <c:v>0.07948717948717948</c:v>
                </c:pt>
                <c:pt idx="2">
                  <c:v>0.0855397148676171</c:v>
                </c:pt>
                <c:pt idx="3">
                  <c:v>0.08103130755064457</c:v>
                </c:pt>
                <c:pt idx="4">
                  <c:v>0.07216494845360824</c:v>
                </c:pt>
                <c:pt idx="5">
                  <c:v>0.09584086799276673</c:v>
                </c:pt>
                <c:pt idx="6">
                  <c:v>0.10815602836879433</c:v>
                </c:pt>
                <c:pt idx="7">
                  <c:v>0.08665511265164645</c:v>
                </c:pt>
                <c:pt idx="8">
                  <c:v>0.07381370826010544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8576173803752"/>
          <c:min val="0.05656140587126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0.04338002711251695</c:v>
                </c:pt>
                <c:pt idx="1">
                  <c:v>0.04661654135338346</c:v>
                </c:pt>
                <c:pt idx="2">
                  <c:v>0.05511111111111111</c:v>
                </c:pt>
                <c:pt idx="3">
                  <c:v>0.06651480637813212</c:v>
                </c:pt>
                <c:pt idx="4">
                  <c:v>0.06167608286252354</c:v>
                </c:pt>
                <c:pt idx="5">
                  <c:v>0.0665158371040724</c:v>
                </c:pt>
                <c:pt idx="6">
                  <c:v>0.05312084993359894</c:v>
                </c:pt>
                <c:pt idx="7">
                  <c:v>0.05535553555355536</c:v>
                </c:pt>
                <c:pt idx="8">
                  <c:v>0.07407407407407407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867818111830764"/>
          <c:min val="0.038775920068283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5.4</c:v>
                </c:pt>
                <c:pt idx="1">
                  <c:v>5.8</c:v>
                </c:pt>
                <c:pt idx="2">
                  <c:v>6.2</c:v>
                </c:pt>
                <c:pt idx="3">
                  <c:v>6</c:v>
                </c:pt>
                <c:pt idx="4">
                  <c:v>6.3</c:v>
                </c:pt>
                <c:pt idx="5">
                  <c:v>5.9</c:v>
                </c:pt>
                <c:pt idx="6">
                  <c:v>5.6</c:v>
                </c:pt>
                <c:pt idx="7">
                  <c:v>5.3</c:v>
                </c:pt>
                <c:pt idx="8">
                  <c:v>5.8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3.9</c:v>
                </c:pt>
                <c:pt idx="1">
                  <c:v>4.6</c:v>
                </c:pt>
                <c:pt idx="2">
                  <c:v>4.9</c:v>
                </c:pt>
                <c:pt idx="3">
                  <c:v>4.9</c:v>
                </c:pt>
                <c:pt idx="4">
                  <c:v>4.6</c:v>
                </c:pt>
                <c:pt idx="5">
                  <c:v>4.7</c:v>
                </c:pt>
                <c:pt idx="6">
                  <c:v>4.3</c:v>
                </c:pt>
                <c:pt idx="7">
                  <c:v>4.7</c:v>
                </c:pt>
                <c:pt idx="8">
                  <c:v>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88458600223305"/>
          <c:min val="0.037759299524005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07854363119293"/>
          <c:min val="0.04709717856608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0.0026666666666666666</c:v>
                </c:pt>
                <c:pt idx="2">
                  <c:v>0.00663716814159292</c:v>
                </c:pt>
                <c:pt idx="3">
                  <c:v>0</c:v>
                </c:pt>
                <c:pt idx="4">
                  <c:v>0</c:v>
                </c:pt>
                <c:pt idx="5">
                  <c:v>0.010141987829614604</c:v>
                </c:pt>
                <c:pt idx="6">
                  <c:v>0.014198782961460446</c:v>
                </c:pt>
                <c:pt idx="7">
                  <c:v>0.008733624454148471</c:v>
                </c:pt>
                <c:pt idx="8">
                  <c:v>0.021176470588235293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4352941176470588"/>
          <c:min val="-0.003176470588235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0.07142857142857142</c:v>
                </c:pt>
                <c:pt idx="1">
                  <c:v>0.09828009828009827</c:v>
                </c:pt>
                <c:pt idx="2">
                  <c:v>0.07009345794392523</c:v>
                </c:pt>
                <c:pt idx="3">
                  <c:v>0.11187214611872145</c:v>
                </c:pt>
                <c:pt idx="4">
                  <c:v>0.09692671394799054</c:v>
                </c:pt>
                <c:pt idx="5">
                  <c:v>0.08695652173913043</c:v>
                </c:pt>
                <c:pt idx="6">
                  <c:v>0.07128309572301425</c:v>
                </c:pt>
                <c:pt idx="7">
                  <c:v>0.10633484162895927</c:v>
                </c:pt>
                <c:pt idx="8">
                  <c:v>0.0935412026726058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813894934494089"/>
          <c:min val="0.06382665471770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0.022508038585209004</c:v>
                </c:pt>
                <c:pt idx="1">
                  <c:v>0.039755351681957186</c:v>
                </c:pt>
                <c:pt idx="2">
                  <c:v>0.028328611898016998</c:v>
                </c:pt>
                <c:pt idx="3">
                  <c:v>0.05232558139534884</c:v>
                </c:pt>
                <c:pt idx="4">
                  <c:v>0.03571428571428571</c:v>
                </c:pt>
                <c:pt idx="5">
                  <c:v>0.030985915492957747</c:v>
                </c:pt>
                <c:pt idx="6">
                  <c:v>0.05675675675675676</c:v>
                </c:pt>
                <c:pt idx="7">
                  <c:v>0.020942408376963352</c:v>
                </c:pt>
                <c:pt idx="8">
                  <c:v>0.0392156862745098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128909013725774"/>
          <c:min val="0.015570256119994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2025</c:v>
                </c:pt>
              </c:strCache>
            </c:strRef>
          </c:tx>
          <c:spPr>
            <a:solidFill>
              <a:srgbClr val="9AA3AD"/>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16565</c:v>
                </c:pt>
                <c:pt idx="1">
                  <c:v>15707</c:v>
                </c:pt>
                <c:pt idx="2">
                  <c:v>15981</c:v>
                </c:pt>
                <c:pt idx="3">
                  <c:v>14990</c:v>
                </c:pt>
                <c:pt idx="4">
                  <c:v>14527</c:v>
                </c:pt>
                <c:pt idx="5">
                  <c:v>14882</c:v>
                </c:pt>
                <c:pt idx="6">
                  <c:v>15408</c:v>
                </c:pt>
                <c:pt idx="7">
                  <c:v>14622</c:v>
                </c:pt>
                <c:pt idx="8">
                  <c:v>13082</c:v>
                </c:pt>
              </c:numCache>
            </c:numRef>
          </c:val>
        </c:ser>
        <c:ser>
          <c:idx val="1"/>
          <c:order val="1"/>
          <c:tx>
            <c:strRef>
              <c:f>Sheet1!$C$1</c:f>
              <c:strCache>
                <c:ptCount val="1"/>
                <c:pt idx="0">
                  <c:v>2026</c:v>
                </c:pt>
              </c:strCache>
            </c:strRef>
          </c:tx>
          <c:spPr>
            <a:solidFill>
              <a:srgbClr val="2587C5"/>
            </a:solidFill>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14264</c:v>
                </c:pt>
                <c:pt idx="1">
                  <c:v>12746</c:v>
                </c:pt>
                <c:pt idx="2">
                  <c:v>13940</c:v>
                </c:pt>
                <c:pt idx="3">
                  <c:v>13710</c:v>
                </c:pt>
                <c:pt idx="4">
                  <c:v>13121</c:v>
                </c:pt>
                <c:pt idx="5">
                  <c:v>14168</c:v>
                </c:pt>
                <c:pt idx="6">
                  <c:v>14663</c:v>
                </c:pt>
                <c:pt idx="7">
                  <c:v>15204</c:v>
                </c:pt>
                <c:pt idx="8">
                  <c:v>15075</c:v>
                </c:pt>
              </c:numCache>
            </c:numRef>
          </c:val>
        </c:ser>
        <c:dLbls>
          <c:numFmt formatCode="#,##0.0,&quot;K&quot;" sourceLinked="0"/>
          <c:txPr>
            <a:bodyPr/>
            <a:lstStyle/>
            <a:p>
              <a:pPr>
                <a:defRPr b="0" i="0" strike="noStrike" sz="1400" u="none">
                  <a:solidFill>
                    <a:srgbClr val="1A1A1A"/>
                  </a:solidFill>
                  <a:latin typeface="+mn-lt"/>
                </a:defRPr>
              </a:pPr>
            </a:p>
          </c:txPr>
          <c:showLegendKey val="0"/>
          <c:showVal val="1"/>
          <c:showCatName val="0"/>
          <c:showSerName val="0"/>
          <c:showPercent val="0"/>
          <c:showBubbleSize val="0"/>
          <c:showLeaderLines val="0"/>
        </c:dLbls>
        <c:gapWidth val="35"/>
        <c:overlap val="-35"/>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00"/>
          <c:min val="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196</c:v>
                </c:pt>
                <c:pt idx="1">
                  <c:v>198</c:v>
                </c:pt>
                <c:pt idx="2">
                  <c:v>197</c:v>
                </c:pt>
                <c:pt idx="3">
                  <c:v>199</c:v>
                </c:pt>
                <c:pt idx="4">
                  <c:v>194</c:v>
                </c:pt>
                <c:pt idx="5">
                  <c:v>194</c:v>
                </c:pt>
                <c:pt idx="6">
                  <c:v>199</c:v>
                </c:pt>
                <c:pt idx="7">
                  <c:v>198</c:v>
                </c:pt>
                <c:pt idx="8">
                  <c:v>199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175</c:v>
                </c:pt>
                <c:pt idx="1">
                  <c:v>175</c:v>
                </c:pt>
                <c:pt idx="2">
                  <c:v>173</c:v>
                </c:pt>
                <c:pt idx="3">
                  <c:v>176</c:v>
                </c:pt>
                <c:pt idx="4">
                  <c:v>182</c:v>
                </c:pt>
                <c:pt idx="5">
                  <c:v>185</c:v>
                </c:pt>
                <c:pt idx="6">
                  <c:v>187</c:v>
                </c:pt>
                <c:pt idx="7">
                  <c:v>186</c:v>
                </c:pt>
                <c:pt idx="8">
                  <c:v>187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124</c:v>
                </c:pt>
                <c:pt idx="2">
                  <c:v>131</c:v>
                </c:pt>
                <c:pt idx="3">
                  <c:v>131</c:v>
                </c:pt>
                <c:pt idx="4">
                  <c:v>132</c:v>
                </c:pt>
                <c:pt idx="5">
                  <c:v>128</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126</c:v>
                </c:pt>
                <c:pt idx="1">
                  <c:v/>
                </c:pt>
                <c:pt idx="2">
                  <c:v>131</c:v>
                </c:pt>
                <c:pt idx="3">
                  <c:v>131</c:v>
                </c:pt>
                <c:pt idx="4">
                  <c:v>132</c:v>
                </c:pt>
                <c:pt idx="5">
                  <c:v/>
                </c:pt>
                <c:pt idx="6">
                  <c:v>133</c:v>
                </c:pt>
                <c:pt idx="7">
                  <c:v>130</c:v>
                </c:pt>
                <c:pt idx="8">
                  <c:v>134</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124</c:v>
                </c:pt>
                <c:pt idx="2">
                  <c:v/>
                </c:pt>
                <c:pt idx="3">
                  <c:v/>
                </c:pt>
                <c:pt idx="4">
                  <c:v/>
                </c:pt>
                <c:pt idx="5">
                  <c:v>128</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125</c:v>
                </c:pt>
                <c:pt idx="2">
                  <c:v/>
                </c:pt>
                <c:pt idx="3">
                  <c:v/>
                </c:pt>
                <c:pt idx="4">
                  <c:v/>
                </c:pt>
                <c:pt idx="5">
                  <c:v>129</c:v>
                </c:pt>
                <c:pt idx="6">
                  <c:v/>
                </c:pt>
                <c:pt idx="7">
                  <c:v/>
                </c:pt>
                <c:pt idx="8">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
                </c:pt>
                <c:pt idx="2">
                  <c:v>125</c:v>
                </c:pt>
                <c:pt idx="3">
                  <c:v>126</c:v>
                </c:pt>
                <c:pt idx="4">
                  <c:v>130</c:v>
                </c:pt>
                <c:pt idx="5">
                  <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124</c:v>
                </c:pt>
                <c:pt idx="1">
                  <c:v>125</c:v>
                </c:pt>
                <c:pt idx="2">
                  <c:v>125</c:v>
                </c:pt>
                <c:pt idx="3">
                  <c:v>126</c:v>
                </c:pt>
                <c:pt idx="4">
                  <c:v>130</c:v>
                </c:pt>
                <c:pt idx="5">
                  <c:v>129</c:v>
                </c:pt>
                <c:pt idx="6">
                  <c:v>126</c:v>
                </c:pt>
                <c:pt idx="7">
                  <c:v>126</c:v>
                </c:pt>
                <c:pt idx="8">
                  <c:v>124</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12996</c:v>
                </c:pt>
                <c:pt idx="1">
                  <c:v>12334</c:v>
                </c:pt>
                <c:pt idx="2">
                  <c:v>13714</c:v>
                </c:pt>
                <c:pt idx="3">
                  <c:v>14108</c:v>
                </c:pt>
                <c:pt idx="4">
                  <c:v>13092</c:v>
                </c:pt>
                <c:pt idx="5">
                  <c:v>13919</c:v>
                </c:pt>
                <c:pt idx="6">
                  <c:v>14673</c:v>
                </c:pt>
                <c:pt idx="7">
                  <c:v>13972</c:v>
                </c:pt>
                <c:pt idx="8">
                  <c:v>13721</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12592</c:v>
                </c:pt>
                <c:pt idx="1">
                  <c:v>11705</c:v>
                </c:pt>
                <c:pt idx="2">
                  <c:v>12397</c:v>
                </c:pt>
                <c:pt idx="3">
                  <c:v>12913</c:v>
                </c:pt>
                <c:pt idx="4">
                  <c:v>12494</c:v>
                </c:pt>
                <c:pt idx="5">
                  <c:v>12584</c:v>
                </c:pt>
                <c:pt idx="6">
                  <c:v>12740</c:v>
                </c:pt>
                <c:pt idx="7">
                  <c:v>12488</c:v>
                </c:pt>
                <c:pt idx="8">
                  <c:v>11778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171.412</c:v>
                </c:pt>
                <c:pt idx="6">
                  <c:v/>
                </c:pt>
                <c:pt idx="7">
                  <c:v>176.49180327868854</c:v>
                </c:pt>
                <c:pt idx="8">
                  <c:v>172.46058091286307</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165.0483870967742</c:v>
                </c:pt>
                <c:pt idx="1">
                  <c:v>148.57142857142858</c:v>
                </c:pt>
                <c:pt idx="2">
                  <c:v>165.3531746031746</c:v>
                </c:pt>
                <c:pt idx="3">
                  <c:v>163.812</c:v>
                </c:pt>
                <c:pt idx="4">
                  <c:v>157.87007874015748</c:v>
                </c:pt>
                <c:pt idx="5">
                  <c:v/>
                </c:pt>
                <c:pt idx="6">
                  <c:v>174.588</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
                </c:pt>
                <c:pt idx="6">
                  <c:v>177.77732793522267</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
                </c:pt>
                <c:pt idx="2">
                  <c:v/>
                </c:pt>
                <c:pt idx="3">
                  <c:v/>
                </c:pt>
                <c:pt idx="4">
                  <c:v/>
                </c:pt>
                <c:pt idx="5">
                  <c:v>171.10526315789474</c:v>
                </c:pt>
                <c:pt idx="6">
                  <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23.790849673202615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24.324142156862745</c:v>
                </c:pt>
                <c:pt idx="2">
                  <c:v/>
                </c:pt>
                <c:pt idx="3">
                  <c:v/>
                </c:pt>
                <c:pt idx="4">
                  <c:v/>
                </c:pt>
                <c:pt idx="5">
                  <c:v/>
                </c:pt>
                <c:pt idx="6">
                  <c:v/>
                </c:pt>
                <c:pt idx="7">
                  <c:v/>
                </c:pt>
                <c:pt idx="8">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337.037037037037</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
                </c:pt>
                <c:pt idx="1">
                  <c:v>342.2155172413793</c:v>
                </c:pt>
                <c:pt idx="2">
                  <c:v/>
                </c:pt>
                <c:pt idx="3">
                  <c:v/>
                </c:pt>
                <c:pt idx="4">
                  <c:v/>
                </c:pt>
                <c:pt idx="5">
                  <c:v/>
                </c:pt>
                <c:pt idx="6">
                  <c:v/>
                </c:pt>
                <c:pt idx="7">
                  <c:v/>
                </c:pt>
                <c:pt idx="8">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review with Tommy. Alternate designs still to choose between: Door Rate / ELR % of Door Rate options, and Your Best Techs Prove It options A-C. Delete whichever we don't pick.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Example: Roundtable slide 21 table: same $25 tech rate, very different ELR by job; the seven jobs total 8.1 hours and $1,056 = $130/hr.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FLUSH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&amp; Internal section, after the section break and before Warranty RO Count.</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paid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paid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a:t>
            </a:r>
          </a:p>
          <a:p>
            <a:r>
              <a:t>AUDI HENDERSON: 91.0% (33,481 sold / 36,766 paid, 23 techs: 6 above, 4 on, 13 under)</a:t>
            </a:r>
          </a:p>
          <a:p>
            <a:r>
              <a:t>AUDI RENO: 117.1% (15,985 sold / 13,640 paid, 10 techs: 6 above, 0 on, 4 under)</a:t>
            </a:r>
          </a:p>
          <a:p>
            <a:r>
              <a:t>CADILLAC: 87.7% (42,358 sold / 48,277 paid, 29 techs: 8 above, 5 on, 16 under)</a:t>
            </a:r>
          </a:p>
          <a:p>
            <a:r>
              <a:t>CDJR POST FALLS: 71.2% (14,538 sold / 20,418 paid, 14 techs: 4 above, 1 on, 9 under)</a:t>
            </a:r>
          </a:p>
          <a:p>
            <a:r>
              <a:t>CHEVY GMC BULLHEAD: 68.4% (19,904 sold / 29,093 paid, 20 techs: 2 above, 2 on, 16 under)</a:t>
            </a:r>
          </a:p>
          <a:p>
            <a:r>
              <a:t>CHEVY LV: 103.4% (81,675 sold / 78,983 paid, 51 techs: 21 above, 14 on, 16 under)</a:t>
            </a:r>
          </a:p>
          <a:p>
            <a:r>
              <a:t>GMC PRESCOTT: 73.6% (10,985 sold / 14,924 paid, 12 techs: 1 above, 4 on, 7 under)</a:t>
            </a:r>
          </a:p>
          <a:p>
            <a:r>
              <a:t>HONDA FLAGSTAFF: 78.5% (7,653 sold / 9,743 paid, 6 techs: 2 above, 0 on, 4 under)</a:t>
            </a:r>
          </a:p>
          <a:p>
            <a:r>
              <a:t>HONDA HENDERSON: 118.5% (61,099 sold / 51,555 paid, 28 techs: 16 above, 7 on, 5 under)</a:t>
            </a:r>
          </a:p>
          <a:p>
            <a:r>
              <a:t>HONDA NORTH: 109.3% (39,419 sold / 36,062 paid, 22 techs: 10 above, 8 on, 4 under)</a:t>
            </a:r>
          </a:p>
          <a:p>
            <a:r>
              <a:t>HONDA SPOKANE: 109.0% (17,638 sold / 16,169 paid, 15 techs: 10 above, 3 on, 2 under)</a:t>
            </a:r>
          </a:p>
          <a:p>
            <a:r>
              <a:t>HYUNDAI PRESCOTT: 78.8% (9,116 sold / 11,564 paid, 9 techs: 1 above, 2 on, 6 under)</a:t>
            </a:r>
          </a:p>
          <a:p>
            <a:r>
              <a:t>HYUNDAI ST GEORGE: 69.0% (9,329 sold / 13,515 paid, 11 techs: 3 above, 0 on, 8 under)</a:t>
            </a:r>
          </a:p>
          <a:p>
            <a:r>
              <a:t>KIA LV: 76.8% (20,682 sold / 26,909 paid, 20 techs: 2 above, 2 on, 16 under)</a:t>
            </a:r>
          </a:p>
          <a:p>
            <a:r>
              <a:t>KIA ST GEORGE: 67.5% (11,981 sold / 17,746 paid, 12 techs: 1 above, 2 on, 9 under)</a:t>
            </a:r>
          </a:p>
          <a:p>
            <a:r>
              <a:t>LEXUS: 104.7% (16,940 sold / 16,175 paid, 11 techs: 4 above, 1 on, 6 under)</a:t>
            </a:r>
          </a:p>
          <a:p>
            <a:r>
              <a:t>LINCOLN: 94.9% (15,983 sold / 16,836 paid, 11 techs: 4 above, 2 on, 5 under)</a:t>
            </a:r>
          </a:p>
          <a:p>
            <a:r>
              <a:t>LR HENDERSON: 106.0% (11,497 sold / 10,838 paid, 7 techs: 3 above, 1 on, 3 under)</a:t>
            </a:r>
          </a:p>
          <a:p>
            <a:r>
              <a:t>LR LV: 91.2% (20,301 sold / 22,258 paid, 16 techs: 5 above, 3 on, 8 under)</a:t>
            </a:r>
          </a:p>
          <a:p>
            <a:r>
              <a:t>LR RENO: 81.4% (7,559 sold / 9,283 paid, 6 techs: 1 above, 3 on, 2 under)</a:t>
            </a:r>
          </a:p>
          <a:p>
            <a:r>
              <a:t>MAZDA: 101.6% (14,560 sold / 14,322 paid, 11 techs: 5 above, 2 on, 4 under)</a:t>
            </a:r>
          </a:p>
          <a:p>
            <a:r>
              <a:t>NISSAN: 91.1% (24,792 sold / 27,197 paid, 17 techs: 3 above, 6 on, 8 under)</a:t>
            </a:r>
          </a:p>
          <a:p>
            <a:r>
              <a:t>SUBARU LV: 96.9% (41,501 sold / 42,797 paid, 27 techs: 9 above, 7 on, 11 under)</a:t>
            </a:r>
          </a:p>
          <a:p>
            <a:r>
              <a:t>SUBARU PRESCOTT: 98.4% (17,475 sold / 17,747 paid, 12 techs: 6 above, 0 on, 6 under)</a:t>
            </a:r>
          </a:p>
          <a:p>
            <a:r>
              <a:t>SUBARU ST GEORGE: 109.7% (20,954 sold / 19,086 paid, 12 techs: 9 above, 0 on, 3 under)</a:t>
            </a:r>
          </a:p>
          <a:p>
            <a:r>
              <a:t>TOYOTA FLAGSTAFF: 102.4% (31,978 sold / 31,216 paid, 18 techs: 7 above, 5 on, 6 under)</a:t>
            </a:r>
          </a:p>
          <a:p>
            <a:r>
              <a:t>TOYOTA HENDERSON: 104.3% (104,465 sold / 100,080 paid, 59 techs: 22 above, 17 on, 20 under)</a:t>
            </a:r>
          </a:p>
          <a:p>
            <a:r>
              <a:t>TOYOTA PRESCOTT: 83.6% (29,341 sold / 35,081 paid, 22 techs: 6 above, 5 on, 11 under)</a:t>
            </a:r>
          </a:p>
          <a:p>
            <a:r>
              <a:t>TOYOTA SPOKANE: 108.0% (35,947 sold / 33,274 paid, 28 techs: 15 above, 9 on, 4 under)</a:t>
            </a:r>
          </a:p>
          <a:p>
            <a:r>
              <a:t>VOLVO: 72.3% (10,479 sold / 14,475 paid, 9 techs: 0 above, 1 on, 8 under)</a:t>
            </a:r>
          </a:p>
          <a:p>
            <a:r>
              <a:t>VW HENDERSON: 92.2% (25,394 sold / 27,527 paid, 19 techs: 6 above, 7 on, 6 under)</a:t>
            </a:r>
          </a:p>
          <a:p>
            <a:r>
              <a:t>VW ST GEORGE: 70.0% (5,375 sold / 7,674 paid,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paid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KIA ST GEORGE $657K → $862K; LEXUS $1.63M → $2.10M. Bottom SUBARU LV $5.12M → $5.04M; TOYOTA HENDERSON $13.04M → $12.85M; CHEVY LV $7.40M → $7.08M; AUDI RENO $3.38M → $2.90M; VW ST GEORGE $702K → $560K.</a:t>
            </a:r>
          </a:p>
          <a:p>
            <a:r>
              <a:t>CP RO Count: top KIA LV 7,156 → 8,133; HYUNDAI PRESCOTT 1,784 → 2,010; GMC PRESCOTT 2,810 → 3,107; SUBARU ST GEORGE 5,042 → 5,553; LR RENO 1,303 → 1,421. Bottom ACURA 3,910 → 3,671; HONDA SPOKANE 9,929 → 8,930; AUDI RENO 4,379 → 3,917; HYUNDAI ST GEORGE 3,784 → 3,349; VW ST GEORGE 2,251 → 1,919.</a:t>
            </a:r>
          </a:p>
          <a:p>
            <a:r>
              <a:t>CP Hours per RO: top HYUNDAI ST GEORGE 1.03 → 1.43; SUBARU ST GEORGE 1.75 → 2.30; KIA ST GEORGE 0.99 → 1.29; SUBARU PRESCOTT 1.34 → 1.60; KIA LV 1.32 → 1.57. Bottom CHEVY LV 2.37 → 2.30; AUDI RENO 2.88 → 2.73; VOLVO 2.58 → 2.28; VW ST GEORGE 1.95 → 1.71; LR RENO 4.04 → 3.48.</a:t>
            </a:r>
          </a:p>
          <a:p>
            <a:r>
              <a:t>CP ELR: top HONDA SPOKANE $117.05 → $143.89; VOLVO $181.59 → $222.12; LINCOLN $139.55 → $167.64; NISSAN $153.87 → $175.90; SUBARU PRESCOTT $122.25 → $139.13. Bottom AUDI HENDERSON $278.97 → $266.32; HYUNDAI PRESCOTT $136.71 → $130.46; ACURA $221.78 → $210.50; SUBARU ST GEORGE $148.84 → $138.48; KIA LV $184.36 → $149.23.</a:t>
            </a:r>
          </a:p>
          <a:p>
            <a:r>
              <a:t>CP Parts $ per RO: top LINCOLN $281 → $363; LEXUS $193 → $240; HYUNDAI ST GEORGE $181 → $219; HONDA FLAGSTAFF $179 → $212; SUBARU ST GEORGE $238 → $280. Bottom CADILLAC $358 → $350; VW ST GEORGE $266 → $259; LR RENO $876 → $814; AUDI RENO $596 → $542; KIA LV $227 → $193.</a:t>
            </a:r>
          </a:p>
          <a:p>
            <a:r>
              <a:t>CP Parts GP %: top ACURA 38.7% → 44.9%; NISSAN 38.2% → 42.7%; SUBARU PRESCOTT 31.0% → 34.8%; LINCOLN 33.7% → 37.0%; LR RENO 41.3% → 44.6%. Bottom HONDA HENDERSON 42.2% → 42.1%; TOYOTA FLAGSTAFF 37.4% → 36.9%;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VW ST GEORGE $54K → $66K; HYUNDAI PRESCOTT $49K → $60K. Bottom TOYOTA HENDERSON $1.38M → $1.42M; LINCOLN $140K → $139K; SUBARU ST GEORGE $220K → $218K; HONDA HENDERSON $841K → $823K; CADILLAC $317K → $283K.</a:t>
            </a:r>
          </a:p>
          <a:p>
            <a:r>
              <a:t>CP ROs per Month: top LEXUS 425 → 570; CDJR POST FALLS 543 → 667; LR LV 350 → 415; MAZDA 578 → 669; HONDA FLAGSTAFF 397 → 459. Bottom SUBARU PRESCOTT 559 → 565; AUDI RENO 428 → 429; VW ST GEORGE 207 → 203; HYUNDAI ST GEORGE 377 → 365; CADILLAC 609 → 582.</a:t>
            </a:r>
          </a:p>
          <a:p>
            <a:r>
              <a:t>CP Hours per RO: top MAZDA 1.35 → 1.65; HYUNDAI PRESCOTT 1.56 → 1.76; HYUNDAI ST GEORGE 1.37 → 1.54; KIA ST GEORGE 1.23 → 1.38; CHEVY GMC BULLHEAD 1.65 → 1.79. Bottom LEXUS 2.17 → 2.01; SUBARU ST GEORGE 2.43 → 2.20; HONDA HENDERSON 2.06 → 1.86; VW HENDERSON 2.66 → 2.37; CADILLAC 2.85 → 2.45.</a:t>
            </a:r>
          </a:p>
          <a:p>
            <a:r>
              <a:t>CP ELR: top VW ST GEORGE $128.27 → $141.89; AUDI RENO $227.34 → $244.12; HONDA SPOKANE $139.40 → $147.93; KIA LV $142.56 → $150.72; KIA ST GEORGE $139.09 → $146.04. Bottom LR LV $238.78 → $233.88; HONDA FLAGSTAFF $164.77 → $159.69; SUBARU ST GEORGE $141.07 → $136.71; LEXUS $196.84 → $187.42; ACURA $232.02 → $199.04.</a:t>
            </a:r>
          </a:p>
          <a:p>
            <a:r>
              <a:t>CP Parts $ per RO: top VW ST GEORGE $224 → $298; LR RENO $692 → $877; ACURA $229 → $282; HONDA FLAGSTAFF $200 → $234; HYUNDAI ST GEORGE $204 → $234. Bottom SUBARU ST GEORGE $286 → $277; TOYOTA FLAGSTAFF $147 → $142; LR LV $873 → $834; GMC PRESCOTT $299 → $282; HONDA HENDERSON $190 → $178.</a:t>
            </a:r>
          </a:p>
          <a:p>
            <a:r>
              <a:t>CP Parts GP %: top ACURA 39.4% → 46.6%; VW ST GEORGE 39.1% → 43.8%; GMC PRESCOTT 35.3% → 39.2%; AUDI RENO 41.1% → 44.0%; TOYOTA HENDERSON 39.4% → 41.7%. Bottom LR HENDERSON 44.2% → 42.1%; NISSAN 44.5% → 41.3%;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E - door rate by store with premium rates, split by labor grid. Store door rate sheet (Oct 15 2026); averages weighted by Jul-Sep CP sold hours. Bars start at $100.</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paid hours for counted technicians. Best techs = the store's most proficient quarter of counted technicians (at least one), their sold / paid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chart" Target="../charts/chart8.xml"/><Relationship Id="rId7" Type="http://schemas.openxmlformats.org/officeDocument/2006/relationships/chart" Target="../charts/chart9.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xml"/><Relationship Id="rId3" Type="http://schemas.openxmlformats.org/officeDocument/2006/relationships/chart" Target="../charts/chart22.xml"/><Relationship Id="rId4" Type="http://schemas.openxmlformats.org/officeDocument/2006/relationships/chart" Target="../charts/chart23.xml"/><Relationship Id="rId5" Type="http://schemas.openxmlformats.org/officeDocument/2006/relationships/chart" Target="../charts/chart24.xml"/><Relationship Id="rId6" Type="http://schemas.openxmlformats.org/officeDocument/2006/relationships/chart" Target="../charts/chart25.xml"/><Relationship Id="rId7" Type="http://schemas.openxmlformats.org/officeDocument/2006/relationships/chart" Target="../charts/chart26.xml"/><Relationship Id="rId8" Type="http://schemas.openxmlformats.org/officeDocument/2006/relationships/chart" Target="../charts/chart27.xml"/><Relationship Id="rId9" Type="http://schemas.openxmlformats.org/officeDocument/2006/relationships/chart" Target="../charts/chart28.xml"/><Relationship Id="rId10" Type="http://schemas.openxmlformats.org/officeDocument/2006/relationships/chart" Target="../charts/chart29.xml"/><Relationship Id="rId11" Type="http://schemas.openxmlformats.org/officeDocument/2006/relationships/chart" Target="../charts/chart30.xml"/><Relationship Id="rId1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xml"/><Relationship Id="rId3" Type="http://schemas.openxmlformats.org/officeDocument/2006/relationships/chart" Target="../charts/chart37.xml"/><Relationship Id="rId4" Type="http://schemas.openxmlformats.org/officeDocument/2006/relationships/chart" Target="../charts/chart38.xml"/><Relationship Id="rId5" Type="http://schemas.openxmlformats.org/officeDocument/2006/relationships/chart" Target="../charts/chart39.xml"/><Relationship Id="rId6" Type="http://schemas.openxmlformats.org/officeDocument/2006/relationships/chart" Target="../charts/chart40.xml"/><Relationship Id="rId7" Type="http://schemas.openxmlformats.org/officeDocument/2006/relationships/chart" Target="../charts/chart41.xml"/><Relationship Id="rId8" Type="http://schemas.openxmlformats.org/officeDocument/2006/relationships/chart" Target="../charts/chart42.xml"/><Relationship Id="rId9" Type="http://schemas.openxmlformats.org/officeDocument/2006/relationships/chart" Target="../charts/chart43.xml"/><Relationship Id="rId10" Type="http://schemas.openxmlformats.org/officeDocument/2006/relationships/chart" Target="../charts/chart44.xml"/><Relationship Id="rId11" Type="http://schemas.openxmlformats.org/officeDocument/2006/relationships/chart" Target="../charts/chart45.xml"/><Relationship Id="rId1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xml"/><Relationship Id="rId3" Type="http://schemas.openxmlformats.org/officeDocument/2006/relationships/chart" Target="../charts/chart47.xml"/><Relationship Id="rId4" Type="http://schemas.openxmlformats.org/officeDocument/2006/relationships/chart" Target="../charts/chart48.xml"/><Relationship Id="rId5" Type="http://schemas.openxmlformats.org/officeDocument/2006/relationships/chart" Target="../charts/chart49.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chart" Target="../charts/chart54.xml"/><Relationship Id="rId7" Type="http://schemas.openxmlformats.org/officeDocument/2006/relationships/chart" Target="../charts/chart55.xml"/><Relationship Id="rId8" Type="http://schemas.openxmlformats.org/officeDocument/2006/relationships/chart" Target="../charts/chart56.xml"/><Relationship Id="rId9" Type="http://schemas.openxmlformats.org/officeDocument/2006/relationships/chart" Target="../charts/chart57.xml"/><Relationship Id="rId10" Type="http://schemas.openxmlformats.org/officeDocument/2006/relationships/chart" Target="../charts/chart58.xml"/><Relationship Id="rId11" Type="http://schemas.openxmlformats.org/officeDocument/2006/relationships/chart" Target="../charts/chart59.xml"/><Relationship Id="rId1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xml"/><Relationship Id="rId3" Type="http://schemas.openxmlformats.org/officeDocument/2006/relationships/chart" Target="../charts/chart61.xml"/><Relationship Id="rId4" Type="http://schemas.openxmlformats.org/officeDocument/2006/relationships/chart" Target="../charts/chart62.xml"/><Relationship Id="rId5" Type="http://schemas.openxmlformats.org/officeDocument/2006/relationships/chart" Target="../charts/chart63.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4.xml"/><Relationship Id="rId3" Type="http://schemas.openxmlformats.org/officeDocument/2006/relationships/chart" Target="../charts/chart65.xml"/><Relationship Id="rId4" Type="http://schemas.openxmlformats.org/officeDocument/2006/relationships/chart" Target="../charts/chart66.xml"/><Relationship Id="rId5" Type="http://schemas.openxmlformats.org/officeDocument/2006/relationships/chart" Target="../charts/chart67.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chart" Target="../charts/chart76.xml"/><Relationship Id="rId11" Type="http://schemas.openxmlformats.org/officeDocument/2006/relationships/chart" Target="../charts/chart77.xml"/><Relationship Id="rId1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8.xml"/><Relationship Id="rId3" Type="http://schemas.openxmlformats.org/officeDocument/2006/relationships/chart" Target="../charts/chart89.xml"/><Relationship Id="rId4" Type="http://schemas.openxmlformats.org/officeDocument/2006/relationships/chart" Target="../charts/chart90.xml"/><Relationship Id="rId5" Type="http://schemas.openxmlformats.org/officeDocument/2006/relationships/chart" Target="../charts/chart91.xml"/><Relationship Id="rId6" Type="http://schemas.openxmlformats.org/officeDocument/2006/relationships/chart" Target="../charts/chart92.xml"/><Relationship Id="rId7" Type="http://schemas.openxmlformats.org/officeDocument/2006/relationships/chart" Target="../charts/chart93.xml"/><Relationship Id="rId8" Type="http://schemas.openxmlformats.org/officeDocument/2006/relationships/chart" Target="../charts/chart94.xml"/><Relationship Id="rId9" Type="http://schemas.openxmlformats.org/officeDocument/2006/relationships/chart" Target="../charts/chart95.xml"/><Relationship Id="rId10" Type="http://schemas.openxmlformats.org/officeDocument/2006/relationships/chart" Target="../charts/chart96.xml"/><Relationship Id="rId11" Type="http://schemas.openxmlformats.org/officeDocument/2006/relationships/chart" Target="../charts/chart97.xml"/><Relationship Id="rId1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8.xml"/><Relationship Id="rId3" Type="http://schemas.openxmlformats.org/officeDocument/2006/relationships/chart" Target="../charts/chart99.xml"/><Relationship Id="rId4" Type="http://schemas.openxmlformats.org/officeDocument/2006/relationships/chart" Target="../charts/chart100.xml"/><Relationship Id="rId5" Type="http://schemas.openxmlformats.org/officeDocument/2006/relationships/chart" Target="../charts/chart101.xml"/><Relationship Id="rId6" Type="http://schemas.openxmlformats.org/officeDocument/2006/relationships/chart" Target="../charts/chart102.xml"/><Relationship Id="rId7" Type="http://schemas.openxmlformats.org/officeDocument/2006/relationships/chart" Target="../charts/chart103.xml"/><Relationship Id="rId8" Type="http://schemas.openxmlformats.org/officeDocument/2006/relationships/chart" Target="../charts/chart104.xml"/><Relationship Id="rId9" Type="http://schemas.openxmlformats.org/officeDocument/2006/relationships/chart" Target="../charts/chart105.xml"/><Relationship Id="rId10" Type="http://schemas.openxmlformats.org/officeDocument/2006/relationships/chart" Target="../charts/chart106.xml"/><Relationship Id="rId11" Type="http://schemas.openxmlformats.org/officeDocument/2006/relationships/chart" Target="../charts/chart107.xml"/><Relationship Id="rId1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8.xml"/><Relationship Id="rId3" Type="http://schemas.openxmlformats.org/officeDocument/2006/relationships/chart" Target="../charts/chart109.xml"/><Relationship Id="rId4" Type="http://schemas.openxmlformats.org/officeDocument/2006/relationships/chart" Target="../charts/chart110.xml"/><Relationship Id="rId5" Type="http://schemas.openxmlformats.org/officeDocument/2006/relationships/chart" Target="../charts/chart111.xml"/><Relationship Id="rId6" Type="http://schemas.openxmlformats.org/officeDocument/2006/relationships/chart" Target="../charts/chart112.xml"/><Relationship Id="rId7" Type="http://schemas.openxmlformats.org/officeDocument/2006/relationships/chart" Target="../charts/chart113.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4.xml"/><Relationship Id="rId3" Type="http://schemas.openxmlformats.org/officeDocument/2006/relationships/chart" Target="../charts/chart115.xml"/><Relationship Id="rId4" Type="http://schemas.openxmlformats.org/officeDocument/2006/relationships/chart" Target="../charts/chart116.xml"/><Relationship Id="rId5" Type="http://schemas.openxmlformats.org/officeDocument/2006/relationships/chart" Target="../charts/chart117.xml"/><Relationship Id="rId6"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8.xml"/><Relationship Id="rId3" Type="http://schemas.openxmlformats.org/officeDocument/2006/relationships/chart" Target="../charts/chart119.xml"/><Relationship Id="rId4" Type="http://schemas.openxmlformats.org/officeDocument/2006/relationships/chart" Target="../charts/chart120.xml"/><Relationship Id="rId5" Type="http://schemas.openxmlformats.org/officeDocument/2006/relationships/chart" Target="../charts/chart121.xml"/><Relationship Id="rId6" Type="http://schemas.openxmlformats.org/officeDocument/2006/relationships/chart" Target="../charts/chart122.xml"/><Relationship Id="rId7" Type="http://schemas.openxmlformats.org/officeDocument/2006/relationships/chart" Target="../charts/chart123.xml"/><Relationship Id="rId8" Type="http://schemas.openxmlformats.org/officeDocument/2006/relationships/chart" Target="../charts/chart124.xml"/><Relationship Id="rId9" Type="http://schemas.openxmlformats.org/officeDocument/2006/relationships/chart" Target="../charts/chart125.xml"/><Relationship Id="rId10" Type="http://schemas.openxmlformats.org/officeDocument/2006/relationships/chart" Target="../charts/chart126.xml"/><Relationship Id="rId11" Type="http://schemas.openxmlformats.org/officeDocument/2006/relationships/chart" Target="../charts/chart127.xml"/><Relationship Id="rId1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2.xml"/><Relationship Id="rId3" Type="http://schemas.openxmlformats.org/officeDocument/2006/relationships/chart" Target="../charts/chart133.xml"/><Relationship Id="rId4" Type="http://schemas.openxmlformats.org/officeDocument/2006/relationships/chart" Target="../charts/chart134.xml"/><Relationship Id="rId5" Type="http://schemas.openxmlformats.org/officeDocument/2006/relationships/chart" Target="../charts/chart135.xml"/><Relationship Id="rId6" Type="http://schemas.openxmlformats.org/officeDocument/2006/relationships/chart" Target="../charts/chart136.xml"/><Relationship Id="rId7" Type="http://schemas.openxmlformats.org/officeDocument/2006/relationships/chart" Target="../charts/chart137.xml"/><Relationship Id="rId8" Type="http://schemas.openxmlformats.org/officeDocument/2006/relationships/chart" Target="../charts/chart138.xml"/><Relationship Id="rId9" Type="http://schemas.openxmlformats.org/officeDocument/2006/relationships/chart" Target="../charts/chart139.xml"/><Relationship Id="rId10" Type="http://schemas.openxmlformats.org/officeDocument/2006/relationships/chart" Target="../charts/chart140.xml"/><Relationship Id="rId11" Type="http://schemas.openxmlformats.org/officeDocument/2006/relationships/chart" Target="../charts/chart141.xml"/><Relationship Id="rId1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2.xml"/><Relationship Id="rId3" Type="http://schemas.openxmlformats.org/officeDocument/2006/relationships/chart" Target="../charts/chart143.xml"/><Relationship Id="rId4" Type="http://schemas.openxmlformats.org/officeDocument/2006/relationships/chart" Target="../charts/chart144.xml"/><Relationship Id="rId5" Type="http://schemas.openxmlformats.org/officeDocument/2006/relationships/chart" Target="../charts/chart145.xml"/><Relationship Id="rId6"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6.xml"/><Relationship Id="rId3" Type="http://schemas.openxmlformats.org/officeDocument/2006/relationships/chart" Target="../charts/chart147.xml"/><Relationship Id="rId4" Type="http://schemas.openxmlformats.org/officeDocument/2006/relationships/chart" Target="../charts/chart148.xml"/><Relationship Id="rId5" Type="http://schemas.openxmlformats.org/officeDocument/2006/relationships/chart" Target="../charts/chart149.xml"/><Relationship Id="rId6" Type="http://schemas.openxmlformats.org/officeDocument/2006/relationships/chart" Target="../charts/chart150.xml"/><Relationship Id="rId7" Type="http://schemas.openxmlformats.org/officeDocument/2006/relationships/chart" Target="../charts/chart151.xml"/><Relationship Id="rId8" Type="http://schemas.openxmlformats.org/officeDocument/2006/relationships/chart" Target="../charts/chart152.xml"/><Relationship Id="rId9" Type="http://schemas.openxmlformats.org/officeDocument/2006/relationships/chart" Target="../charts/chart153.xml"/><Relationship Id="rId10" Type="http://schemas.openxmlformats.org/officeDocument/2006/relationships/chart" Target="../charts/chart154.xml"/><Relationship Id="rId11" Type="http://schemas.openxmlformats.org/officeDocument/2006/relationships/chart" Target="../charts/chart155.xml"/><Relationship Id="rId1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0.xml"/><Relationship Id="rId3" Type="http://schemas.openxmlformats.org/officeDocument/2006/relationships/chart" Target="../charts/chart161.xml"/><Relationship Id="rId4" Type="http://schemas.openxmlformats.org/officeDocument/2006/relationships/chart" Target="../charts/chart162.xml"/><Relationship Id="rId5" Type="http://schemas.openxmlformats.org/officeDocument/2006/relationships/chart" Target="../charts/chart163.xml"/><Relationship Id="rId6" Type="http://schemas.openxmlformats.org/officeDocument/2006/relationships/chart" Target="../charts/chart164.xml"/><Relationship Id="rId7" Type="http://schemas.openxmlformats.org/officeDocument/2006/relationships/chart" Target="../charts/chart165.xml"/><Relationship Id="rId8" Type="http://schemas.openxmlformats.org/officeDocument/2006/relationships/chart" Target="../charts/chart166.xml"/><Relationship Id="rId9" Type="http://schemas.openxmlformats.org/officeDocument/2006/relationships/chart" Target="../charts/chart167.xml"/><Relationship Id="rId10" Type="http://schemas.openxmlformats.org/officeDocument/2006/relationships/chart" Target="../charts/chart168.xml"/><Relationship Id="rId11" Type="http://schemas.openxmlformats.org/officeDocument/2006/relationships/chart" Target="../charts/chart169.xml"/><Relationship Id="rId1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0.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1.xml"/><Relationship Id="rId3" Type="http://schemas.openxmlformats.org/officeDocument/2006/relationships/chart" Target="../charts/chart172.xml"/><Relationship Id="rId4" Type="http://schemas.openxmlformats.org/officeDocument/2006/relationships/chart" Target="../charts/chart173.xml"/><Relationship Id="rId5" Type="http://schemas.openxmlformats.org/officeDocument/2006/relationships/chart" Target="../charts/chart174.xml"/><Relationship Id="rId6"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chart" Target="../charts/chart179.xml"/><Relationship Id="rId7" Type="http://schemas.openxmlformats.org/officeDocument/2006/relationships/chart" Target="../charts/chart18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Express,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 &amp; Internal</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ROs and rate, internal rate and margin.</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200" b="1" dirty="0">
                <a:solidFill>
                  <a:srgbClr val="1A1A1A"/>
                </a:solidFill>
                <a:latin typeface="Inter" pitchFamily="34" charset="0"/>
                <a:ea typeface="Inter" pitchFamily="34" charset="-122"/>
                <a:cs typeface="Inter" pitchFamily="34" charset="-120"/>
              </a:rPr>
              <a:t>Warranty &amp; Internal</a:t>
            </a:r>
            <a:endParaRPr lang="en-US" sz="72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 &amp; Internal</a:t>
            </a:r>
            <a:endParaRPr lang="en-US" sz="155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Productivity</a:t>
            </a:r>
            <a:endParaRPr lang="en-US" sz="155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Close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APPENDIX</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Design Options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Door rate   ·   Your best techs prove it</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risk of judgement: your success is our success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Customer first, company second, team third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You get what you tolerate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Leverage the power in this room: collaboration</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21" name="Shape 19"/>
          <p:cNvSpPr/>
          <p:nvPr/>
        </p:nvSpPr>
        <p:spPr>
          <a:xfrm>
            <a:off x="457200" y="6126480"/>
            <a:ext cx="11274552" cy="615696"/>
          </a:xfrm>
          <a:prstGeom prst="rect">
            <a:avLst/>
          </a:prstGeom>
          <a:solidFill>
            <a:srgbClr val="E6F6EE"/>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5" name="Shape 13"/>
          <p:cNvSpPr/>
          <p:nvPr/>
        </p:nvSpPr>
        <p:spPr>
          <a:xfrm>
            <a:off x="7269480" y="3261360"/>
            <a:ext cx="54864" cy="1112520"/>
          </a:xfrm>
          <a:prstGeom prst="rect">
            <a:avLst/>
          </a:prstGeom>
          <a:solidFill>
            <a:srgbClr val="2587C5"/>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21" name="Shape 19"/>
          <p:cNvSpPr/>
          <p:nvPr/>
        </p:nvSpPr>
        <p:spPr>
          <a:xfrm>
            <a:off x="457200" y="6126480"/>
            <a:ext cx="11274552" cy="348996"/>
          </a:xfrm>
          <a:prstGeom prst="rect">
            <a:avLst/>
          </a:prstGeom>
          <a:solidFill>
            <a:srgbClr val="EDF4FA"/>
          </a:solidFill>
          <a:ln/>
        </p:spPr>
      </p:sp>
      <p:sp>
        <p:nvSpPr>
          <p:cNvPr id="22" name="Text 2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money in beats ELR, gross %, hours, anything else. It's what we sell.</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8" name="Shape 16"/>
          <p:cNvSpPr/>
          <p:nvPr/>
        </p:nvSpPr>
        <p:spPr>
          <a:xfrm>
            <a:off x="7269480" y="4602480"/>
            <a:ext cx="54864" cy="1112520"/>
          </a:xfrm>
          <a:prstGeom prst="rect">
            <a:avLst/>
          </a:prstGeom>
          <a:solidFill>
            <a:srgbClr val="12A566"/>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21" name="Shape 19"/>
          <p:cNvSpPr/>
          <p:nvPr/>
        </p:nvSpPr>
        <p:spPr>
          <a:xfrm>
            <a:off x="457200" y="6126480"/>
            <a:ext cx="11274552" cy="356616"/>
          </a:xfrm>
          <a:prstGeom prst="rect">
            <a:avLst/>
          </a:prstGeom>
          <a:solidFill>
            <a:srgbClr val="E6F6EE"/>
          </a:solidFill>
          <a:ln/>
        </p:spPr>
      </p:sp>
      <p:sp>
        <p:nvSpPr>
          <p:cNvPr id="22" name="Text 2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8" name="Shape 16"/>
          <p:cNvSpPr/>
          <p:nvPr/>
        </p:nvSpPr>
        <p:spPr>
          <a:xfrm>
            <a:off x="457200" y="6126480"/>
            <a:ext cx="11274552" cy="341376"/>
          </a:xfrm>
          <a:prstGeom prst="rect">
            <a:avLst/>
          </a:prstGeom>
          <a:solidFill>
            <a:srgbClr val="EDF4FA"/>
          </a:solidFill>
          <a:ln/>
        </p:spPr>
      </p:sp>
      <p:sp>
        <p:nvSpPr>
          <p:cNvPr id="19"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06840"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$358,484</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15403" cy="136676"/>
          </a:xfrm>
          <a:prstGeom prst="rect">
            <a:avLst/>
          </a:prstGeom>
          <a:solidFill>
            <a:srgbClr val="2587C5"/>
          </a:solidFill>
          <a:ln/>
        </p:spPr>
      </p:sp>
      <p:sp>
        <p:nvSpPr>
          <p:cNvPr id="19" name="Text 17"/>
          <p:cNvSpPr txBox="1"/>
          <p:nvPr/>
        </p:nvSpPr>
        <p:spPr>
          <a:xfrm>
            <a:off x="3456432"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$350,585</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659351" cy="136676"/>
          </a:xfrm>
          <a:prstGeom prst="rect">
            <a:avLst/>
          </a:prstGeom>
          <a:solidFill>
            <a:srgbClr val="2587C5"/>
          </a:solidFill>
          <a:ln/>
        </p:spPr>
      </p:sp>
      <p:sp>
        <p:nvSpPr>
          <p:cNvPr id="24" name="Text 22"/>
          <p:cNvSpPr txBox="1"/>
          <p:nvPr/>
        </p:nvSpPr>
        <p:spPr>
          <a:xfrm>
            <a:off x="3456432"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$323,117</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45107" cy="136676"/>
          </a:xfrm>
          <a:prstGeom prst="rect">
            <a:avLst/>
          </a:prstGeom>
          <a:solidFill>
            <a:srgbClr val="2587C5"/>
          </a:solidFill>
          <a:ln/>
        </p:spPr>
      </p:sp>
      <p:sp>
        <p:nvSpPr>
          <p:cNvPr id="29" name="Text 27"/>
          <p:cNvSpPr txBox="1"/>
          <p:nvPr/>
        </p:nvSpPr>
        <p:spPr>
          <a:xfrm>
            <a:off x="3456432"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$316,136</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463821" cy="136676"/>
          </a:xfrm>
          <a:prstGeom prst="rect">
            <a:avLst/>
          </a:prstGeom>
          <a:solidFill>
            <a:srgbClr val="2587C5"/>
          </a:solidFill>
          <a:ln/>
        </p:spPr>
      </p:sp>
      <p:sp>
        <p:nvSpPr>
          <p:cNvPr id="34" name="Text 32"/>
          <p:cNvSpPr txBox="1"/>
          <p:nvPr/>
        </p:nvSpPr>
        <p:spPr>
          <a:xfrm>
            <a:off x="3456432"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$227,297</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14980" cy="136676"/>
          </a:xfrm>
          <a:prstGeom prst="rect">
            <a:avLst/>
          </a:prstGeom>
          <a:solidFill>
            <a:srgbClr val="2587C5"/>
          </a:solidFill>
          <a:ln/>
        </p:spPr>
      </p:sp>
      <p:sp>
        <p:nvSpPr>
          <p:cNvPr id="39" name="Text 37"/>
          <p:cNvSpPr txBox="1"/>
          <p:nvPr/>
        </p:nvSpPr>
        <p:spPr>
          <a:xfrm>
            <a:off x="3456432"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$203,362</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18618" cy="136676"/>
          </a:xfrm>
          <a:prstGeom prst="rect">
            <a:avLst/>
          </a:prstGeom>
          <a:solidFill>
            <a:srgbClr val="2587C5"/>
          </a:solidFill>
          <a:ln/>
        </p:spPr>
      </p:sp>
      <p:sp>
        <p:nvSpPr>
          <p:cNvPr id="44" name="Text 42"/>
          <p:cNvSpPr txBox="1"/>
          <p:nvPr/>
        </p:nvSpPr>
        <p:spPr>
          <a:xfrm>
            <a:off x="3456432"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$156,140</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01001" cy="136676"/>
          </a:xfrm>
          <a:prstGeom prst="rect">
            <a:avLst/>
          </a:prstGeom>
          <a:solidFill>
            <a:srgbClr val="2587C5"/>
          </a:solidFill>
          <a:ln/>
        </p:spPr>
      </p:sp>
      <p:sp>
        <p:nvSpPr>
          <p:cNvPr id="49" name="Text 47"/>
          <p:cNvSpPr txBox="1"/>
          <p:nvPr/>
        </p:nvSpPr>
        <p:spPr>
          <a:xfrm>
            <a:off x="3456432"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$147,507</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288095" cy="136676"/>
          </a:xfrm>
          <a:prstGeom prst="rect">
            <a:avLst/>
          </a:prstGeom>
          <a:solidFill>
            <a:srgbClr val="2587C5"/>
          </a:solidFill>
          <a:ln/>
        </p:spPr>
      </p:sp>
      <p:sp>
        <p:nvSpPr>
          <p:cNvPr id="54" name="Text 52"/>
          <p:cNvSpPr txBox="1"/>
          <p:nvPr/>
        </p:nvSpPr>
        <p:spPr>
          <a:xfrm>
            <a:off x="3456432"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$141,182</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68462" cy="136676"/>
          </a:xfrm>
          <a:prstGeom prst="rect">
            <a:avLst/>
          </a:prstGeom>
          <a:solidFill>
            <a:srgbClr val="2587C5"/>
          </a:solidFill>
          <a:ln/>
        </p:spPr>
      </p:sp>
      <p:sp>
        <p:nvSpPr>
          <p:cNvPr id="59" name="Text 57"/>
          <p:cNvSpPr txBox="1"/>
          <p:nvPr/>
        </p:nvSpPr>
        <p:spPr>
          <a:xfrm>
            <a:off x="3456432"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$131,560</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54519" cy="136676"/>
          </a:xfrm>
          <a:prstGeom prst="rect">
            <a:avLst/>
          </a:prstGeom>
          <a:solidFill>
            <a:srgbClr val="2587C5"/>
          </a:solidFill>
          <a:ln/>
        </p:spPr>
      </p:sp>
      <p:sp>
        <p:nvSpPr>
          <p:cNvPr id="64" name="Text 62"/>
          <p:cNvSpPr txBox="1"/>
          <p:nvPr/>
        </p:nvSpPr>
        <p:spPr>
          <a:xfrm>
            <a:off x="3456432"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$124,728</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50231" cy="136676"/>
          </a:xfrm>
          <a:prstGeom prst="rect">
            <a:avLst/>
          </a:prstGeom>
          <a:solidFill>
            <a:srgbClr val="2587C5"/>
          </a:solidFill>
          <a:ln/>
        </p:spPr>
      </p:sp>
      <p:sp>
        <p:nvSpPr>
          <p:cNvPr id="69" name="Text 67"/>
          <p:cNvSpPr txBox="1"/>
          <p:nvPr/>
        </p:nvSpPr>
        <p:spPr>
          <a:xfrm>
            <a:off x="3456432"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$122,626</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27064" cy="136676"/>
          </a:xfrm>
          <a:prstGeom prst="rect">
            <a:avLst/>
          </a:prstGeom>
          <a:solidFill>
            <a:srgbClr val="2587C5"/>
          </a:solidFill>
          <a:ln/>
        </p:spPr>
      </p:sp>
      <p:sp>
        <p:nvSpPr>
          <p:cNvPr id="74" name="Text 72"/>
          <p:cNvSpPr txBox="1"/>
          <p:nvPr/>
        </p:nvSpPr>
        <p:spPr>
          <a:xfrm>
            <a:off x="3456432"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$111,273</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23838" cy="136676"/>
          </a:xfrm>
          <a:prstGeom prst="rect">
            <a:avLst/>
          </a:prstGeom>
          <a:solidFill>
            <a:srgbClr val="2587C5"/>
          </a:solidFill>
          <a:ln/>
        </p:spPr>
      </p:sp>
      <p:sp>
        <p:nvSpPr>
          <p:cNvPr id="79" name="Text 77"/>
          <p:cNvSpPr txBox="1"/>
          <p:nvPr/>
        </p:nvSpPr>
        <p:spPr>
          <a:xfrm>
            <a:off x="3456432"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$109,693</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22732" cy="136676"/>
          </a:xfrm>
          <a:prstGeom prst="rect">
            <a:avLst/>
          </a:prstGeom>
          <a:solidFill>
            <a:srgbClr val="2587C5"/>
          </a:solidFill>
          <a:ln/>
        </p:spPr>
      </p:sp>
      <p:sp>
        <p:nvSpPr>
          <p:cNvPr id="84" name="Text 82"/>
          <p:cNvSpPr txBox="1"/>
          <p:nvPr/>
        </p:nvSpPr>
        <p:spPr>
          <a:xfrm>
            <a:off x="3456432"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$109,151</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21786" cy="136676"/>
          </a:xfrm>
          <a:prstGeom prst="rect">
            <a:avLst/>
          </a:prstGeom>
          <a:solidFill>
            <a:srgbClr val="2587C5"/>
          </a:solidFill>
          <a:ln/>
        </p:spPr>
      </p:sp>
      <p:sp>
        <p:nvSpPr>
          <p:cNvPr id="89" name="Text 87"/>
          <p:cNvSpPr txBox="1"/>
          <p:nvPr/>
        </p:nvSpPr>
        <p:spPr>
          <a:xfrm>
            <a:off x="3456432"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$108,687</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11558" cy="136676"/>
          </a:xfrm>
          <a:prstGeom prst="rect">
            <a:avLst/>
          </a:prstGeom>
          <a:solidFill>
            <a:srgbClr val="2587C5"/>
          </a:solidFill>
          <a:ln/>
        </p:spPr>
      </p:sp>
      <p:sp>
        <p:nvSpPr>
          <p:cNvPr id="94" name="Text 92"/>
          <p:cNvSpPr txBox="1"/>
          <p:nvPr/>
        </p:nvSpPr>
        <p:spPr>
          <a:xfrm>
            <a:off x="3456432" y="567681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$103,675</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10961" cy="136676"/>
          </a:xfrm>
          <a:prstGeom prst="rect">
            <a:avLst/>
          </a:prstGeom>
          <a:solidFill>
            <a:srgbClr val="2587C5"/>
          </a:solidFill>
          <a:ln/>
        </p:spPr>
      </p:sp>
      <p:sp>
        <p:nvSpPr>
          <p:cNvPr id="99" name="Text 97"/>
          <p:cNvSpPr txBox="1"/>
          <p:nvPr/>
        </p:nvSpPr>
        <p:spPr>
          <a:xfrm>
            <a:off x="9006840" y="170078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$103,382</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07153" cy="136676"/>
          </a:xfrm>
          <a:prstGeom prst="rect">
            <a:avLst/>
          </a:prstGeom>
          <a:solidFill>
            <a:srgbClr val="2587C5"/>
          </a:solidFill>
          <a:ln/>
        </p:spPr>
      </p:sp>
      <p:sp>
        <p:nvSpPr>
          <p:cNvPr id="104" name="Text 102"/>
          <p:cNvSpPr txBox="1"/>
          <p:nvPr/>
        </p:nvSpPr>
        <p:spPr>
          <a:xfrm>
            <a:off x="9006840" y="194928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$101,516</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197009" cy="136676"/>
          </a:xfrm>
          <a:prstGeom prst="rect">
            <a:avLst/>
          </a:prstGeom>
          <a:solidFill>
            <a:srgbClr val="2587C5"/>
          </a:solidFill>
          <a:ln/>
        </p:spPr>
      </p:sp>
      <p:sp>
        <p:nvSpPr>
          <p:cNvPr id="109" name="Text 107"/>
          <p:cNvSpPr txBox="1"/>
          <p:nvPr/>
        </p:nvSpPr>
        <p:spPr>
          <a:xfrm>
            <a:off x="9006840" y="219778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$96,545</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193959" cy="136676"/>
          </a:xfrm>
          <a:prstGeom prst="rect">
            <a:avLst/>
          </a:prstGeom>
          <a:solidFill>
            <a:srgbClr val="2587C5"/>
          </a:solidFill>
          <a:ln/>
        </p:spPr>
      </p:sp>
      <p:sp>
        <p:nvSpPr>
          <p:cNvPr id="114" name="Text 112"/>
          <p:cNvSpPr txBox="1"/>
          <p:nvPr/>
        </p:nvSpPr>
        <p:spPr>
          <a:xfrm>
            <a:off x="9006840" y="244628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$95,050</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192175" cy="136676"/>
          </a:xfrm>
          <a:prstGeom prst="rect">
            <a:avLst/>
          </a:prstGeom>
          <a:solidFill>
            <a:srgbClr val="2587C5"/>
          </a:solidFill>
          <a:ln/>
        </p:spPr>
      </p:sp>
      <p:sp>
        <p:nvSpPr>
          <p:cNvPr id="119" name="Text 117"/>
          <p:cNvSpPr txBox="1"/>
          <p:nvPr/>
        </p:nvSpPr>
        <p:spPr>
          <a:xfrm>
            <a:off x="9006840" y="2694791"/>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$94,176</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182910" cy="136676"/>
          </a:xfrm>
          <a:prstGeom prst="rect">
            <a:avLst/>
          </a:prstGeom>
          <a:solidFill>
            <a:srgbClr val="2587C5"/>
          </a:solidFill>
          <a:ln/>
        </p:spPr>
      </p:sp>
      <p:sp>
        <p:nvSpPr>
          <p:cNvPr id="124" name="Text 122"/>
          <p:cNvSpPr txBox="1"/>
          <p:nvPr/>
        </p:nvSpPr>
        <p:spPr>
          <a:xfrm>
            <a:off x="9006840" y="294329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$89,636</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77501" cy="136676"/>
          </a:xfrm>
          <a:prstGeom prst="rect">
            <a:avLst/>
          </a:prstGeom>
          <a:solidFill>
            <a:srgbClr val="2587C5"/>
          </a:solidFill>
          <a:ln/>
        </p:spPr>
      </p:sp>
      <p:sp>
        <p:nvSpPr>
          <p:cNvPr id="129" name="Text 127"/>
          <p:cNvSpPr txBox="1"/>
          <p:nvPr/>
        </p:nvSpPr>
        <p:spPr>
          <a:xfrm>
            <a:off x="9006840" y="319179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$86,985</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5512" cy="136676"/>
          </a:xfrm>
          <a:prstGeom prst="rect">
            <a:avLst/>
          </a:prstGeom>
          <a:solidFill>
            <a:srgbClr val="2587C5"/>
          </a:solidFill>
          <a:ln/>
        </p:spPr>
      </p:sp>
      <p:sp>
        <p:nvSpPr>
          <p:cNvPr id="134" name="Text 132"/>
          <p:cNvSpPr txBox="1"/>
          <p:nvPr/>
        </p:nvSpPr>
        <p:spPr>
          <a:xfrm>
            <a:off x="9006840" y="3440296"/>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$86,010</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67969" cy="136676"/>
          </a:xfrm>
          <a:prstGeom prst="rect">
            <a:avLst/>
          </a:prstGeom>
          <a:solidFill>
            <a:srgbClr val="2587C5"/>
          </a:solidFill>
          <a:ln/>
        </p:spPr>
      </p:sp>
      <p:sp>
        <p:nvSpPr>
          <p:cNvPr id="139" name="Text 137"/>
          <p:cNvSpPr txBox="1"/>
          <p:nvPr/>
        </p:nvSpPr>
        <p:spPr>
          <a:xfrm>
            <a:off x="9006840" y="368879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$82,314</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51665" cy="136676"/>
          </a:xfrm>
          <a:prstGeom prst="rect">
            <a:avLst/>
          </a:prstGeom>
          <a:solidFill>
            <a:srgbClr val="2587C5"/>
          </a:solidFill>
          <a:ln/>
        </p:spPr>
      </p:sp>
      <p:sp>
        <p:nvSpPr>
          <p:cNvPr id="144" name="Text 142"/>
          <p:cNvSpPr txBox="1"/>
          <p:nvPr/>
        </p:nvSpPr>
        <p:spPr>
          <a:xfrm>
            <a:off x="9006840" y="393729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$74,324</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48544" cy="136676"/>
          </a:xfrm>
          <a:prstGeom prst="rect">
            <a:avLst/>
          </a:prstGeom>
          <a:solidFill>
            <a:srgbClr val="2587C5"/>
          </a:solidFill>
          <a:ln/>
        </p:spPr>
      </p:sp>
      <p:sp>
        <p:nvSpPr>
          <p:cNvPr id="149" name="Text 147"/>
          <p:cNvSpPr txBox="1"/>
          <p:nvPr/>
        </p:nvSpPr>
        <p:spPr>
          <a:xfrm>
            <a:off x="9006840" y="4185800"/>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$72,795</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48506" cy="136676"/>
          </a:xfrm>
          <a:prstGeom prst="rect">
            <a:avLst/>
          </a:prstGeom>
          <a:solidFill>
            <a:srgbClr val="2587C5"/>
          </a:solidFill>
          <a:ln/>
        </p:spPr>
      </p:sp>
      <p:sp>
        <p:nvSpPr>
          <p:cNvPr id="154" name="Text 152"/>
          <p:cNvSpPr txBox="1"/>
          <p:nvPr/>
        </p:nvSpPr>
        <p:spPr>
          <a:xfrm>
            <a:off x="9006840" y="4434302"/>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$72,776</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48438" cy="136676"/>
          </a:xfrm>
          <a:prstGeom prst="rect">
            <a:avLst/>
          </a:prstGeom>
          <a:solidFill>
            <a:srgbClr val="2587C5"/>
          </a:solidFill>
          <a:ln/>
        </p:spPr>
      </p:sp>
      <p:sp>
        <p:nvSpPr>
          <p:cNvPr id="159" name="Text 157"/>
          <p:cNvSpPr txBox="1"/>
          <p:nvPr/>
        </p:nvSpPr>
        <p:spPr>
          <a:xfrm>
            <a:off x="9006840" y="4682804"/>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$72,743</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37973" cy="136676"/>
          </a:xfrm>
          <a:prstGeom prst="rect">
            <a:avLst/>
          </a:prstGeom>
          <a:solidFill>
            <a:srgbClr val="2587C5"/>
          </a:solidFill>
          <a:ln/>
        </p:spPr>
      </p:sp>
      <p:sp>
        <p:nvSpPr>
          <p:cNvPr id="164" name="Text 162"/>
          <p:cNvSpPr txBox="1"/>
          <p:nvPr/>
        </p:nvSpPr>
        <p:spPr>
          <a:xfrm>
            <a:off x="9006840" y="4931305"/>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$67,614</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35948" cy="136676"/>
          </a:xfrm>
          <a:prstGeom prst="rect">
            <a:avLst/>
          </a:prstGeom>
          <a:solidFill>
            <a:srgbClr val="2587C5"/>
          </a:solidFill>
          <a:ln/>
        </p:spPr>
      </p:sp>
      <p:sp>
        <p:nvSpPr>
          <p:cNvPr id="169" name="Text 167"/>
          <p:cNvSpPr txBox="1"/>
          <p:nvPr/>
        </p:nvSpPr>
        <p:spPr>
          <a:xfrm>
            <a:off x="9006840" y="5179807"/>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$66,622</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33856" cy="136676"/>
          </a:xfrm>
          <a:prstGeom prst="rect">
            <a:avLst/>
          </a:prstGeom>
          <a:solidFill>
            <a:srgbClr val="2587C5"/>
          </a:solidFill>
          <a:ln/>
        </p:spPr>
      </p:sp>
      <p:sp>
        <p:nvSpPr>
          <p:cNvPr id="174" name="Text 172"/>
          <p:cNvSpPr txBox="1"/>
          <p:nvPr/>
        </p:nvSpPr>
        <p:spPr>
          <a:xfrm>
            <a:off x="9006840" y="5428309"/>
            <a:ext cx="896112"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$65,596</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E6F6EE"/>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3004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3.99</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900016"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899733"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3.48</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49289"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2.90</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 name="Shape 22"/>
          <p:cNvSpPr/>
          <p:nvPr/>
        </p:nvSpPr>
        <p:spPr>
          <a:xfrm>
            <a:off x="2267712" y="3439551"/>
            <a:ext cx="705361"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704590"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641802"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3" name="Shape 31"/>
          <p:cNvSpPr/>
          <p:nvPr/>
        </p:nvSpPr>
        <p:spPr>
          <a:xfrm>
            <a:off x="2267712" y="4401781"/>
            <a:ext cx="5884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2.28</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53815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2.08</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2.90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(+0.06)</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5" name="Shape 43"/>
          <p:cNvSpPr/>
          <p:nvPr/>
        </p:nvSpPr>
        <p:spPr>
          <a:xfrm>
            <a:off x="6291072" y="2156577"/>
            <a:ext cx="579287"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919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2.30</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1" name="Shape 49"/>
          <p:cNvSpPr/>
          <p:nvPr/>
        </p:nvSpPr>
        <p:spPr>
          <a:xfrm>
            <a:off x="6291072" y="2798064"/>
            <a:ext cx="554590"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4" name="Shape 52"/>
          <p:cNvSpPr/>
          <p:nvPr/>
        </p:nvSpPr>
        <p:spPr>
          <a:xfrm>
            <a:off x="6291072" y="3118807"/>
            <a:ext cx="5316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08980"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2.02</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0" name="Shape 58"/>
          <p:cNvSpPr/>
          <p:nvPr/>
        </p:nvSpPr>
        <p:spPr>
          <a:xfrm>
            <a:off x="6291072" y="3760294"/>
            <a:ext cx="5057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2.01</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6291072" y="4081038"/>
            <a:ext cx="495913"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1.97</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Shape 64"/>
          <p:cNvSpPr/>
          <p:nvPr/>
        </p:nvSpPr>
        <p:spPr>
          <a:xfrm>
            <a:off x="6291072" y="4401781"/>
            <a:ext cx="4930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6291072" y="4722524"/>
            <a:ext cx="490542"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1.95</a:t>
            </a:r>
            <a:endParaRPr lang="en-US" sz="1300" dirty="0"/>
          </a:p>
        </p:txBody>
      </p:sp>
      <p:sp>
        <p:nvSpPr>
          <p:cNvPr id="71" name="Shape 69"/>
          <p:cNvSpPr/>
          <p:nvPr/>
        </p:nvSpPr>
        <p:spPr>
          <a:xfrm>
            <a:off x="4261104" y="4963082"/>
            <a:ext cx="3529584" cy="311599"/>
          </a:xfrm>
          <a:prstGeom prst="rect">
            <a:avLst/>
          </a:prstGeom>
          <a:solidFill>
            <a:srgbClr val="EDF4FA"/>
          </a:solidFill>
          <a:ln/>
        </p:spPr>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3" name="Shape 71"/>
          <p:cNvSpPr/>
          <p:nvPr/>
        </p:nvSpPr>
        <p:spPr>
          <a:xfrm>
            <a:off x="6291072" y="5043268"/>
            <a:ext cx="439804" cy="160372"/>
          </a:xfrm>
          <a:prstGeom prst="rect">
            <a:avLst/>
          </a:prstGeom>
          <a:solidFill>
            <a:srgbClr val="0B2C4A"/>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1.75</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6" name="Shape 74"/>
          <p:cNvSpPr/>
          <p:nvPr/>
        </p:nvSpPr>
        <p:spPr>
          <a:xfrm>
            <a:off x="6291072" y="5364011"/>
            <a:ext cx="438976"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1.74</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9" name="Shape 77"/>
          <p:cNvSpPr/>
          <p:nvPr/>
        </p:nvSpPr>
        <p:spPr>
          <a:xfrm>
            <a:off x="6291072" y="5684754"/>
            <a:ext cx="43014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1.71</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19539"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5" name="Shape 83"/>
          <p:cNvSpPr/>
          <p:nvPr/>
        </p:nvSpPr>
        <p:spPr>
          <a:xfrm>
            <a:off x="9893808" y="2156577"/>
            <a:ext cx="41203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1.64</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8" name="Shape 86"/>
          <p:cNvSpPr/>
          <p:nvPr/>
        </p:nvSpPr>
        <p:spPr>
          <a:xfrm>
            <a:off x="9893808" y="2477321"/>
            <a:ext cx="402432"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5193"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1.57</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94" name="Shape 92"/>
          <p:cNvSpPr/>
          <p:nvPr/>
        </p:nvSpPr>
        <p:spPr>
          <a:xfrm>
            <a:off x="9893808" y="3118807"/>
            <a:ext cx="3733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70773"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0" name="Shape 98"/>
          <p:cNvSpPr/>
          <p:nvPr/>
        </p:nvSpPr>
        <p:spPr>
          <a:xfrm>
            <a:off x="9893808" y="3760294"/>
            <a:ext cx="366723"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3" name="Shape 101"/>
          <p:cNvSpPr/>
          <p:nvPr/>
        </p:nvSpPr>
        <p:spPr>
          <a:xfrm>
            <a:off x="9893808" y="4081038"/>
            <a:ext cx="35989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57762"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5402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2" name="Shape 110"/>
          <p:cNvSpPr/>
          <p:nvPr/>
        </p:nvSpPr>
        <p:spPr>
          <a:xfrm>
            <a:off x="9893808" y="5043268"/>
            <a:ext cx="348438"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324886"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08960"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65936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384048" cy="136676"/>
          </a:xfrm>
          <a:prstGeom prst="rect">
            <a:avLst/>
          </a:prstGeom>
          <a:solidFill>
            <a:srgbClr val="2587C5"/>
          </a:solidFill>
          <a:ln/>
        </p:spPr>
      </p:sp>
      <p:sp>
        <p:nvSpPr>
          <p:cNvPr id="14" name="Text 12"/>
          <p:cNvSpPr txBox="1"/>
          <p:nvPr/>
        </p:nvSpPr>
        <p:spPr>
          <a:xfrm>
            <a:off x="3108960"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$1,164,334</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$868,256</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$296,078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169491" cy="136676"/>
          </a:xfrm>
          <a:prstGeom prst="rect">
            <a:avLst/>
          </a:prstGeom>
          <a:solidFill>
            <a:srgbClr val="2587C5"/>
          </a:solidFill>
          <a:ln/>
        </p:spPr>
      </p:sp>
      <p:sp>
        <p:nvSpPr>
          <p:cNvPr id="19" name="Text 17"/>
          <p:cNvSpPr txBox="1"/>
          <p:nvPr/>
        </p:nvSpPr>
        <p:spPr>
          <a:xfrm>
            <a:off x="3108960"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$513,852</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$396,326</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$117,527</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35326" cy="136676"/>
          </a:xfrm>
          <a:prstGeom prst="rect">
            <a:avLst/>
          </a:prstGeom>
          <a:solidFill>
            <a:srgbClr val="2587C5"/>
          </a:solidFill>
          <a:ln/>
        </p:spPr>
      </p:sp>
      <p:sp>
        <p:nvSpPr>
          <p:cNvPr id="24" name="Text 22"/>
          <p:cNvSpPr txBox="1"/>
          <p:nvPr/>
        </p:nvSpPr>
        <p:spPr>
          <a:xfrm>
            <a:off x="3108960"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$410,273</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$295,521</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$114,751</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13951" cy="136676"/>
          </a:xfrm>
          <a:prstGeom prst="rect">
            <a:avLst/>
          </a:prstGeom>
          <a:solidFill>
            <a:srgbClr val="2587C5"/>
          </a:solidFill>
          <a:ln/>
        </p:spPr>
      </p:sp>
      <p:sp>
        <p:nvSpPr>
          <p:cNvPr id="29" name="Text 27"/>
          <p:cNvSpPr txBox="1"/>
          <p:nvPr/>
        </p:nvSpPr>
        <p:spPr>
          <a:xfrm>
            <a:off x="3108960"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$345,471</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$260,598</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$84,873</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11909" cy="136676"/>
          </a:xfrm>
          <a:prstGeom prst="rect">
            <a:avLst/>
          </a:prstGeom>
          <a:solidFill>
            <a:srgbClr val="2587C5"/>
          </a:solidFill>
          <a:ln/>
        </p:spPr>
      </p:sp>
      <p:sp>
        <p:nvSpPr>
          <p:cNvPr id="34" name="Text 32"/>
          <p:cNvSpPr txBox="1"/>
          <p:nvPr/>
        </p:nvSpPr>
        <p:spPr>
          <a:xfrm>
            <a:off x="3108960"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$339,280</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$220,993</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$118,287</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10625" cy="136676"/>
          </a:xfrm>
          <a:prstGeom prst="rect">
            <a:avLst/>
          </a:prstGeom>
          <a:solidFill>
            <a:srgbClr val="2587C5"/>
          </a:solidFill>
          <a:ln/>
        </p:spPr>
      </p:sp>
      <p:sp>
        <p:nvSpPr>
          <p:cNvPr id="39" name="Text 37"/>
          <p:cNvSpPr txBox="1"/>
          <p:nvPr/>
        </p:nvSpPr>
        <p:spPr>
          <a:xfrm>
            <a:off x="3108960"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$335,387</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$243,757</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$91,630</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01643" cy="136676"/>
          </a:xfrm>
          <a:prstGeom prst="rect">
            <a:avLst/>
          </a:prstGeom>
          <a:solidFill>
            <a:srgbClr val="2587C5"/>
          </a:solidFill>
          <a:ln/>
        </p:spPr>
      </p:sp>
      <p:sp>
        <p:nvSpPr>
          <p:cNvPr id="44" name="Text 42"/>
          <p:cNvSpPr txBox="1"/>
          <p:nvPr/>
        </p:nvSpPr>
        <p:spPr>
          <a:xfrm>
            <a:off x="3108960"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$308,157</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$224,917</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$83,240</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01252" cy="136676"/>
          </a:xfrm>
          <a:prstGeom prst="rect">
            <a:avLst/>
          </a:prstGeom>
          <a:solidFill>
            <a:srgbClr val="2587C5"/>
          </a:solidFill>
          <a:ln/>
        </p:spPr>
      </p:sp>
      <p:sp>
        <p:nvSpPr>
          <p:cNvPr id="49" name="Text 47"/>
          <p:cNvSpPr txBox="1"/>
          <p:nvPr/>
        </p:nvSpPr>
        <p:spPr>
          <a:xfrm>
            <a:off x="3108960"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$306,971</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$228,073</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$78,899</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64695" cy="136676"/>
          </a:xfrm>
          <a:prstGeom prst="rect">
            <a:avLst/>
          </a:prstGeom>
          <a:solidFill>
            <a:srgbClr val="2587C5"/>
          </a:solidFill>
          <a:ln/>
        </p:spPr>
      </p:sp>
      <p:sp>
        <p:nvSpPr>
          <p:cNvPr id="54" name="Text 52"/>
          <p:cNvSpPr txBox="1"/>
          <p:nvPr/>
        </p:nvSpPr>
        <p:spPr>
          <a:xfrm>
            <a:off x="3108960"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$196,138</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$136,735</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$59,403</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61139" cy="136676"/>
          </a:xfrm>
          <a:prstGeom prst="rect">
            <a:avLst/>
          </a:prstGeom>
          <a:solidFill>
            <a:srgbClr val="2587C5"/>
          </a:solidFill>
          <a:ln/>
        </p:spPr>
      </p:sp>
      <p:sp>
        <p:nvSpPr>
          <p:cNvPr id="59" name="Text 57"/>
          <p:cNvSpPr txBox="1"/>
          <p:nvPr/>
        </p:nvSpPr>
        <p:spPr>
          <a:xfrm>
            <a:off x="3108960"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$185,357</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$128,599</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$56,758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59038" cy="136676"/>
          </a:xfrm>
          <a:prstGeom prst="rect">
            <a:avLst/>
          </a:prstGeom>
          <a:solidFill>
            <a:srgbClr val="2587C5"/>
          </a:solidFill>
          <a:ln/>
        </p:spPr>
      </p:sp>
      <p:sp>
        <p:nvSpPr>
          <p:cNvPr id="64" name="Text 62"/>
          <p:cNvSpPr txBox="1"/>
          <p:nvPr/>
        </p:nvSpPr>
        <p:spPr>
          <a:xfrm>
            <a:off x="3108960"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$178,988</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$128,448</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$50,540</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50079" cy="136676"/>
          </a:xfrm>
          <a:prstGeom prst="rect">
            <a:avLst/>
          </a:prstGeom>
          <a:solidFill>
            <a:srgbClr val="2587C5"/>
          </a:solidFill>
          <a:ln/>
        </p:spPr>
      </p:sp>
      <p:sp>
        <p:nvSpPr>
          <p:cNvPr id="69" name="Text 67"/>
          <p:cNvSpPr txBox="1"/>
          <p:nvPr/>
        </p:nvSpPr>
        <p:spPr>
          <a:xfrm>
            <a:off x="3108960"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$151,825</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$102,262</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$49,564</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49123" cy="136676"/>
          </a:xfrm>
          <a:prstGeom prst="rect">
            <a:avLst/>
          </a:prstGeom>
          <a:solidFill>
            <a:srgbClr val="2587C5"/>
          </a:solidFill>
          <a:ln/>
        </p:spPr>
      </p:sp>
      <p:sp>
        <p:nvSpPr>
          <p:cNvPr id="74" name="Text 72"/>
          <p:cNvSpPr txBox="1"/>
          <p:nvPr/>
        </p:nvSpPr>
        <p:spPr>
          <a:xfrm>
            <a:off x="3108960"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$148,928</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$113,075</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$35,853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48257" cy="136676"/>
          </a:xfrm>
          <a:prstGeom prst="rect">
            <a:avLst/>
          </a:prstGeom>
          <a:solidFill>
            <a:srgbClr val="2587C5"/>
          </a:solidFill>
          <a:ln/>
        </p:spPr>
      </p:sp>
      <p:sp>
        <p:nvSpPr>
          <p:cNvPr id="79" name="Text 77"/>
          <p:cNvSpPr txBox="1"/>
          <p:nvPr/>
        </p:nvSpPr>
        <p:spPr>
          <a:xfrm>
            <a:off x="3108960"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$146,304</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$105,012</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$41,292</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46762" cy="136676"/>
          </a:xfrm>
          <a:prstGeom prst="rect">
            <a:avLst/>
          </a:prstGeom>
          <a:solidFill>
            <a:srgbClr val="2587C5"/>
          </a:solidFill>
          <a:ln/>
        </p:spPr>
      </p:sp>
      <p:sp>
        <p:nvSpPr>
          <p:cNvPr id="84" name="Text 82"/>
          <p:cNvSpPr txBox="1"/>
          <p:nvPr/>
        </p:nvSpPr>
        <p:spPr>
          <a:xfrm>
            <a:off x="3108960"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$141,770</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$96,704</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$45,066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44339" cy="136676"/>
          </a:xfrm>
          <a:prstGeom prst="rect">
            <a:avLst/>
          </a:prstGeom>
          <a:solidFill>
            <a:srgbClr val="2587C5"/>
          </a:solidFill>
          <a:ln/>
        </p:spPr>
      </p:sp>
      <p:sp>
        <p:nvSpPr>
          <p:cNvPr id="89" name="Text 87"/>
          <p:cNvSpPr txBox="1"/>
          <p:nvPr/>
        </p:nvSpPr>
        <p:spPr>
          <a:xfrm>
            <a:off x="3108960"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$134,424</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$99,999</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$34,425</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44034" cy="136676"/>
          </a:xfrm>
          <a:prstGeom prst="rect">
            <a:avLst/>
          </a:prstGeom>
          <a:solidFill>
            <a:srgbClr val="2587C5"/>
          </a:solidFill>
          <a:ln/>
        </p:spPr>
      </p:sp>
      <p:sp>
        <p:nvSpPr>
          <p:cNvPr id="94" name="Text 92"/>
          <p:cNvSpPr txBox="1"/>
          <p:nvPr/>
        </p:nvSpPr>
        <p:spPr>
          <a:xfrm>
            <a:off x="3108960" y="567681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$133,501</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$91,287</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$42,215</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43777" cy="136676"/>
          </a:xfrm>
          <a:prstGeom prst="rect">
            <a:avLst/>
          </a:prstGeom>
          <a:solidFill>
            <a:srgbClr val="2587C5"/>
          </a:solidFill>
          <a:ln/>
        </p:spPr>
      </p:sp>
      <p:sp>
        <p:nvSpPr>
          <p:cNvPr id="99" name="Text 97"/>
          <p:cNvSpPr txBox="1"/>
          <p:nvPr/>
        </p:nvSpPr>
        <p:spPr>
          <a:xfrm>
            <a:off x="8659368" y="170078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$132,722</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$95,285</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$37,436</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43509" cy="136676"/>
          </a:xfrm>
          <a:prstGeom prst="rect">
            <a:avLst/>
          </a:prstGeom>
          <a:solidFill>
            <a:srgbClr val="2587C5"/>
          </a:solidFill>
          <a:ln/>
        </p:spPr>
      </p:sp>
      <p:sp>
        <p:nvSpPr>
          <p:cNvPr id="104" name="Text 102"/>
          <p:cNvSpPr txBox="1"/>
          <p:nvPr/>
        </p:nvSpPr>
        <p:spPr>
          <a:xfrm>
            <a:off x="8659368" y="194928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$131,908</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$89,257</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$42,652</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42758" cy="136676"/>
          </a:xfrm>
          <a:prstGeom prst="rect">
            <a:avLst/>
          </a:prstGeom>
          <a:solidFill>
            <a:srgbClr val="2587C5"/>
          </a:solidFill>
          <a:ln/>
        </p:spPr>
      </p:sp>
      <p:sp>
        <p:nvSpPr>
          <p:cNvPr id="109" name="Text 107"/>
          <p:cNvSpPr txBox="1"/>
          <p:nvPr/>
        </p:nvSpPr>
        <p:spPr>
          <a:xfrm>
            <a:off x="8659368" y="219778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$129,631</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$91,262</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$38,370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40422" cy="136676"/>
          </a:xfrm>
          <a:prstGeom prst="rect">
            <a:avLst/>
          </a:prstGeom>
          <a:solidFill>
            <a:srgbClr val="2587C5"/>
          </a:solidFill>
          <a:ln/>
        </p:spPr>
      </p:sp>
      <p:sp>
        <p:nvSpPr>
          <p:cNvPr id="114" name="Text 112"/>
          <p:cNvSpPr txBox="1"/>
          <p:nvPr/>
        </p:nvSpPr>
        <p:spPr>
          <a:xfrm>
            <a:off x="8659368" y="244628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$122,550</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$81,713</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$40,837</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38930" cy="136676"/>
          </a:xfrm>
          <a:prstGeom prst="rect">
            <a:avLst/>
          </a:prstGeom>
          <a:solidFill>
            <a:srgbClr val="2587C5"/>
          </a:solidFill>
          <a:ln/>
        </p:spPr>
      </p:sp>
      <p:sp>
        <p:nvSpPr>
          <p:cNvPr id="119" name="Text 117"/>
          <p:cNvSpPr txBox="1"/>
          <p:nvPr/>
        </p:nvSpPr>
        <p:spPr>
          <a:xfrm>
            <a:off x="8659368" y="2694791"/>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$118,025</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$89,434</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$28,590</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37956" cy="136676"/>
          </a:xfrm>
          <a:prstGeom prst="rect">
            <a:avLst/>
          </a:prstGeom>
          <a:solidFill>
            <a:srgbClr val="2587C5"/>
          </a:solidFill>
          <a:ln/>
        </p:spPr>
      </p:sp>
      <p:sp>
        <p:nvSpPr>
          <p:cNvPr id="124" name="Text 122"/>
          <p:cNvSpPr txBox="1"/>
          <p:nvPr/>
        </p:nvSpPr>
        <p:spPr>
          <a:xfrm>
            <a:off x="8659368" y="294329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$115,073</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$75,721</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$39,353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33319" cy="136676"/>
          </a:xfrm>
          <a:prstGeom prst="rect">
            <a:avLst/>
          </a:prstGeom>
          <a:solidFill>
            <a:srgbClr val="2587C5"/>
          </a:solidFill>
          <a:ln/>
        </p:spPr>
      </p:sp>
      <p:sp>
        <p:nvSpPr>
          <p:cNvPr id="129" name="Text 127"/>
          <p:cNvSpPr txBox="1"/>
          <p:nvPr/>
        </p:nvSpPr>
        <p:spPr>
          <a:xfrm>
            <a:off x="8659368" y="319179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$101,015</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$70,208</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$30,807</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32649" cy="136676"/>
          </a:xfrm>
          <a:prstGeom prst="rect">
            <a:avLst/>
          </a:prstGeom>
          <a:solidFill>
            <a:srgbClr val="2587C5"/>
          </a:solidFill>
          <a:ln/>
        </p:spPr>
      </p:sp>
      <p:sp>
        <p:nvSpPr>
          <p:cNvPr id="134" name="Text 132"/>
          <p:cNvSpPr txBox="1"/>
          <p:nvPr/>
        </p:nvSpPr>
        <p:spPr>
          <a:xfrm>
            <a:off x="8659368" y="3440296"/>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$98,985</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$68,101</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$30,883</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29384" cy="136676"/>
          </a:xfrm>
          <a:prstGeom prst="rect">
            <a:avLst/>
          </a:prstGeom>
          <a:solidFill>
            <a:srgbClr val="2587C5"/>
          </a:solidFill>
          <a:ln/>
        </p:spPr>
      </p:sp>
      <p:sp>
        <p:nvSpPr>
          <p:cNvPr id="139" name="Text 137"/>
          <p:cNvSpPr txBox="1"/>
          <p:nvPr/>
        </p:nvSpPr>
        <p:spPr>
          <a:xfrm>
            <a:off x="8659368" y="368879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$89,084</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$58,429</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$30,655</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29214" cy="136676"/>
          </a:xfrm>
          <a:prstGeom prst="rect">
            <a:avLst/>
          </a:prstGeom>
          <a:solidFill>
            <a:srgbClr val="2587C5"/>
          </a:solidFill>
          <a:ln/>
        </p:spPr>
      </p:sp>
      <p:sp>
        <p:nvSpPr>
          <p:cNvPr id="144" name="Text 142"/>
          <p:cNvSpPr txBox="1"/>
          <p:nvPr/>
        </p:nvSpPr>
        <p:spPr>
          <a:xfrm>
            <a:off x="8659368" y="393729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$88,568</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$61,607</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$26,961</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2369" cy="136676"/>
          </a:xfrm>
          <a:prstGeom prst="rect">
            <a:avLst/>
          </a:prstGeom>
          <a:solidFill>
            <a:srgbClr val="2587C5"/>
          </a:solidFill>
          <a:ln/>
        </p:spPr>
      </p:sp>
      <p:sp>
        <p:nvSpPr>
          <p:cNvPr id="149" name="Text 147"/>
          <p:cNvSpPr txBox="1"/>
          <p:nvPr/>
        </p:nvSpPr>
        <p:spPr>
          <a:xfrm>
            <a:off x="8659368" y="4185800"/>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$67,817</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$48,880</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$18,937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1616" cy="136676"/>
          </a:xfrm>
          <a:prstGeom prst="rect">
            <a:avLst/>
          </a:prstGeom>
          <a:solidFill>
            <a:srgbClr val="2587C5"/>
          </a:solidFill>
          <a:ln/>
        </p:spPr>
      </p:sp>
      <p:sp>
        <p:nvSpPr>
          <p:cNvPr id="154" name="Text 152"/>
          <p:cNvSpPr txBox="1"/>
          <p:nvPr/>
        </p:nvSpPr>
        <p:spPr>
          <a:xfrm>
            <a:off x="8659368" y="4434302"/>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$65,535</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$42,792</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$22,743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0062" cy="136676"/>
          </a:xfrm>
          <a:prstGeom prst="rect">
            <a:avLst/>
          </a:prstGeom>
          <a:solidFill>
            <a:srgbClr val="2587C5"/>
          </a:solidFill>
          <a:ln/>
        </p:spPr>
      </p:sp>
      <p:sp>
        <p:nvSpPr>
          <p:cNvPr id="159" name="Text 157"/>
          <p:cNvSpPr txBox="1"/>
          <p:nvPr/>
        </p:nvSpPr>
        <p:spPr>
          <a:xfrm>
            <a:off x="8659368" y="4682804"/>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$60,821</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$40,050</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$20,772</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18885" cy="136676"/>
          </a:xfrm>
          <a:prstGeom prst="rect">
            <a:avLst/>
          </a:prstGeom>
          <a:solidFill>
            <a:srgbClr val="2587C5"/>
          </a:solidFill>
          <a:ln/>
        </p:spPr>
      </p:sp>
      <p:sp>
        <p:nvSpPr>
          <p:cNvPr id="164" name="Text 162"/>
          <p:cNvSpPr txBox="1"/>
          <p:nvPr/>
        </p:nvSpPr>
        <p:spPr>
          <a:xfrm>
            <a:off x="8659368" y="4931305"/>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$57,255</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$37,516</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$19,739</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288" cy="136676"/>
          </a:xfrm>
          <a:prstGeom prst="rect">
            <a:avLst/>
          </a:prstGeom>
          <a:solidFill>
            <a:srgbClr val="2587C5"/>
          </a:solidFill>
          <a:ln/>
        </p:spPr>
      </p:sp>
      <p:sp>
        <p:nvSpPr>
          <p:cNvPr id="169" name="Text 167"/>
          <p:cNvSpPr txBox="1"/>
          <p:nvPr/>
        </p:nvSpPr>
        <p:spPr>
          <a:xfrm>
            <a:off x="8659368" y="5179807"/>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$43,756</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$27,475</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$16,281</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659368" y="5428309"/>
            <a:ext cx="1024128"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$38,856</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$23,679</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$15,178</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21" name="Shape 19"/>
          <p:cNvSpPr/>
          <p:nvPr/>
        </p:nvSpPr>
        <p:spPr>
          <a:xfrm>
            <a:off x="457200" y="6126480"/>
            <a:ext cx="11274552" cy="364236"/>
          </a:xfrm>
          <a:prstGeom prst="rect">
            <a:avLst/>
          </a:prstGeom>
          <a:solidFill>
            <a:srgbClr val="EDF4FA"/>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$266.32</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267712" y="2156577"/>
            <a:ext cx="909937"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$235.07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7949"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$234.55</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 name="Shape 15"/>
          <p:cNvSpPr/>
          <p:nvPr/>
        </p:nvSpPr>
        <p:spPr>
          <a:xfrm>
            <a:off x="2267712" y="2798064"/>
            <a:ext cx="9050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$233.79</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267712" y="3118807"/>
            <a:ext cx="903719"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$233.46</a:t>
            </a:r>
            <a:endParaRPr lang="en-US" sz="1300" dirty="0"/>
          </a:p>
        </p:txBody>
      </p:sp>
      <p:sp>
        <p:nvSpPr>
          <p:cNvPr id="22" name="Text 20"/>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 name="Shape 21"/>
          <p:cNvSpPr/>
          <p:nvPr/>
        </p:nvSpPr>
        <p:spPr>
          <a:xfrm>
            <a:off x="2267712" y="3439551"/>
            <a:ext cx="859813" cy="160372"/>
          </a:xfrm>
          <a:prstGeom prst="rect">
            <a:avLst/>
          </a:prstGeom>
          <a:solidFill>
            <a:srgbClr val="12A566"/>
          </a:solidFill>
          <a:ln/>
        </p:spPr>
      </p:sp>
      <p:sp>
        <p:nvSpPr>
          <p:cNvPr id="24" name="Text 22"/>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$222.12</a:t>
            </a:r>
            <a:endParaRPr lang="en-US" sz="1300" dirty="0"/>
          </a:p>
        </p:txBody>
      </p:sp>
      <p:sp>
        <p:nvSpPr>
          <p:cNvPr id="25" name="Shape 23"/>
          <p:cNvSpPr/>
          <p:nvPr/>
        </p:nvSpPr>
        <p:spPr>
          <a:xfrm>
            <a:off x="603504" y="3680108"/>
            <a:ext cx="3566160" cy="311599"/>
          </a:xfrm>
          <a:prstGeom prst="rect">
            <a:avLst/>
          </a:prstGeom>
          <a:solidFill>
            <a:srgbClr val="EDF4FA"/>
          </a:solidFill>
          <a:ln/>
        </p:spPr>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7" name="Shape 25"/>
          <p:cNvSpPr/>
          <p:nvPr/>
        </p:nvSpPr>
        <p:spPr>
          <a:xfrm>
            <a:off x="2267712" y="3760294"/>
            <a:ext cx="843067" cy="160372"/>
          </a:xfrm>
          <a:prstGeom prst="rect">
            <a:avLst/>
          </a:prstGeom>
          <a:solidFill>
            <a:srgbClr val="0B2C4A"/>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$217.79</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267712" y="4081038"/>
            <a:ext cx="74821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$193.29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5811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$170.01</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2267712" y="4722524"/>
            <a:ext cx="648916"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$167.64</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$217.79  </a:t>
            </a:r>
            <a:pPr indent="0" marL="0">
              <a:buNone/>
            </a:pPr>
            <a:r>
              <a:rPr lang="en-US" sz="1400" b="1" dirty="0">
                <a:solidFill>
                  <a:srgbClr val="0B7A4A"/>
                </a:solidFill>
                <a:latin typeface="Inter" pitchFamily="34" charset="0"/>
                <a:ea typeface="Inter" pitchFamily="34" charset="-122"/>
                <a:cs typeface="Inter" pitchFamily="34" charset="-120"/>
              </a:rPr>
              <a:t>(+$6.75)</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$151.32  </a:t>
            </a:r>
            <a:pPr indent="0" marL="0">
              <a:buNone/>
            </a:pPr>
            <a:r>
              <a:rPr lang="en-US" sz="1400" b="1" dirty="0">
                <a:solidFill>
                  <a:srgbClr val="0B7A4A"/>
                </a:solidFill>
                <a:latin typeface="Inter" pitchFamily="34" charset="0"/>
                <a:ea typeface="Inter" pitchFamily="34" charset="-122"/>
                <a:cs typeface="Inter" pitchFamily="34" charset="-120"/>
              </a:rPr>
              <a:t>(+$3.00)</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$210.50</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2437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$175.90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8" name="Shape 46"/>
          <p:cNvSpPr/>
          <p:nvPr/>
        </p:nvSpPr>
        <p:spPr>
          <a:xfrm>
            <a:off x="6291072" y="2477321"/>
            <a:ext cx="49619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$166.44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1" name="Shape 49"/>
          <p:cNvSpPr/>
          <p:nvPr/>
        </p:nvSpPr>
        <p:spPr>
          <a:xfrm>
            <a:off x="6291072" y="2798064"/>
            <a:ext cx="487825"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$163.64</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4" name="Shape 52"/>
          <p:cNvSpPr/>
          <p:nvPr/>
        </p:nvSpPr>
        <p:spPr>
          <a:xfrm>
            <a:off x="6291072" y="3118807"/>
            <a:ext cx="485485"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$162.85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6291072" y="3439551"/>
            <a:ext cx="47895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0" name="Shape 58"/>
          <p:cNvSpPr/>
          <p:nvPr/>
        </p:nvSpPr>
        <p:spPr>
          <a:xfrm>
            <a:off x="6291072" y="3760294"/>
            <a:ext cx="475697"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$159.57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6291072" y="4081038"/>
            <a:ext cx="475119"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$159.38</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6291072" y="4401781"/>
            <a:ext cx="469045"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$157.34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9" name="Shape 67"/>
          <p:cNvSpPr/>
          <p:nvPr/>
        </p:nvSpPr>
        <p:spPr>
          <a:xfrm>
            <a:off x="6291072" y="4722524"/>
            <a:ext cx="46560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$156.18</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6291072" y="5043268"/>
            <a:ext cx="460611"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$154.51</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6291072" y="5364011"/>
            <a:ext cx="45696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$153.29</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5109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$151.32</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444873"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$149.23</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5" name="Shape 83"/>
          <p:cNvSpPr/>
          <p:nvPr/>
        </p:nvSpPr>
        <p:spPr>
          <a:xfrm>
            <a:off x="9893808" y="2156577"/>
            <a:ext cx="441895"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$148.23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307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$144.50</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1" name="Shape 89"/>
          <p:cNvSpPr/>
          <p:nvPr/>
        </p:nvSpPr>
        <p:spPr>
          <a:xfrm>
            <a:off x="9893808" y="2798064"/>
            <a:ext cx="428958"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$143.89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4" name="Shape 92"/>
          <p:cNvSpPr/>
          <p:nvPr/>
        </p:nvSpPr>
        <p:spPr>
          <a:xfrm>
            <a:off x="9893808" y="3118807"/>
            <a:ext cx="426467"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$143.06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7" name="Shape 95"/>
          <p:cNvSpPr/>
          <p:nvPr/>
        </p:nvSpPr>
        <p:spPr>
          <a:xfrm>
            <a:off x="9893808" y="3439551"/>
            <a:ext cx="425697"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$142.80</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0" name="Shape 98"/>
          <p:cNvSpPr/>
          <p:nvPr/>
        </p:nvSpPr>
        <p:spPr>
          <a:xfrm>
            <a:off x="9893808" y="3760294"/>
            <a:ext cx="42064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$141.10</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9893808" y="4081038"/>
            <a:ext cx="414760"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$139.13</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9893808" y="4401781"/>
            <a:ext cx="4128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$138.48</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402913"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$135.15</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2" name="Shape 110"/>
          <p:cNvSpPr/>
          <p:nvPr/>
        </p:nvSpPr>
        <p:spPr>
          <a:xfrm>
            <a:off x="9893808" y="5043268"/>
            <a:ext cx="388906"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$130.46</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5" name="Shape 113"/>
          <p:cNvSpPr/>
          <p:nvPr/>
        </p:nvSpPr>
        <p:spPr>
          <a:xfrm>
            <a:off x="9893808" y="5364011"/>
            <a:ext cx="37588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$126.09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$933</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102857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$931</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 name="Shape 12"/>
          <p:cNvSpPr/>
          <p:nvPr/>
        </p:nvSpPr>
        <p:spPr>
          <a:xfrm>
            <a:off x="2267712" y="2477321"/>
            <a:ext cx="1025253"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7" name="Shape 15"/>
          <p:cNvSpPr/>
          <p:nvPr/>
        </p:nvSpPr>
        <p:spPr>
          <a:xfrm>
            <a:off x="2267712" y="2798064"/>
            <a:ext cx="90265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708427"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$641</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9800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$632</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59059"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$506</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0" name="Shape 28"/>
          <p:cNvSpPr/>
          <p:nvPr/>
        </p:nvSpPr>
        <p:spPr>
          <a:xfrm>
            <a:off x="2267712" y="4081038"/>
            <a:ext cx="5129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$464</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267712" y="4401781"/>
            <a:ext cx="460190"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$416</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444920"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$403</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$632  </a:t>
            </a:r>
            <a:pPr indent="0" marL="0">
              <a:buNone/>
            </a:pPr>
            <a:r>
              <a:rPr lang="en-US" sz="1400" b="1" dirty="0">
                <a:solidFill>
                  <a:srgbClr val="0B7A4A"/>
                </a:solidFill>
                <a:latin typeface="Inter" pitchFamily="34" charset="0"/>
                <a:ea typeface="Inter" pitchFamily="34" charset="-122"/>
                <a:cs typeface="Inter" pitchFamily="34" charset="-120"/>
              </a:rPr>
              <a:t>(+$33)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$264  </a:t>
            </a:r>
            <a:pPr indent="0" marL="0">
              <a:buNone/>
            </a:pPr>
            <a:r>
              <a:rPr lang="en-US" sz="1400" b="1" dirty="0">
                <a:solidFill>
                  <a:srgbClr val="0B7A4A"/>
                </a:solidFill>
                <a:latin typeface="Inter" pitchFamily="34" charset="0"/>
                <a:ea typeface="Inter" pitchFamily="34" charset="-122"/>
                <a:cs typeface="Inter" pitchFamily="34" charset="-120"/>
              </a:rPr>
              <a:t>(+$15)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$389</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5" name="Shape 43"/>
          <p:cNvSpPr/>
          <p:nvPr/>
        </p:nvSpPr>
        <p:spPr>
          <a:xfrm>
            <a:off x="6291072" y="2156577"/>
            <a:ext cx="598789"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$371</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8" name="Shape 46"/>
          <p:cNvSpPr/>
          <p:nvPr/>
        </p:nvSpPr>
        <p:spPr>
          <a:xfrm>
            <a:off x="6291072" y="2477321"/>
            <a:ext cx="570486"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1" name="Shape 49"/>
          <p:cNvSpPr/>
          <p:nvPr/>
        </p:nvSpPr>
        <p:spPr>
          <a:xfrm>
            <a:off x="6291072" y="2798064"/>
            <a:ext cx="53593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4" name="Shape 52"/>
          <p:cNvSpPr/>
          <p:nvPr/>
        </p:nvSpPr>
        <p:spPr>
          <a:xfrm>
            <a:off x="6291072" y="3118807"/>
            <a:ext cx="513550"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$318</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6291072" y="3439551"/>
            <a:ext cx="501174"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714"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$302</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3" name="Shape 61"/>
          <p:cNvSpPr/>
          <p:nvPr/>
        </p:nvSpPr>
        <p:spPr>
          <a:xfrm>
            <a:off x="6291072" y="4081038"/>
            <a:ext cx="483060"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6" name="Shape 64"/>
          <p:cNvSpPr/>
          <p:nvPr/>
        </p:nvSpPr>
        <p:spPr>
          <a:xfrm>
            <a:off x="6291072" y="4401781"/>
            <a:ext cx="482181"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6291072" y="4722524"/>
            <a:ext cx="465926"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$289</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6291072" y="5043268"/>
            <a:ext cx="451632"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5" name="Shape 73"/>
          <p:cNvSpPr/>
          <p:nvPr/>
        </p:nvSpPr>
        <p:spPr>
          <a:xfrm>
            <a:off x="6291072" y="5364011"/>
            <a:ext cx="442219"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$274</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8" name="Shape 76"/>
          <p:cNvSpPr/>
          <p:nvPr/>
        </p:nvSpPr>
        <p:spPr>
          <a:xfrm>
            <a:off x="6291072" y="5684754"/>
            <a:ext cx="437452"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$271</a:t>
            </a:r>
            <a:endParaRPr lang="en-US" sz="1300" dirty="0"/>
          </a:p>
        </p:txBody>
      </p:sp>
      <p:sp>
        <p:nvSpPr>
          <p:cNvPr id="80" name="Shape 78"/>
          <p:cNvSpPr/>
          <p:nvPr/>
        </p:nvSpPr>
        <p:spPr>
          <a:xfrm>
            <a:off x="7863840" y="1755648"/>
            <a:ext cx="3529584" cy="311599"/>
          </a:xfrm>
          <a:prstGeom prst="rect">
            <a:avLst/>
          </a:prstGeom>
          <a:solidFill>
            <a:srgbClr val="EDF4FA"/>
          </a:solidFill>
          <a:ln/>
        </p:spPr>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2" name="Shape 80"/>
          <p:cNvSpPr/>
          <p:nvPr/>
        </p:nvSpPr>
        <p:spPr>
          <a:xfrm>
            <a:off x="9893808" y="1835834"/>
            <a:ext cx="426097" cy="160372"/>
          </a:xfrm>
          <a:prstGeom prst="rect">
            <a:avLst/>
          </a:prstGeom>
          <a:solidFill>
            <a:srgbClr val="0B2C4A"/>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$264</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5" name="Shape 83"/>
          <p:cNvSpPr/>
          <p:nvPr/>
        </p:nvSpPr>
        <p:spPr>
          <a:xfrm>
            <a:off x="9893808" y="2156577"/>
            <a:ext cx="384223"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9893808" y="2477321"/>
            <a:ext cx="383536"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7759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$234</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9893808" y="3118807"/>
            <a:ext cx="372225"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$231</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7" name="Shape 95"/>
          <p:cNvSpPr/>
          <p:nvPr/>
        </p:nvSpPr>
        <p:spPr>
          <a:xfrm>
            <a:off x="9893808" y="3439551"/>
            <a:ext cx="366796"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$227</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0" name="Shape 98"/>
          <p:cNvSpPr/>
          <p:nvPr/>
        </p:nvSpPr>
        <p:spPr>
          <a:xfrm>
            <a:off x="9893808" y="3760294"/>
            <a:ext cx="35848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3" name="Shape 101"/>
          <p:cNvSpPr/>
          <p:nvPr/>
        </p:nvSpPr>
        <p:spPr>
          <a:xfrm>
            <a:off x="9893808" y="4081038"/>
            <a:ext cx="355557"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6" name="Shape 104"/>
          <p:cNvSpPr/>
          <p:nvPr/>
        </p:nvSpPr>
        <p:spPr>
          <a:xfrm>
            <a:off x="9893808" y="4401781"/>
            <a:ext cx="344158"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$213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9" name="Shape 107"/>
          <p:cNvSpPr/>
          <p:nvPr/>
        </p:nvSpPr>
        <p:spPr>
          <a:xfrm>
            <a:off x="9893808" y="4722524"/>
            <a:ext cx="323678"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$201</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2" name="Shape 110"/>
          <p:cNvSpPr/>
          <p:nvPr/>
        </p:nvSpPr>
        <p:spPr>
          <a:xfrm>
            <a:off x="9893808" y="5043268"/>
            <a:ext cx="30139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$187</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5" name="Shape 113"/>
          <p:cNvSpPr/>
          <p:nvPr/>
        </p:nvSpPr>
        <p:spPr>
          <a:xfrm>
            <a:off x="9893808" y="5364011"/>
            <a:ext cx="293515"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$182</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$926</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1" name="Shape 9"/>
          <p:cNvSpPr/>
          <p:nvPr/>
        </p:nvSpPr>
        <p:spPr>
          <a:xfrm>
            <a:off x="2267712" y="2156577"/>
            <a:ext cx="939609"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$844</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4" name="Shape 12"/>
          <p:cNvSpPr/>
          <p:nvPr/>
        </p:nvSpPr>
        <p:spPr>
          <a:xfrm>
            <a:off x="2267712" y="2477321"/>
            <a:ext cx="905544"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 name="Shape 15"/>
          <p:cNvSpPr/>
          <p:nvPr/>
        </p:nvSpPr>
        <p:spPr>
          <a:xfrm>
            <a:off x="2267712" y="2798064"/>
            <a:ext cx="820245"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$737</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0" name="Shape 18"/>
          <p:cNvSpPr/>
          <p:nvPr/>
        </p:nvSpPr>
        <p:spPr>
          <a:xfrm>
            <a:off x="2267712" y="3118807"/>
            <a:ext cx="603026"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$542</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94783"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$534</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7" name="Shape 25"/>
          <p:cNvSpPr/>
          <p:nvPr/>
        </p:nvSpPr>
        <p:spPr>
          <a:xfrm>
            <a:off x="2267712" y="3760294"/>
            <a:ext cx="56078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$504</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0" name="Shape 28"/>
          <p:cNvSpPr/>
          <p:nvPr/>
        </p:nvSpPr>
        <p:spPr>
          <a:xfrm>
            <a:off x="2267712" y="4081038"/>
            <a:ext cx="403834"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$363</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389252"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$350</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6" name="Shape 34"/>
          <p:cNvSpPr/>
          <p:nvPr/>
        </p:nvSpPr>
        <p:spPr>
          <a:xfrm>
            <a:off x="2267712" y="4722524"/>
            <a:ext cx="26739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$240</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$534  </a:t>
            </a:r>
            <a:pP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$202  </a:t>
            </a:r>
            <a:pPr indent="0" marL="0">
              <a:buNone/>
            </a:pPr>
            <a:r>
              <a:rPr lang="en-US" sz="1400" b="1" dirty="0">
                <a:solidFill>
                  <a:srgbClr val="0B7A4A"/>
                </a:solidFill>
                <a:latin typeface="Inter" pitchFamily="34" charset="0"/>
                <a:ea typeface="Inter" pitchFamily="34" charset="-122"/>
                <a:cs typeface="Inter" pitchFamily="34" charset="-120"/>
              </a:rPr>
              <a:t>(+$9)</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6291072" y="2156577"/>
            <a:ext cx="549290"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$290</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8" name="Shape 46"/>
          <p:cNvSpPr/>
          <p:nvPr/>
        </p:nvSpPr>
        <p:spPr>
          <a:xfrm>
            <a:off x="6291072" y="2477321"/>
            <a:ext cx="532049"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30476"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4" name="Shape 52"/>
          <p:cNvSpPr/>
          <p:nvPr/>
        </p:nvSpPr>
        <p:spPr>
          <a:xfrm>
            <a:off x="6291072" y="3118807"/>
            <a:ext cx="53031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$280</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7" name="Shape 55"/>
          <p:cNvSpPr/>
          <p:nvPr/>
        </p:nvSpPr>
        <p:spPr>
          <a:xfrm>
            <a:off x="6291072" y="3439551"/>
            <a:ext cx="522725"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$276</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6291072" y="3760294"/>
            <a:ext cx="508315"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$269</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3" name="Shape 61"/>
          <p:cNvSpPr/>
          <p:nvPr/>
        </p:nvSpPr>
        <p:spPr>
          <a:xfrm>
            <a:off x="6291072" y="4081038"/>
            <a:ext cx="49962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$264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6291072" y="4401781"/>
            <a:ext cx="490656"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$259</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9" name="Shape 67"/>
          <p:cNvSpPr/>
          <p:nvPr/>
        </p:nvSpPr>
        <p:spPr>
          <a:xfrm>
            <a:off x="6291072" y="4722524"/>
            <a:ext cx="44505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6291072" y="5043268"/>
            <a:ext cx="413647"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$219</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5" name="Shape 73"/>
          <p:cNvSpPr/>
          <p:nvPr/>
        </p:nvSpPr>
        <p:spPr>
          <a:xfrm>
            <a:off x="6291072" y="5364011"/>
            <a:ext cx="409648"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$217</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6291072" y="5684754"/>
            <a:ext cx="403417"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1" name="Shape 79"/>
          <p:cNvSpPr/>
          <p:nvPr/>
        </p:nvSpPr>
        <p:spPr>
          <a:xfrm>
            <a:off x="9893808" y="1835834"/>
            <a:ext cx="402285"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$213</a:t>
            </a:r>
            <a:endParaRPr lang="en-US" sz="1300" dirty="0"/>
          </a:p>
        </p:txBody>
      </p:sp>
      <p:sp>
        <p:nvSpPr>
          <p:cNvPr id="83" name="Text 81"/>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4" name="Shape 82"/>
          <p:cNvSpPr/>
          <p:nvPr/>
        </p:nvSpPr>
        <p:spPr>
          <a:xfrm>
            <a:off x="9893808" y="2156577"/>
            <a:ext cx="401345" cy="160372"/>
          </a:xfrm>
          <a:prstGeom prst="rect">
            <a:avLst/>
          </a:prstGeom>
          <a:solidFill>
            <a:srgbClr val="12A566"/>
          </a:solidFill>
          <a:ln/>
        </p:spPr>
      </p:sp>
      <p:sp>
        <p:nvSpPr>
          <p:cNvPr id="85" name="Text 83"/>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Shape 85"/>
          <p:cNvSpPr/>
          <p:nvPr/>
        </p:nvSpPr>
        <p:spPr>
          <a:xfrm>
            <a:off x="9893808" y="2477321"/>
            <a:ext cx="393477" cy="160372"/>
          </a:xfrm>
          <a:prstGeom prst="rect">
            <a:avLst/>
          </a:prstGeom>
          <a:solidFill>
            <a:srgbClr val="12A566"/>
          </a:solidFill>
          <a:ln/>
        </p:spPr>
      </p:sp>
      <p:sp>
        <p:nvSpPr>
          <p:cNvPr id="88" name="Text 86"/>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$208</a:t>
            </a:r>
            <a:endParaRPr lang="en-US" sz="1300" dirty="0"/>
          </a:p>
        </p:txBody>
      </p:sp>
      <p:sp>
        <p:nvSpPr>
          <p:cNvPr id="89" name="Shape 87"/>
          <p:cNvSpPr/>
          <p:nvPr/>
        </p:nvSpPr>
        <p:spPr>
          <a:xfrm>
            <a:off x="7863840" y="2717878"/>
            <a:ext cx="3529584" cy="311599"/>
          </a:xfrm>
          <a:prstGeom prst="rect">
            <a:avLst/>
          </a:prstGeom>
          <a:solidFill>
            <a:srgbClr val="EDF4FA"/>
          </a:solidFill>
          <a:ln/>
        </p:spPr>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91" name="Shape 89"/>
          <p:cNvSpPr/>
          <p:nvPr/>
        </p:nvSpPr>
        <p:spPr>
          <a:xfrm>
            <a:off x="9893808" y="2798064"/>
            <a:ext cx="382510" cy="160372"/>
          </a:xfrm>
          <a:prstGeom prst="rect">
            <a:avLst/>
          </a:prstGeom>
          <a:solidFill>
            <a:srgbClr val="0B2C4A"/>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4" name="Shape 92"/>
          <p:cNvSpPr/>
          <p:nvPr/>
        </p:nvSpPr>
        <p:spPr>
          <a:xfrm>
            <a:off x="9893808" y="3118807"/>
            <a:ext cx="370852"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$196</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7" name="Shape 95"/>
          <p:cNvSpPr/>
          <p:nvPr/>
        </p:nvSpPr>
        <p:spPr>
          <a:xfrm>
            <a:off x="9893808" y="3439551"/>
            <a:ext cx="36534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0" name="Shape 98"/>
          <p:cNvSpPr/>
          <p:nvPr/>
        </p:nvSpPr>
        <p:spPr>
          <a:xfrm>
            <a:off x="9893808" y="3760294"/>
            <a:ext cx="346140"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$183</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9893808" y="4081038"/>
            <a:ext cx="342275"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$181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Shape 104"/>
          <p:cNvSpPr/>
          <p:nvPr/>
        </p:nvSpPr>
        <p:spPr>
          <a:xfrm>
            <a:off x="9893808" y="4401781"/>
            <a:ext cx="321936"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9" name="Shape 107"/>
          <p:cNvSpPr/>
          <p:nvPr/>
        </p:nvSpPr>
        <p:spPr>
          <a:xfrm>
            <a:off x="9893808" y="4722524"/>
            <a:ext cx="290572"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2" name="Shape 110"/>
          <p:cNvSpPr/>
          <p:nvPr/>
        </p:nvSpPr>
        <p:spPr>
          <a:xfrm>
            <a:off x="9893808" y="5043268"/>
            <a:ext cx="289524"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$153</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9893808" y="5364011"/>
            <a:ext cx="281601"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$149</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5" name="Shape 13"/>
          <p:cNvSpPr/>
          <p:nvPr/>
        </p:nvSpPr>
        <p:spPr>
          <a:xfrm>
            <a:off x="7269480" y="3931920"/>
            <a:ext cx="54864" cy="1783080"/>
          </a:xfrm>
          <a:prstGeom prst="rect">
            <a:avLst/>
          </a:prstGeom>
          <a:solidFill>
            <a:srgbClr val="12A566"/>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8" name="Shape 16"/>
          <p:cNvSpPr/>
          <p:nvPr/>
        </p:nvSpPr>
        <p:spPr>
          <a:xfrm>
            <a:off x="457200" y="6126480"/>
            <a:ext cx="11274552" cy="356616"/>
          </a:xfrm>
          <a:prstGeom prst="rect">
            <a:avLst/>
          </a:prstGeom>
          <a:solidFill>
            <a:srgbClr val="EDF4FA"/>
          </a:solidFill>
          <a:ln/>
        </p:spPr>
      </p:sp>
      <p:sp>
        <p:nvSpPr>
          <p:cNvPr id="19" name="Text 1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2" name="Shape 10"/>
          <p:cNvSpPr/>
          <p:nvPr/>
        </p:nvSpPr>
        <p:spPr>
          <a:xfrm>
            <a:off x="7269480" y="1920240"/>
            <a:ext cx="54864" cy="178308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8" name="Shape 16"/>
          <p:cNvSpPr/>
          <p:nvPr/>
        </p:nvSpPr>
        <p:spPr>
          <a:xfrm>
            <a:off x="457200" y="6126480"/>
            <a:ext cx="11274552" cy="615696"/>
          </a:xfrm>
          <a:prstGeom prst="rect">
            <a:avLst/>
          </a:prstGeom>
          <a:solidFill>
            <a:srgbClr val="EDF4FA"/>
          </a:solidFill>
          <a:ln/>
        </p:spPr>
      </p:sp>
      <p:sp>
        <p:nvSpPr>
          <p:cNvPr id="19" name="Text 1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6.8% → 13.3%</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7.8% → 11.5%</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23.0% → 25.4%</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14.1% → 16.2%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11.4% → 12.9%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5.9% → 7.7%</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 → 8.9%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10.3% → 11.0%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+0.6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 → 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FLUSH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15.5%</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4.6% → 6.1%</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2.4% → 3.9%</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7.7% → 8.9%</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4.8% → 6.0%</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6.4% → 8.9%</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8.8% → 10.2%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0.3% → 1.5%</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8.0% → 9.0%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3.0% → 3.9%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+0.8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$225,288</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21286"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$89,952</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296891"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$83,122</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74266"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$76,788</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69526"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$75,460</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04151"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$57,157</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76388"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$49,384</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36485"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$38,212</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2974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$36,325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22649"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$34,339</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18396"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$33,148</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16594"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$32,644</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9394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$26,302</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0559"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$25,354</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83744"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$23,446</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0843"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$22,634</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74808"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$20,944</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3460"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$17,767</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3158"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$12,083</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1054"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$11,494</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37178"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$10,409</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4892"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$9,769</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2614"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$9,131</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5924"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$7,258</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04672" cy="154899"/>
          </a:xfrm>
          <a:prstGeom prst="rect">
            <a:avLst/>
          </a:prstGeom>
          <a:solidFill>
            <a:srgbClr val="C2352F"/>
          </a:solidFill>
          <a:ln/>
        </p:spPr>
      </p:sp>
      <p:sp>
        <p:nvSpPr>
          <p:cNvPr id="14" name="Text 12"/>
          <p:cNvSpPr txBox="1"/>
          <p:nvPr/>
        </p:nvSpPr>
        <p:spPr>
          <a:xfrm>
            <a:off x="3529584"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$179,701</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659813" cy="154899"/>
          </a:xfrm>
          <a:prstGeom prst="rect">
            <a:avLst/>
          </a:prstGeom>
          <a:solidFill>
            <a:srgbClr val="C2352F"/>
          </a:solidFill>
          <a:ln/>
        </p:spPr>
      </p:sp>
      <p:sp>
        <p:nvSpPr>
          <p:cNvPr id="19" name="Text 17"/>
          <p:cNvSpPr txBox="1"/>
          <p:nvPr/>
        </p:nvSpPr>
        <p:spPr>
          <a:xfrm>
            <a:off x="3529584"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$147,351</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592487" cy="154899"/>
          </a:xfrm>
          <a:prstGeom prst="rect">
            <a:avLst/>
          </a:prstGeom>
          <a:solidFill>
            <a:srgbClr val="C2352F"/>
          </a:solidFill>
          <a:ln/>
        </p:spPr>
      </p:sp>
      <p:sp>
        <p:nvSpPr>
          <p:cNvPr id="24" name="Text 22"/>
          <p:cNvSpPr txBox="1"/>
          <p:nvPr/>
        </p:nvSpPr>
        <p:spPr>
          <a:xfrm>
            <a:off x="3529584"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$132,315</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559295" cy="154899"/>
          </a:xfrm>
          <a:prstGeom prst="rect">
            <a:avLst/>
          </a:prstGeom>
          <a:solidFill>
            <a:srgbClr val="C2352F"/>
          </a:solidFill>
          <a:ln/>
        </p:spPr>
      </p:sp>
      <p:sp>
        <p:nvSpPr>
          <p:cNvPr id="29" name="Text 27"/>
          <p:cNvSpPr txBox="1"/>
          <p:nvPr/>
        </p:nvSpPr>
        <p:spPr>
          <a:xfrm>
            <a:off x="3529584"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$124,903</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488325" cy="154899"/>
          </a:xfrm>
          <a:prstGeom prst="rect">
            <a:avLst/>
          </a:prstGeom>
          <a:solidFill>
            <a:srgbClr val="C2352F"/>
          </a:solidFill>
          <a:ln/>
        </p:spPr>
      </p:sp>
      <p:sp>
        <p:nvSpPr>
          <p:cNvPr id="34" name="Text 32"/>
          <p:cNvSpPr txBox="1"/>
          <p:nvPr/>
        </p:nvSpPr>
        <p:spPr>
          <a:xfrm>
            <a:off x="3529584"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$109,054</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475963" cy="154899"/>
          </a:xfrm>
          <a:prstGeom prst="rect">
            <a:avLst/>
          </a:prstGeom>
          <a:solidFill>
            <a:srgbClr val="C2352F"/>
          </a:solidFill>
          <a:ln/>
        </p:spPr>
      </p:sp>
      <p:sp>
        <p:nvSpPr>
          <p:cNvPr id="39" name="Text 37"/>
          <p:cNvSpPr txBox="1"/>
          <p:nvPr/>
        </p:nvSpPr>
        <p:spPr>
          <a:xfrm>
            <a:off x="3529584"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$106,293</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58495" cy="154899"/>
          </a:xfrm>
          <a:prstGeom prst="rect">
            <a:avLst/>
          </a:prstGeom>
          <a:solidFill>
            <a:srgbClr val="C2352F"/>
          </a:solidFill>
          <a:ln/>
        </p:spPr>
      </p:sp>
      <p:sp>
        <p:nvSpPr>
          <p:cNvPr id="44" name="Text 42"/>
          <p:cNvSpPr txBox="1"/>
          <p:nvPr/>
        </p:nvSpPr>
        <p:spPr>
          <a:xfrm>
            <a:off x="3529584"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$80,060</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43305" cy="154899"/>
          </a:xfrm>
          <a:prstGeom prst="rect">
            <a:avLst/>
          </a:prstGeom>
          <a:solidFill>
            <a:srgbClr val="C2352F"/>
          </a:solidFill>
          <a:ln/>
        </p:spPr>
      </p:sp>
      <p:sp>
        <p:nvSpPr>
          <p:cNvPr id="49" name="Text 47"/>
          <p:cNvSpPr txBox="1"/>
          <p:nvPr/>
        </p:nvSpPr>
        <p:spPr>
          <a:xfrm>
            <a:off x="3529584"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$76,668</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28186" cy="154899"/>
          </a:xfrm>
          <a:prstGeom prst="rect">
            <a:avLst/>
          </a:prstGeom>
          <a:solidFill>
            <a:srgbClr val="C2352F"/>
          </a:solidFill>
          <a:ln/>
        </p:spPr>
      </p:sp>
      <p:sp>
        <p:nvSpPr>
          <p:cNvPr id="54" name="Text 52"/>
          <p:cNvSpPr txBox="1"/>
          <p:nvPr/>
        </p:nvSpPr>
        <p:spPr>
          <a:xfrm>
            <a:off x="3529584"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$73,291</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21360" cy="154899"/>
          </a:xfrm>
          <a:prstGeom prst="rect">
            <a:avLst/>
          </a:prstGeom>
          <a:solidFill>
            <a:srgbClr val="C2352F"/>
          </a:solidFill>
          <a:ln/>
        </p:spPr>
      </p:sp>
      <p:sp>
        <p:nvSpPr>
          <p:cNvPr id="59" name="Text 57"/>
          <p:cNvSpPr txBox="1"/>
          <p:nvPr/>
        </p:nvSpPr>
        <p:spPr>
          <a:xfrm>
            <a:off x="3529584"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$71,767</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03740" cy="154899"/>
          </a:xfrm>
          <a:prstGeom prst="rect">
            <a:avLst/>
          </a:prstGeom>
          <a:solidFill>
            <a:srgbClr val="C2352F"/>
          </a:solidFill>
          <a:ln/>
        </p:spPr>
      </p:sp>
      <p:sp>
        <p:nvSpPr>
          <p:cNvPr id="64" name="Text 62"/>
          <p:cNvSpPr txBox="1"/>
          <p:nvPr/>
        </p:nvSpPr>
        <p:spPr>
          <a:xfrm>
            <a:off x="3529584"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$67,832</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03633" cy="154899"/>
          </a:xfrm>
          <a:prstGeom prst="rect">
            <a:avLst/>
          </a:prstGeom>
          <a:solidFill>
            <a:srgbClr val="C2352F"/>
          </a:solidFill>
          <a:ln/>
        </p:spPr>
      </p:sp>
      <p:sp>
        <p:nvSpPr>
          <p:cNvPr id="69" name="Text 67"/>
          <p:cNvSpPr txBox="1"/>
          <p:nvPr/>
        </p:nvSpPr>
        <p:spPr>
          <a:xfrm>
            <a:off x="3529584"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$67,808</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51992" cy="154899"/>
          </a:xfrm>
          <a:prstGeom prst="rect">
            <a:avLst/>
          </a:prstGeom>
          <a:solidFill>
            <a:srgbClr val="C2352F"/>
          </a:solidFill>
          <a:ln/>
        </p:spPr>
      </p:sp>
      <p:sp>
        <p:nvSpPr>
          <p:cNvPr id="74" name="Text 72"/>
          <p:cNvSpPr txBox="1"/>
          <p:nvPr/>
        </p:nvSpPr>
        <p:spPr>
          <a:xfrm>
            <a:off x="3529584"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$56,275</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32442" cy="154899"/>
          </a:xfrm>
          <a:prstGeom prst="rect">
            <a:avLst/>
          </a:prstGeom>
          <a:solidFill>
            <a:srgbClr val="C2352F"/>
          </a:solidFill>
          <a:ln/>
        </p:spPr>
      </p:sp>
      <p:sp>
        <p:nvSpPr>
          <p:cNvPr id="79" name="Text 77"/>
          <p:cNvSpPr txBox="1"/>
          <p:nvPr/>
        </p:nvSpPr>
        <p:spPr>
          <a:xfrm>
            <a:off x="3529584"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$51,909</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31742" cy="154899"/>
          </a:xfrm>
          <a:prstGeom prst="rect">
            <a:avLst/>
          </a:prstGeom>
          <a:solidFill>
            <a:srgbClr val="C2352F"/>
          </a:solidFill>
          <a:ln/>
        </p:spPr>
      </p:sp>
      <p:sp>
        <p:nvSpPr>
          <p:cNvPr id="84" name="Text 82"/>
          <p:cNvSpPr txBox="1"/>
          <p:nvPr/>
        </p:nvSpPr>
        <p:spPr>
          <a:xfrm>
            <a:off x="3529584" y="5643677"/>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$51,753</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71351" cy="154899"/>
          </a:xfrm>
          <a:prstGeom prst="rect">
            <a:avLst/>
          </a:prstGeom>
          <a:solidFill>
            <a:srgbClr val="C2352F"/>
          </a:solidFill>
          <a:ln/>
        </p:spPr>
      </p:sp>
      <p:sp>
        <p:nvSpPr>
          <p:cNvPr id="89" name="Text 87"/>
          <p:cNvSpPr txBox="1"/>
          <p:nvPr/>
        </p:nvSpPr>
        <p:spPr>
          <a:xfrm>
            <a:off x="9079992" y="170078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59786" cy="154899"/>
          </a:xfrm>
          <a:prstGeom prst="rect">
            <a:avLst/>
          </a:prstGeom>
          <a:solidFill>
            <a:srgbClr val="C2352F"/>
          </a:solidFill>
          <a:ln/>
        </p:spPr>
      </p:sp>
      <p:sp>
        <p:nvSpPr>
          <p:cNvPr id="94" name="Text 92"/>
          <p:cNvSpPr txBox="1"/>
          <p:nvPr/>
        </p:nvSpPr>
        <p:spPr>
          <a:xfrm>
            <a:off x="9079992" y="1982419"/>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$35,684</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38080" cy="154899"/>
          </a:xfrm>
          <a:prstGeom prst="rect">
            <a:avLst/>
          </a:prstGeom>
          <a:solidFill>
            <a:srgbClr val="C2352F"/>
          </a:solidFill>
          <a:ln/>
        </p:spPr>
      </p:sp>
      <p:sp>
        <p:nvSpPr>
          <p:cNvPr id="99" name="Text 97"/>
          <p:cNvSpPr txBox="1"/>
          <p:nvPr/>
        </p:nvSpPr>
        <p:spPr>
          <a:xfrm>
            <a:off x="9079992" y="2264054"/>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$30,836</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24627" cy="154899"/>
          </a:xfrm>
          <a:prstGeom prst="rect">
            <a:avLst/>
          </a:prstGeom>
          <a:solidFill>
            <a:srgbClr val="C2352F"/>
          </a:solidFill>
          <a:ln/>
        </p:spPr>
      </p:sp>
      <p:sp>
        <p:nvSpPr>
          <p:cNvPr id="104" name="Text 102"/>
          <p:cNvSpPr txBox="1"/>
          <p:nvPr/>
        </p:nvSpPr>
        <p:spPr>
          <a:xfrm>
            <a:off x="9079992" y="254569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$27,832</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22580" cy="154899"/>
          </a:xfrm>
          <a:prstGeom prst="rect">
            <a:avLst/>
          </a:prstGeom>
          <a:solidFill>
            <a:srgbClr val="C2352F"/>
          </a:solidFill>
          <a:ln/>
        </p:spPr>
      </p:sp>
      <p:sp>
        <p:nvSpPr>
          <p:cNvPr id="109" name="Text 107"/>
          <p:cNvSpPr txBox="1"/>
          <p:nvPr/>
        </p:nvSpPr>
        <p:spPr>
          <a:xfrm>
            <a:off x="9079992" y="282732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$27,375</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20258" cy="154899"/>
          </a:xfrm>
          <a:prstGeom prst="rect">
            <a:avLst/>
          </a:prstGeom>
          <a:solidFill>
            <a:srgbClr val="C2352F"/>
          </a:solidFill>
          <a:ln/>
        </p:spPr>
      </p:sp>
      <p:sp>
        <p:nvSpPr>
          <p:cNvPr id="114" name="Text 112"/>
          <p:cNvSpPr txBox="1"/>
          <p:nvPr/>
        </p:nvSpPr>
        <p:spPr>
          <a:xfrm>
            <a:off x="9079992" y="310896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$26,856</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93422" cy="154899"/>
          </a:xfrm>
          <a:prstGeom prst="rect">
            <a:avLst/>
          </a:prstGeom>
          <a:solidFill>
            <a:srgbClr val="C2352F"/>
          </a:solidFill>
          <a:ln/>
        </p:spPr>
      </p:sp>
      <p:sp>
        <p:nvSpPr>
          <p:cNvPr id="119" name="Text 117"/>
          <p:cNvSpPr txBox="1"/>
          <p:nvPr/>
        </p:nvSpPr>
        <p:spPr>
          <a:xfrm>
            <a:off x="9079992" y="3390595"/>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$20,863</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2255" cy="154899"/>
          </a:xfrm>
          <a:prstGeom prst="rect">
            <a:avLst/>
          </a:prstGeom>
          <a:solidFill>
            <a:srgbClr val="C2352F"/>
          </a:solidFill>
          <a:ln/>
        </p:spPr>
      </p:sp>
      <p:sp>
        <p:nvSpPr>
          <p:cNvPr id="124" name="Text 122"/>
          <p:cNvSpPr txBox="1"/>
          <p:nvPr/>
        </p:nvSpPr>
        <p:spPr>
          <a:xfrm>
            <a:off x="9079992" y="3672230"/>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$18,369</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3920" cy="154899"/>
          </a:xfrm>
          <a:prstGeom prst="rect">
            <a:avLst/>
          </a:prstGeom>
          <a:solidFill>
            <a:srgbClr val="C2352F"/>
          </a:solidFill>
          <a:ln/>
        </p:spPr>
      </p:sp>
      <p:sp>
        <p:nvSpPr>
          <p:cNvPr id="129" name="Text 127"/>
          <p:cNvSpPr txBox="1"/>
          <p:nvPr/>
        </p:nvSpPr>
        <p:spPr>
          <a:xfrm>
            <a:off x="9079992" y="395386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$14,275</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48675" cy="154899"/>
          </a:xfrm>
          <a:prstGeom prst="rect">
            <a:avLst/>
          </a:prstGeom>
          <a:solidFill>
            <a:srgbClr val="C2352F"/>
          </a:solidFill>
          <a:ln/>
        </p:spPr>
      </p:sp>
      <p:sp>
        <p:nvSpPr>
          <p:cNvPr id="134" name="Text 132"/>
          <p:cNvSpPr txBox="1"/>
          <p:nvPr/>
        </p:nvSpPr>
        <p:spPr>
          <a:xfrm>
            <a:off x="9079992" y="423550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$10,870</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3634" cy="154899"/>
          </a:xfrm>
          <a:prstGeom prst="rect">
            <a:avLst/>
          </a:prstGeom>
          <a:solidFill>
            <a:srgbClr val="C2352F"/>
          </a:solidFill>
          <a:ln/>
        </p:spPr>
      </p:sp>
      <p:sp>
        <p:nvSpPr>
          <p:cNvPr id="139" name="Text 137"/>
          <p:cNvSpPr txBox="1"/>
          <p:nvPr/>
        </p:nvSpPr>
        <p:spPr>
          <a:xfrm>
            <a:off x="9079992" y="451713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$7,511</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6275" cy="154899"/>
          </a:xfrm>
          <a:prstGeom prst="rect">
            <a:avLst/>
          </a:prstGeom>
          <a:solidFill>
            <a:srgbClr val="C2352F"/>
          </a:solidFill>
          <a:ln/>
        </p:spPr>
      </p:sp>
      <p:sp>
        <p:nvSpPr>
          <p:cNvPr id="144" name="Text 142"/>
          <p:cNvSpPr txBox="1"/>
          <p:nvPr/>
        </p:nvSpPr>
        <p:spPr>
          <a:xfrm>
            <a:off x="9079992" y="4798771"/>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$5,868</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079992" y="5080406"/>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079992" y="5362042"/>
            <a:ext cx="896112"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04672" cy="211226"/>
          </a:xfrm>
          <a:prstGeom prst="rect">
            <a:avLst/>
          </a:prstGeom>
          <a:solidFill>
            <a:srgbClr val="C2352F"/>
          </a:solidFill>
          <a:ln/>
        </p:spPr>
      </p:sp>
      <p:sp>
        <p:nvSpPr>
          <p:cNvPr id="14" name="Text 12"/>
          <p:cNvSpPr txBox="1"/>
          <p:nvPr/>
        </p:nvSpPr>
        <p:spPr>
          <a:xfrm>
            <a:off x="3529584"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$150,836</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26590" cy="211226"/>
          </a:xfrm>
          <a:prstGeom prst="rect">
            <a:avLst/>
          </a:prstGeom>
          <a:solidFill>
            <a:srgbClr val="C2352F"/>
          </a:solidFill>
          <a:ln/>
        </p:spPr>
      </p:sp>
      <p:sp>
        <p:nvSpPr>
          <p:cNvPr id="19" name="Text 17"/>
          <p:cNvSpPr txBox="1"/>
          <p:nvPr/>
        </p:nvSpPr>
        <p:spPr>
          <a:xfrm>
            <a:off x="3529584"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$79,964</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15637" cy="211226"/>
          </a:xfrm>
          <a:prstGeom prst="rect">
            <a:avLst/>
          </a:prstGeom>
          <a:solidFill>
            <a:srgbClr val="C2352F"/>
          </a:solidFill>
          <a:ln/>
        </p:spPr>
      </p:sp>
      <p:sp>
        <p:nvSpPr>
          <p:cNvPr id="24" name="Text 22"/>
          <p:cNvSpPr txBox="1"/>
          <p:nvPr/>
        </p:nvSpPr>
        <p:spPr>
          <a:xfrm>
            <a:off x="3529584"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$77,911</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397090" cy="211226"/>
          </a:xfrm>
          <a:prstGeom prst="rect">
            <a:avLst/>
          </a:prstGeom>
          <a:solidFill>
            <a:srgbClr val="C2352F"/>
          </a:solidFill>
          <a:ln/>
        </p:spPr>
      </p:sp>
      <p:sp>
        <p:nvSpPr>
          <p:cNvPr id="29" name="Text 27"/>
          <p:cNvSpPr txBox="1"/>
          <p:nvPr/>
        </p:nvSpPr>
        <p:spPr>
          <a:xfrm>
            <a:off x="3529584"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$74,435</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59248" cy="211226"/>
          </a:xfrm>
          <a:prstGeom prst="rect">
            <a:avLst/>
          </a:prstGeom>
          <a:solidFill>
            <a:srgbClr val="C2352F"/>
          </a:solidFill>
          <a:ln/>
        </p:spPr>
      </p:sp>
      <p:sp>
        <p:nvSpPr>
          <p:cNvPr id="34" name="Text 32"/>
          <p:cNvSpPr txBox="1"/>
          <p:nvPr/>
        </p:nvSpPr>
        <p:spPr>
          <a:xfrm>
            <a:off x="3529584"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$67,341</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02564" cy="211226"/>
          </a:xfrm>
          <a:prstGeom prst="rect">
            <a:avLst/>
          </a:prstGeom>
          <a:solidFill>
            <a:srgbClr val="C2352F"/>
          </a:solidFill>
          <a:ln/>
        </p:spPr>
      </p:sp>
      <p:sp>
        <p:nvSpPr>
          <p:cNvPr id="39" name="Text 37"/>
          <p:cNvSpPr txBox="1"/>
          <p:nvPr/>
        </p:nvSpPr>
        <p:spPr>
          <a:xfrm>
            <a:off x="3529584"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$56,716</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280206" cy="211226"/>
          </a:xfrm>
          <a:prstGeom prst="rect">
            <a:avLst/>
          </a:prstGeom>
          <a:solidFill>
            <a:srgbClr val="C2352F"/>
          </a:solidFill>
          <a:ln/>
        </p:spPr>
      </p:sp>
      <p:sp>
        <p:nvSpPr>
          <p:cNvPr id="44" name="Text 42"/>
          <p:cNvSpPr txBox="1"/>
          <p:nvPr/>
        </p:nvSpPr>
        <p:spPr>
          <a:xfrm>
            <a:off x="3529584"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$52,525</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54835" cy="211226"/>
          </a:xfrm>
          <a:prstGeom prst="rect">
            <a:avLst/>
          </a:prstGeom>
          <a:solidFill>
            <a:srgbClr val="C2352F"/>
          </a:solidFill>
          <a:ln/>
        </p:spPr>
      </p:sp>
      <p:sp>
        <p:nvSpPr>
          <p:cNvPr id="49" name="Text 47"/>
          <p:cNvSpPr txBox="1"/>
          <p:nvPr/>
        </p:nvSpPr>
        <p:spPr>
          <a:xfrm>
            <a:off x="3529584"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$47,769</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71431" cy="211226"/>
          </a:xfrm>
          <a:prstGeom prst="rect">
            <a:avLst/>
          </a:prstGeom>
          <a:solidFill>
            <a:srgbClr val="C2352F"/>
          </a:solidFill>
          <a:ln/>
        </p:spPr>
      </p:sp>
      <p:sp>
        <p:nvSpPr>
          <p:cNvPr id="54" name="Text 52"/>
          <p:cNvSpPr txBox="1"/>
          <p:nvPr/>
        </p:nvSpPr>
        <p:spPr>
          <a:xfrm>
            <a:off x="3529584"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$32,135</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68143" cy="211226"/>
          </a:xfrm>
          <a:prstGeom prst="rect">
            <a:avLst/>
          </a:prstGeom>
          <a:solidFill>
            <a:srgbClr val="C2352F"/>
          </a:solidFill>
          <a:ln/>
        </p:spPr>
      </p:sp>
      <p:sp>
        <p:nvSpPr>
          <p:cNvPr id="59" name="Text 57"/>
          <p:cNvSpPr txBox="1"/>
          <p:nvPr/>
        </p:nvSpPr>
        <p:spPr>
          <a:xfrm>
            <a:off x="3529584"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$31,519</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33568" cy="211226"/>
          </a:xfrm>
          <a:prstGeom prst="rect">
            <a:avLst/>
          </a:prstGeom>
          <a:solidFill>
            <a:srgbClr val="C2352F"/>
          </a:solidFill>
          <a:ln/>
        </p:spPr>
      </p:sp>
      <p:sp>
        <p:nvSpPr>
          <p:cNvPr id="64" name="Text 62"/>
          <p:cNvSpPr txBox="1"/>
          <p:nvPr/>
        </p:nvSpPr>
        <p:spPr>
          <a:xfrm>
            <a:off x="3529584" y="554126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$25,037</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19552" cy="211226"/>
          </a:xfrm>
          <a:prstGeom prst="rect">
            <a:avLst/>
          </a:prstGeom>
          <a:solidFill>
            <a:srgbClr val="C2352F"/>
          </a:solidFill>
          <a:ln/>
        </p:spPr>
      </p:sp>
      <p:sp>
        <p:nvSpPr>
          <p:cNvPr id="69" name="Text 67"/>
          <p:cNvSpPr txBox="1"/>
          <p:nvPr/>
        </p:nvSpPr>
        <p:spPr>
          <a:xfrm>
            <a:off x="9079992" y="170078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$22,410</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13707" cy="211226"/>
          </a:xfrm>
          <a:prstGeom prst="rect">
            <a:avLst/>
          </a:prstGeom>
          <a:solidFill>
            <a:srgbClr val="C2352F"/>
          </a:solidFill>
          <a:ln/>
        </p:spPr>
      </p:sp>
      <p:sp>
        <p:nvSpPr>
          <p:cNvPr id="74" name="Text 72"/>
          <p:cNvSpPr txBox="1"/>
          <p:nvPr/>
        </p:nvSpPr>
        <p:spPr>
          <a:xfrm>
            <a:off x="9079992" y="208483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$21,314</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09990" cy="211226"/>
          </a:xfrm>
          <a:prstGeom prst="rect">
            <a:avLst/>
          </a:prstGeom>
          <a:solidFill>
            <a:srgbClr val="C2352F"/>
          </a:solidFill>
          <a:ln/>
        </p:spPr>
      </p:sp>
      <p:sp>
        <p:nvSpPr>
          <p:cNvPr id="79" name="Text 77"/>
          <p:cNvSpPr txBox="1"/>
          <p:nvPr/>
        </p:nvSpPr>
        <p:spPr>
          <a:xfrm>
            <a:off x="9079992" y="246888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$20,618</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04971" cy="211226"/>
          </a:xfrm>
          <a:prstGeom prst="rect">
            <a:avLst/>
          </a:prstGeom>
          <a:solidFill>
            <a:srgbClr val="C2352F"/>
          </a:solidFill>
          <a:ln/>
        </p:spPr>
      </p:sp>
      <p:sp>
        <p:nvSpPr>
          <p:cNvPr id="84" name="Text 82"/>
          <p:cNvSpPr txBox="1"/>
          <p:nvPr/>
        </p:nvSpPr>
        <p:spPr>
          <a:xfrm>
            <a:off x="9079992" y="285292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$19,677</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94348" cy="211226"/>
          </a:xfrm>
          <a:prstGeom prst="rect">
            <a:avLst/>
          </a:prstGeom>
          <a:solidFill>
            <a:srgbClr val="C2352F"/>
          </a:solidFill>
          <a:ln/>
        </p:spPr>
      </p:sp>
      <p:sp>
        <p:nvSpPr>
          <p:cNvPr id="89" name="Text 87"/>
          <p:cNvSpPr txBox="1"/>
          <p:nvPr/>
        </p:nvSpPr>
        <p:spPr>
          <a:xfrm>
            <a:off x="9079992" y="323697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$17,686</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0639" cy="211226"/>
          </a:xfrm>
          <a:prstGeom prst="rect">
            <a:avLst/>
          </a:prstGeom>
          <a:solidFill>
            <a:srgbClr val="C2352F"/>
          </a:solidFill>
          <a:ln/>
        </p:spPr>
      </p:sp>
      <p:sp>
        <p:nvSpPr>
          <p:cNvPr id="94" name="Text 92"/>
          <p:cNvSpPr txBox="1"/>
          <p:nvPr/>
        </p:nvSpPr>
        <p:spPr>
          <a:xfrm>
            <a:off x="9079992" y="3621024"/>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$15,116</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69613" cy="211226"/>
          </a:xfrm>
          <a:prstGeom prst="rect">
            <a:avLst/>
          </a:prstGeom>
          <a:solidFill>
            <a:srgbClr val="C2352F"/>
          </a:solidFill>
          <a:ln/>
        </p:spPr>
      </p:sp>
      <p:sp>
        <p:nvSpPr>
          <p:cNvPr id="99" name="Text 97"/>
          <p:cNvSpPr txBox="1"/>
          <p:nvPr/>
        </p:nvSpPr>
        <p:spPr>
          <a:xfrm>
            <a:off x="9079992" y="4005072"/>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$13,049</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58212" cy="211226"/>
          </a:xfrm>
          <a:prstGeom prst="rect">
            <a:avLst/>
          </a:prstGeom>
          <a:solidFill>
            <a:srgbClr val="C2352F"/>
          </a:solidFill>
          <a:ln/>
        </p:spPr>
      </p:sp>
      <p:sp>
        <p:nvSpPr>
          <p:cNvPr id="104" name="Text 102"/>
          <p:cNvSpPr txBox="1"/>
          <p:nvPr/>
        </p:nvSpPr>
        <p:spPr>
          <a:xfrm>
            <a:off x="9079992" y="4389120"/>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$10,912</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3377" cy="211226"/>
          </a:xfrm>
          <a:prstGeom prst="rect">
            <a:avLst/>
          </a:prstGeom>
          <a:solidFill>
            <a:srgbClr val="C2352F"/>
          </a:solidFill>
          <a:ln/>
        </p:spPr>
      </p:sp>
      <p:sp>
        <p:nvSpPr>
          <p:cNvPr id="109" name="Text 107"/>
          <p:cNvSpPr txBox="1"/>
          <p:nvPr/>
        </p:nvSpPr>
        <p:spPr>
          <a:xfrm>
            <a:off x="9079992" y="4773168"/>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$4,382</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9079992" y="5157216"/>
            <a:ext cx="896112"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$3,306</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04672" cy="178730"/>
          </a:xfrm>
          <a:prstGeom prst="rect">
            <a:avLst/>
          </a:prstGeom>
          <a:solidFill>
            <a:srgbClr val="C2352F"/>
          </a:solidFill>
          <a:ln/>
        </p:spPr>
      </p:sp>
      <p:sp>
        <p:nvSpPr>
          <p:cNvPr id="14" name="Text 12"/>
          <p:cNvSpPr txBox="1"/>
          <p:nvPr/>
        </p:nvSpPr>
        <p:spPr>
          <a:xfrm>
            <a:off x="3529584"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$142,290</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27080" cy="178730"/>
          </a:xfrm>
          <a:prstGeom prst="rect">
            <a:avLst/>
          </a:prstGeom>
          <a:solidFill>
            <a:srgbClr val="C2352F"/>
          </a:solidFill>
          <a:ln/>
        </p:spPr>
      </p:sp>
      <p:sp>
        <p:nvSpPr>
          <p:cNvPr id="19" name="Text 17"/>
          <p:cNvSpPr txBox="1"/>
          <p:nvPr/>
        </p:nvSpPr>
        <p:spPr>
          <a:xfrm>
            <a:off x="3529584"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$128,570</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15724" cy="178730"/>
          </a:xfrm>
          <a:prstGeom prst="rect">
            <a:avLst/>
          </a:prstGeom>
          <a:solidFill>
            <a:srgbClr val="C2352F"/>
          </a:solidFill>
          <a:ln/>
        </p:spPr>
      </p:sp>
      <p:sp>
        <p:nvSpPr>
          <p:cNvPr id="24" name="Text 22"/>
          <p:cNvSpPr txBox="1"/>
          <p:nvPr/>
        </p:nvSpPr>
        <p:spPr>
          <a:xfrm>
            <a:off x="3529584"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$108,879</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478631" cy="178730"/>
          </a:xfrm>
          <a:prstGeom prst="rect">
            <a:avLst/>
          </a:prstGeom>
          <a:solidFill>
            <a:srgbClr val="C2352F"/>
          </a:solidFill>
          <a:ln/>
        </p:spPr>
      </p:sp>
      <p:sp>
        <p:nvSpPr>
          <p:cNvPr id="29" name="Text 27"/>
          <p:cNvSpPr txBox="1"/>
          <p:nvPr/>
        </p:nvSpPr>
        <p:spPr>
          <a:xfrm>
            <a:off x="3529584"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$84,636</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27501" cy="178730"/>
          </a:xfrm>
          <a:prstGeom prst="rect">
            <a:avLst/>
          </a:prstGeom>
          <a:solidFill>
            <a:srgbClr val="C2352F"/>
          </a:solidFill>
          <a:ln/>
        </p:spPr>
      </p:sp>
      <p:sp>
        <p:nvSpPr>
          <p:cNvPr id="34" name="Text 32"/>
          <p:cNvSpPr txBox="1"/>
          <p:nvPr/>
        </p:nvSpPr>
        <p:spPr>
          <a:xfrm>
            <a:off x="3529584"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$75,595</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24538" cy="178730"/>
          </a:xfrm>
          <a:prstGeom prst="rect">
            <a:avLst/>
          </a:prstGeom>
          <a:solidFill>
            <a:srgbClr val="C2352F"/>
          </a:solidFill>
          <a:ln/>
        </p:spPr>
      </p:sp>
      <p:sp>
        <p:nvSpPr>
          <p:cNvPr id="39" name="Text 37"/>
          <p:cNvSpPr txBox="1"/>
          <p:nvPr/>
        </p:nvSpPr>
        <p:spPr>
          <a:xfrm>
            <a:off x="3529584"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$75,071</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368655" cy="178730"/>
          </a:xfrm>
          <a:prstGeom prst="rect">
            <a:avLst/>
          </a:prstGeom>
          <a:solidFill>
            <a:srgbClr val="C2352F"/>
          </a:solidFill>
          <a:ln/>
        </p:spPr>
      </p:sp>
      <p:sp>
        <p:nvSpPr>
          <p:cNvPr id="44" name="Text 42"/>
          <p:cNvSpPr txBox="1"/>
          <p:nvPr/>
        </p:nvSpPr>
        <p:spPr>
          <a:xfrm>
            <a:off x="3529584"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$65,189</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59513" cy="178730"/>
          </a:xfrm>
          <a:prstGeom prst="rect">
            <a:avLst/>
          </a:prstGeom>
          <a:solidFill>
            <a:srgbClr val="C2352F"/>
          </a:solidFill>
          <a:ln/>
        </p:spPr>
      </p:sp>
      <p:sp>
        <p:nvSpPr>
          <p:cNvPr id="49" name="Text 47"/>
          <p:cNvSpPr txBox="1"/>
          <p:nvPr/>
        </p:nvSpPr>
        <p:spPr>
          <a:xfrm>
            <a:off x="3529584"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$63,573</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51554" cy="178730"/>
          </a:xfrm>
          <a:prstGeom prst="rect">
            <a:avLst/>
          </a:prstGeom>
          <a:solidFill>
            <a:srgbClr val="C2352F"/>
          </a:solidFill>
          <a:ln/>
        </p:spPr>
      </p:sp>
      <p:sp>
        <p:nvSpPr>
          <p:cNvPr id="54" name="Text 52"/>
          <p:cNvSpPr txBox="1"/>
          <p:nvPr/>
        </p:nvSpPr>
        <p:spPr>
          <a:xfrm>
            <a:off x="3529584"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$62,165</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49253" cy="178730"/>
          </a:xfrm>
          <a:prstGeom prst="rect">
            <a:avLst/>
          </a:prstGeom>
          <a:solidFill>
            <a:srgbClr val="C2352F"/>
          </a:solidFill>
          <a:ln/>
        </p:spPr>
      </p:sp>
      <p:sp>
        <p:nvSpPr>
          <p:cNvPr id="59" name="Text 57"/>
          <p:cNvSpPr txBox="1"/>
          <p:nvPr/>
        </p:nvSpPr>
        <p:spPr>
          <a:xfrm>
            <a:off x="3529584"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$61,758</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38933" cy="178730"/>
          </a:xfrm>
          <a:prstGeom prst="rect">
            <a:avLst/>
          </a:prstGeom>
          <a:solidFill>
            <a:srgbClr val="C2352F"/>
          </a:solidFill>
          <a:ln/>
        </p:spPr>
      </p:sp>
      <p:sp>
        <p:nvSpPr>
          <p:cNvPr id="64" name="Text 62"/>
          <p:cNvSpPr txBox="1"/>
          <p:nvPr/>
        </p:nvSpPr>
        <p:spPr>
          <a:xfrm>
            <a:off x="3529584"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$59,934</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17170" cy="178730"/>
          </a:xfrm>
          <a:prstGeom prst="rect">
            <a:avLst/>
          </a:prstGeom>
          <a:solidFill>
            <a:srgbClr val="C2352F"/>
          </a:solidFill>
          <a:ln/>
        </p:spPr>
      </p:sp>
      <p:sp>
        <p:nvSpPr>
          <p:cNvPr id="69" name="Text 67"/>
          <p:cNvSpPr txBox="1"/>
          <p:nvPr/>
        </p:nvSpPr>
        <p:spPr>
          <a:xfrm>
            <a:off x="3529584"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$56,085</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16483" cy="178730"/>
          </a:xfrm>
          <a:prstGeom prst="rect">
            <a:avLst/>
          </a:prstGeom>
          <a:solidFill>
            <a:srgbClr val="C2352F"/>
          </a:solidFill>
          <a:ln/>
        </p:spPr>
      </p:sp>
      <p:sp>
        <p:nvSpPr>
          <p:cNvPr id="74" name="Text 72"/>
          <p:cNvSpPr txBox="1"/>
          <p:nvPr/>
        </p:nvSpPr>
        <p:spPr>
          <a:xfrm>
            <a:off x="3529584"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$55,964</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290838" cy="178730"/>
          </a:xfrm>
          <a:prstGeom prst="rect">
            <a:avLst/>
          </a:prstGeom>
          <a:solidFill>
            <a:srgbClr val="C2352F"/>
          </a:solidFill>
          <a:ln/>
        </p:spPr>
      </p:sp>
      <p:sp>
        <p:nvSpPr>
          <p:cNvPr id="79" name="Text 77"/>
          <p:cNvSpPr txBox="1"/>
          <p:nvPr/>
        </p:nvSpPr>
        <p:spPr>
          <a:xfrm>
            <a:off x="9079992" y="170078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$51,429</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59149" cy="178730"/>
          </a:xfrm>
          <a:prstGeom prst="rect">
            <a:avLst/>
          </a:prstGeom>
          <a:solidFill>
            <a:srgbClr val="C2352F"/>
          </a:solidFill>
          <a:ln/>
        </p:spPr>
      </p:sp>
      <p:sp>
        <p:nvSpPr>
          <p:cNvPr id="84" name="Text 82"/>
          <p:cNvSpPr txBox="1"/>
          <p:nvPr/>
        </p:nvSpPr>
        <p:spPr>
          <a:xfrm>
            <a:off x="9079992" y="20257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$45,825</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190832" cy="178730"/>
          </a:xfrm>
          <a:prstGeom prst="rect">
            <a:avLst/>
          </a:prstGeom>
          <a:solidFill>
            <a:srgbClr val="C2352F"/>
          </a:solidFill>
          <a:ln/>
        </p:spPr>
      </p:sp>
      <p:sp>
        <p:nvSpPr>
          <p:cNvPr id="89" name="Text 87"/>
          <p:cNvSpPr txBox="1"/>
          <p:nvPr/>
        </p:nvSpPr>
        <p:spPr>
          <a:xfrm>
            <a:off x="9079992" y="235071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63264" cy="178730"/>
          </a:xfrm>
          <a:prstGeom prst="rect">
            <a:avLst/>
          </a:prstGeom>
          <a:solidFill>
            <a:srgbClr val="C2352F"/>
          </a:solidFill>
          <a:ln/>
        </p:spPr>
      </p:sp>
      <p:sp>
        <p:nvSpPr>
          <p:cNvPr id="94" name="Text 92"/>
          <p:cNvSpPr txBox="1"/>
          <p:nvPr/>
        </p:nvSpPr>
        <p:spPr>
          <a:xfrm>
            <a:off x="9079992" y="267567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$28,870</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47423" cy="178730"/>
          </a:xfrm>
          <a:prstGeom prst="rect">
            <a:avLst/>
          </a:prstGeom>
          <a:solidFill>
            <a:srgbClr val="C2352F"/>
          </a:solidFill>
          <a:ln/>
        </p:spPr>
      </p:sp>
      <p:sp>
        <p:nvSpPr>
          <p:cNvPr id="99" name="Text 97"/>
          <p:cNvSpPr txBox="1"/>
          <p:nvPr/>
        </p:nvSpPr>
        <p:spPr>
          <a:xfrm>
            <a:off x="9079992" y="3000639"/>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$26,069</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40924" cy="178730"/>
          </a:xfrm>
          <a:prstGeom prst="rect">
            <a:avLst/>
          </a:prstGeom>
          <a:solidFill>
            <a:srgbClr val="C2352F"/>
          </a:solidFill>
          <a:ln/>
        </p:spPr>
      </p:sp>
      <p:sp>
        <p:nvSpPr>
          <p:cNvPr id="104" name="Text 102"/>
          <p:cNvSpPr txBox="1"/>
          <p:nvPr/>
        </p:nvSpPr>
        <p:spPr>
          <a:xfrm>
            <a:off x="9079992" y="3325602"/>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$24,920</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34775" cy="178730"/>
          </a:xfrm>
          <a:prstGeom prst="rect">
            <a:avLst/>
          </a:prstGeom>
          <a:solidFill>
            <a:srgbClr val="C2352F"/>
          </a:solidFill>
          <a:ln/>
        </p:spPr>
      </p:sp>
      <p:sp>
        <p:nvSpPr>
          <p:cNvPr id="109" name="Text 107"/>
          <p:cNvSpPr txBox="1"/>
          <p:nvPr/>
        </p:nvSpPr>
        <p:spPr>
          <a:xfrm>
            <a:off x="9079992" y="3650566"/>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20016" cy="178730"/>
          </a:xfrm>
          <a:prstGeom prst="rect">
            <a:avLst/>
          </a:prstGeom>
          <a:solidFill>
            <a:srgbClr val="C2352F"/>
          </a:solidFill>
          <a:ln/>
        </p:spPr>
      </p:sp>
      <p:sp>
        <p:nvSpPr>
          <p:cNvPr id="114" name="Text 112"/>
          <p:cNvSpPr txBox="1"/>
          <p:nvPr/>
        </p:nvSpPr>
        <p:spPr>
          <a:xfrm>
            <a:off x="9079992" y="3975530"/>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$21,222</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06781" cy="178730"/>
          </a:xfrm>
          <a:prstGeom prst="rect">
            <a:avLst/>
          </a:prstGeom>
          <a:solidFill>
            <a:srgbClr val="C2352F"/>
          </a:solidFill>
          <a:ln/>
        </p:spPr>
      </p:sp>
      <p:sp>
        <p:nvSpPr>
          <p:cNvPr id="119" name="Text 117"/>
          <p:cNvSpPr txBox="1"/>
          <p:nvPr/>
        </p:nvSpPr>
        <p:spPr>
          <a:xfrm>
            <a:off x="9079992" y="4300494"/>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$18,882</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03137" cy="178730"/>
          </a:xfrm>
          <a:prstGeom prst="rect">
            <a:avLst/>
          </a:prstGeom>
          <a:solidFill>
            <a:srgbClr val="C2352F"/>
          </a:solidFill>
          <a:ln/>
        </p:spPr>
      </p:sp>
      <p:sp>
        <p:nvSpPr>
          <p:cNvPr id="124" name="Text 122"/>
          <p:cNvSpPr txBox="1"/>
          <p:nvPr/>
        </p:nvSpPr>
        <p:spPr>
          <a:xfrm>
            <a:off x="9079992" y="4625457"/>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$18,238</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1967" cy="178730"/>
          </a:xfrm>
          <a:prstGeom prst="rect">
            <a:avLst/>
          </a:prstGeom>
          <a:solidFill>
            <a:srgbClr val="C2352F"/>
          </a:solidFill>
          <a:ln/>
        </p:spPr>
      </p:sp>
      <p:sp>
        <p:nvSpPr>
          <p:cNvPr id="129" name="Text 127"/>
          <p:cNvSpPr txBox="1"/>
          <p:nvPr/>
        </p:nvSpPr>
        <p:spPr>
          <a:xfrm>
            <a:off x="9079992" y="4950421"/>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$12,726</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57713" cy="178730"/>
          </a:xfrm>
          <a:prstGeom prst="rect">
            <a:avLst/>
          </a:prstGeom>
          <a:solidFill>
            <a:srgbClr val="C2352F"/>
          </a:solidFill>
          <a:ln/>
        </p:spPr>
      </p:sp>
      <p:sp>
        <p:nvSpPr>
          <p:cNvPr id="134" name="Text 132"/>
          <p:cNvSpPr txBox="1"/>
          <p:nvPr/>
        </p:nvSpPr>
        <p:spPr>
          <a:xfrm>
            <a:off x="9079992" y="5275385"/>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$10,205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079992" y="5600348"/>
            <a:ext cx="896112"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$1,206</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079992"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04672" cy="145218"/>
          </a:xfrm>
          <a:prstGeom prst="rect">
            <a:avLst/>
          </a:prstGeom>
          <a:solidFill>
            <a:srgbClr val="C2352F"/>
          </a:solidFill>
          <a:ln/>
        </p:spPr>
      </p:sp>
      <p:sp>
        <p:nvSpPr>
          <p:cNvPr id="14" name="Text 12"/>
          <p:cNvSpPr txBox="1"/>
          <p:nvPr/>
        </p:nvSpPr>
        <p:spPr>
          <a:xfrm>
            <a:off x="3529584"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$541,039</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06276" cy="145218"/>
          </a:xfrm>
          <a:prstGeom prst="rect">
            <a:avLst/>
          </a:prstGeom>
          <a:solidFill>
            <a:srgbClr val="C2352F"/>
          </a:solidFill>
          <a:ln/>
        </p:spPr>
      </p:sp>
      <p:sp>
        <p:nvSpPr>
          <p:cNvPr id="19" name="Text 17"/>
          <p:cNvSpPr txBox="1"/>
          <p:nvPr/>
        </p:nvSpPr>
        <p:spPr>
          <a:xfrm>
            <a:off x="3529584"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$474,880</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28954" cy="145218"/>
          </a:xfrm>
          <a:prstGeom prst="rect">
            <a:avLst/>
          </a:prstGeom>
          <a:solidFill>
            <a:srgbClr val="C2352F"/>
          </a:solidFill>
          <a:ln/>
        </p:spPr>
      </p:sp>
      <p:sp>
        <p:nvSpPr>
          <p:cNvPr id="24" name="Text 22"/>
          <p:cNvSpPr txBox="1"/>
          <p:nvPr/>
        </p:nvSpPr>
        <p:spPr>
          <a:xfrm>
            <a:off x="3529584"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$355,653</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459669" cy="145218"/>
          </a:xfrm>
          <a:prstGeom prst="rect">
            <a:avLst/>
          </a:prstGeom>
          <a:solidFill>
            <a:srgbClr val="C2352F"/>
          </a:solidFill>
          <a:ln/>
        </p:spPr>
      </p:sp>
      <p:sp>
        <p:nvSpPr>
          <p:cNvPr id="29" name="Text 27"/>
          <p:cNvSpPr txBox="1"/>
          <p:nvPr/>
        </p:nvSpPr>
        <p:spPr>
          <a:xfrm>
            <a:off x="3529584"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$309,068</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366701" cy="145218"/>
          </a:xfrm>
          <a:prstGeom prst="rect">
            <a:avLst/>
          </a:prstGeom>
          <a:solidFill>
            <a:srgbClr val="C2352F"/>
          </a:solidFill>
          <a:ln/>
        </p:spPr>
      </p:sp>
      <p:sp>
        <p:nvSpPr>
          <p:cNvPr id="34" name="Text 32"/>
          <p:cNvSpPr txBox="1"/>
          <p:nvPr/>
        </p:nvSpPr>
        <p:spPr>
          <a:xfrm>
            <a:off x="3529584"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$246,559</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63983" cy="145218"/>
          </a:xfrm>
          <a:prstGeom prst="rect">
            <a:avLst/>
          </a:prstGeom>
          <a:solidFill>
            <a:srgbClr val="C2352F"/>
          </a:solidFill>
          <a:ln/>
        </p:spPr>
      </p:sp>
      <p:sp>
        <p:nvSpPr>
          <p:cNvPr id="39" name="Text 37"/>
          <p:cNvSpPr txBox="1"/>
          <p:nvPr/>
        </p:nvSpPr>
        <p:spPr>
          <a:xfrm>
            <a:off x="3529584"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$244,731</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46113" cy="145218"/>
          </a:xfrm>
          <a:prstGeom prst="rect">
            <a:avLst/>
          </a:prstGeom>
          <a:solidFill>
            <a:srgbClr val="C2352F"/>
          </a:solidFill>
          <a:ln/>
        </p:spPr>
      </p:sp>
      <p:sp>
        <p:nvSpPr>
          <p:cNvPr id="44" name="Text 42"/>
          <p:cNvSpPr txBox="1"/>
          <p:nvPr/>
        </p:nvSpPr>
        <p:spPr>
          <a:xfrm>
            <a:off x="3529584"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$232,717</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32201" cy="145218"/>
          </a:xfrm>
          <a:prstGeom prst="rect">
            <a:avLst/>
          </a:prstGeom>
          <a:solidFill>
            <a:srgbClr val="C2352F"/>
          </a:solidFill>
          <a:ln/>
        </p:spPr>
      </p:sp>
      <p:sp>
        <p:nvSpPr>
          <p:cNvPr id="49" name="Text 47"/>
          <p:cNvSpPr txBox="1"/>
          <p:nvPr/>
        </p:nvSpPr>
        <p:spPr>
          <a:xfrm>
            <a:off x="3529584"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$223,362</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20639" cy="145218"/>
          </a:xfrm>
          <a:prstGeom prst="rect">
            <a:avLst/>
          </a:prstGeom>
          <a:solidFill>
            <a:srgbClr val="C2352F"/>
          </a:solidFill>
          <a:ln/>
        </p:spPr>
      </p:sp>
      <p:sp>
        <p:nvSpPr>
          <p:cNvPr id="54" name="Text 52"/>
          <p:cNvSpPr txBox="1"/>
          <p:nvPr/>
        </p:nvSpPr>
        <p:spPr>
          <a:xfrm>
            <a:off x="3529584"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$215,588</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297413" cy="145218"/>
          </a:xfrm>
          <a:prstGeom prst="rect">
            <a:avLst/>
          </a:prstGeom>
          <a:solidFill>
            <a:srgbClr val="C2352F"/>
          </a:solidFill>
          <a:ln/>
        </p:spPr>
      </p:sp>
      <p:sp>
        <p:nvSpPr>
          <p:cNvPr id="59" name="Text 57"/>
          <p:cNvSpPr txBox="1"/>
          <p:nvPr/>
        </p:nvSpPr>
        <p:spPr>
          <a:xfrm>
            <a:off x="3529584"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$199,972</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286859" cy="145218"/>
          </a:xfrm>
          <a:prstGeom prst="rect">
            <a:avLst/>
          </a:prstGeom>
          <a:solidFill>
            <a:srgbClr val="C2352F"/>
          </a:solidFill>
          <a:ln/>
        </p:spPr>
      </p:sp>
      <p:sp>
        <p:nvSpPr>
          <p:cNvPr id="64" name="Text 62"/>
          <p:cNvSpPr txBox="1"/>
          <p:nvPr/>
        </p:nvSpPr>
        <p:spPr>
          <a:xfrm>
            <a:off x="3529584"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$192,876</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284748" cy="145218"/>
          </a:xfrm>
          <a:prstGeom prst="rect">
            <a:avLst/>
          </a:prstGeom>
          <a:solidFill>
            <a:srgbClr val="C2352F"/>
          </a:solidFill>
          <a:ln/>
        </p:spPr>
      </p:sp>
      <p:sp>
        <p:nvSpPr>
          <p:cNvPr id="69" name="Text 67"/>
          <p:cNvSpPr txBox="1"/>
          <p:nvPr/>
        </p:nvSpPr>
        <p:spPr>
          <a:xfrm>
            <a:off x="3529584"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$191,456</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19428" cy="145218"/>
          </a:xfrm>
          <a:prstGeom prst="rect">
            <a:avLst/>
          </a:prstGeom>
          <a:solidFill>
            <a:srgbClr val="C2352F"/>
          </a:solidFill>
          <a:ln/>
        </p:spPr>
      </p:sp>
      <p:sp>
        <p:nvSpPr>
          <p:cNvPr id="74" name="Text 72"/>
          <p:cNvSpPr txBox="1"/>
          <p:nvPr/>
        </p:nvSpPr>
        <p:spPr>
          <a:xfrm>
            <a:off x="3529584"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$147,537</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08978" cy="145218"/>
          </a:xfrm>
          <a:prstGeom prst="rect">
            <a:avLst/>
          </a:prstGeom>
          <a:solidFill>
            <a:srgbClr val="C2352F"/>
          </a:solidFill>
          <a:ln/>
        </p:spPr>
      </p:sp>
      <p:sp>
        <p:nvSpPr>
          <p:cNvPr id="79" name="Text 77"/>
          <p:cNvSpPr txBox="1"/>
          <p:nvPr/>
        </p:nvSpPr>
        <p:spPr>
          <a:xfrm>
            <a:off x="3529584"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$140,511</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07980" cy="145218"/>
          </a:xfrm>
          <a:prstGeom prst="rect">
            <a:avLst/>
          </a:prstGeom>
          <a:solidFill>
            <a:srgbClr val="C2352F"/>
          </a:solidFill>
          <a:ln/>
        </p:spPr>
      </p:sp>
      <p:sp>
        <p:nvSpPr>
          <p:cNvPr id="84" name="Text 82"/>
          <p:cNvSpPr txBox="1"/>
          <p:nvPr/>
        </p:nvSpPr>
        <p:spPr>
          <a:xfrm>
            <a:off x="3529584"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$139,840</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197393" cy="145218"/>
          </a:xfrm>
          <a:prstGeom prst="rect">
            <a:avLst/>
          </a:prstGeom>
          <a:solidFill>
            <a:srgbClr val="C2352F"/>
          </a:solidFill>
          <a:ln/>
        </p:spPr>
      </p:sp>
      <p:sp>
        <p:nvSpPr>
          <p:cNvPr id="89" name="Text 87"/>
          <p:cNvSpPr txBox="1"/>
          <p:nvPr/>
        </p:nvSpPr>
        <p:spPr>
          <a:xfrm>
            <a:off x="3529584"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$132,721</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187318" cy="145218"/>
          </a:xfrm>
          <a:prstGeom prst="rect">
            <a:avLst/>
          </a:prstGeom>
          <a:solidFill>
            <a:srgbClr val="C2352F"/>
          </a:solidFill>
          <a:ln/>
        </p:spPr>
      </p:sp>
      <p:sp>
        <p:nvSpPr>
          <p:cNvPr id="94" name="Text 92"/>
          <p:cNvSpPr txBox="1"/>
          <p:nvPr/>
        </p:nvSpPr>
        <p:spPr>
          <a:xfrm>
            <a:off x="9079992" y="170078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$125,947</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30556" cy="145218"/>
          </a:xfrm>
          <a:prstGeom prst="rect">
            <a:avLst/>
          </a:prstGeom>
          <a:solidFill>
            <a:srgbClr val="C2352F"/>
          </a:solidFill>
          <a:ln/>
        </p:spPr>
      </p:sp>
      <p:sp>
        <p:nvSpPr>
          <p:cNvPr id="99" name="Text 97"/>
          <p:cNvSpPr txBox="1"/>
          <p:nvPr/>
        </p:nvSpPr>
        <p:spPr>
          <a:xfrm>
            <a:off x="9079992" y="196481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$87,782</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30163" cy="145218"/>
          </a:xfrm>
          <a:prstGeom prst="rect">
            <a:avLst/>
          </a:prstGeom>
          <a:solidFill>
            <a:srgbClr val="C2352F"/>
          </a:solidFill>
          <a:ln/>
        </p:spPr>
      </p:sp>
      <p:sp>
        <p:nvSpPr>
          <p:cNvPr id="104" name="Text 102"/>
          <p:cNvSpPr txBox="1"/>
          <p:nvPr/>
        </p:nvSpPr>
        <p:spPr>
          <a:xfrm>
            <a:off x="9079992" y="222885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$87,518</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21390" cy="145218"/>
          </a:xfrm>
          <a:prstGeom prst="rect">
            <a:avLst/>
          </a:prstGeom>
          <a:solidFill>
            <a:srgbClr val="C2352F"/>
          </a:solidFill>
          <a:ln/>
        </p:spPr>
      </p:sp>
      <p:sp>
        <p:nvSpPr>
          <p:cNvPr id="109" name="Text 107"/>
          <p:cNvSpPr txBox="1"/>
          <p:nvPr/>
        </p:nvSpPr>
        <p:spPr>
          <a:xfrm>
            <a:off x="9079992" y="249288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$81,619</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20162" cy="145218"/>
          </a:xfrm>
          <a:prstGeom prst="rect">
            <a:avLst/>
          </a:prstGeom>
          <a:solidFill>
            <a:srgbClr val="C2352F"/>
          </a:solidFill>
          <a:ln/>
        </p:spPr>
      </p:sp>
      <p:sp>
        <p:nvSpPr>
          <p:cNvPr id="114" name="Text 112"/>
          <p:cNvSpPr txBox="1"/>
          <p:nvPr/>
        </p:nvSpPr>
        <p:spPr>
          <a:xfrm>
            <a:off x="9079992" y="275691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$80,793</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19265" cy="145218"/>
          </a:xfrm>
          <a:prstGeom prst="rect">
            <a:avLst/>
          </a:prstGeom>
          <a:solidFill>
            <a:srgbClr val="C2352F"/>
          </a:solidFill>
          <a:ln/>
        </p:spPr>
      </p:sp>
      <p:sp>
        <p:nvSpPr>
          <p:cNvPr id="119" name="Text 117"/>
          <p:cNvSpPr txBox="1"/>
          <p:nvPr/>
        </p:nvSpPr>
        <p:spPr>
          <a:xfrm>
            <a:off x="9079992" y="302094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$80,190</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05199" cy="145218"/>
          </a:xfrm>
          <a:prstGeom prst="rect">
            <a:avLst/>
          </a:prstGeom>
          <a:solidFill>
            <a:srgbClr val="C2352F"/>
          </a:solidFill>
          <a:ln/>
        </p:spPr>
      </p:sp>
      <p:sp>
        <p:nvSpPr>
          <p:cNvPr id="124" name="Text 122"/>
          <p:cNvSpPr txBox="1"/>
          <p:nvPr/>
        </p:nvSpPr>
        <p:spPr>
          <a:xfrm>
            <a:off x="9079992" y="3284982"/>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$70,733</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01209" cy="145218"/>
          </a:xfrm>
          <a:prstGeom prst="rect">
            <a:avLst/>
          </a:prstGeom>
          <a:solidFill>
            <a:srgbClr val="C2352F"/>
          </a:solidFill>
          <a:ln/>
        </p:spPr>
      </p:sp>
      <p:sp>
        <p:nvSpPr>
          <p:cNvPr id="129" name="Text 127"/>
          <p:cNvSpPr txBox="1"/>
          <p:nvPr/>
        </p:nvSpPr>
        <p:spPr>
          <a:xfrm>
            <a:off x="9079992" y="3549015"/>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$68,050</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1242" cy="145218"/>
          </a:xfrm>
          <a:prstGeom prst="rect">
            <a:avLst/>
          </a:prstGeom>
          <a:solidFill>
            <a:srgbClr val="C2352F"/>
          </a:solidFill>
          <a:ln/>
        </p:spPr>
      </p:sp>
      <p:sp>
        <p:nvSpPr>
          <p:cNvPr id="134" name="Text 132"/>
          <p:cNvSpPr txBox="1"/>
          <p:nvPr/>
        </p:nvSpPr>
        <p:spPr>
          <a:xfrm>
            <a:off x="9079992" y="3813048"/>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$54,625</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1870" cy="145218"/>
          </a:xfrm>
          <a:prstGeom prst="rect">
            <a:avLst/>
          </a:prstGeom>
          <a:solidFill>
            <a:srgbClr val="C2352F"/>
          </a:solidFill>
          <a:ln/>
        </p:spPr>
      </p:sp>
      <p:sp>
        <p:nvSpPr>
          <p:cNvPr id="139" name="Text 137"/>
          <p:cNvSpPr txBox="1"/>
          <p:nvPr/>
        </p:nvSpPr>
        <p:spPr>
          <a:xfrm>
            <a:off x="9079992" y="4077081"/>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$48,324</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56913" cy="145218"/>
          </a:xfrm>
          <a:prstGeom prst="rect">
            <a:avLst/>
          </a:prstGeom>
          <a:solidFill>
            <a:srgbClr val="C2352F"/>
          </a:solidFill>
          <a:ln/>
        </p:spPr>
      </p:sp>
      <p:sp>
        <p:nvSpPr>
          <p:cNvPr id="144" name="Text 142"/>
          <p:cNvSpPr txBox="1"/>
          <p:nvPr/>
        </p:nvSpPr>
        <p:spPr>
          <a:xfrm>
            <a:off x="9079992" y="4341114"/>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$38,266</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0188" cy="145218"/>
          </a:xfrm>
          <a:prstGeom prst="rect">
            <a:avLst/>
          </a:prstGeom>
          <a:solidFill>
            <a:srgbClr val="C2352F"/>
          </a:solidFill>
          <a:ln/>
        </p:spPr>
      </p:sp>
      <p:sp>
        <p:nvSpPr>
          <p:cNvPr id="149" name="Text 147"/>
          <p:cNvSpPr txBox="1"/>
          <p:nvPr/>
        </p:nvSpPr>
        <p:spPr>
          <a:xfrm>
            <a:off x="9079992" y="4605147"/>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$33,745</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5445" cy="145218"/>
          </a:xfrm>
          <a:prstGeom prst="rect">
            <a:avLst/>
          </a:prstGeom>
          <a:solidFill>
            <a:srgbClr val="C2352F"/>
          </a:solidFill>
          <a:ln/>
        </p:spPr>
      </p:sp>
      <p:sp>
        <p:nvSpPr>
          <p:cNvPr id="154" name="Text 152"/>
          <p:cNvSpPr txBox="1"/>
          <p:nvPr/>
        </p:nvSpPr>
        <p:spPr>
          <a:xfrm>
            <a:off x="9079992" y="4869180"/>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$23,832</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8288" cy="145218"/>
          </a:xfrm>
          <a:prstGeom prst="rect">
            <a:avLst/>
          </a:prstGeom>
          <a:solidFill>
            <a:srgbClr val="C2352F"/>
          </a:solidFill>
          <a:ln/>
        </p:spPr>
      </p:sp>
      <p:sp>
        <p:nvSpPr>
          <p:cNvPr id="159" name="Text 157"/>
          <p:cNvSpPr txBox="1"/>
          <p:nvPr/>
        </p:nvSpPr>
        <p:spPr>
          <a:xfrm>
            <a:off x="9079992" y="5133213"/>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$12,118</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079992" y="5397246"/>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$10,380</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079992" y="5661279"/>
            <a:ext cx="896112"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$2,765</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 JAN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5" name="Shape 13"/>
          <p:cNvSpPr/>
          <p:nvPr/>
        </p:nvSpPr>
        <p:spPr>
          <a:xfrm>
            <a:off x="7269480" y="3931920"/>
            <a:ext cx="54864" cy="1783080"/>
          </a:xfrm>
          <a:prstGeom prst="rect">
            <a:avLst/>
          </a:prstGeom>
          <a:solidFill>
            <a:srgbClr val="2587C5"/>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−8,873</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ROs, down to 126,891. Volume follows OEM campaigns and recalls.</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2889504"/>
          <a:ext cx="10945368" cy="3008376"/>
        </p:xfrm>
        <a:graphic>
          <a:graphicData uri="http://schemas.openxmlformats.org/drawingml/2006/chart">
            <c:chart xmlns:c="http://schemas.openxmlformats.org/drawingml/2006/chart" r:id="rId2"/>
          </a:graphicData>
        </a:graphic>
      </p:graphicFrame>
      <p:sp>
        <p:nvSpPr>
          <p:cNvPr id="18" name="Shape 15"/>
          <p:cNvSpPr/>
          <p:nvPr/>
        </p:nvSpPr>
        <p:spPr>
          <a:xfrm>
            <a:off x="457200" y="6126480"/>
            <a:ext cx="11274552" cy="615696"/>
          </a:xfrm>
          <a:prstGeom prst="rect">
            <a:avLst/>
          </a:prstGeom>
          <a:solidFill>
            <a:srgbClr val="FBEBEA"/>
          </a:solidFill>
          <a:ln/>
        </p:spPr>
      </p:sp>
      <p:sp>
        <p:nvSpPr>
          <p:cNvPr id="19" name="Text 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 &amp; 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2" name="Shape 10"/>
          <p:cNvSpPr/>
          <p:nvPr/>
        </p:nvSpPr>
        <p:spPr>
          <a:xfrm>
            <a:off x="7269480" y="1920240"/>
            <a:ext cx="54864" cy="1112520"/>
          </a:xfrm>
          <a:prstGeom prst="rect">
            <a:avLst/>
          </a:prstGeom>
          <a:solidFill>
            <a:srgbClr val="2587C5"/>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5" name="Shape 13"/>
          <p:cNvSpPr/>
          <p:nvPr/>
        </p:nvSpPr>
        <p:spPr>
          <a:xfrm>
            <a:off x="7269480" y="3261360"/>
            <a:ext cx="54864" cy="1112520"/>
          </a:xfrm>
          <a:prstGeom prst="rect">
            <a:avLst/>
          </a:prstGeom>
          <a:solidFill>
            <a:srgbClr val="12A566"/>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GM MEETINGS JAN &amp; MAY 2026</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2" name="Shape 10"/>
          <p:cNvSpPr/>
          <p:nvPr/>
        </p:nvSpPr>
        <p:spPr>
          <a:xfrm>
            <a:off x="7269480" y="1920240"/>
            <a:ext cx="54864" cy="178308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4" name="Text 12"/>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5" name="Shape 13"/>
          <p:cNvSpPr/>
          <p:nvPr/>
        </p:nvSpPr>
        <p:spPr>
          <a:xfrm>
            <a:off x="7269480" y="3931920"/>
            <a:ext cx="54864" cy="1783080"/>
          </a:xfrm>
          <a:prstGeom prst="rect">
            <a:avLst/>
          </a:prstGeom>
          <a:solidFill>
            <a:srgbClr val="C2352F"/>
          </a:solidFill>
          <a:ln/>
        </p:spPr>
      </p:sp>
      <p:sp>
        <p:nvSpPr>
          <p:cNvPr id="16" name="Text 14"/>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7" name="Text 15"/>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8" name="Shape 16"/>
          <p:cNvSpPr/>
          <p:nvPr/>
        </p:nvSpPr>
        <p:spPr>
          <a:xfrm>
            <a:off x="457200" y="6126480"/>
            <a:ext cx="11274552" cy="371856"/>
          </a:xfrm>
          <a:prstGeom prst="rect">
            <a:avLst/>
          </a:prstGeom>
          <a:solidFill>
            <a:srgbClr val="EDF4FA"/>
          </a:solidFill>
          <a:ln/>
        </p:spPr>
      </p:sp>
      <p:sp>
        <p:nvSpPr>
          <p:cNvPr id="19"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19856"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8970264" y="1316736"/>
            <a:ext cx="95097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694944" cy="136676"/>
          </a:xfrm>
          <a:prstGeom prst="rect">
            <a:avLst/>
          </a:prstGeom>
          <a:solidFill>
            <a:srgbClr val="2587C5"/>
          </a:solidFill>
          <a:ln/>
        </p:spPr>
      </p:sp>
      <p:sp>
        <p:nvSpPr>
          <p:cNvPr id="14" name="Text 12"/>
          <p:cNvSpPr txBox="1"/>
          <p:nvPr/>
        </p:nvSpPr>
        <p:spPr>
          <a:xfrm>
            <a:off x="3419856"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$1,506,225</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$14,174</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$14,883</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08906" cy="136676"/>
          </a:xfrm>
          <a:prstGeom prst="rect">
            <a:avLst/>
          </a:prstGeom>
          <a:solidFill>
            <a:srgbClr val="2587C5"/>
          </a:solidFill>
          <a:ln/>
        </p:spPr>
      </p:sp>
      <p:sp>
        <p:nvSpPr>
          <p:cNvPr id="19" name="Text 17"/>
          <p:cNvSpPr txBox="1"/>
          <p:nvPr/>
        </p:nvSpPr>
        <p:spPr>
          <a:xfrm>
            <a:off x="3419856"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$1,103,005</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$12,644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43634" cy="136676"/>
          </a:xfrm>
          <a:prstGeom prst="rect">
            <a:avLst/>
          </a:prstGeom>
          <a:solidFill>
            <a:srgbClr val="2587C5"/>
          </a:solidFill>
          <a:ln/>
        </p:spPr>
      </p:sp>
      <p:sp>
        <p:nvSpPr>
          <p:cNvPr id="24" name="Text 22"/>
          <p:cNvSpPr txBox="1"/>
          <p:nvPr/>
        </p:nvSpPr>
        <p:spPr>
          <a:xfrm>
            <a:off x="3419856"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$961,535</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$16,061</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$16,864</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79571" cy="136676"/>
          </a:xfrm>
          <a:prstGeom prst="rect">
            <a:avLst/>
          </a:prstGeom>
          <a:solidFill>
            <a:srgbClr val="2587C5"/>
          </a:solidFill>
          <a:ln/>
        </p:spPr>
      </p:sp>
      <p:sp>
        <p:nvSpPr>
          <p:cNvPr id="29" name="Text 27"/>
          <p:cNvSpPr txBox="1"/>
          <p:nvPr/>
        </p:nvSpPr>
        <p:spPr>
          <a:xfrm>
            <a:off x="3419856"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$822,684</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$23,461</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$24,634</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10060" cy="136676"/>
          </a:xfrm>
          <a:prstGeom prst="rect">
            <a:avLst/>
          </a:prstGeom>
          <a:solidFill>
            <a:srgbClr val="2587C5"/>
          </a:solidFill>
          <a:ln/>
        </p:spPr>
      </p:sp>
      <p:sp>
        <p:nvSpPr>
          <p:cNvPr id="34" name="Text 32"/>
          <p:cNvSpPr txBox="1"/>
          <p:nvPr/>
        </p:nvSpPr>
        <p:spPr>
          <a:xfrm>
            <a:off x="3419856"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$672,026</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$12,874</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$13,518</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295191" cy="136676"/>
          </a:xfrm>
          <a:prstGeom prst="rect">
            <a:avLst/>
          </a:prstGeom>
          <a:solidFill>
            <a:srgbClr val="2587C5"/>
          </a:solidFill>
          <a:ln/>
        </p:spPr>
      </p:sp>
      <p:sp>
        <p:nvSpPr>
          <p:cNvPr id="39" name="Text 37"/>
          <p:cNvSpPr txBox="1"/>
          <p:nvPr/>
        </p:nvSpPr>
        <p:spPr>
          <a:xfrm>
            <a:off x="3419856"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$639,799</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$14,973</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65029" cy="136676"/>
          </a:xfrm>
          <a:prstGeom prst="rect">
            <a:avLst/>
          </a:prstGeom>
          <a:solidFill>
            <a:srgbClr val="2587C5"/>
          </a:solidFill>
          <a:ln/>
        </p:spPr>
      </p:sp>
      <p:sp>
        <p:nvSpPr>
          <p:cNvPr id="44" name="Text 42"/>
          <p:cNvSpPr txBox="1"/>
          <p:nvPr/>
        </p:nvSpPr>
        <p:spPr>
          <a:xfrm>
            <a:off x="3419856"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$574,425</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$15,334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03194" cy="136676"/>
          </a:xfrm>
          <a:prstGeom prst="rect">
            <a:avLst/>
          </a:prstGeom>
          <a:solidFill>
            <a:srgbClr val="2587C5"/>
          </a:solidFill>
          <a:ln/>
        </p:spPr>
      </p:sp>
      <p:sp>
        <p:nvSpPr>
          <p:cNvPr id="49" name="Text 47"/>
          <p:cNvSpPr txBox="1"/>
          <p:nvPr/>
        </p:nvSpPr>
        <p:spPr>
          <a:xfrm>
            <a:off x="3419856"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$440,403</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$18,148</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$19,056</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89258" cy="136676"/>
          </a:xfrm>
          <a:prstGeom prst="rect">
            <a:avLst/>
          </a:prstGeom>
          <a:solidFill>
            <a:srgbClr val="2587C5"/>
          </a:solidFill>
          <a:ln/>
        </p:spPr>
      </p:sp>
      <p:sp>
        <p:nvSpPr>
          <p:cNvPr id="54" name="Text 52"/>
          <p:cNvSpPr txBox="1"/>
          <p:nvPr/>
        </p:nvSpPr>
        <p:spPr>
          <a:xfrm>
            <a:off x="3419856"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$410,199</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$13,289</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$13,954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82441" cy="136676"/>
          </a:xfrm>
          <a:prstGeom prst="rect">
            <a:avLst/>
          </a:prstGeom>
          <a:solidFill>
            <a:srgbClr val="2587C5"/>
          </a:solidFill>
          <a:ln/>
        </p:spPr>
      </p:sp>
      <p:sp>
        <p:nvSpPr>
          <p:cNvPr id="59" name="Text 57"/>
          <p:cNvSpPr txBox="1"/>
          <p:nvPr/>
        </p:nvSpPr>
        <p:spPr>
          <a:xfrm>
            <a:off x="3419856"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$395,423</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$11,685</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56263" cy="136676"/>
          </a:xfrm>
          <a:prstGeom prst="rect">
            <a:avLst/>
          </a:prstGeom>
          <a:solidFill>
            <a:srgbClr val="2587C5"/>
          </a:solidFill>
          <a:ln/>
        </p:spPr>
      </p:sp>
      <p:sp>
        <p:nvSpPr>
          <p:cNvPr id="64" name="Text 62"/>
          <p:cNvSpPr txBox="1"/>
          <p:nvPr/>
        </p:nvSpPr>
        <p:spPr>
          <a:xfrm>
            <a:off x="3419856"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$338,685</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$11,596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47344" cy="136676"/>
          </a:xfrm>
          <a:prstGeom prst="rect">
            <a:avLst/>
          </a:prstGeom>
          <a:solidFill>
            <a:srgbClr val="2587C5"/>
          </a:solidFill>
          <a:ln/>
        </p:spPr>
      </p:sp>
      <p:sp>
        <p:nvSpPr>
          <p:cNvPr id="69" name="Text 67"/>
          <p:cNvSpPr txBox="1"/>
          <p:nvPr/>
        </p:nvSpPr>
        <p:spPr>
          <a:xfrm>
            <a:off x="3419856"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$319,353</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$12,606</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47118" cy="136676"/>
          </a:xfrm>
          <a:prstGeom prst="rect">
            <a:avLst/>
          </a:prstGeom>
          <a:solidFill>
            <a:srgbClr val="2587C5"/>
          </a:solidFill>
          <a:ln/>
        </p:spPr>
      </p:sp>
      <p:sp>
        <p:nvSpPr>
          <p:cNvPr id="74" name="Text 72"/>
          <p:cNvSpPr txBox="1"/>
          <p:nvPr/>
        </p:nvSpPr>
        <p:spPr>
          <a:xfrm>
            <a:off x="3419856"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$318,864</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$12,555</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39353" cy="136676"/>
          </a:xfrm>
          <a:prstGeom prst="rect">
            <a:avLst/>
          </a:prstGeom>
          <a:solidFill>
            <a:srgbClr val="2587C5"/>
          </a:solidFill>
          <a:ln/>
        </p:spPr>
      </p:sp>
      <p:sp>
        <p:nvSpPr>
          <p:cNvPr id="79" name="Text 77"/>
          <p:cNvSpPr txBox="1"/>
          <p:nvPr/>
        </p:nvSpPr>
        <p:spPr>
          <a:xfrm>
            <a:off x="3419856"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$302,035</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$10,911</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37448" cy="136676"/>
          </a:xfrm>
          <a:prstGeom prst="rect">
            <a:avLst/>
          </a:prstGeom>
          <a:solidFill>
            <a:srgbClr val="2587C5"/>
          </a:solidFill>
          <a:ln/>
        </p:spPr>
      </p:sp>
      <p:sp>
        <p:nvSpPr>
          <p:cNvPr id="84" name="Text 82"/>
          <p:cNvSpPr txBox="1"/>
          <p:nvPr/>
        </p:nvSpPr>
        <p:spPr>
          <a:xfrm>
            <a:off x="3419856"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$297,906</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$11,333</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37179" cy="136676"/>
          </a:xfrm>
          <a:prstGeom prst="rect">
            <a:avLst/>
          </a:prstGeom>
          <a:solidFill>
            <a:srgbClr val="2587C5"/>
          </a:solidFill>
          <a:ln/>
        </p:spPr>
      </p:sp>
      <p:sp>
        <p:nvSpPr>
          <p:cNvPr id="89" name="Text 87"/>
          <p:cNvSpPr txBox="1"/>
          <p:nvPr/>
        </p:nvSpPr>
        <p:spPr>
          <a:xfrm>
            <a:off x="3419856"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$297,322</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$15,662</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28662" cy="136676"/>
          </a:xfrm>
          <a:prstGeom prst="rect">
            <a:avLst/>
          </a:prstGeom>
          <a:solidFill>
            <a:srgbClr val="2587C5"/>
          </a:solidFill>
          <a:ln/>
        </p:spPr>
      </p:sp>
      <p:sp>
        <p:nvSpPr>
          <p:cNvPr id="94" name="Text 92"/>
          <p:cNvSpPr txBox="1"/>
          <p:nvPr/>
        </p:nvSpPr>
        <p:spPr>
          <a:xfrm>
            <a:off x="3419856" y="567681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$278,863</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$12,871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$13,514</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27501" cy="136676"/>
          </a:xfrm>
          <a:prstGeom prst="rect">
            <a:avLst/>
          </a:prstGeom>
          <a:solidFill>
            <a:srgbClr val="2587C5"/>
          </a:solidFill>
          <a:ln/>
        </p:spPr>
      </p:sp>
      <p:sp>
        <p:nvSpPr>
          <p:cNvPr id="99" name="Text 97"/>
          <p:cNvSpPr txBox="1"/>
          <p:nvPr/>
        </p:nvSpPr>
        <p:spPr>
          <a:xfrm>
            <a:off x="8970264" y="170078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$276,346</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$17,765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0382" cy="136676"/>
          </a:xfrm>
          <a:prstGeom prst="rect">
            <a:avLst/>
          </a:prstGeom>
          <a:solidFill>
            <a:srgbClr val="2587C5"/>
          </a:solidFill>
          <a:ln/>
        </p:spPr>
      </p:sp>
      <p:sp>
        <p:nvSpPr>
          <p:cNvPr id="104" name="Text 102"/>
          <p:cNvSpPr txBox="1"/>
          <p:nvPr/>
        </p:nvSpPr>
        <p:spPr>
          <a:xfrm>
            <a:off x="8970264" y="194928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$260,917</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$18,549</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$19,476</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09290" cy="136676"/>
          </a:xfrm>
          <a:prstGeom prst="rect">
            <a:avLst/>
          </a:prstGeom>
          <a:solidFill>
            <a:srgbClr val="2587C5"/>
          </a:solidFill>
          <a:ln/>
        </p:spPr>
      </p:sp>
      <p:sp>
        <p:nvSpPr>
          <p:cNvPr id="109" name="Text 107"/>
          <p:cNvSpPr txBox="1"/>
          <p:nvPr/>
        </p:nvSpPr>
        <p:spPr>
          <a:xfrm>
            <a:off x="8970264" y="219778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$236,877</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$10,450</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08135" cy="136676"/>
          </a:xfrm>
          <a:prstGeom prst="rect">
            <a:avLst/>
          </a:prstGeom>
          <a:solidFill>
            <a:srgbClr val="2587C5"/>
          </a:solidFill>
          <a:ln/>
        </p:spPr>
      </p:sp>
      <p:sp>
        <p:nvSpPr>
          <p:cNvPr id="114" name="Text 112"/>
          <p:cNvSpPr txBox="1"/>
          <p:nvPr/>
        </p:nvSpPr>
        <p:spPr>
          <a:xfrm>
            <a:off x="8970264" y="244628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$234,372</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$15,556</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$16,333</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05077" cy="136676"/>
          </a:xfrm>
          <a:prstGeom prst="rect">
            <a:avLst/>
          </a:prstGeom>
          <a:solidFill>
            <a:srgbClr val="2587C5"/>
          </a:solidFill>
          <a:ln/>
        </p:spPr>
      </p:sp>
      <p:sp>
        <p:nvSpPr>
          <p:cNvPr id="119" name="Text 117"/>
          <p:cNvSpPr txBox="1"/>
          <p:nvPr/>
        </p:nvSpPr>
        <p:spPr>
          <a:xfrm>
            <a:off x="8970264" y="2694791"/>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$227,743</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$18,268</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$19,182</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1658" cy="136676"/>
          </a:xfrm>
          <a:prstGeom prst="rect">
            <a:avLst/>
          </a:prstGeom>
          <a:solidFill>
            <a:srgbClr val="2587C5"/>
          </a:solidFill>
          <a:ln/>
        </p:spPr>
      </p:sp>
      <p:sp>
        <p:nvSpPr>
          <p:cNvPr id="124" name="Text 122"/>
          <p:cNvSpPr txBox="1"/>
          <p:nvPr/>
        </p:nvSpPr>
        <p:spPr>
          <a:xfrm>
            <a:off x="8970264" y="294329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$220,335</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$15,966</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$16,765</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1723" cy="136676"/>
          </a:xfrm>
          <a:prstGeom prst="rect">
            <a:avLst/>
          </a:prstGeom>
          <a:solidFill>
            <a:srgbClr val="2587C5"/>
          </a:solidFill>
          <a:ln/>
        </p:spPr>
      </p:sp>
      <p:sp>
        <p:nvSpPr>
          <p:cNvPr id="129" name="Text 127"/>
          <p:cNvSpPr txBox="1"/>
          <p:nvPr/>
        </p:nvSpPr>
        <p:spPr>
          <a:xfrm>
            <a:off x="8970264" y="319179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$198,802</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$11,511</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88990" cy="136676"/>
          </a:xfrm>
          <a:prstGeom prst="rect">
            <a:avLst/>
          </a:prstGeom>
          <a:solidFill>
            <a:srgbClr val="2587C5"/>
          </a:solidFill>
          <a:ln/>
        </p:spPr>
      </p:sp>
      <p:sp>
        <p:nvSpPr>
          <p:cNvPr id="134" name="Text 132"/>
          <p:cNvSpPr txBox="1"/>
          <p:nvPr/>
        </p:nvSpPr>
        <p:spPr>
          <a:xfrm>
            <a:off x="8970264" y="3440296"/>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$192,877</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$12,982</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3056" cy="136676"/>
          </a:xfrm>
          <a:prstGeom prst="rect">
            <a:avLst/>
          </a:prstGeom>
          <a:solidFill>
            <a:srgbClr val="2587C5"/>
          </a:solidFill>
          <a:ln/>
        </p:spPr>
      </p:sp>
      <p:sp>
        <p:nvSpPr>
          <p:cNvPr id="139" name="Text 137"/>
          <p:cNvSpPr txBox="1"/>
          <p:nvPr/>
        </p:nvSpPr>
        <p:spPr>
          <a:xfrm>
            <a:off x="8970264" y="368879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$180,016</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$13,126</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1851" cy="136676"/>
          </a:xfrm>
          <a:prstGeom prst="rect">
            <a:avLst/>
          </a:prstGeom>
          <a:solidFill>
            <a:srgbClr val="2587C5"/>
          </a:solidFill>
          <a:ln/>
        </p:spPr>
      </p:sp>
      <p:sp>
        <p:nvSpPr>
          <p:cNvPr id="144" name="Text 142"/>
          <p:cNvSpPr txBox="1"/>
          <p:nvPr/>
        </p:nvSpPr>
        <p:spPr>
          <a:xfrm>
            <a:off x="8970264" y="393729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$155,730</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$12,709</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0289" cy="136676"/>
          </a:xfrm>
          <a:prstGeom prst="rect">
            <a:avLst/>
          </a:prstGeom>
          <a:solidFill>
            <a:srgbClr val="2587C5"/>
          </a:solidFill>
          <a:ln/>
        </p:spPr>
      </p:sp>
      <p:sp>
        <p:nvSpPr>
          <p:cNvPr id="149" name="Text 147"/>
          <p:cNvSpPr txBox="1"/>
          <p:nvPr/>
        </p:nvSpPr>
        <p:spPr>
          <a:xfrm>
            <a:off x="8970264" y="4185800"/>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$152,344</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$12,118</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69822" cy="136676"/>
          </a:xfrm>
          <a:prstGeom prst="rect">
            <a:avLst/>
          </a:prstGeom>
          <a:solidFill>
            <a:srgbClr val="2587C5"/>
          </a:solidFill>
          <a:ln/>
        </p:spPr>
      </p:sp>
      <p:sp>
        <p:nvSpPr>
          <p:cNvPr id="154" name="Text 152"/>
          <p:cNvSpPr txBox="1"/>
          <p:nvPr/>
        </p:nvSpPr>
        <p:spPr>
          <a:xfrm>
            <a:off x="8970264" y="4434302"/>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$151,334</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$9,973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67909" cy="136676"/>
          </a:xfrm>
          <a:prstGeom prst="rect">
            <a:avLst/>
          </a:prstGeom>
          <a:solidFill>
            <a:srgbClr val="2587C5"/>
          </a:solidFill>
          <a:ln/>
        </p:spPr>
      </p:sp>
      <p:sp>
        <p:nvSpPr>
          <p:cNvPr id="159" name="Text 157"/>
          <p:cNvSpPr txBox="1"/>
          <p:nvPr/>
        </p:nvSpPr>
        <p:spPr>
          <a:xfrm>
            <a:off x="8970264" y="4682804"/>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$147,187</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$15,988</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48967" cy="136676"/>
          </a:xfrm>
          <a:prstGeom prst="rect">
            <a:avLst/>
          </a:prstGeom>
          <a:solidFill>
            <a:srgbClr val="2587C5"/>
          </a:solidFill>
          <a:ln/>
        </p:spPr>
      </p:sp>
      <p:sp>
        <p:nvSpPr>
          <p:cNvPr id="164" name="Text 162"/>
          <p:cNvSpPr txBox="1"/>
          <p:nvPr/>
        </p:nvSpPr>
        <p:spPr>
          <a:xfrm>
            <a:off x="8970264" y="4931305"/>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$106,131</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$9,607</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7223" cy="136676"/>
          </a:xfrm>
          <a:prstGeom prst="rect">
            <a:avLst/>
          </a:prstGeom>
          <a:solidFill>
            <a:srgbClr val="2587C5"/>
          </a:solidFill>
          <a:ln/>
        </p:spPr>
      </p:sp>
      <p:sp>
        <p:nvSpPr>
          <p:cNvPr id="169" name="Text 167"/>
          <p:cNvSpPr txBox="1"/>
          <p:nvPr/>
        </p:nvSpPr>
        <p:spPr>
          <a:xfrm>
            <a:off x="8970264" y="5179807"/>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$102,351</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$12,212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29775" cy="136676"/>
          </a:xfrm>
          <a:prstGeom prst="rect">
            <a:avLst/>
          </a:prstGeom>
          <a:solidFill>
            <a:srgbClr val="2587C5"/>
          </a:solidFill>
          <a:ln/>
        </p:spPr>
      </p:sp>
      <p:sp>
        <p:nvSpPr>
          <p:cNvPr id="174" name="Text 172"/>
          <p:cNvSpPr txBox="1"/>
          <p:nvPr/>
        </p:nvSpPr>
        <p:spPr>
          <a:xfrm>
            <a:off x="8970264" y="5428309"/>
            <a:ext cx="950976"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$64,535</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$10,372</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56577"/>
            <a:ext cx="1017185"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5368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98064"/>
            <a:ext cx="706409"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118807"/>
            <a:ext cx="660413"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650307"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760294"/>
            <a:ext cx="590102"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73828"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401781"/>
            <a:ext cx="453135"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376138"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56577"/>
            <a:ext cx="604201"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77321"/>
            <a:ext cx="573402"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98064"/>
            <a:ext cx="560822"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118807"/>
            <a:ext cx="560053"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439551"/>
            <a:ext cx="556802"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760294"/>
            <a:ext cx="486031"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4081038"/>
            <a:ext cx="473501"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401781"/>
            <a:ext cx="457393"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47997"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5043268"/>
            <a:ext cx="446678"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364011"/>
            <a:ext cx="441364"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604569"/>
            <a:ext cx="3529584" cy="311599"/>
          </a:xfrm>
          <a:prstGeom prst="rect">
            <a:avLst/>
          </a:prstGeom>
          <a:solidFill>
            <a:srgbClr val="EDF4FA"/>
          </a:solidFill>
          <a:ln/>
        </p:spPr>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684754"/>
            <a:ext cx="436715" cy="160372"/>
          </a:xfrm>
          <a:prstGeom prst="rect">
            <a:avLst/>
          </a:prstGeom>
          <a:solidFill>
            <a:srgbClr val="0B2C4A"/>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5834"/>
            <a:ext cx="434988"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56577"/>
            <a:ext cx="42648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77321"/>
            <a:ext cx="409834"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98064"/>
            <a:ext cx="394046"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118807"/>
            <a:ext cx="380753"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439551"/>
            <a:ext cx="354368"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760294"/>
            <a:ext cx="343647"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4081038"/>
            <a:ext cx="317068"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304634"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722524"/>
            <a:ext cx="296380"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5043268"/>
            <a:ext cx="293723"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364011"/>
            <a:ext cx="289048"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56577"/>
            <a:ext cx="1013961"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77321"/>
            <a:ext cx="803240"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98064"/>
            <a:ext cx="789066"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3038622"/>
            <a:ext cx="3566160" cy="311599"/>
          </a:xfrm>
          <a:prstGeom prst="rect">
            <a:avLst/>
          </a:prstGeom>
          <a:solidFill>
            <a:srgbClr val="EDF4FA"/>
          </a:solidFill>
          <a:ln/>
        </p:spPr>
      </p:sp>
      <p:sp>
        <p:nvSpPr>
          <p:cNvPr id="20" name="Text 18"/>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118807"/>
            <a:ext cx="723520" cy="160372"/>
          </a:xfrm>
          <a:prstGeom prst="rect">
            <a:avLst/>
          </a:prstGeom>
          <a:solidFill>
            <a:srgbClr val="0B2C4A"/>
          </a:solidFill>
          <a:ln/>
        </p:spPr>
      </p:sp>
      <p:sp>
        <p:nvSpPr>
          <p:cNvPr id="22" name="Text 20"/>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439551"/>
            <a:ext cx="696638" cy="160372"/>
          </a:xfrm>
          <a:prstGeom prst="rect">
            <a:avLst/>
          </a:prstGeom>
          <a:solidFill>
            <a:srgbClr val="C2352F"/>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760294"/>
            <a:ext cx="610545"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610365"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401781"/>
            <a:ext cx="609846"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722524"/>
            <a:ext cx="565884"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56577"/>
            <a:ext cx="606544"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77321"/>
            <a:ext cx="589437"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98064"/>
            <a:ext cx="580151"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118807"/>
            <a:ext cx="575467"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439551"/>
            <a:ext cx="551497"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760294"/>
            <a:ext cx="547212"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4081038"/>
            <a:ext cx="511058" cy="160372"/>
          </a:xfrm>
          <a:prstGeom prst="rect">
            <a:avLst/>
          </a:prstGeom>
          <a:solidFill>
            <a:srgbClr val="12A566"/>
          </a:solidFill>
          <a:ln/>
        </p:spPr>
      </p:sp>
      <p:sp>
        <p:nvSpPr>
          <p:cNvPr id="64" name="Text 62"/>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401781"/>
            <a:ext cx="495037" cy="160372"/>
          </a:xfrm>
          <a:prstGeom prst="rect">
            <a:avLst/>
          </a:prstGeom>
          <a:solidFill>
            <a:srgbClr val="12A566"/>
          </a:solidFill>
          <a:ln/>
        </p:spPr>
      </p:sp>
      <p:sp>
        <p:nvSpPr>
          <p:cNvPr id="67" name="Text 65"/>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722524"/>
            <a:ext cx="494875" cy="160372"/>
          </a:xfrm>
          <a:prstGeom prst="rect">
            <a:avLst/>
          </a:prstGeom>
          <a:solidFill>
            <a:srgbClr val="12A566"/>
          </a:solidFill>
          <a:ln/>
        </p:spPr>
      </p:sp>
      <p:sp>
        <p:nvSpPr>
          <p:cNvPr id="70" name="Text 68"/>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5043268"/>
            <a:ext cx="494676" cy="160372"/>
          </a:xfrm>
          <a:prstGeom prst="rect">
            <a:avLst/>
          </a:prstGeom>
          <a:solidFill>
            <a:srgbClr val="12A566"/>
          </a:solidFill>
          <a:ln/>
        </p:spPr>
      </p:sp>
      <p:sp>
        <p:nvSpPr>
          <p:cNvPr id="73" name="Text 71"/>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364011"/>
            <a:ext cx="492545" cy="160372"/>
          </a:xfrm>
          <a:prstGeom prst="rect">
            <a:avLst/>
          </a:prstGeom>
          <a:solidFill>
            <a:srgbClr val="12A566"/>
          </a:solidFill>
          <a:ln/>
        </p:spPr>
      </p:sp>
      <p:sp>
        <p:nvSpPr>
          <p:cNvPr id="76" name="Text 74"/>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684754"/>
            <a:ext cx="490000" cy="160372"/>
          </a:xfrm>
          <a:prstGeom prst="rect">
            <a:avLst/>
          </a:prstGeom>
          <a:solidFill>
            <a:srgbClr val="12A566"/>
          </a:solidFill>
          <a:ln/>
        </p:spPr>
      </p:sp>
      <p:sp>
        <p:nvSpPr>
          <p:cNvPr id="79" name="Text 77"/>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5834"/>
            <a:ext cx="481392" cy="160372"/>
          </a:xfrm>
          <a:prstGeom prst="rect">
            <a:avLst/>
          </a:prstGeom>
          <a:solidFill>
            <a:srgbClr val="12A566"/>
          </a:solidFill>
          <a:ln/>
        </p:spPr>
      </p:sp>
      <p:sp>
        <p:nvSpPr>
          <p:cNvPr id="82" name="Text 80"/>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76391"/>
            <a:ext cx="3529584" cy="311599"/>
          </a:xfrm>
          <a:prstGeom prst="rect">
            <a:avLst/>
          </a:prstGeom>
          <a:solidFill>
            <a:srgbClr val="EDF4FA"/>
          </a:solidFill>
          <a:ln/>
        </p:spPr>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56577"/>
            <a:ext cx="460833" cy="160372"/>
          </a:xfrm>
          <a:prstGeom prst="rect">
            <a:avLst/>
          </a:prstGeom>
          <a:solidFill>
            <a:srgbClr val="0B2C4A"/>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77321"/>
            <a:ext cx="454080"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98064"/>
            <a:ext cx="444605"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118807"/>
            <a:ext cx="401239"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439551"/>
            <a:ext cx="372474"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760294"/>
            <a:ext cx="356634"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4081038"/>
            <a:ext cx="348422"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401781"/>
            <a:ext cx="329527"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722524"/>
            <a:ext cx="320181"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5043268"/>
            <a:ext cx="30223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273210"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5834"/>
            <a:ext cx="1030941" cy="160372"/>
          </a:xfrm>
          <a:prstGeom prst="rect">
            <a:avLst/>
          </a:prstGeom>
          <a:solidFill>
            <a:srgbClr val="12A566"/>
          </a:solidFill>
          <a:ln/>
        </p:spPr>
      </p:sp>
      <p:sp>
        <p:nvSpPr>
          <p:cNvPr id="9" name="Text 7"/>
          <p:cNvSpPr txBox="1"/>
          <p:nvPr/>
        </p:nvSpPr>
        <p:spPr>
          <a:xfrm>
            <a:off x="3355848" y="175564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76391"/>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56577"/>
            <a:ext cx="769813" cy="160372"/>
          </a:xfrm>
          <a:prstGeom prst="rect">
            <a:avLst/>
          </a:prstGeom>
          <a:solidFill>
            <a:srgbClr val="12A566"/>
          </a:solidFill>
          <a:ln/>
        </p:spPr>
      </p:sp>
      <p:sp>
        <p:nvSpPr>
          <p:cNvPr id="12" name="Text 10"/>
          <p:cNvSpPr txBox="1"/>
          <p:nvPr/>
        </p:nvSpPr>
        <p:spPr>
          <a:xfrm>
            <a:off x="3355848" y="2076391"/>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9713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77321"/>
            <a:ext cx="698921" cy="160372"/>
          </a:xfrm>
          <a:prstGeom prst="rect">
            <a:avLst/>
          </a:prstGeom>
          <a:solidFill>
            <a:srgbClr val="12A566"/>
          </a:solidFill>
          <a:ln/>
        </p:spPr>
      </p:sp>
      <p:sp>
        <p:nvSpPr>
          <p:cNvPr id="15" name="Text 13"/>
          <p:cNvSpPr txBox="1"/>
          <p:nvPr/>
        </p:nvSpPr>
        <p:spPr>
          <a:xfrm>
            <a:off x="3355848" y="2397135"/>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71787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98064"/>
            <a:ext cx="612008" cy="160372"/>
          </a:xfrm>
          <a:prstGeom prst="rect">
            <a:avLst/>
          </a:prstGeom>
          <a:solidFill>
            <a:srgbClr val="12A566"/>
          </a:solidFill>
          <a:ln/>
        </p:spPr>
      </p:sp>
      <p:sp>
        <p:nvSpPr>
          <p:cNvPr id="18" name="Text 16"/>
          <p:cNvSpPr txBox="1"/>
          <p:nvPr/>
        </p:nvSpPr>
        <p:spPr>
          <a:xfrm>
            <a:off x="3355848" y="2717878"/>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303862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118807"/>
            <a:ext cx="603842" cy="160372"/>
          </a:xfrm>
          <a:prstGeom prst="rect">
            <a:avLst/>
          </a:prstGeom>
          <a:solidFill>
            <a:srgbClr val="12A566"/>
          </a:solidFill>
          <a:ln/>
        </p:spPr>
      </p:sp>
      <p:sp>
        <p:nvSpPr>
          <p:cNvPr id="21" name="Text 19"/>
          <p:cNvSpPr txBox="1"/>
          <p:nvPr/>
        </p:nvSpPr>
        <p:spPr>
          <a:xfrm>
            <a:off x="3355848" y="3038622"/>
            <a:ext cx="777240"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359365"/>
            <a:ext cx="3566160" cy="311599"/>
          </a:xfrm>
          <a:prstGeom prst="rect">
            <a:avLst/>
          </a:prstGeom>
          <a:solidFill>
            <a:srgbClr val="EDF4FA"/>
          </a:solidFill>
          <a:ln/>
        </p:spPr>
      </p:sp>
      <p:sp>
        <p:nvSpPr>
          <p:cNvPr id="23" name="Text 21"/>
          <p:cNvSpPr txBox="1"/>
          <p:nvPr/>
        </p:nvSpPr>
        <p:spPr>
          <a:xfrm>
            <a:off x="658368" y="3359365"/>
            <a:ext cx="155448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439551"/>
            <a:ext cx="578725" cy="160372"/>
          </a:xfrm>
          <a:prstGeom prst="rect">
            <a:avLst/>
          </a:prstGeom>
          <a:solidFill>
            <a:srgbClr val="0B2C4A"/>
          </a:solidFill>
          <a:ln/>
        </p:spPr>
      </p:sp>
      <p:sp>
        <p:nvSpPr>
          <p:cNvPr id="25" name="Text 23"/>
          <p:cNvSpPr txBox="1"/>
          <p:nvPr/>
        </p:nvSpPr>
        <p:spPr>
          <a:xfrm>
            <a:off x="3355848" y="3359365"/>
            <a:ext cx="777240"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68010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760294"/>
            <a:ext cx="528813" cy="160372"/>
          </a:xfrm>
          <a:prstGeom prst="rect">
            <a:avLst/>
          </a:prstGeom>
          <a:solidFill>
            <a:srgbClr val="C2352F"/>
          </a:solidFill>
          <a:ln/>
        </p:spPr>
      </p:sp>
      <p:sp>
        <p:nvSpPr>
          <p:cNvPr id="28" name="Text 26"/>
          <p:cNvSpPr txBox="1"/>
          <p:nvPr/>
        </p:nvSpPr>
        <p:spPr>
          <a:xfrm>
            <a:off x="3355848" y="368010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4000852"/>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4081038"/>
            <a:ext cx="416716" cy="160372"/>
          </a:xfrm>
          <a:prstGeom prst="rect">
            <a:avLst/>
          </a:prstGeom>
          <a:solidFill>
            <a:srgbClr val="C2352F"/>
          </a:solidFill>
          <a:ln/>
        </p:spPr>
      </p:sp>
      <p:sp>
        <p:nvSpPr>
          <p:cNvPr id="31" name="Text 29"/>
          <p:cNvSpPr txBox="1"/>
          <p:nvPr/>
        </p:nvSpPr>
        <p:spPr>
          <a:xfrm>
            <a:off x="3355848" y="4000852"/>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321595"/>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401781"/>
            <a:ext cx="297721" cy="160372"/>
          </a:xfrm>
          <a:prstGeom prst="rect">
            <a:avLst/>
          </a:prstGeom>
          <a:solidFill>
            <a:srgbClr val="C2352F"/>
          </a:solidFill>
          <a:ln/>
        </p:spPr>
      </p:sp>
      <p:sp>
        <p:nvSpPr>
          <p:cNvPr id="34" name="Text 32"/>
          <p:cNvSpPr txBox="1"/>
          <p:nvPr/>
        </p:nvSpPr>
        <p:spPr>
          <a:xfrm>
            <a:off x="3355848" y="4321595"/>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642338"/>
            <a:ext cx="155448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722524"/>
            <a:ext cx="249073" cy="160372"/>
          </a:xfrm>
          <a:prstGeom prst="rect">
            <a:avLst/>
          </a:prstGeom>
          <a:solidFill>
            <a:srgbClr val="C2352F"/>
          </a:solidFill>
          <a:ln/>
        </p:spPr>
      </p:sp>
      <p:sp>
        <p:nvSpPr>
          <p:cNvPr id="37" name="Text 35"/>
          <p:cNvSpPr txBox="1"/>
          <p:nvPr/>
        </p:nvSpPr>
        <p:spPr>
          <a:xfrm>
            <a:off x="3355848" y="4642338"/>
            <a:ext cx="777240"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5091098"/>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475146"/>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5834"/>
            <a:ext cx="627529" cy="160372"/>
          </a:xfrm>
          <a:prstGeom prst="rect">
            <a:avLst/>
          </a:prstGeom>
          <a:solidFill>
            <a:srgbClr val="12A566"/>
          </a:solidFill>
          <a:ln/>
        </p:spPr>
      </p:sp>
      <p:sp>
        <p:nvSpPr>
          <p:cNvPr id="43" name="Text 41"/>
          <p:cNvSpPr txBox="1"/>
          <p:nvPr/>
        </p:nvSpPr>
        <p:spPr>
          <a:xfrm>
            <a:off x="6967728" y="175564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56577"/>
            <a:ext cx="469928" cy="160372"/>
          </a:xfrm>
          <a:prstGeom prst="rect">
            <a:avLst/>
          </a:prstGeom>
          <a:solidFill>
            <a:srgbClr val="12A566"/>
          </a:solidFill>
          <a:ln/>
        </p:spPr>
      </p:sp>
      <p:sp>
        <p:nvSpPr>
          <p:cNvPr id="46" name="Text 44"/>
          <p:cNvSpPr txBox="1"/>
          <p:nvPr/>
        </p:nvSpPr>
        <p:spPr>
          <a:xfrm>
            <a:off x="6967728" y="2076391"/>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77321"/>
            <a:ext cx="421230" cy="160372"/>
          </a:xfrm>
          <a:prstGeom prst="rect">
            <a:avLst/>
          </a:prstGeom>
          <a:solidFill>
            <a:srgbClr val="12A566"/>
          </a:solidFill>
          <a:ln/>
        </p:spPr>
      </p:sp>
      <p:sp>
        <p:nvSpPr>
          <p:cNvPr id="49" name="Text 47"/>
          <p:cNvSpPr txBox="1"/>
          <p:nvPr/>
        </p:nvSpPr>
        <p:spPr>
          <a:xfrm>
            <a:off x="6967728" y="239713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98064"/>
            <a:ext cx="403488" cy="160372"/>
          </a:xfrm>
          <a:prstGeom prst="rect">
            <a:avLst/>
          </a:prstGeom>
          <a:solidFill>
            <a:srgbClr val="12A566"/>
          </a:solidFill>
          <a:ln/>
        </p:spPr>
      </p:sp>
      <p:sp>
        <p:nvSpPr>
          <p:cNvPr id="52" name="Text 50"/>
          <p:cNvSpPr txBox="1"/>
          <p:nvPr/>
        </p:nvSpPr>
        <p:spPr>
          <a:xfrm>
            <a:off x="6967728" y="271787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118807"/>
            <a:ext cx="362659" cy="160372"/>
          </a:xfrm>
          <a:prstGeom prst="rect">
            <a:avLst/>
          </a:prstGeom>
          <a:solidFill>
            <a:srgbClr val="12A566"/>
          </a:solidFill>
          <a:ln/>
        </p:spPr>
      </p:sp>
      <p:sp>
        <p:nvSpPr>
          <p:cNvPr id="55" name="Text 53"/>
          <p:cNvSpPr txBox="1"/>
          <p:nvPr/>
        </p:nvSpPr>
        <p:spPr>
          <a:xfrm>
            <a:off x="6967728" y="3038622"/>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439551"/>
            <a:ext cx="343763" cy="160372"/>
          </a:xfrm>
          <a:prstGeom prst="rect">
            <a:avLst/>
          </a:prstGeom>
          <a:solidFill>
            <a:srgbClr val="12A566"/>
          </a:solidFill>
          <a:ln/>
        </p:spPr>
      </p:sp>
      <p:sp>
        <p:nvSpPr>
          <p:cNvPr id="58" name="Text 56"/>
          <p:cNvSpPr txBox="1"/>
          <p:nvPr/>
        </p:nvSpPr>
        <p:spPr>
          <a:xfrm>
            <a:off x="6967728" y="3359365"/>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760294"/>
            <a:ext cx="262373" cy="160372"/>
          </a:xfrm>
          <a:prstGeom prst="rect">
            <a:avLst/>
          </a:prstGeom>
          <a:solidFill>
            <a:srgbClr val="12A566"/>
          </a:solidFill>
          <a:ln/>
        </p:spPr>
      </p:sp>
      <p:sp>
        <p:nvSpPr>
          <p:cNvPr id="61" name="Text 59"/>
          <p:cNvSpPr txBox="1"/>
          <p:nvPr/>
        </p:nvSpPr>
        <p:spPr>
          <a:xfrm>
            <a:off x="6967728" y="3680108"/>
            <a:ext cx="786384" cy="320743"/>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4000852"/>
            <a:ext cx="3529584" cy="311599"/>
          </a:xfrm>
          <a:prstGeom prst="rect">
            <a:avLst/>
          </a:prstGeom>
          <a:solidFill>
            <a:srgbClr val="EDF4FA"/>
          </a:solidFill>
          <a:ln/>
        </p:spPr>
      </p:sp>
      <p:sp>
        <p:nvSpPr>
          <p:cNvPr id="63" name="Text 61"/>
          <p:cNvSpPr txBox="1"/>
          <p:nvPr/>
        </p:nvSpPr>
        <p:spPr>
          <a:xfrm>
            <a:off x="4315968" y="4000852"/>
            <a:ext cx="1920240" cy="320743"/>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4081038"/>
            <a:ext cx="256715" cy="160372"/>
          </a:xfrm>
          <a:prstGeom prst="rect">
            <a:avLst/>
          </a:prstGeom>
          <a:solidFill>
            <a:srgbClr val="0B2C4A"/>
          </a:solidFill>
          <a:ln/>
        </p:spPr>
      </p:sp>
      <p:sp>
        <p:nvSpPr>
          <p:cNvPr id="65" name="Text 63"/>
          <p:cNvSpPr txBox="1"/>
          <p:nvPr/>
        </p:nvSpPr>
        <p:spPr>
          <a:xfrm>
            <a:off x="6967728" y="4000852"/>
            <a:ext cx="786384" cy="32074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401781"/>
            <a:ext cx="245067" cy="160372"/>
          </a:xfrm>
          <a:prstGeom prst="rect">
            <a:avLst/>
          </a:prstGeom>
          <a:solidFill>
            <a:srgbClr val="C2352F"/>
          </a:solidFill>
          <a:ln/>
        </p:spPr>
      </p:sp>
      <p:sp>
        <p:nvSpPr>
          <p:cNvPr id="68" name="Text 66"/>
          <p:cNvSpPr txBox="1"/>
          <p:nvPr/>
        </p:nvSpPr>
        <p:spPr>
          <a:xfrm>
            <a:off x="6967728"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722524"/>
            <a:ext cx="240759" cy="160372"/>
          </a:xfrm>
          <a:prstGeom prst="rect">
            <a:avLst/>
          </a:prstGeom>
          <a:solidFill>
            <a:srgbClr val="C2352F"/>
          </a:solidFill>
          <a:ln/>
        </p:spPr>
      </p:sp>
      <p:sp>
        <p:nvSpPr>
          <p:cNvPr id="71" name="Text 69"/>
          <p:cNvSpPr txBox="1"/>
          <p:nvPr/>
        </p:nvSpPr>
        <p:spPr>
          <a:xfrm>
            <a:off x="6967728"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5043268"/>
            <a:ext cx="231188" cy="160372"/>
          </a:xfrm>
          <a:prstGeom prst="rect">
            <a:avLst/>
          </a:prstGeom>
          <a:solidFill>
            <a:srgbClr val="C2352F"/>
          </a:solidFill>
          <a:ln/>
        </p:spPr>
      </p:sp>
      <p:sp>
        <p:nvSpPr>
          <p:cNvPr id="74" name="Text 72"/>
          <p:cNvSpPr txBox="1"/>
          <p:nvPr/>
        </p:nvSpPr>
        <p:spPr>
          <a:xfrm>
            <a:off x="6967728"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364011"/>
            <a:ext cx="226867" cy="160372"/>
          </a:xfrm>
          <a:prstGeom prst="rect">
            <a:avLst/>
          </a:prstGeom>
          <a:solidFill>
            <a:srgbClr val="C2352F"/>
          </a:solidFill>
          <a:ln/>
        </p:spPr>
      </p:sp>
      <p:sp>
        <p:nvSpPr>
          <p:cNvPr id="77" name="Text 75"/>
          <p:cNvSpPr txBox="1"/>
          <p:nvPr/>
        </p:nvSpPr>
        <p:spPr>
          <a:xfrm>
            <a:off x="6967728"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604569"/>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684754"/>
            <a:ext cx="218633" cy="160372"/>
          </a:xfrm>
          <a:prstGeom prst="rect">
            <a:avLst/>
          </a:prstGeom>
          <a:solidFill>
            <a:srgbClr val="C2352F"/>
          </a:solidFill>
          <a:ln/>
        </p:spPr>
      </p:sp>
      <p:sp>
        <p:nvSpPr>
          <p:cNvPr id="80" name="Text 78"/>
          <p:cNvSpPr txBox="1"/>
          <p:nvPr/>
        </p:nvSpPr>
        <p:spPr>
          <a:xfrm>
            <a:off x="6967728" y="5604569"/>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5834"/>
            <a:ext cx="215740" cy="160372"/>
          </a:xfrm>
          <a:prstGeom prst="rect">
            <a:avLst/>
          </a:prstGeom>
          <a:solidFill>
            <a:srgbClr val="C2352F"/>
          </a:solidFill>
          <a:ln/>
        </p:spPr>
      </p:sp>
      <p:sp>
        <p:nvSpPr>
          <p:cNvPr id="83" name="Text 81"/>
          <p:cNvSpPr txBox="1"/>
          <p:nvPr/>
        </p:nvSpPr>
        <p:spPr>
          <a:xfrm>
            <a:off x="10570464" y="175564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76391"/>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56577"/>
            <a:ext cx="200777" cy="160372"/>
          </a:xfrm>
          <a:prstGeom prst="rect">
            <a:avLst/>
          </a:prstGeom>
          <a:solidFill>
            <a:srgbClr val="C2352F"/>
          </a:solidFill>
          <a:ln/>
        </p:spPr>
      </p:sp>
      <p:sp>
        <p:nvSpPr>
          <p:cNvPr id="86" name="Text 84"/>
          <p:cNvSpPr txBox="1"/>
          <p:nvPr/>
        </p:nvSpPr>
        <p:spPr>
          <a:xfrm>
            <a:off x="10570464" y="2076391"/>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9713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77321"/>
            <a:ext cx="189359" cy="160372"/>
          </a:xfrm>
          <a:prstGeom prst="rect">
            <a:avLst/>
          </a:prstGeom>
          <a:solidFill>
            <a:srgbClr val="C2352F"/>
          </a:solidFill>
          <a:ln/>
        </p:spPr>
      </p:sp>
      <p:sp>
        <p:nvSpPr>
          <p:cNvPr id="89" name="Text 87"/>
          <p:cNvSpPr txBox="1"/>
          <p:nvPr/>
        </p:nvSpPr>
        <p:spPr>
          <a:xfrm>
            <a:off x="10570464" y="239713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71787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98064"/>
            <a:ext cx="183877" cy="160372"/>
          </a:xfrm>
          <a:prstGeom prst="rect">
            <a:avLst/>
          </a:prstGeom>
          <a:solidFill>
            <a:srgbClr val="C2352F"/>
          </a:solidFill>
          <a:ln/>
        </p:spPr>
      </p:sp>
      <p:sp>
        <p:nvSpPr>
          <p:cNvPr id="92" name="Text 90"/>
          <p:cNvSpPr txBox="1"/>
          <p:nvPr/>
        </p:nvSpPr>
        <p:spPr>
          <a:xfrm>
            <a:off x="10570464" y="271787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303862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118807"/>
            <a:ext cx="167591" cy="160372"/>
          </a:xfrm>
          <a:prstGeom prst="rect">
            <a:avLst/>
          </a:prstGeom>
          <a:solidFill>
            <a:srgbClr val="C2352F"/>
          </a:solidFill>
          <a:ln/>
        </p:spPr>
      </p:sp>
      <p:sp>
        <p:nvSpPr>
          <p:cNvPr id="95" name="Text 93"/>
          <p:cNvSpPr txBox="1"/>
          <p:nvPr/>
        </p:nvSpPr>
        <p:spPr>
          <a:xfrm>
            <a:off x="10570464" y="303862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35936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439551"/>
            <a:ext cx="167045" cy="160372"/>
          </a:xfrm>
          <a:prstGeom prst="rect">
            <a:avLst/>
          </a:prstGeom>
          <a:solidFill>
            <a:srgbClr val="C2352F"/>
          </a:solidFill>
          <a:ln/>
        </p:spPr>
      </p:sp>
      <p:sp>
        <p:nvSpPr>
          <p:cNvPr id="98" name="Text 96"/>
          <p:cNvSpPr txBox="1"/>
          <p:nvPr/>
        </p:nvSpPr>
        <p:spPr>
          <a:xfrm>
            <a:off x="10570464" y="335936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68010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760294"/>
            <a:ext cx="142736" cy="160372"/>
          </a:xfrm>
          <a:prstGeom prst="rect">
            <a:avLst/>
          </a:prstGeom>
          <a:solidFill>
            <a:srgbClr val="C2352F"/>
          </a:solidFill>
          <a:ln/>
        </p:spPr>
      </p:sp>
      <p:sp>
        <p:nvSpPr>
          <p:cNvPr id="101" name="Text 99"/>
          <p:cNvSpPr txBox="1"/>
          <p:nvPr/>
        </p:nvSpPr>
        <p:spPr>
          <a:xfrm>
            <a:off x="10570464" y="368010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400085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4081038"/>
            <a:ext cx="141456" cy="160372"/>
          </a:xfrm>
          <a:prstGeom prst="rect">
            <a:avLst/>
          </a:prstGeom>
          <a:solidFill>
            <a:srgbClr val="C2352F"/>
          </a:solidFill>
          <a:ln/>
        </p:spPr>
      </p:sp>
      <p:sp>
        <p:nvSpPr>
          <p:cNvPr id="104" name="Text 102"/>
          <p:cNvSpPr txBox="1"/>
          <p:nvPr/>
        </p:nvSpPr>
        <p:spPr>
          <a:xfrm>
            <a:off x="10570464" y="400085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32159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401781"/>
            <a:ext cx="135110" cy="160372"/>
          </a:xfrm>
          <a:prstGeom prst="rect">
            <a:avLst/>
          </a:prstGeom>
          <a:solidFill>
            <a:srgbClr val="C2352F"/>
          </a:solidFill>
          <a:ln/>
        </p:spPr>
      </p:sp>
      <p:sp>
        <p:nvSpPr>
          <p:cNvPr id="107" name="Text 105"/>
          <p:cNvSpPr txBox="1"/>
          <p:nvPr/>
        </p:nvSpPr>
        <p:spPr>
          <a:xfrm>
            <a:off x="10570464" y="432159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642338"/>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722524"/>
            <a:ext cx="124834" cy="160372"/>
          </a:xfrm>
          <a:prstGeom prst="rect">
            <a:avLst/>
          </a:prstGeom>
          <a:solidFill>
            <a:srgbClr val="C2352F"/>
          </a:solidFill>
          <a:ln/>
        </p:spPr>
      </p:sp>
      <p:sp>
        <p:nvSpPr>
          <p:cNvPr id="110" name="Text 108"/>
          <p:cNvSpPr txBox="1"/>
          <p:nvPr/>
        </p:nvSpPr>
        <p:spPr>
          <a:xfrm>
            <a:off x="10570464" y="4642338"/>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963082"/>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5043268"/>
            <a:ext cx="118207" cy="160372"/>
          </a:xfrm>
          <a:prstGeom prst="rect">
            <a:avLst/>
          </a:prstGeom>
          <a:solidFill>
            <a:srgbClr val="C2352F"/>
          </a:solidFill>
          <a:ln/>
        </p:spPr>
      </p:sp>
      <p:sp>
        <p:nvSpPr>
          <p:cNvPr id="113" name="Text 111"/>
          <p:cNvSpPr txBox="1"/>
          <p:nvPr/>
        </p:nvSpPr>
        <p:spPr>
          <a:xfrm>
            <a:off x="10570464" y="4963082"/>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283825"/>
            <a:ext cx="1920240" cy="3207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364011"/>
            <a:ext cx="94304" cy="160372"/>
          </a:xfrm>
          <a:prstGeom prst="rect">
            <a:avLst/>
          </a:prstGeom>
          <a:solidFill>
            <a:srgbClr val="C2352F"/>
          </a:solidFill>
          <a:ln/>
        </p:spPr>
      </p:sp>
      <p:sp>
        <p:nvSpPr>
          <p:cNvPr id="116" name="Text 114"/>
          <p:cNvSpPr txBox="1"/>
          <p:nvPr/>
        </p:nvSpPr>
        <p:spPr>
          <a:xfrm>
            <a:off x="10570464" y="5283825"/>
            <a:ext cx="786384" cy="320743"/>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6126480"/>
            <a:ext cx="11274552" cy="615696"/>
          </a:xfrm>
          <a:prstGeom prst="rect">
            <a:avLst/>
          </a:prstGeom>
          <a:solidFill>
            <a:srgbClr val="EDF4F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4023360"/>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&amp; GM MEETINGS</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paid hours). 20 of 33 stores at or above 85%.</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21" name="Shape 19"/>
          <p:cNvSpPr/>
          <p:nvPr/>
        </p:nvSpPr>
        <p:spPr>
          <a:xfrm>
            <a:off x="457200" y="6126480"/>
            <a:ext cx="11274552" cy="615696"/>
          </a:xfrm>
          <a:prstGeom prst="rect">
            <a:avLst/>
          </a:prstGeom>
          <a:solidFill>
            <a:srgbClr val="EDF4FA"/>
          </a:solidFill>
          <a:ln/>
        </p:spPr>
      </p:sp>
      <p:sp>
        <p:nvSpPr>
          <p:cNvPr id="22" name="Text 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$185,159</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$2,221,902</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$370,317</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$4,443,804</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$555,476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$6,665,706</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Jan–Sep 2026 vs Jan–Sep 2025</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+46.0%</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+31.0%</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−14.1%</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−20.1%</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+13.6%</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+12.6%</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+10.5%</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−10.5%</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−11.4%</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−14.7%</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+30.7%</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+19.5%</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−11.7%</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−12.5%</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−13.7%</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+20.1%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−4.5%</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−19.0%</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+28.9%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+24.7%</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+21.0%</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+18.7%</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−9.0%</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−15.0%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+4.5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+3.8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+3.3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0.0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−0.4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−0.5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Lincoln, Subaru Prescott, Subaru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Audi Reno, VW St George (4 of 6).</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five stores on each measure, Q3 2026 vs Q1 2026 (gross and ROs per month). Group change = the season.</a:t>
            </a:r>
            <a:endParaRPr lang="en-US" sz="1400" dirty="0"/>
          </a:p>
        </p:txBody>
      </p:sp>
      <p:sp>
        <p:nvSpPr>
          <p:cNvPr id="7" name="Shape 5"/>
          <p:cNvSpPr/>
          <p:nvPr/>
        </p:nvSpPr>
        <p:spPr>
          <a:xfrm>
            <a:off x="621792" y="2103120"/>
            <a:ext cx="45720" cy="1783080"/>
          </a:xfrm>
          <a:prstGeom prst="rect">
            <a:avLst/>
          </a:prstGeom>
          <a:solidFill>
            <a:srgbClr val="12A566"/>
          </a:solidFill>
          <a:ln/>
        </p:spPr>
      </p:sp>
      <p:sp>
        <p:nvSpPr>
          <p:cNvPr id="8" name="Shape 6"/>
          <p:cNvSpPr/>
          <p:nvPr/>
        </p:nvSpPr>
        <p:spPr>
          <a:xfrm>
            <a:off x="685800" y="2103120"/>
            <a:ext cx="10881360" cy="356616"/>
          </a:xfrm>
          <a:prstGeom prst="rect">
            <a:avLst/>
          </a:prstGeom>
          <a:solidFill>
            <a:srgbClr val="F7F7F7"/>
          </a:solidFill>
          <a:ln/>
        </p:spPr>
      </p:sp>
      <p:sp>
        <p:nvSpPr>
          <p:cNvPr id="9" name="Text 7"/>
          <p:cNvSpPr txBox="1"/>
          <p:nvPr/>
        </p:nvSpPr>
        <p:spPr>
          <a:xfrm>
            <a:off x="676656" y="2103120"/>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p>
        </p:txBody>
      </p:sp>
      <p:sp>
        <p:nvSpPr>
          <p:cNvPr id="10" name="Text 8"/>
          <p:cNvSpPr txBox="1"/>
          <p:nvPr/>
        </p:nvSpPr>
        <p:spPr>
          <a:xfrm>
            <a:off x="676656" y="2459736"/>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p>
        </p:txBody>
      </p:sp>
      <p:sp>
        <p:nvSpPr>
          <p:cNvPr id="11" name="Shape 9"/>
          <p:cNvSpPr/>
          <p:nvPr/>
        </p:nvSpPr>
        <p:spPr>
          <a:xfrm>
            <a:off x="685800" y="2816352"/>
            <a:ext cx="10881360" cy="356616"/>
          </a:xfrm>
          <a:prstGeom prst="rect">
            <a:avLst/>
          </a:prstGeom>
          <a:solidFill>
            <a:srgbClr val="F7F7F7"/>
          </a:solidFill>
          <a:ln/>
        </p:spPr>
      </p:sp>
      <p:sp>
        <p:nvSpPr>
          <p:cNvPr id="12" name="Text 10"/>
          <p:cNvSpPr txBox="1"/>
          <p:nvPr/>
        </p:nvSpPr>
        <p:spPr>
          <a:xfrm>
            <a:off x="676656" y="2816352"/>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13" name="Text 11"/>
          <p:cNvSpPr txBox="1"/>
          <p:nvPr/>
        </p:nvSpPr>
        <p:spPr>
          <a:xfrm>
            <a:off x="676656" y="3172968"/>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4</a:t>
            </a:r>
            <a:endParaRPr lang="en-US" sz="1400" dirty="0"/>
          </a:p>
        </p:txBody>
      </p:sp>
      <p:sp>
        <p:nvSpPr>
          <p:cNvPr id="14" name="Shape 12"/>
          <p:cNvSpPr/>
          <p:nvPr/>
        </p:nvSpPr>
        <p:spPr>
          <a:xfrm>
            <a:off x="685800" y="3529584"/>
            <a:ext cx="10881360" cy="356616"/>
          </a:xfrm>
          <a:prstGeom prst="rect">
            <a:avLst/>
          </a:prstGeom>
          <a:solidFill>
            <a:srgbClr val="F7F7F7"/>
          </a:solidFill>
          <a:ln/>
        </p:spPr>
      </p:sp>
      <p:sp>
        <p:nvSpPr>
          <p:cNvPr id="15" name="Text 13"/>
          <p:cNvSpPr txBox="1"/>
          <p:nvPr/>
        </p:nvSpPr>
        <p:spPr>
          <a:xfrm>
            <a:off x="676656" y="3529584"/>
            <a:ext cx="274320" cy="356616"/>
          </a:xfrm>
          <a:prstGeom prst="rect">
            <a:avLst/>
          </a:prstGeom>
          <a:noFill/>
          <a:ln/>
        </p:spPr>
        <p:txBody>
          <a:bodyPr wrap="square" lIns="0" tIns="0" rIns="0" bIns="0" rtlCol="0" anchor="ctr"/>
          <a:lstStyle/>
          <a:p>
            <a:pPr algn="ct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p>
        </p:txBody>
      </p:sp>
      <p:sp>
        <p:nvSpPr>
          <p:cNvPr id="16" name="Shape 14"/>
          <p:cNvSpPr/>
          <p:nvPr/>
        </p:nvSpPr>
        <p:spPr>
          <a:xfrm>
            <a:off x="621792" y="4005072"/>
            <a:ext cx="45720" cy="1783080"/>
          </a:xfrm>
          <a:prstGeom prst="rect">
            <a:avLst/>
          </a:prstGeom>
          <a:solidFill>
            <a:srgbClr val="C2352F"/>
          </a:solidFill>
          <a:ln/>
        </p:spPr>
      </p:sp>
      <p:sp>
        <p:nvSpPr>
          <p:cNvPr id="17" name="Shape 15"/>
          <p:cNvSpPr/>
          <p:nvPr/>
        </p:nvSpPr>
        <p:spPr>
          <a:xfrm>
            <a:off x="685800" y="4005072"/>
            <a:ext cx="10881360" cy="356616"/>
          </a:xfrm>
          <a:prstGeom prst="rect">
            <a:avLst/>
          </a:prstGeom>
          <a:solidFill>
            <a:srgbClr val="F7F7F7"/>
          </a:solidFill>
          <a:ln/>
        </p:spPr>
      </p:sp>
      <p:sp>
        <p:nvSpPr>
          <p:cNvPr id="18" name="Text 16"/>
          <p:cNvSpPr txBox="1"/>
          <p:nvPr/>
        </p:nvSpPr>
        <p:spPr>
          <a:xfrm>
            <a:off x="676656" y="4005072"/>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29</a:t>
            </a:r>
            <a:endParaRPr lang="en-US" sz="1400" dirty="0"/>
          </a:p>
        </p:txBody>
      </p:sp>
      <p:sp>
        <p:nvSpPr>
          <p:cNvPr id="19" name="Text 17"/>
          <p:cNvSpPr txBox="1"/>
          <p:nvPr/>
        </p:nvSpPr>
        <p:spPr>
          <a:xfrm>
            <a:off x="676656" y="4361688"/>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20" name="Shape 18"/>
          <p:cNvSpPr/>
          <p:nvPr/>
        </p:nvSpPr>
        <p:spPr>
          <a:xfrm>
            <a:off x="685800" y="4718304"/>
            <a:ext cx="10881360" cy="356616"/>
          </a:xfrm>
          <a:prstGeom prst="rect">
            <a:avLst/>
          </a:prstGeom>
          <a:solidFill>
            <a:srgbClr val="F7F7F7"/>
          </a:solidFill>
          <a:ln/>
        </p:spPr>
      </p:sp>
      <p:sp>
        <p:nvSpPr>
          <p:cNvPr id="21" name="Text 19"/>
          <p:cNvSpPr txBox="1"/>
          <p:nvPr/>
        </p:nvSpPr>
        <p:spPr>
          <a:xfrm>
            <a:off x="676656" y="4718304"/>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31</a:t>
            </a:r>
            <a:endParaRPr lang="en-US" sz="1400" dirty="0"/>
          </a:p>
        </p:txBody>
      </p:sp>
      <p:sp>
        <p:nvSpPr>
          <p:cNvPr id="22" name="Text 20"/>
          <p:cNvSpPr txBox="1"/>
          <p:nvPr/>
        </p:nvSpPr>
        <p:spPr>
          <a:xfrm>
            <a:off x="676656" y="5074920"/>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32</a:t>
            </a:r>
            <a:endParaRPr lang="en-US" sz="1400" dirty="0"/>
          </a:p>
        </p:txBody>
      </p:sp>
      <p:sp>
        <p:nvSpPr>
          <p:cNvPr id="23" name="Shape 21"/>
          <p:cNvSpPr/>
          <p:nvPr/>
        </p:nvSpPr>
        <p:spPr>
          <a:xfrm>
            <a:off x="685800" y="5431536"/>
            <a:ext cx="10881360" cy="356616"/>
          </a:xfrm>
          <a:prstGeom prst="rect">
            <a:avLst/>
          </a:prstGeom>
          <a:solidFill>
            <a:srgbClr val="F7F7F7"/>
          </a:solidFill>
          <a:ln/>
        </p:spPr>
      </p:sp>
      <p:sp>
        <p:nvSpPr>
          <p:cNvPr id="24" name="Text 22"/>
          <p:cNvSpPr txBox="1"/>
          <p:nvPr/>
        </p:nvSpPr>
        <p:spPr>
          <a:xfrm>
            <a:off x="676656" y="5431536"/>
            <a:ext cx="274320" cy="356616"/>
          </a:xfrm>
          <a:prstGeom prst="rect">
            <a:avLst/>
          </a:prstGeom>
          <a:noFill/>
          <a:ln/>
        </p:spPr>
        <p:txBody>
          <a:bodyPr wrap="square" lIns="0" tIns="0" rIns="0" bIns="0" rtlCol="0" anchor="ctr"/>
          <a:lstStyle/>
          <a:p>
            <a:pPr algn="ct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25" name="Shape 23"/>
          <p:cNvSpPr/>
          <p:nvPr/>
        </p:nvSpPr>
        <p:spPr>
          <a:xfrm>
            <a:off x="969264" y="1554480"/>
            <a:ext cx="1670304" cy="45720"/>
          </a:xfrm>
          <a:prstGeom prst="rect">
            <a:avLst/>
          </a:prstGeom>
          <a:solidFill>
            <a:srgbClr val="12A566"/>
          </a:solidFill>
          <a:ln/>
        </p:spPr>
      </p:sp>
      <p:sp>
        <p:nvSpPr>
          <p:cNvPr id="26" name="Text 24"/>
          <p:cNvSpPr txBox="1"/>
          <p:nvPr/>
        </p:nvSpPr>
        <p:spPr>
          <a:xfrm>
            <a:off x="98755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7" name="Text 25"/>
          <p:cNvSpPr txBox="1"/>
          <p:nvPr/>
        </p:nvSpPr>
        <p:spPr>
          <a:xfrm>
            <a:off x="98755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8" name="Text 26"/>
          <p:cNvSpPr txBox="1"/>
          <p:nvPr/>
        </p:nvSpPr>
        <p:spPr>
          <a:xfrm>
            <a:off x="96926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9" name="Text 27"/>
          <p:cNvSpPr txBox="1"/>
          <p:nvPr/>
        </p:nvSpPr>
        <p:spPr>
          <a:xfrm>
            <a:off x="98755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30" name="Text 28"/>
          <p:cNvSpPr txBox="1"/>
          <p:nvPr/>
        </p:nvSpPr>
        <p:spPr>
          <a:xfrm>
            <a:off x="96926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31" name="Text 29"/>
          <p:cNvSpPr txBox="1"/>
          <p:nvPr/>
        </p:nvSpPr>
        <p:spPr>
          <a:xfrm>
            <a:off x="98755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+31.3%</a:t>
            </a:r>
            <a:endParaRPr lang="en-US" sz="1400" dirty="0"/>
          </a:p>
        </p:txBody>
      </p:sp>
      <p:sp>
        <p:nvSpPr>
          <p:cNvPr id="32" name="Text 30"/>
          <p:cNvSpPr txBox="1"/>
          <p:nvPr/>
        </p:nvSpPr>
        <p:spPr>
          <a:xfrm>
            <a:off x="96926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Text 31"/>
          <p:cNvSpPr txBox="1"/>
          <p:nvPr/>
        </p:nvSpPr>
        <p:spPr>
          <a:xfrm>
            <a:off x="98755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+27.8%</a:t>
            </a:r>
            <a:endParaRPr lang="en-US" sz="1400" dirty="0"/>
          </a:p>
        </p:txBody>
      </p:sp>
      <p:sp>
        <p:nvSpPr>
          <p:cNvPr id="34" name="Text 32"/>
          <p:cNvSpPr txBox="1"/>
          <p:nvPr/>
        </p:nvSpPr>
        <p:spPr>
          <a:xfrm>
            <a:off x="96926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5" name="Text 33"/>
          <p:cNvSpPr txBox="1"/>
          <p:nvPr/>
        </p:nvSpPr>
        <p:spPr>
          <a:xfrm>
            <a:off x="98755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+23.2%</a:t>
            </a:r>
            <a:endParaRPr lang="en-US" sz="1400" dirty="0"/>
          </a:p>
        </p:txBody>
      </p:sp>
      <p:sp>
        <p:nvSpPr>
          <p:cNvPr id="36" name="Text 34"/>
          <p:cNvSpPr txBox="1"/>
          <p:nvPr/>
        </p:nvSpPr>
        <p:spPr>
          <a:xfrm>
            <a:off x="96926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7" name="Text 35"/>
          <p:cNvSpPr txBox="1"/>
          <p:nvPr/>
        </p:nvSpPr>
        <p:spPr>
          <a:xfrm>
            <a:off x="98755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+22.0%</a:t>
            </a:r>
            <a:endParaRPr lang="en-US" sz="1400" dirty="0"/>
          </a:p>
        </p:txBody>
      </p:sp>
      <p:sp>
        <p:nvSpPr>
          <p:cNvPr id="38" name="Text 36"/>
          <p:cNvSpPr txBox="1"/>
          <p:nvPr/>
        </p:nvSpPr>
        <p:spPr>
          <a:xfrm>
            <a:off x="96926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Text 37"/>
          <p:cNvSpPr txBox="1"/>
          <p:nvPr/>
        </p:nvSpPr>
        <p:spPr>
          <a:xfrm>
            <a:off x="987552"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a:t>
            </a:r>
            <a:endParaRPr lang="en-US" sz="1400" dirty="0"/>
          </a:p>
        </p:txBody>
      </p:sp>
      <p:sp>
        <p:nvSpPr>
          <p:cNvPr id="40" name="Text 38"/>
          <p:cNvSpPr txBox="1"/>
          <p:nvPr/>
        </p:nvSpPr>
        <p:spPr>
          <a:xfrm>
            <a:off x="96926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98755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−0.2%</a:t>
            </a:r>
            <a:endParaRPr lang="en-US" sz="1400" dirty="0"/>
          </a:p>
        </p:txBody>
      </p:sp>
      <p:sp>
        <p:nvSpPr>
          <p:cNvPr id="42" name="Text 40"/>
          <p:cNvSpPr txBox="1"/>
          <p:nvPr/>
        </p:nvSpPr>
        <p:spPr>
          <a:xfrm>
            <a:off x="96926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3" name="Text 41"/>
          <p:cNvSpPr txBox="1"/>
          <p:nvPr/>
        </p:nvSpPr>
        <p:spPr>
          <a:xfrm>
            <a:off x="98755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−0.9%</a:t>
            </a:r>
            <a:endParaRPr lang="en-US" sz="1400" dirty="0"/>
          </a:p>
        </p:txBody>
      </p:sp>
      <p:sp>
        <p:nvSpPr>
          <p:cNvPr id="44" name="Text 42"/>
          <p:cNvSpPr txBox="1"/>
          <p:nvPr/>
        </p:nvSpPr>
        <p:spPr>
          <a:xfrm>
            <a:off x="96926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45" name="Text 43"/>
          <p:cNvSpPr txBox="1"/>
          <p:nvPr/>
        </p:nvSpPr>
        <p:spPr>
          <a:xfrm>
            <a:off x="98755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46" name="Text 44"/>
          <p:cNvSpPr txBox="1"/>
          <p:nvPr/>
        </p:nvSpPr>
        <p:spPr>
          <a:xfrm>
            <a:off x="96926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7" name="Text 45"/>
          <p:cNvSpPr txBox="1"/>
          <p:nvPr/>
        </p:nvSpPr>
        <p:spPr>
          <a:xfrm>
            <a:off x="98755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48" name="Shape 46"/>
          <p:cNvSpPr/>
          <p:nvPr/>
        </p:nvSpPr>
        <p:spPr>
          <a:xfrm>
            <a:off x="2749296" y="1554480"/>
            <a:ext cx="1670304" cy="45720"/>
          </a:xfrm>
          <a:prstGeom prst="rect">
            <a:avLst/>
          </a:prstGeom>
          <a:solidFill>
            <a:srgbClr val="12A566"/>
          </a:solidFill>
          <a:ln/>
        </p:spPr>
      </p:sp>
      <p:sp>
        <p:nvSpPr>
          <p:cNvPr id="49" name="Text 47"/>
          <p:cNvSpPr txBox="1"/>
          <p:nvPr/>
        </p:nvSpPr>
        <p:spPr>
          <a:xfrm>
            <a:off x="2767584"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50" name="Text 48"/>
          <p:cNvSpPr txBox="1"/>
          <p:nvPr/>
        </p:nvSpPr>
        <p:spPr>
          <a:xfrm>
            <a:off x="2767584"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51" name="Text 49"/>
          <p:cNvSpPr txBox="1"/>
          <p:nvPr/>
        </p:nvSpPr>
        <p:spPr>
          <a:xfrm>
            <a:off x="2749296"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52" name="Text 50"/>
          <p:cNvSpPr txBox="1"/>
          <p:nvPr/>
        </p:nvSpPr>
        <p:spPr>
          <a:xfrm>
            <a:off x="2767584"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53" name="Text 51"/>
          <p:cNvSpPr txBox="1"/>
          <p:nvPr/>
        </p:nvSpPr>
        <p:spPr>
          <a:xfrm>
            <a:off x="2749296"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4" name="Text 52"/>
          <p:cNvSpPr txBox="1"/>
          <p:nvPr/>
        </p:nvSpPr>
        <p:spPr>
          <a:xfrm>
            <a:off x="2767584"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sp>
        <p:nvSpPr>
          <p:cNvPr id="55" name="Text 53"/>
          <p:cNvSpPr txBox="1"/>
          <p:nvPr/>
        </p:nvSpPr>
        <p:spPr>
          <a:xfrm>
            <a:off x="2749296"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56" name="Text 54"/>
          <p:cNvSpPr txBox="1"/>
          <p:nvPr/>
        </p:nvSpPr>
        <p:spPr>
          <a:xfrm>
            <a:off x="2767584"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+18.6%</a:t>
            </a:r>
            <a:endParaRPr lang="en-US" sz="1400" dirty="0"/>
          </a:p>
        </p:txBody>
      </p:sp>
      <p:sp>
        <p:nvSpPr>
          <p:cNvPr id="57" name="Text 55"/>
          <p:cNvSpPr txBox="1"/>
          <p:nvPr/>
        </p:nvSpPr>
        <p:spPr>
          <a:xfrm>
            <a:off x="2749296"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8" name="Text 56"/>
          <p:cNvSpPr txBox="1"/>
          <p:nvPr/>
        </p:nvSpPr>
        <p:spPr>
          <a:xfrm>
            <a:off x="2767584"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+15.8%</a:t>
            </a:r>
            <a:endParaRPr lang="en-US" sz="1400" dirty="0"/>
          </a:p>
        </p:txBody>
      </p:sp>
      <p:sp>
        <p:nvSpPr>
          <p:cNvPr id="59" name="Text 57"/>
          <p:cNvSpPr txBox="1"/>
          <p:nvPr/>
        </p:nvSpPr>
        <p:spPr>
          <a:xfrm>
            <a:off x="2749296"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60" name="Text 58"/>
          <p:cNvSpPr txBox="1"/>
          <p:nvPr/>
        </p:nvSpPr>
        <p:spPr>
          <a:xfrm>
            <a:off x="2767584"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+15.5%</a:t>
            </a:r>
            <a:endParaRPr lang="en-US" sz="1400" dirty="0"/>
          </a:p>
        </p:txBody>
      </p:sp>
      <p:sp>
        <p:nvSpPr>
          <p:cNvPr id="61" name="Text 59"/>
          <p:cNvSpPr txBox="1"/>
          <p:nvPr/>
        </p:nvSpPr>
        <p:spPr>
          <a:xfrm>
            <a:off x="2749296"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2" name="Text 60"/>
          <p:cNvSpPr txBox="1"/>
          <p:nvPr/>
        </p:nvSpPr>
        <p:spPr>
          <a:xfrm>
            <a:off x="2767584" y="417880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63" name="Text 61"/>
          <p:cNvSpPr txBox="1"/>
          <p:nvPr/>
        </p:nvSpPr>
        <p:spPr>
          <a:xfrm>
            <a:off x="2749296"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64" name="Text 62"/>
          <p:cNvSpPr txBox="1"/>
          <p:nvPr/>
        </p:nvSpPr>
        <p:spPr>
          <a:xfrm>
            <a:off x="2767584" y="453542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65" name="Text 63"/>
          <p:cNvSpPr txBox="1"/>
          <p:nvPr/>
        </p:nvSpPr>
        <p:spPr>
          <a:xfrm>
            <a:off x="2749296"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Text 64"/>
          <p:cNvSpPr txBox="1"/>
          <p:nvPr/>
        </p:nvSpPr>
        <p:spPr>
          <a:xfrm>
            <a:off x="2767584"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67" name="Text 65"/>
          <p:cNvSpPr txBox="1"/>
          <p:nvPr/>
        </p:nvSpPr>
        <p:spPr>
          <a:xfrm>
            <a:off x="2749296"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8" name="Text 66"/>
          <p:cNvSpPr txBox="1"/>
          <p:nvPr/>
        </p:nvSpPr>
        <p:spPr>
          <a:xfrm>
            <a:off x="2767584"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2749296"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0" name="Text 68"/>
          <p:cNvSpPr txBox="1"/>
          <p:nvPr/>
        </p:nvSpPr>
        <p:spPr>
          <a:xfrm>
            <a:off x="2767584"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−4.3%</a:t>
            </a:r>
            <a:endParaRPr lang="en-US" sz="1400" dirty="0"/>
          </a:p>
        </p:txBody>
      </p:sp>
      <p:sp>
        <p:nvSpPr>
          <p:cNvPr id="71" name="Shape 69"/>
          <p:cNvSpPr/>
          <p:nvPr/>
        </p:nvSpPr>
        <p:spPr>
          <a:xfrm>
            <a:off x="4529328" y="1554480"/>
            <a:ext cx="1670304" cy="45720"/>
          </a:xfrm>
          <a:prstGeom prst="rect">
            <a:avLst/>
          </a:prstGeom>
          <a:solidFill>
            <a:srgbClr val="12A566"/>
          </a:solidFill>
          <a:ln/>
        </p:spPr>
      </p:sp>
      <p:sp>
        <p:nvSpPr>
          <p:cNvPr id="72" name="Text 70"/>
          <p:cNvSpPr txBox="1"/>
          <p:nvPr/>
        </p:nvSpPr>
        <p:spPr>
          <a:xfrm>
            <a:off x="4547616"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73" name="Text 71"/>
          <p:cNvSpPr txBox="1"/>
          <p:nvPr/>
        </p:nvSpPr>
        <p:spPr>
          <a:xfrm>
            <a:off x="4547616"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74" name="Text 72"/>
          <p:cNvSpPr txBox="1"/>
          <p:nvPr/>
        </p:nvSpPr>
        <p:spPr>
          <a:xfrm>
            <a:off x="4529328"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4547616"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+22.1%</a:t>
            </a:r>
            <a:endParaRPr lang="en-US" sz="1400" dirty="0"/>
          </a:p>
        </p:txBody>
      </p:sp>
      <p:sp>
        <p:nvSpPr>
          <p:cNvPr id="76" name="Text 74"/>
          <p:cNvSpPr txBox="1"/>
          <p:nvPr/>
        </p:nvSpPr>
        <p:spPr>
          <a:xfrm>
            <a:off x="4529328"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Text 75"/>
          <p:cNvSpPr txBox="1"/>
          <p:nvPr/>
        </p:nvSpPr>
        <p:spPr>
          <a:xfrm>
            <a:off x="4547616"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78" name="Text 76"/>
          <p:cNvSpPr txBox="1"/>
          <p:nvPr/>
        </p:nvSpPr>
        <p:spPr>
          <a:xfrm>
            <a:off x="4529328"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Text 77"/>
          <p:cNvSpPr txBox="1"/>
          <p:nvPr/>
        </p:nvSpPr>
        <p:spPr>
          <a:xfrm>
            <a:off x="4547616"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sp>
        <p:nvSpPr>
          <p:cNvPr id="80" name="Text 78"/>
          <p:cNvSpPr txBox="1"/>
          <p:nvPr/>
        </p:nvSpPr>
        <p:spPr>
          <a:xfrm>
            <a:off x="4529328"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1" name="Text 79"/>
          <p:cNvSpPr txBox="1"/>
          <p:nvPr/>
        </p:nvSpPr>
        <p:spPr>
          <a:xfrm>
            <a:off x="4547616"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82" name="Text 80"/>
          <p:cNvSpPr txBox="1"/>
          <p:nvPr/>
        </p:nvSpPr>
        <p:spPr>
          <a:xfrm>
            <a:off x="4529328"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3" name="Text 81"/>
          <p:cNvSpPr txBox="1"/>
          <p:nvPr/>
        </p:nvSpPr>
        <p:spPr>
          <a:xfrm>
            <a:off x="4547616"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+8.6%</a:t>
            </a:r>
            <a:endParaRPr lang="en-US" sz="1400" dirty="0"/>
          </a:p>
        </p:txBody>
      </p:sp>
      <p:sp>
        <p:nvSpPr>
          <p:cNvPr id="84" name="Text 82"/>
          <p:cNvSpPr txBox="1"/>
          <p:nvPr/>
        </p:nvSpPr>
        <p:spPr>
          <a:xfrm>
            <a:off x="4529328"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4547616"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p>
        </p:txBody>
      </p:sp>
      <p:sp>
        <p:nvSpPr>
          <p:cNvPr id="86" name="Text 84"/>
          <p:cNvSpPr txBox="1"/>
          <p:nvPr/>
        </p:nvSpPr>
        <p:spPr>
          <a:xfrm>
            <a:off x="4529328"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Text 85"/>
          <p:cNvSpPr txBox="1"/>
          <p:nvPr/>
        </p:nvSpPr>
        <p:spPr>
          <a:xfrm>
            <a:off x="4547616"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−9.5%</a:t>
            </a:r>
            <a:endParaRPr lang="en-US" sz="1400" dirty="0"/>
          </a:p>
        </p:txBody>
      </p:sp>
      <p:sp>
        <p:nvSpPr>
          <p:cNvPr id="88" name="Text 86"/>
          <p:cNvSpPr txBox="1"/>
          <p:nvPr/>
        </p:nvSpPr>
        <p:spPr>
          <a:xfrm>
            <a:off x="4529328"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9" name="Text 87"/>
          <p:cNvSpPr txBox="1"/>
          <p:nvPr/>
        </p:nvSpPr>
        <p:spPr>
          <a:xfrm>
            <a:off x="4547616"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−9.9%</a:t>
            </a:r>
            <a:endParaRPr lang="en-US" sz="1400" dirty="0"/>
          </a:p>
        </p:txBody>
      </p:sp>
      <p:sp>
        <p:nvSpPr>
          <p:cNvPr id="90" name="Text 88"/>
          <p:cNvSpPr txBox="1"/>
          <p:nvPr/>
        </p:nvSpPr>
        <p:spPr>
          <a:xfrm>
            <a:off x="4529328"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91" name="Text 89"/>
          <p:cNvSpPr txBox="1"/>
          <p:nvPr/>
        </p:nvSpPr>
        <p:spPr>
          <a:xfrm>
            <a:off x="4547616"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−10.6%</a:t>
            </a:r>
            <a:endParaRPr lang="en-US" sz="1400" dirty="0"/>
          </a:p>
        </p:txBody>
      </p:sp>
      <p:sp>
        <p:nvSpPr>
          <p:cNvPr id="92" name="Text 90"/>
          <p:cNvSpPr txBox="1"/>
          <p:nvPr/>
        </p:nvSpPr>
        <p:spPr>
          <a:xfrm>
            <a:off x="4529328"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4547616"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−14.0%</a:t>
            </a:r>
            <a:endParaRPr lang="en-US" sz="1400" dirty="0"/>
          </a:p>
        </p:txBody>
      </p:sp>
      <p:sp>
        <p:nvSpPr>
          <p:cNvPr id="94" name="Shape 92"/>
          <p:cNvSpPr/>
          <p:nvPr/>
        </p:nvSpPr>
        <p:spPr>
          <a:xfrm>
            <a:off x="6309360" y="1554480"/>
            <a:ext cx="1670304" cy="45720"/>
          </a:xfrm>
          <a:prstGeom prst="rect">
            <a:avLst/>
          </a:prstGeom>
          <a:solidFill>
            <a:srgbClr val="12A566"/>
          </a:solidFill>
          <a:ln/>
        </p:spPr>
      </p:sp>
      <p:sp>
        <p:nvSpPr>
          <p:cNvPr id="95" name="Text 93"/>
          <p:cNvSpPr txBox="1"/>
          <p:nvPr/>
        </p:nvSpPr>
        <p:spPr>
          <a:xfrm>
            <a:off x="6327648"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96" name="Text 94"/>
          <p:cNvSpPr txBox="1"/>
          <p:nvPr/>
        </p:nvSpPr>
        <p:spPr>
          <a:xfrm>
            <a:off x="6327648"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97" name="Text 95"/>
          <p:cNvSpPr txBox="1"/>
          <p:nvPr/>
        </p:nvSpPr>
        <p:spPr>
          <a:xfrm>
            <a:off x="6309360"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Text 96"/>
          <p:cNvSpPr txBox="1"/>
          <p:nvPr/>
        </p:nvSpPr>
        <p:spPr>
          <a:xfrm>
            <a:off x="6327648"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99" name="Text 97"/>
          <p:cNvSpPr txBox="1"/>
          <p:nvPr/>
        </p:nvSpPr>
        <p:spPr>
          <a:xfrm>
            <a:off x="6309360"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00" name="Text 98"/>
          <p:cNvSpPr txBox="1"/>
          <p:nvPr/>
        </p:nvSpPr>
        <p:spPr>
          <a:xfrm>
            <a:off x="6327648"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p>
        </p:txBody>
      </p:sp>
      <p:sp>
        <p:nvSpPr>
          <p:cNvPr id="101" name="Text 99"/>
          <p:cNvSpPr txBox="1"/>
          <p:nvPr/>
        </p:nvSpPr>
        <p:spPr>
          <a:xfrm>
            <a:off x="6309360"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Text 100"/>
          <p:cNvSpPr txBox="1"/>
          <p:nvPr/>
        </p:nvSpPr>
        <p:spPr>
          <a:xfrm>
            <a:off x="6327648"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+6.1%</a:t>
            </a:r>
            <a:endParaRPr lang="en-US" sz="1400" dirty="0"/>
          </a:p>
        </p:txBody>
      </p:sp>
      <p:sp>
        <p:nvSpPr>
          <p:cNvPr id="103" name="Text 101"/>
          <p:cNvSpPr txBox="1"/>
          <p:nvPr/>
        </p:nvSpPr>
        <p:spPr>
          <a:xfrm>
            <a:off x="6309360"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104" name="Text 102"/>
          <p:cNvSpPr txBox="1"/>
          <p:nvPr/>
        </p:nvSpPr>
        <p:spPr>
          <a:xfrm>
            <a:off x="6327648"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+5.7%</a:t>
            </a:r>
            <a:endParaRPr lang="en-US" sz="1400" dirty="0"/>
          </a:p>
        </p:txBody>
      </p:sp>
      <p:sp>
        <p:nvSpPr>
          <p:cNvPr id="105" name="Text 103"/>
          <p:cNvSpPr txBox="1"/>
          <p:nvPr/>
        </p:nvSpPr>
        <p:spPr>
          <a:xfrm>
            <a:off x="6309360"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06" name="Text 104"/>
          <p:cNvSpPr txBox="1"/>
          <p:nvPr/>
        </p:nvSpPr>
        <p:spPr>
          <a:xfrm>
            <a:off x="6327648"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+5.0%</a:t>
            </a:r>
            <a:endParaRPr lang="en-US" sz="1400" dirty="0"/>
          </a:p>
        </p:txBody>
      </p:sp>
      <p:sp>
        <p:nvSpPr>
          <p:cNvPr id="107" name="Text 105"/>
          <p:cNvSpPr txBox="1"/>
          <p:nvPr/>
        </p:nvSpPr>
        <p:spPr>
          <a:xfrm>
            <a:off x="6309360"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08" name="Text 106"/>
          <p:cNvSpPr txBox="1"/>
          <p:nvPr/>
        </p:nvSpPr>
        <p:spPr>
          <a:xfrm>
            <a:off x="6327648"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−2.0%</a:t>
            </a:r>
            <a:endParaRPr lang="en-US" sz="1400" dirty="0"/>
          </a:p>
        </p:txBody>
      </p:sp>
      <p:sp>
        <p:nvSpPr>
          <p:cNvPr id="109" name="Text 107"/>
          <p:cNvSpPr txBox="1"/>
          <p:nvPr/>
        </p:nvSpPr>
        <p:spPr>
          <a:xfrm>
            <a:off x="6309360"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0" name="Text 108"/>
          <p:cNvSpPr txBox="1"/>
          <p:nvPr/>
        </p:nvSpPr>
        <p:spPr>
          <a:xfrm>
            <a:off x="6327648"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1" name="Text 109"/>
          <p:cNvSpPr txBox="1"/>
          <p:nvPr/>
        </p:nvSpPr>
        <p:spPr>
          <a:xfrm>
            <a:off x="6309360"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2" name="Text 110"/>
          <p:cNvSpPr txBox="1"/>
          <p:nvPr/>
        </p:nvSpPr>
        <p:spPr>
          <a:xfrm>
            <a:off x="6327648"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113" name="Text 111"/>
          <p:cNvSpPr txBox="1"/>
          <p:nvPr/>
        </p:nvSpPr>
        <p:spPr>
          <a:xfrm>
            <a:off x="6309360"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114" name="Text 112"/>
          <p:cNvSpPr txBox="1"/>
          <p:nvPr/>
        </p:nvSpPr>
        <p:spPr>
          <a:xfrm>
            <a:off x="6327648"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−4.7%</a:t>
            </a:r>
            <a:endParaRPr lang="en-US" sz="1400" dirty="0"/>
          </a:p>
        </p:txBody>
      </p:sp>
      <p:sp>
        <p:nvSpPr>
          <p:cNvPr id="115" name="Text 113"/>
          <p:cNvSpPr txBox="1"/>
          <p:nvPr/>
        </p:nvSpPr>
        <p:spPr>
          <a:xfrm>
            <a:off x="6309360"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16" name="Text 114"/>
          <p:cNvSpPr txBox="1"/>
          <p:nvPr/>
        </p:nvSpPr>
        <p:spPr>
          <a:xfrm>
            <a:off x="6327648"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−14.2%</a:t>
            </a:r>
            <a:endParaRPr lang="en-US" sz="1400" dirty="0"/>
          </a:p>
        </p:txBody>
      </p:sp>
      <p:sp>
        <p:nvSpPr>
          <p:cNvPr id="117" name="Shape 115"/>
          <p:cNvSpPr/>
          <p:nvPr/>
        </p:nvSpPr>
        <p:spPr>
          <a:xfrm>
            <a:off x="8089392" y="1554480"/>
            <a:ext cx="1670304" cy="45720"/>
          </a:xfrm>
          <a:prstGeom prst="rect">
            <a:avLst/>
          </a:prstGeom>
          <a:solidFill>
            <a:srgbClr val="12A566"/>
          </a:solidFill>
          <a:ln/>
        </p:spPr>
      </p:sp>
      <p:sp>
        <p:nvSpPr>
          <p:cNvPr id="118" name="Text 116"/>
          <p:cNvSpPr txBox="1"/>
          <p:nvPr/>
        </p:nvSpPr>
        <p:spPr>
          <a:xfrm>
            <a:off x="8107680"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119" name="Text 117"/>
          <p:cNvSpPr txBox="1"/>
          <p:nvPr/>
        </p:nvSpPr>
        <p:spPr>
          <a:xfrm>
            <a:off x="8107680"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120" name="Text 118"/>
          <p:cNvSpPr txBox="1"/>
          <p:nvPr/>
        </p:nvSpPr>
        <p:spPr>
          <a:xfrm>
            <a:off x="8089392"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21" name="Text 119"/>
          <p:cNvSpPr txBox="1"/>
          <p:nvPr/>
        </p:nvSpPr>
        <p:spPr>
          <a:xfrm>
            <a:off x="8107680"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122" name="Text 120"/>
          <p:cNvSpPr txBox="1"/>
          <p:nvPr/>
        </p:nvSpPr>
        <p:spPr>
          <a:xfrm>
            <a:off x="8089392"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123" name="Text 121"/>
          <p:cNvSpPr txBox="1"/>
          <p:nvPr/>
        </p:nvSpPr>
        <p:spPr>
          <a:xfrm>
            <a:off x="8107680"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124" name="Text 122"/>
          <p:cNvSpPr txBox="1"/>
          <p:nvPr/>
        </p:nvSpPr>
        <p:spPr>
          <a:xfrm>
            <a:off x="8089392"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8107680"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+22.9%</a:t>
            </a:r>
            <a:endParaRPr lang="en-US" sz="1400" dirty="0"/>
          </a:p>
        </p:txBody>
      </p:sp>
      <p:sp>
        <p:nvSpPr>
          <p:cNvPr id="126" name="Text 124"/>
          <p:cNvSpPr txBox="1"/>
          <p:nvPr/>
        </p:nvSpPr>
        <p:spPr>
          <a:xfrm>
            <a:off x="8089392"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7" name="Text 125"/>
          <p:cNvSpPr txBox="1"/>
          <p:nvPr/>
        </p:nvSpPr>
        <p:spPr>
          <a:xfrm>
            <a:off x="8107680"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28" name="Text 126"/>
          <p:cNvSpPr txBox="1"/>
          <p:nvPr/>
        </p:nvSpPr>
        <p:spPr>
          <a:xfrm>
            <a:off x="8089392"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Text 127"/>
          <p:cNvSpPr txBox="1"/>
          <p:nvPr/>
        </p:nvSpPr>
        <p:spPr>
          <a:xfrm>
            <a:off x="8107680"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+15.0%</a:t>
            </a:r>
            <a:endParaRPr lang="en-US" sz="1400" dirty="0"/>
          </a:p>
        </p:txBody>
      </p:sp>
      <p:sp>
        <p:nvSpPr>
          <p:cNvPr id="130" name="Text 128"/>
          <p:cNvSpPr txBox="1"/>
          <p:nvPr/>
        </p:nvSpPr>
        <p:spPr>
          <a:xfrm>
            <a:off x="8089392"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1" name="Text 129"/>
          <p:cNvSpPr txBox="1"/>
          <p:nvPr/>
        </p:nvSpPr>
        <p:spPr>
          <a:xfrm>
            <a:off x="8107680"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−3.3%</a:t>
            </a:r>
            <a:endParaRPr lang="en-US" sz="1400" dirty="0"/>
          </a:p>
        </p:txBody>
      </p:sp>
      <p:sp>
        <p:nvSpPr>
          <p:cNvPr id="132" name="Text 130"/>
          <p:cNvSpPr txBox="1"/>
          <p:nvPr/>
        </p:nvSpPr>
        <p:spPr>
          <a:xfrm>
            <a:off x="8089392"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3" name="Text 131"/>
          <p:cNvSpPr txBox="1"/>
          <p:nvPr/>
        </p:nvSpPr>
        <p:spPr>
          <a:xfrm>
            <a:off x="8107680"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−3.4%</a:t>
            </a:r>
            <a:endParaRPr lang="en-US" sz="1400" dirty="0"/>
          </a:p>
        </p:txBody>
      </p:sp>
      <p:sp>
        <p:nvSpPr>
          <p:cNvPr id="134" name="Text 132"/>
          <p:cNvSpPr txBox="1"/>
          <p:nvPr/>
        </p:nvSpPr>
        <p:spPr>
          <a:xfrm>
            <a:off x="8089392"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135" name="Text 133"/>
          <p:cNvSpPr txBox="1"/>
          <p:nvPr/>
        </p:nvSpPr>
        <p:spPr>
          <a:xfrm>
            <a:off x="8107680"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−4.4%</a:t>
            </a:r>
            <a:endParaRPr lang="en-US" sz="1400" dirty="0"/>
          </a:p>
        </p:txBody>
      </p:sp>
      <p:sp>
        <p:nvSpPr>
          <p:cNvPr id="136" name="Text 134"/>
          <p:cNvSpPr txBox="1"/>
          <p:nvPr/>
        </p:nvSpPr>
        <p:spPr>
          <a:xfrm>
            <a:off x="8089392"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37" name="Text 135"/>
          <p:cNvSpPr txBox="1"/>
          <p:nvPr/>
        </p:nvSpPr>
        <p:spPr>
          <a:xfrm>
            <a:off x="8107680"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−5.6%</a:t>
            </a:r>
            <a:endParaRPr lang="en-US" sz="1400" dirty="0"/>
          </a:p>
        </p:txBody>
      </p:sp>
      <p:sp>
        <p:nvSpPr>
          <p:cNvPr id="138" name="Text 136"/>
          <p:cNvSpPr txBox="1"/>
          <p:nvPr/>
        </p:nvSpPr>
        <p:spPr>
          <a:xfrm>
            <a:off x="8089392"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9" name="Text 137"/>
          <p:cNvSpPr txBox="1"/>
          <p:nvPr/>
        </p:nvSpPr>
        <p:spPr>
          <a:xfrm>
            <a:off x="8107680"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140" name="Shape 138"/>
          <p:cNvSpPr/>
          <p:nvPr/>
        </p:nvSpPr>
        <p:spPr>
          <a:xfrm>
            <a:off x="9869424" y="1554480"/>
            <a:ext cx="1670304" cy="45720"/>
          </a:xfrm>
          <a:prstGeom prst="rect">
            <a:avLst/>
          </a:prstGeom>
          <a:solidFill>
            <a:srgbClr val="12A566"/>
          </a:solidFill>
          <a:ln/>
        </p:spPr>
      </p:sp>
      <p:sp>
        <p:nvSpPr>
          <p:cNvPr id="141" name="Text 139"/>
          <p:cNvSpPr txBox="1"/>
          <p:nvPr/>
        </p:nvSpPr>
        <p:spPr>
          <a:xfrm>
            <a:off x="9887712" y="163677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142" name="Text 140"/>
          <p:cNvSpPr txBox="1"/>
          <p:nvPr/>
        </p:nvSpPr>
        <p:spPr>
          <a:xfrm>
            <a:off x="9887712" y="185623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143" name="Text 141"/>
          <p:cNvSpPr txBox="1"/>
          <p:nvPr/>
        </p:nvSpPr>
        <p:spPr>
          <a:xfrm>
            <a:off x="9869424" y="21122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44" name="Text 142"/>
          <p:cNvSpPr txBox="1"/>
          <p:nvPr/>
        </p:nvSpPr>
        <p:spPr>
          <a:xfrm>
            <a:off x="9887712" y="2276856"/>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145" name="Text 143"/>
          <p:cNvSpPr txBox="1"/>
          <p:nvPr/>
        </p:nvSpPr>
        <p:spPr>
          <a:xfrm>
            <a:off x="9869424" y="24688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Text 144"/>
          <p:cNvSpPr txBox="1"/>
          <p:nvPr/>
        </p:nvSpPr>
        <p:spPr>
          <a:xfrm>
            <a:off x="9887712" y="2633472"/>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+4.6 pts</a:t>
            </a:r>
            <a:endParaRPr lang="en-US" sz="1400" dirty="0"/>
          </a:p>
        </p:txBody>
      </p:sp>
      <p:sp>
        <p:nvSpPr>
          <p:cNvPr id="147" name="Text 145"/>
          <p:cNvSpPr txBox="1"/>
          <p:nvPr/>
        </p:nvSpPr>
        <p:spPr>
          <a:xfrm>
            <a:off x="9869424" y="282549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48" name="Text 146"/>
          <p:cNvSpPr txBox="1"/>
          <p:nvPr/>
        </p:nvSpPr>
        <p:spPr>
          <a:xfrm>
            <a:off x="9887712" y="2990088"/>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+3.9 pts</a:t>
            </a:r>
            <a:endParaRPr lang="en-US" sz="1400" dirty="0"/>
          </a:p>
        </p:txBody>
      </p:sp>
      <p:sp>
        <p:nvSpPr>
          <p:cNvPr id="149" name="Text 147"/>
          <p:cNvSpPr txBox="1"/>
          <p:nvPr/>
        </p:nvSpPr>
        <p:spPr>
          <a:xfrm>
            <a:off x="9869424" y="318211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150" name="Text 148"/>
          <p:cNvSpPr txBox="1"/>
          <p:nvPr/>
        </p:nvSpPr>
        <p:spPr>
          <a:xfrm>
            <a:off x="9887712" y="3346704"/>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+2.9 pts</a:t>
            </a:r>
            <a:endParaRPr lang="en-US" sz="1400" dirty="0"/>
          </a:p>
        </p:txBody>
      </p:sp>
      <p:sp>
        <p:nvSpPr>
          <p:cNvPr id="151" name="Text 149"/>
          <p:cNvSpPr txBox="1"/>
          <p:nvPr/>
        </p:nvSpPr>
        <p:spPr>
          <a:xfrm>
            <a:off x="9869424" y="353872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2" name="Text 150"/>
          <p:cNvSpPr txBox="1"/>
          <p:nvPr/>
        </p:nvSpPr>
        <p:spPr>
          <a:xfrm>
            <a:off x="9887712" y="3703320"/>
            <a:ext cx="1670304" cy="17373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 pts</a:t>
            </a:r>
            <a:endParaRPr lang="en-US" sz="1400" dirty="0"/>
          </a:p>
        </p:txBody>
      </p:sp>
      <p:sp>
        <p:nvSpPr>
          <p:cNvPr id="153" name="Text 151"/>
          <p:cNvSpPr txBox="1"/>
          <p:nvPr/>
        </p:nvSpPr>
        <p:spPr>
          <a:xfrm>
            <a:off x="9869424" y="4014216"/>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154" name="Text 152"/>
          <p:cNvSpPr txBox="1"/>
          <p:nvPr/>
        </p:nvSpPr>
        <p:spPr>
          <a:xfrm>
            <a:off x="9887712" y="4178808"/>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−2.1 pts</a:t>
            </a:r>
            <a:endParaRPr lang="en-US" sz="1400" dirty="0"/>
          </a:p>
        </p:txBody>
      </p:sp>
      <p:sp>
        <p:nvSpPr>
          <p:cNvPr id="155" name="Text 153"/>
          <p:cNvSpPr txBox="1"/>
          <p:nvPr/>
        </p:nvSpPr>
        <p:spPr>
          <a:xfrm>
            <a:off x="9869424" y="4370832"/>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56" name="Text 154"/>
          <p:cNvSpPr txBox="1"/>
          <p:nvPr/>
        </p:nvSpPr>
        <p:spPr>
          <a:xfrm>
            <a:off x="9887712" y="4535424"/>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7" name="Text 155"/>
          <p:cNvSpPr txBox="1"/>
          <p:nvPr/>
        </p:nvSpPr>
        <p:spPr>
          <a:xfrm>
            <a:off x="9869424" y="4727448"/>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58" name="Text 156"/>
          <p:cNvSpPr txBox="1"/>
          <p:nvPr/>
        </p:nvSpPr>
        <p:spPr>
          <a:xfrm>
            <a:off x="9887712" y="4892040"/>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−3.1 pts</a:t>
            </a:r>
            <a:endParaRPr lang="en-US" sz="1400" dirty="0"/>
          </a:p>
        </p:txBody>
      </p:sp>
      <p:sp>
        <p:nvSpPr>
          <p:cNvPr id="159" name="Text 157"/>
          <p:cNvSpPr txBox="1"/>
          <p:nvPr/>
        </p:nvSpPr>
        <p:spPr>
          <a:xfrm>
            <a:off x="9869424" y="5084064"/>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60" name="Text 158"/>
          <p:cNvSpPr txBox="1"/>
          <p:nvPr/>
        </p:nvSpPr>
        <p:spPr>
          <a:xfrm>
            <a:off x="9887712" y="5248656"/>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−3.8 pts</a:t>
            </a:r>
            <a:endParaRPr lang="en-US" sz="1400" dirty="0"/>
          </a:p>
        </p:txBody>
      </p:sp>
      <p:sp>
        <p:nvSpPr>
          <p:cNvPr id="161" name="Text 159"/>
          <p:cNvSpPr txBox="1"/>
          <p:nvPr/>
        </p:nvSpPr>
        <p:spPr>
          <a:xfrm>
            <a:off x="9869424" y="5440680"/>
            <a:ext cx="1725168" cy="173736"/>
          </a:xfrm>
          <a:prstGeom prst="rect">
            <a:avLst/>
          </a:prstGeom>
          <a:noFill/>
          <a:ln/>
        </p:spPr>
        <p:txBody>
          <a:bodyPr wrap="squar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2" name="Text 160"/>
          <p:cNvSpPr txBox="1"/>
          <p:nvPr/>
        </p:nvSpPr>
        <p:spPr>
          <a:xfrm>
            <a:off x="9887712" y="5605272"/>
            <a:ext cx="1670304" cy="17373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−4.2 pts</a:t>
            </a:r>
            <a:endParaRPr lang="en-US" sz="1400" dirty="0"/>
          </a:p>
        </p:txBody>
      </p:sp>
      <p:sp>
        <p:nvSpPr>
          <p:cNvPr id="164" name="Shape 161"/>
          <p:cNvSpPr/>
          <p:nvPr/>
        </p:nvSpPr>
        <p:spPr>
          <a:xfrm>
            <a:off x="457200" y="6126480"/>
            <a:ext cx="11274552" cy="371856"/>
          </a:xfrm>
          <a:prstGeom prst="rect">
            <a:avLst/>
          </a:prstGeom>
          <a:solidFill>
            <a:srgbClr val="EDF4FA"/>
          </a:solidFill>
          <a:ln/>
        </p:spPr>
      </p:sp>
      <p:sp>
        <p:nvSpPr>
          <p:cNvPr id="165" name="Text 16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Top: VW St George (4 of 6).</a:t>
            </a:r>
            <a:endParaRPr lang="en-US" sz="1600" dirty="0"/>
          </a:p>
          <a:p>
            <a:pPr indent="0" marL="0">
              <a:buNone/>
            </a:pPr>
            <a:r>
              <a:rPr lang="en-US" sz="1600" b="1" dirty="0">
                <a:solidFill>
                  <a:srgbClr val="0B2C4A"/>
                </a:solidFill>
                <a:latin typeface="Inter" pitchFamily="34" charset="0"/>
                <a:ea typeface="Inter" pitchFamily="34" charset="-122"/>
                <a:cs typeface="Inter" pitchFamily="34" charset="-120"/>
              </a:rPr>
              <a:t>Bottom: Subaru St George, Honda Henderson (4 of 6).</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13232" y="1371600"/>
            <a:ext cx="594360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WE SAID · ROUNDTABLE 2024</a:t>
            </a:r>
            <a:endParaRPr lang="en-US" sz="1400" dirty="0"/>
          </a:p>
        </p:txBody>
      </p:sp>
      <p:sp>
        <p:nvSpPr>
          <p:cNvPr id="8" name="Text 6"/>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9" name="Shape 7"/>
          <p:cNvSpPr/>
          <p:nvPr/>
        </p:nvSpPr>
        <p:spPr>
          <a:xfrm>
            <a:off x="713232" y="1737360"/>
            <a:ext cx="5897880" cy="10973"/>
          </a:xfrm>
          <a:prstGeom prst="rect">
            <a:avLst/>
          </a:prstGeom>
          <a:solidFill>
            <a:srgbClr val="D9D9D9"/>
          </a:solidFill>
          <a:ln/>
        </p:spPr>
      </p:sp>
      <p:sp>
        <p:nvSpPr>
          <p:cNvPr id="10" name="Shape 8"/>
          <p:cNvSpPr/>
          <p:nvPr/>
        </p:nvSpPr>
        <p:spPr>
          <a:xfrm>
            <a:off x="7269480" y="1737360"/>
            <a:ext cx="4224528" cy="10973"/>
          </a:xfrm>
          <a:prstGeom prst="rect">
            <a:avLst/>
          </a:prstGeom>
          <a:solidFill>
            <a:srgbClr val="D9D9D9"/>
          </a:solidFill>
          <a:ln/>
        </p:spPr>
      </p:sp>
      <p:sp>
        <p:nvSpPr>
          <p:cNvPr id="11" name="Text 9"/>
          <p:cNvSpPr txBox="1"/>
          <p:nvPr/>
        </p:nvSpPr>
        <p:spPr>
          <a:xfrm>
            <a:off x="713232" y="1874520"/>
            <a:ext cx="5897880" cy="39776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2" name="Shape 10"/>
          <p:cNvSpPr/>
          <p:nvPr/>
        </p:nvSpPr>
        <p:spPr>
          <a:xfrm>
            <a:off x="7269480" y="1920240"/>
            <a:ext cx="54864" cy="1112520"/>
          </a:xfrm>
          <a:prstGeom prst="rect">
            <a:avLst/>
          </a:prstGeom>
          <a:solidFill>
            <a:srgbClr val="12A566"/>
          </a:solidFill>
          <a:ln/>
        </p:spPr>
      </p:sp>
      <p:sp>
        <p:nvSpPr>
          <p:cNvPr id="13" name="Text 11"/>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4" name="Text 12"/>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5" name="Shape 13"/>
          <p:cNvSpPr/>
          <p:nvPr/>
        </p:nvSpPr>
        <p:spPr>
          <a:xfrm>
            <a:off x="7269480" y="3261360"/>
            <a:ext cx="54864" cy="1112520"/>
          </a:xfrm>
          <a:prstGeom prst="rect">
            <a:avLst/>
          </a:prstGeom>
          <a:solidFill>
            <a:srgbClr val="C2352F"/>
          </a:solidFill>
          <a:ln/>
        </p:spPr>
      </p:sp>
      <p:sp>
        <p:nvSpPr>
          <p:cNvPr id="16" name="Text 14"/>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7" name="Text 15"/>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8" name="Shape 16"/>
          <p:cNvSpPr/>
          <p:nvPr/>
        </p:nvSpPr>
        <p:spPr>
          <a:xfrm>
            <a:off x="7269480" y="4602480"/>
            <a:ext cx="54864" cy="1112520"/>
          </a:xfrm>
          <a:prstGeom prst="rect">
            <a:avLst/>
          </a:prstGeom>
          <a:solidFill>
            <a:srgbClr val="C2352F"/>
          </a:solidFill>
          <a:ln/>
        </p:spPr>
      </p:sp>
      <p:sp>
        <p:nvSpPr>
          <p:cNvPr id="19" name="Text 17"/>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20" name="Text 18"/>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21" name="Shape 19"/>
          <p:cNvSpPr/>
          <p:nvPr/>
        </p:nvSpPr>
        <p:spPr>
          <a:xfrm>
            <a:off x="457200" y="6126480"/>
            <a:ext cx="11274552" cy="364236"/>
          </a:xfrm>
          <a:prstGeom prst="rect">
            <a:avLst/>
          </a:prstGeom>
          <a:solidFill>
            <a:srgbClr val="E6F6EE"/>
          </a:solidFill>
          <a:ln/>
        </p:spPr>
      </p:sp>
      <p:sp>
        <p:nvSpPr>
          <p:cNvPr id="22" name="Text 2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$244.12</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$235.87</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$161.80</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$179.87</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$165.96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$199.04</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$234.48</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$294.87</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$165.67</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$209.87</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$160.84</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$204.87</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$141.89</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$184.87</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$266.72</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$348.87</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$233.88</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$310.00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$180.14</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$239.87</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$168.93</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$211.26</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$153.45</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$149.70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$211.87</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$150.72</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$219.87</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$146.25</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$224.87</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$175.47</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$285.00</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$225.50</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$249.95</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$238.62</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$275.00</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$159.69</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$147.93</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$179.00</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$187.42</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$229.95</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$161.93</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$199.95</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$155.78</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$146.04</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$155.03</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$162.12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$215.37</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$142.51</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$190.00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$136.71</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$167.22</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$244.87</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$124.92</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$185.00</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$146.92</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$220.00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$139.81</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$136.12</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$399.00</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$264.87</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$199.87</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$230.00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$210.00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$215.00</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$195.00</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1376"/>
          </a:xfrm>
          <a:prstGeom prst="rect">
            <a:avLst/>
          </a:prstGeom>
          <a:solidFill>
            <a:srgbClr val="EDF4FA"/>
          </a:solidFill>
          <a:ln/>
        </p:spPr>
      </p:sp>
      <p:sp>
        <p:nvSpPr>
          <p:cNvPr id="193" name="Text 19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85800" y="1371600"/>
            <a:ext cx="237744" cy="201168"/>
          </a:xfrm>
          <a:prstGeom prst="rect">
            <a:avLst/>
          </a:prstGeom>
          <a:solidFill>
            <a:srgbClr val="C2352F"/>
          </a:solidFill>
          <a:ln/>
        </p:spPr>
      </p:sp>
      <p:sp>
        <p:nvSpPr>
          <p:cNvPr id="7" name="Text 5"/>
          <p:cNvSpPr txBox="1"/>
          <p:nvPr/>
        </p:nvSpPr>
        <p:spPr>
          <a:xfrm>
            <a:off x="101498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Store today</a:t>
            </a:r>
            <a:endParaRPr lang="en-US" sz="1500" dirty="0"/>
          </a:p>
        </p:txBody>
      </p:sp>
      <p:sp>
        <p:nvSpPr>
          <p:cNvPr id="8" name="Shape 6"/>
          <p:cNvSpPr/>
          <p:nvPr/>
        </p:nvSpPr>
        <p:spPr>
          <a:xfrm>
            <a:off x="3063240" y="1371600"/>
            <a:ext cx="237744" cy="201168"/>
          </a:xfrm>
          <a:prstGeom prst="rect">
            <a:avLst/>
          </a:prstGeom>
          <a:solidFill>
            <a:srgbClr val="12A566"/>
          </a:solidFill>
          <a:ln/>
        </p:spPr>
      </p:sp>
      <p:sp>
        <p:nvSpPr>
          <p:cNvPr id="9" name="Text 7"/>
          <p:cNvSpPr txBox="1"/>
          <p:nvPr/>
        </p:nvSpPr>
        <p:spPr>
          <a:xfrm>
            <a:off x="3392424" y="1298448"/>
            <a:ext cx="2011680" cy="347472"/>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Its best techs</a:t>
            </a:r>
            <a:endParaRPr lang="en-US" sz="1500" dirty="0"/>
          </a:p>
        </p:txBody>
      </p:sp>
      <p:sp>
        <p:nvSpPr>
          <p:cNvPr id="10" name="Text 8"/>
          <p:cNvSpPr txBox="1"/>
          <p:nvPr/>
        </p:nvSpPr>
        <p:spPr>
          <a:xfrm>
            <a:off x="6260592" y="1298448"/>
            <a:ext cx="1828800" cy="347472"/>
          </a:xfrm>
          <a:prstGeom prst="rect">
            <a:avLst/>
          </a:prstGeom>
          <a:noFill/>
          <a:ln/>
        </p:spPr>
        <p:txBody>
          <a:bodyPr wrap="square" lIns="0" tIns="0" rIns="0" bIns="0" rtlCol="0" anchor="ctr"/>
          <a:lstStyle/>
          <a:p>
            <a:pPr algn="ctr" indent="0" marL="0">
              <a:buNone/>
            </a:pPr>
            <a:r>
              <a:rPr lang="en-US" sz="1400" b="1" spc="80" kern="0" dirty="0">
                <a:solidFill>
                  <a:srgbClr val="0B2C4A"/>
                </a:solidFill>
                <a:latin typeface="Inter" pitchFamily="34" charset="0"/>
                <a:ea typeface="Inter" pitchFamily="34" charset="-122"/>
                <a:cs typeface="Inter" pitchFamily="34" charset="-120"/>
              </a:rPr>
              <a:t>TARGET 85%</a:t>
            </a:r>
            <a:endParaRPr lang="en-US" sz="1400" dirty="0"/>
          </a:p>
        </p:txBody>
      </p:sp>
      <p:sp>
        <p:nvSpPr>
          <p:cNvPr id="11" name="Text 9"/>
          <p:cNvSpPr txBox="1"/>
          <p:nvPr/>
        </p:nvSpPr>
        <p:spPr>
          <a:xfrm>
            <a:off x="685800" y="1783080"/>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 name="Shape 10"/>
          <p:cNvSpPr/>
          <p:nvPr/>
        </p:nvSpPr>
        <p:spPr>
          <a:xfrm>
            <a:off x="2926080" y="1813326"/>
            <a:ext cx="3370700" cy="108884"/>
          </a:xfrm>
          <a:prstGeom prst="rect">
            <a:avLst/>
          </a:prstGeom>
          <a:solidFill>
            <a:srgbClr val="C2352F"/>
          </a:solidFill>
          <a:ln/>
        </p:spPr>
      </p:sp>
      <p:sp>
        <p:nvSpPr>
          <p:cNvPr id="13" name="Text 11"/>
          <p:cNvSpPr txBox="1"/>
          <p:nvPr/>
        </p:nvSpPr>
        <p:spPr>
          <a:xfrm>
            <a:off x="6351644" y="176760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4" name="Shape 12"/>
          <p:cNvSpPr/>
          <p:nvPr/>
        </p:nvSpPr>
        <p:spPr>
          <a:xfrm>
            <a:off x="2926080" y="1940497"/>
            <a:ext cx="3685208" cy="108884"/>
          </a:xfrm>
          <a:prstGeom prst="rect">
            <a:avLst/>
          </a:prstGeom>
          <a:solidFill>
            <a:srgbClr val="C2352F"/>
          </a:solidFill>
          <a:ln/>
        </p:spPr>
      </p:sp>
      <p:sp>
        <p:nvSpPr>
          <p:cNvPr id="15" name="Text 13"/>
          <p:cNvSpPr txBox="1"/>
          <p:nvPr/>
        </p:nvSpPr>
        <p:spPr>
          <a:xfrm>
            <a:off x="6666152" y="189477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16" name="Text 14"/>
          <p:cNvSpPr txBox="1"/>
          <p:nvPr/>
        </p:nvSpPr>
        <p:spPr>
          <a:xfrm>
            <a:off x="685800" y="208553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 name="Shape 15"/>
          <p:cNvSpPr/>
          <p:nvPr/>
        </p:nvSpPr>
        <p:spPr>
          <a:xfrm>
            <a:off x="2926080" y="2115781"/>
            <a:ext cx="3374819" cy="108884"/>
          </a:xfrm>
          <a:prstGeom prst="rect">
            <a:avLst/>
          </a:prstGeom>
          <a:solidFill>
            <a:srgbClr val="C2352F"/>
          </a:solidFill>
          <a:ln/>
        </p:spPr>
      </p:sp>
      <p:sp>
        <p:nvSpPr>
          <p:cNvPr id="18" name="Text 16"/>
          <p:cNvSpPr txBox="1"/>
          <p:nvPr/>
        </p:nvSpPr>
        <p:spPr>
          <a:xfrm>
            <a:off x="6355763" y="2070061"/>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67%</a:t>
            </a:r>
            <a:endParaRPr lang="en-US" sz="1300" dirty="0"/>
          </a:p>
        </p:txBody>
      </p:sp>
      <p:sp>
        <p:nvSpPr>
          <p:cNvPr id="19" name="Shape 17"/>
          <p:cNvSpPr/>
          <p:nvPr/>
        </p:nvSpPr>
        <p:spPr>
          <a:xfrm>
            <a:off x="2926080" y="2242953"/>
            <a:ext cx="4893845" cy="108884"/>
          </a:xfrm>
          <a:prstGeom prst="rect">
            <a:avLst/>
          </a:prstGeom>
          <a:solidFill>
            <a:srgbClr val="12A566"/>
          </a:solidFill>
          <a:ln/>
        </p:spPr>
      </p:sp>
      <p:sp>
        <p:nvSpPr>
          <p:cNvPr id="20" name="Text 18"/>
          <p:cNvSpPr txBox="1"/>
          <p:nvPr/>
        </p:nvSpPr>
        <p:spPr>
          <a:xfrm>
            <a:off x="7874789" y="2197233"/>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685800" y="2387991"/>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2926080" y="2418236"/>
            <a:ext cx="3419949" cy="108884"/>
          </a:xfrm>
          <a:prstGeom prst="rect">
            <a:avLst/>
          </a:prstGeom>
          <a:solidFill>
            <a:srgbClr val="C2352F"/>
          </a:solidFill>
          <a:ln/>
        </p:spPr>
      </p:sp>
      <p:sp>
        <p:nvSpPr>
          <p:cNvPr id="23" name="Text 21"/>
          <p:cNvSpPr txBox="1"/>
          <p:nvPr/>
        </p:nvSpPr>
        <p:spPr>
          <a:xfrm>
            <a:off x="6400893" y="2372516"/>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68%</a:t>
            </a:r>
            <a:endParaRPr lang="en-US" sz="1300" dirty="0"/>
          </a:p>
        </p:txBody>
      </p:sp>
      <p:sp>
        <p:nvSpPr>
          <p:cNvPr id="24" name="Shape 22"/>
          <p:cNvSpPr/>
          <p:nvPr/>
        </p:nvSpPr>
        <p:spPr>
          <a:xfrm>
            <a:off x="2926080" y="2545408"/>
            <a:ext cx="4823383" cy="108884"/>
          </a:xfrm>
          <a:prstGeom prst="rect">
            <a:avLst/>
          </a:prstGeom>
          <a:solidFill>
            <a:srgbClr val="12A566"/>
          </a:solidFill>
          <a:ln/>
        </p:spPr>
      </p:sp>
      <p:sp>
        <p:nvSpPr>
          <p:cNvPr id="25" name="Text 23"/>
          <p:cNvSpPr txBox="1"/>
          <p:nvPr/>
        </p:nvSpPr>
        <p:spPr>
          <a:xfrm>
            <a:off x="7804327" y="2499688"/>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26" name="Text 24"/>
          <p:cNvSpPr txBox="1"/>
          <p:nvPr/>
        </p:nvSpPr>
        <p:spPr>
          <a:xfrm>
            <a:off x="685800" y="2690446"/>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7" name="Shape 25"/>
          <p:cNvSpPr/>
          <p:nvPr/>
        </p:nvSpPr>
        <p:spPr>
          <a:xfrm>
            <a:off x="2926080" y="2720692"/>
            <a:ext cx="3450317" cy="108884"/>
          </a:xfrm>
          <a:prstGeom prst="rect">
            <a:avLst/>
          </a:prstGeom>
          <a:solidFill>
            <a:srgbClr val="C2352F"/>
          </a:solidFill>
          <a:ln/>
        </p:spPr>
      </p:sp>
      <p:sp>
        <p:nvSpPr>
          <p:cNvPr id="28" name="Text 26"/>
          <p:cNvSpPr txBox="1"/>
          <p:nvPr/>
        </p:nvSpPr>
        <p:spPr>
          <a:xfrm>
            <a:off x="6431261" y="267497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2926080" y="2847864"/>
            <a:ext cx="6109385" cy="108884"/>
          </a:xfrm>
          <a:prstGeom prst="rect">
            <a:avLst/>
          </a:prstGeom>
          <a:solidFill>
            <a:srgbClr val="12A566"/>
          </a:solidFill>
          <a:ln/>
        </p:spPr>
      </p:sp>
      <p:sp>
        <p:nvSpPr>
          <p:cNvPr id="30" name="Text 28"/>
          <p:cNvSpPr txBox="1"/>
          <p:nvPr/>
        </p:nvSpPr>
        <p:spPr>
          <a:xfrm>
            <a:off x="9090329" y="280214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122%</a:t>
            </a:r>
            <a:endParaRPr lang="en-US" sz="1300" dirty="0"/>
          </a:p>
        </p:txBody>
      </p:sp>
      <p:sp>
        <p:nvSpPr>
          <p:cNvPr id="31" name="Text 29"/>
          <p:cNvSpPr txBox="1"/>
          <p:nvPr/>
        </p:nvSpPr>
        <p:spPr>
          <a:xfrm>
            <a:off x="685800" y="299290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2" name="Shape 30"/>
          <p:cNvSpPr/>
          <p:nvPr/>
        </p:nvSpPr>
        <p:spPr>
          <a:xfrm>
            <a:off x="2926080" y="3023147"/>
            <a:ext cx="3500688" cy="108884"/>
          </a:xfrm>
          <a:prstGeom prst="rect">
            <a:avLst/>
          </a:prstGeom>
          <a:solidFill>
            <a:srgbClr val="C2352F"/>
          </a:solidFill>
          <a:ln/>
        </p:spPr>
      </p:sp>
      <p:sp>
        <p:nvSpPr>
          <p:cNvPr id="33" name="Text 31"/>
          <p:cNvSpPr txBox="1"/>
          <p:nvPr/>
        </p:nvSpPr>
        <p:spPr>
          <a:xfrm>
            <a:off x="6481632" y="2977427"/>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70%</a:t>
            </a:r>
            <a:endParaRPr lang="en-US" sz="1300" dirty="0"/>
          </a:p>
        </p:txBody>
      </p:sp>
      <p:sp>
        <p:nvSpPr>
          <p:cNvPr id="34" name="Shape 32"/>
          <p:cNvSpPr/>
          <p:nvPr/>
        </p:nvSpPr>
        <p:spPr>
          <a:xfrm>
            <a:off x="2926080" y="3150319"/>
            <a:ext cx="3805987" cy="108884"/>
          </a:xfrm>
          <a:prstGeom prst="rect">
            <a:avLst/>
          </a:prstGeom>
          <a:solidFill>
            <a:srgbClr val="C2352F"/>
          </a:solidFill>
          <a:ln/>
        </p:spPr>
      </p:sp>
      <p:sp>
        <p:nvSpPr>
          <p:cNvPr id="35" name="Text 33"/>
          <p:cNvSpPr txBox="1"/>
          <p:nvPr/>
        </p:nvSpPr>
        <p:spPr>
          <a:xfrm>
            <a:off x="6786931" y="310459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36" name="Text 34"/>
          <p:cNvSpPr txBox="1"/>
          <p:nvPr/>
        </p:nvSpPr>
        <p:spPr>
          <a:xfrm>
            <a:off x="685800" y="3295357"/>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7" name="Shape 35"/>
          <p:cNvSpPr/>
          <p:nvPr/>
        </p:nvSpPr>
        <p:spPr>
          <a:xfrm>
            <a:off x="2926080" y="3325602"/>
            <a:ext cx="3559153" cy="108884"/>
          </a:xfrm>
          <a:prstGeom prst="rect">
            <a:avLst/>
          </a:prstGeom>
          <a:solidFill>
            <a:srgbClr val="C2352F"/>
          </a:solidFill>
          <a:ln/>
        </p:spPr>
      </p:sp>
      <p:sp>
        <p:nvSpPr>
          <p:cNvPr id="38" name="Text 36"/>
          <p:cNvSpPr txBox="1"/>
          <p:nvPr/>
        </p:nvSpPr>
        <p:spPr>
          <a:xfrm>
            <a:off x="6540097" y="3279882"/>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71%</a:t>
            </a:r>
            <a:endParaRPr lang="en-US" sz="1300" dirty="0"/>
          </a:p>
        </p:txBody>
      </p:sp>
      <p:sp>
        <p:nvSpPr>
          <p:cNvPr id="39" name="Shape 37"/>
          <p:cNvSpPr/>
          <p:nvPr/>
        </p:nvSpPr>
        <p:spPr>
          <a:xfrm>
            <a:off x="2926080" y="3452774"/>
            <a:ext cx="6444184" cy="108884"/>
          </a:xfrm>
          <a:prstGeom prst="rect">
            <a:avLst/>
          </a:prstGeom>
          <a:solidFill>
            <a:srgbClr val="12A566"/>
          </a:solidFill>
          <a:ln/>
        </p:spPr>
      </p:sp>
      <p:sp>
        <p:nvSpPr>
          <p:cNvPr id="40" name="Text 38"/>
          <p:cNvSpPr txBox="1"/>
          <p:nvPr/>
        </p:nvSpPr>
        <p:spPr>
          <a:xfrm>
            <a:off x="9425128" y="3407054"/>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128%</a:t>
            </a:r>
            <a:endParaRPr lang="en-US" sz="1300" dirty="0"/>
          </a:p>
        </p:txBody>
      </p:sp>
      <p:sp>
        <p:nvSpPr>
          <p:cNvPr id="41" name="Text 39"/>
          <p:cNvSpPr txBox="1"/>
          <p:nvPr/>
        </p:nvSpPr>
        <p:spPr>
          <a:xfrm>
            <a:off x="685800" y="3597812"/>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2" name="Shape 40"/>
          <p:cNvSpPr/>
          <p:nvPr/>
        </p:nvSpPr>
        <p:spPr>
          <a:xfrm>
            <a:off x="2926080" y="3628058"/>
            <a:ext cx="3618668" cy="108884"/>
          </a:xfrm>
          <a:prstGeom prst="rect">
            <a:avLst/>
          </a:prstGeom>
          <a:solidFill>
            <a:srgbClr val="C2352F"/>
          </a:solidFill>
          <a:ln/>
        </p:spPr>
      </p:sp>
      <p:sp>
        <p:nvSpPr>
          <p:cNvPr id="43" name="Text 41"/>
          <p:cNvSpPr txBox="1"/>
          <p:nvPr/>
        </p:nvSpPr>
        <p:spPr>
          <a:xfrm>
            <a:off x="6599612" y="3582338"/>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72%</a:t>
            </a:r>
            <a:endParaRPr lang="en-US" sz="1300" dirty="0"/>
          </a:p>
        </p:txBody>
      </p:sp>
      <p:sp>
        <p:nvSpPr>
          <p:cNvPr id="44" name="Shape 42"/>
          <p:cNvSpPr/>
          <p:nvPr/>
        </p:nvSpPr>
        <p:spPr>
          <a:xfrm>
            <a:off x="2926080" y="3755230"/>
            <a:ext cx="4448406" cy="108884"/>
          </a:xfrm>
          <a:prstGeom prst="rect">
            <a:avLst/>
          </a:prstGeom>
          <a:solidFill>
            <a:srgbClr val="12A566"/>
          </a:solidFill>
          <a:ln/>
        </p:spPr>
      </p:sp>
      <p:sp>
        <p:nvSpPr>
          <p:cNvPr id="45" name="Text 43"/>
          <p:cNvSpPr txBox="1"/>
          <p:nvPr/>
        </p:nvSpPr>
        <p:spPr>
          <a:xfrm>
            <a:off x="7429350" y="3709510"/>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88%</a:t>
            </a:r>
            <a:endParaRPr lang="en-US" sz="1300" dirty="0"/>
          </a:p>
        </p:txBody>
      </p:sp>
      <p:sp>
        <p:nvSpPr>
          <p:cNvPr id="46" name="Text 44"/>
          <p:cNvSpPr txBox="1"/>
          <p:nvPr/>
        </p:nvSpPr>
        <p:spPr>
          <a:xfrm>
            <a:off x="685800" y="390026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7" name="Shape 45"/>
          <p:cNvSpPr/>
          <p:nvPr/>
        </p:nvSpPr>
        <p:spPr>
          <a:xfrm>
            <a:off x="2926080" y="3930513"/>
            <a:ext cx="3679421" cy="108884"/>
          </a:xfrm>
          <a:prstGeom prst="rect">
            <a:avLst/>
          </a:prstGeom>
          <a:solidFill>
            <a:srgbClr val="C2352F"/>
          </a:solidFill>
          <a:ln/>
        </p:spPr>
      </p:sp>
      <p:sp>
        <p:nvSpPr>
          <p:cNvPr id="48" name="Text 46"/>
          <p:cNvSpPr txBox="1"/>
          <p:nvPr/>
        </p:nvSpPr>
        <p:spPr>
          <a:xfrm>
            <a:off x="6660365" y="3884793"/>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73%</a:t>
            </a:r>
            <a:endParaRPr lang="en-US" sz="1300" dirty="0"/>
          </a:p>
        </p:txBody>
      </p:sp>
      <p:sp>
        <p:nvSpPr>
          <p:cNvPr id="49" name="Shape 47"/>
          <p:cNvSpPr/>
          <p:nvPr/>
        </p:nvSpPr>
        <p:spPr>
          <a:xfrm>
            <a:off x="2926080" y="4057685"/>
            <a:ext cx="5186331" cy="108884"/>
          </a:xfrm>
          <a:prstGeom prst="rect">
            <a:avLst/>
          </a:prstGeom>
          <a:solidFill>
            <a:srgbClr val="12A566"/>
          </a:solidFill>
          <a:ln/>
        </p:spPr>
      </p:sp>
      <p:sp>
        <p:nvSpPr>
          <p:cNvPr id="50" name="Text 48"/>
          <p:cNvSpPr txBox="1"/>
          <p:nvPr/>
        </p:nvSpPr>
        <p:spPr>
          <a:xfrm>
            <a:off x="8167275" y="4011965"/>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103%</a:t>
            </a:r>
            <a:endParaRPr lang="en-US" sz="1300" dirty="0"/>
          </a:p>
        </p:txBody>
      </p:sp>
      <p:sp>
        <p:nvSpPr>
          <p:cNvPr id="51" name="Text 49"/>
          <p:cNvSpPr txBox="1"/>
          <p:nvPr/>
        </p:nvSpPr>
        <p:spPr>
          <a:xfrm>
            <a:off x="685800" y="4202723"/>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2" name="Shape 50"/>
          <p:cNvSpPr/>
          <p:nvPr/>
        </p:nvSpPr>
        <p:spPr>
          <a:xfrm>
            <a:off x="2926080" y="4232969"/>
            <a:ext cx="3842025" cy="108884"/>
          </a:xfrm>
          <a:prstGeom prst="rect">
            <a:avLst/>
          </a:prstGeom>
          <a:solidFill>
            <a:srgbClr val="C2352F"/>
          </a:solidFill>
          <a:ln/>
        </p:spPr>
      </p:sp>
      <p:sp>
        <p:nvSpPr>
          <p:cNvPr id="53" name="Text 51"/>
          <p:cNvSpPr txBox="1"/>
          <p:nvPr/>
        </p:nvSpPr>
        <p:spPr>
          <a:xfrm>
            <a:off x="6822969" y="418724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54" name="Shape 52"/>
          <p:cNvSpPr/>
          <p:nvPr/>
        </p:nvSpPr>
        <p:spPr>
          <a:xfrm>
            <a:off x="2926080" y="4360141"/>
            <a:ext cx="5036246" cy="108884"/>
          </a:xfrm>
          <a:prstGeom prst="rect">
            <a:avLst/>
          </a:prstGeom>
          <a:solidFill>
            <a:srgbClr val="12A566"/>
          </a:solidFill>
          <a:ln/>
        </p:spPr>
      </p:sp>
      <p:sp>
        <p:nvSpPr>
          <p:cNvPr id="55" name="Text 53"/>
          <p:cNvSpPr txBox="1"/>
          <p:nvPr/>
        </p:nvSpPr>
        <p:spPr>
          <a:xfrm>
            <a:off x="8017190" y="431442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100%</a:t>
            </a:r>
            <a:endParaRPr lang="en-US" sz="1300" dirty="0"/>
          </a:p>
        </p:txBody>
      </p:sp>
      <p:sp>
        <p:nvSpPr>
          <p:cNvPr id="56" name="Text 54"/>
          <p:cNvSpPr txBox="1"/>
          <p:nvPr/>
        </p:nvSpPr>
        <p:spPr>
          <a:xfrm>
            <a:off x="685800" y="4505178"/>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2926080" y="4535424"/>
            <a:ext cx="3926516" cy="108884"/>
          </a:xfrm>
          <a:prstGeom prst="rect">
            <a:avLst/>
          </a:prstGeom>
          <a:solidFill>
            <a:srgbClr val="C2352F"/>
          </a:solidFill>
          <a:ln/>
        </p:spPr>
      </p:sp>
      <p:sp>
        <p:nvSpPr>
          <p:cNvPr id="58" name="Text 56"/>
          <p:cNvSpPr txBox="1"/>
          <p:nvPr/>
        </p:nvSpPr>
        <p:spPr>
          <a:xfrm>
            <a:off x="6907460" y="4489704"/>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59" name="Shape 57"/>
          <p:cNvSpPr/>
          <p:nvPr/>
        </p:nvSpPr>
        <p:spPr>
          <a:xfrm>
            <a:off x="2926080" y="4662596"/>
            <a:ext cx="6544829" cy="108884"/>
          </a:xfrm>
          <a:prstGeom prst="rect">
            <a:avLst/>
          </a:prstGeom>
          <a:solidFill>
            <a:srgbClr val="12A566"/>
          </a:solidFill>
          <a:ln/>
        </p:spPr>
      </p:sp>
      <p:sp>
        <p:nvSpPr>
          <p:cNvPr id="60" name="Text 58"/>
          <p:cNvSpPr txBox="1"/>
          <p:nvPr/>
        </p:nvSpPr>
        <p:spPr>
          <a:xfrm>
            <a:off x="9525773" y="4616876"/>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61" name="Text 59"/>
          <p:cNvSpPr txBox="1"/>
          <p:nvPr/>
        </p:nvSpPr>
        <p:spPr>
          <a:xfrm>
            <a:off x="685800" y="4807634"/>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926080" y="4837879"/>
            <a:ext cx="3940323" cy="108884"/>
          </a:xfrm>
          <a:prstGeom prst="rect">
            <a:avLst/>
          </a:prstGeom>
          <a:solidFill>
            <a:srgbClr val="C2352F"/>
          </a:solidFill>
          <a:ln/>
        </p:spPr>
      </p:sp>
      <p:sp>
        <p:nvSpPr>
          <p:cNvPr id="63" name="Text 61"/>
          <p:cNvSpPr txBox="1"/>
          <p:nvPr/>
        </p:nvSpPr>
        <p:spPr>
          <a:xfrm>
            <a:off x="6921267" y="4792159"/>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78%</a:t>
            </a:r>
            <a:endParaRPr lang="en-US" sz="1300" dirty="0"/>
          </a:p>
        </p:txBody>
      </p:sp>
      <p:sp>
        <p:nvSpPr>
          <p:cNvPr id="64" name="Shape 62"/>
          <p:cNvSpPr/>
          <p:nvPr/>
        </p:nvSpPr>
        <p:spPr>
          <a:xfrm>
            <a:off x="2926080" y="4965051"/>
            <a:ext cx="5626092" cy="108884"/>
          </a:xfrm>
          <a:prstGeom prst="rect">
            <a:avLst/>
          </a:prstGeom>
          <a:solidFill>
            <a:srgbClr val="12A566"/>
          </a:solidFill>
          <a:ln/>
        </p:spPr>
      </p:sp>
      <p:sp>
        <p:nvSpPr>
          <p:cNvPr id="65" name="Text 63"/>
          <p:cNvSpPr txBox="1"/>
          <p:nvPr/>
        </p:nvSpPr>
        <p:spPr>
          <a:xfrm>
            <a:off x="8607036" y="4919331"/>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112%</a:t>
            </a:r>
            <a:endParaRPr lang="en-US" sz="1300" dirty="0"/>
          </a:p>
        </p:txBody>
      </p:sp>
      <p:sp>
        <p:nvSpPr>
          <p:cNvPr id="66" name="Text 64"/>
          <p:cNvSpPr txBox="1"/>
          <p:nvPr/>
        </p:nvSpPr>
        <p:spPr>
          <a:xfrm>
            <a:off x="685800" y="5110089"/>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2926080" y="5140335"/>
            <a:ext cx="4070292" cy="108884"/>
          </a:xfrm>
          <a:prstGeom prst="rect">
            <a:avLst/>
          </a:prstGeom>
          <a:solidFill>
            <a:srgbClr val="C2352F"/>
          </a:solidFill>
          <a:ln/>
        </p:spPr>
      </p:sp>
      <p:sp>
        <p:nvSpPr>
          <p:cNvPr id="68" name="Text 66"/>
          <p:cNvSpPr txBox="1"/>
          <p:nvPr/>
        </p:nvSpPr>
        <p:spPr>
          <a:xfrm>
            <a:off x="7051236" y="5094615"/>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81%</a:t>
            </a:r>
            <a:endParaRPr lang="en-US" sz="1300" dirty="0"/>
          </a:p>
        </p:txBody>
      </p:sp>
      <p:sp>
        <p:nvSpPr>
          <p:cNvPr id="69" name="Shape 67"/>
          <p:cNvSpPr/>
          <p:nvPr/>
        </p:nvSpPr>
        <p:spPr>
          <a:xfrm>
            <a:off x="2926080" y="5267507"/>
            <a:ext cx="4801707" cy="108884"/>
          </a:xfrm>
          <a:prstGeom prst="rect">
            <a:avLst/>
          </a:prstGeom>
          <a:solidFill>
            <a:srgbClr val="12A566"/>
          </a:solidFill>
          <a:ln/>
        </p:spPr>
      </p:sp>
      <p:sp>
        <p:nvSpPr>
          <p:cNvPr id="70" name="Text 68"/>
          <p:cNvSpPr txBox="1"/>
          <p:nvPr/>
        </p:nvSpPr>
        <p:spPr>
          <a:xfrm>
            <a:off x="7782651" y="5221787"/>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96%</a:t>
            </a:r>
            <a:endParaRPr lang="en-US" sz="1300" dirty="0"/>
          </a:p>
        </p:txBody>
      </p:sp>
      <p:sp>
        <p:nvSpPr>
          <p:cNvPr id="71" name="Text 69"/>
          <p:cNvSpPr txBox="1"/>
          <p:nvPr/>
        </p:nvSpPr>
        <p:spPr>
          <a:xfrm>
            <a:off x="685800" y="5412545"/>
            <a:ext cx="2148840" cy="30245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2" name="Shape 70"/>
          <p:cNvSpPr/>
          <p:nvPr/>
        </p:nvSpPr>
        <p:spPr>
          <a:xfrm>
            <a:off x="2926080" y="5442790"/>
            <a:ext cx="4180762" cy="108884"/>
          </a:xfrm>
          <a:prstGeom prst="rect">
            <a:avLst/>
          </a:prstGeom>
          <a:solidFill>
            <a:srgbClr val="C2352F"/>
          </a:solidFill>
          <a:ln/>
        </p:spPr>
      </p:sp>
      <p:sp>
        <p:nvSpPr>
          <p:cNvPr id="73" name="Text 71"/>
          <p:cNvSpPr txBox="1"/>
          <p:nvPr/>
        </p:nvSpPr>
        <p:spPr>
          <a:xfrm>
            <a:off x="7161706" y="5397070"/>
            <a:ext cx="731520" cy="200324"/>
          </a:xfrm>
          <a:prstGeom prst="rect">
            <a:avLst/>
          </a:prstGeom>
          <a:noFill/>
          <a:ln/>
        </p:spPr>
        <p:txBody>
          <a:bodyPr wrap="square" lIns="0" tIns="0" rIns="0" bIns="0" rtlCol="0" anchor="ctr"/>
          <a:lstStyle/>
          <a:p>
            <a:pP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74" name="Shape 72"/>
          <p:cNvSpPr/>
          <p:nvPr/>
        </p:nvSpPr>
        <p:spPr>
          <a:xfrm>
            <a:off x="2926080" y="5569962"/>
            <a:ext cx="5879396" cy="108884"/>
          </a:xfrm>
          <a:prstGeom prst="rect">
            <a:avLst/>
          </a:prstGeom>
          <a:solidFill>
            <a:srgbClr val="12A566"/>
          </a:solidFill>
          <a:ln/>
        </p:spPr>
      </p:sp>
      <p:sp>
        <p:nvSpPr>
          <p:cNvPr id="75" name="Text 73"/>
          <p:cNvSpPr txBox="1"/>
          <p:nvPr/>
        </p:nvSpPr>
        <p:spPr>
          <a:xfrm>
            <a:off x="8860340" y="5524242"/>
            <a:ext cx="731520" cy="200324"/>
          </a:xfrm>
          <a:prstGeom prst="rect">
            <a:avLst/>
          </a:prstGeom>
          <a:noFill/>
          <a:ln/>
        </p:spPr>
        <p:txBody>
          <a:bodyPr wrap="square" lIns="0" tIns="0" rIns="0" bIns="0" rtlCol="0" anchor="ctr"/>
          <a:lstStyle/>
          <a:p>
            <a:pPr indent="0" marL="0">
              <a:buNone/>
            </a:pPr>
            <a:r>
              <a:rPr lang="en-US" sz="1300" b="1" dirty="0">
                <a:solidFill>
                  <a:srgbClr val="0B7A4A"/>
                </a:solidFill>
                <a:latin typeface="Inter" pitchFamily="34" charset="0"/>
                <a:ea typeface="Inter" pitchFamily="34" charset="-122"/>
                <a:cs typeface="Inter" pitchFamily="34" charset="-120"/>
              </a:rPr>
              <a:t>117%</a:t>
            </a:r>
            <a:endParaRPr lang="en-US" sz="1300" dirty="0"/>
          </a:p>
        </p:txBody>
      </p:sp>
      <p:sp>
        <p:nvSpPr>
          <p:cNvPr id="76" name="Shape 74"/>
          <p:cNvSpPr/>
          <p:nvPr/>
        </p:nvSpPr>
        <p:spPr>
          <a:xfrm>
            <a:off x="7165848" y="1737360"/>
            <a:ext cx="18288" cy="3977640"/>
          </a:xfrm>
          <a:prstGeom prst="rect">
            <a:avLst/>
          </a:prstGeom>
          <a:solidFill>
            <a:srgbClr val="0B2C4A"/>
          </a:solidFill>
          <a:ln/>
        </p:spPr>
      </p:sp>
      <p:sp>
        <p:nvSpPr>
          <p:cNvPr id="77" name="Shape 75"/>
          <p:cNvSpPr/>
          <p:nvPr/>
        </p:nvSpPr>
        <p:spPr>
          <a:xfrm>
            <a:off x="457200" y="6126480"/>
            <a:ext cx="11274552" cy="615696"/>
          </a:xfrm>
          <a:prstGeom prst="rect">
            <a:avLst/>
          </a:prstGeom>
          <a:solidFill>
            <a:srgbClr val="EDF4FA"/>
          </a:solidFill>
          <a:ln/>
        </p:spPr>
      </p:sp>
      <p:sp>
        <p:nvSpPr>
          <p:cNvPr id="78" name="Text 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85800" y="1298448"/>
            <a:ext cx="10789920" cy="365760"/>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Each store under 85%: where the store is today, and where its best quarter of techs already runs.</a:t>
            </a:r>
            <a:endParaRPr lang="en-US" sz="1500" dirty="0"/>
          </a:p>
        </p:txBody>
      </p:sp>
      <p:sp>
        <p:nvSpPr>
          <p:cNvPr id="7" name="Shape 5"/>
          <p:cNvSpPr/>
          <p:nvPr/>
        </p:nvSpPr>
        <p:spPr>
          <a:xfrm>
            <a:off x="685800" y="1755648"/>
            <a:ext cx="2046427" cy="1261872"/>
          </a:xfrm>
          <a:prstGeom prst="rect">
            <a:avLst/>
          </a:prstGeom>
          <a:solidFill>
            <a:srgbClr val="F7F7F7"/>
          </a:solidFill>
          <a:ln/>
        </p:spPr>
      </p:sp>
      <p:sp>
        <p:nvSpPr>
          <p:cNvPr id="8" name="Shape 6"/>
          <p:cNvSpPr/>
          <p:nvPr/>
        </p:nvSpPr>
        <p:spPr>
          <a:xfrm>
            <a:off x="685800" y="1755648"/>
            <a:ext cx="64008" cy="1261872"/>
          </a:xfrm>
          <a:prstGeom prst="rect">
            <a:avLst/>
          </a:prstGeom>
          <a:solidFill>
            <a:srgbClr val="C2352F"/>
          </a:solidFill>
          <a:ln/>
        </p:spPr>
      </p:sp>
      <p:sp>
        <p:nvSpPr>
          <p:cNvPr id="9" name="Text 7"/>
          <p:cNvSpPr txBox="1"/>
          <p:nvPr/>
        </p:nvSpPr>
        <p:spPr>
          <a:xfrm>
            <a:off x="868680"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10" name="Text 8"/>
          <p:cNvSpPr txBox="1"/>
          <p:nvPr/>
        </p:nvSpPr>
        <p:spPr>
          <a:xfrm>
            <a:off x="868680"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1" name="Text 9"/>
          <p:cNvSpPr txBox="1"/>
          <p:nvPr/>
        </p:nvSpPr>
        <p:spPr>
          <a:xfrm>
            <a:off x="868680"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2" name="Text 10"/>
          <p:cNvSpPr txBox="1"/>
          <p:nvPr/>
        </p:nvSpPr>
        <p:spPr>
          <a:xfrm>
            <a:off x="175473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13" name="Text 11"/>
          <p:cNvSpPr txBox="1"/>
          <p:nvPr/>
        </p:nvSpPr>
        <p:spPr>
          <a:xfrm>
            <a:off x="175473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4" name="Text 12"/>
          <p:cNvSpPr txBox="1"/>
          <p:nvPr/>
        </p:nvSpPr>
        <p:spPr>
          <a:xfrm>
            <a:off x="1462126"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5" name="Shape 13"/>
          <p:cNvSpPr/>
          <p:nvPr/>
        </p:nvSpPr>
        <p:spPr>
          <a:xfrm>
            <a:off x="2878531" y="1755648"/>
            <a:ext cx="2046427" cy="1261872"/>
          </a:xfrm>
          <a:prstGeom prst="rect">
            <a:avLst/>
          </a:prstGeom>
          <a:solidFill>
            <a:srgbClr val="F7F7F7"/>
          </a:solidFill>
          <a:ln/>
        </p:spPr>
      </p:sp>
      <p:sp>
        <p:nvSpPr>
          <p:cNvPr id="16" name="Shape 14"/>
          <p:cNvSpPr/>
          <p:nvPr/>
        </p:nvSpPr>
        <p:spPr>
          <a:xfrm>
            <a:off x="2878531" y="1755648"/>
            <a:ext cx="64008" cy="1261872"/>
          </a:xfrm>
          <a:prstGeom prst="rect">
            <a:avLst/>
          </a:prstGeom>
          <a:solidFill>
            <a:srgbClr val="12A566"/>
          </a:solidFill>
          <a:ln/>
        </p:spPr>
      </p:sp>
      <p:sp>
        <p:nvSpPr>
          <p:cNvPr id="17" name="Text 15"/>
          <p:cNvSpPr txBox="1"/>
          <p:nvPr/>
        </p:nvSpPr>
        <p:spPr>
          <a:xfrm>
            <a:off x="3061411"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Text 16"/>
          <p:cNvSpPr txBox="1"/>
          <p:nvPr/>
        </p:nvSpPr>
        <p:spPr>
          <a:xfrm>
            <a:off x="3061411"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67%</a:t>
            </a:r>
            <a:endParaRPr lang="en-US" sz="2200" dirty="0"/>
          </a:p>
        </p:txBody>
      </p:sp>
      <p:sp>
        <p:nvSpPr>
          <p:cNvPr id="19" name="Text 17"/>
          <p:cNvSpPr txBox="1"/>
          <p:nvPr/>
        </p:nvSpPr>
        <p:spPr>
          <a:xfrm>
            <a:off x="3061411"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0" name="Text 18"/>
          <p:cNvSpPr txBox="1"/>
          <p:nvPr/>
        </p:nvSpPr>
        <p:spPr>
          <a:xfrm>
            <a:off x="3947465"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97%</a:t>
            </a:r>
            <a:endParaRPr lang="en-US" sz="2200" dirty="0"/>
          </a:p>
        </p:txBody>
      </p:sp>
      <p:sp>
        <p:nvSpPr>
          <p:cNvPr id="21" name="Text 19"/>
          <p:cNvSpPr txBox="1"/>
          <p:nvPr/>
        </p:nvSpPr>
        <p:spPr>
          <a:xfrm>
            <a:off x="394746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22" name="Text 20"/>
          <p:cNvSpPr txBox="1"/>
          <p:nvPr/>
        </p:nvSpPr>
        <p:spPr>
          <a:xfrm>
            <a:off x="3654857"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23" name="Shape 21"/>
          <p:cNvSpPr/>
          <p:nvPr/>
        </p:nvSpPr>
        <p:spPr>
          <a:xfrm>
            <a:off x="5071262" y="1755648"/>
            <a:ext cx="2046427" cy="1261872"/>
          </a:xfrm>
          <a:prstGeom prst="rect">
            <a:avLst/>
          </a:prstGeom>
          <a:solidFill>
            <a:srgbClr val="F7F7F7"/>
          </a:solidFill>
          <a:ln/>
        </p:spPr>
      </p:sp>
      <p:sp>
        <p:nvSpPr>
          <p:cNvPr id="24" name="Shape 22"/>
          <p:cNvSpPr/>
          <p:nvPr/>
        </p:nvSpPr>
        <p:spPr>
          <a:xfrm>
            <a:off x="5071262" y="1755648"/>
            <a:ext cx="64008" cy="1261872"/>
          </a:xfrm>
          <a:prstGeom prst="rect">
            <a:avLst/>
          </a:prstGeom>
          <a:solidFill>
            <a:srgbClr val="12A566"/>
          </a:solidFill>
          <a:ln/>
        </p:spPr>
      </p:sp>
      <p:sp>
        <p:nvSpPr>
          <p:cNvPr id="25" name="Text 23"/>
          <p:cNvSpPr txBox="1"/>
          <p:nvPr/>
        </p:nvSpPr>
        <p:spPr>
          <a:xfrm>
            <a:off x="5254142"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Text 24"/>
          <p:cNvSpPr txBox="1"/>
          <p:nvPr/>
        </p:nvSpPr>
        <p:spPr>
          <a:xfrm>
            <a:off x="5254142"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68%</a:t>
            </a:r>
            <a:endParaRPr lang="en-US" sz="2200" dirty="0"/>
          </a:p>
        </p:txBody>
      </p:sp>
      <p:sp>
        <p:nvSpPr>
          <p:cNvPr id="27" name="Text 25"/>
          <p:cNvSpPr txBox="1"/>
          <p:nvPr/>
        </p:nvSpPr>
        <p:spPr>
          <a:xfrm>
            <a:off x="5254142"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28" name="Text 26"/>
          <p:cNvSpPr txBox="1"/>
          <p:nvPr/>
        </p:nvSpPr>
        <p:spPr>
          <a:xfrm>
            <a:off x="6140196"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29" name="Text 27"/>
          <p:cNvSpPr txBox="1"/>
          <p:nvPr/>
        </p:nvSpPr>
        <p:spPr>
          <a:xfrm>
            <a:off x="6140196"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0" name="Text 28"/>
          <p:cNvSpPr txBox="1"/>
          <p:nvPr/>
        </p:nvSpPr>
        <p:spPr>
          <a:xfrm>
            <a:off x="5847588"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1" name="Shape 29"/>
          <p:cNvSpPr/>
          <p:nvPr/>
        </p:nvSpPr>
        <p:spPr>
          <a:xfrm>
            <a:off x="7263994" y="1755648"/>
            <a:ext cx="2046427" cy="1261872"/>
          </a:xfrm>
          <a:prstGeom prst="rect">
            <a:avLst/>
          </a:prstGeom>
          <a:solidFill>
            <a:srgbClr val="F7F7F7"/>
          </a:solidFill>
          <a:ln/>
        </p:spPr>
      </p:sp>
      <p:sp>
        <p:nvSpPr>
          <p:cNvPr id="32" name="Shape 30"/>
          <p:cNvSpPr/>
          <p:nvPr/>
        </p:nvSpPr>
        <p:spPr>
          <a:xfrm>
            <a:off x="7263994" y="1755648"/>
            <a:ext cx="64008" cy="1261872"/>
          </a:xfrm>
          <a:prstGeom prst="rect">
            <a:avLst/>
          </a:prstGeom>
          <a:solidFill>
            <a:srgbClr val="12A566"/>
          </a:solidFill>
          <a:ln/>
        </p:spPr>
      </p:sp>
      <p:sp>
        <p:nvSpPr>
          <p:cNvPr id="33" name="Text 31"/>
          <p:cNvSpPr txBox="1"/>
          <p:nvPr/>
        </p:nvSpPr>
        <p:spPr>
          <a:xfrm>
            <a:off x="7446874"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4" name="Text 32"/>
          <p:cNvSpPr txBox="1"/>
          <p:nvPr/>
        </p:nvSpPr>
        <p:spPr>
          <a:xfrm>
            <a:off x="7446874"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69%</a:t>
            </a:r>
            <a:endParaRPr lang="en-US" sz="2200" dirty="0"/>
          </a:p>
        </p:txBody>
      </p:sp>
      <p:sp>
        <p:nvSpPr>
          <p:cNvPr id="35" name="Text 33"/>
          <p:cNvSpPr txBox="1"/>
          <p:nvPr/>
        </p:nvSpPr>
        <p:spPr>
          <a:xfrm>
            <a:off x="7446874"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36" name="Text 34"/>
          <p:cNvSpPr txBox="1"/>
          <p:nvPr/>
        </p:nvSpPr>
        <p:spPr>
          <a:xfrm>
            <a:off x="8332927" y="2139696"/>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122%</a:t>
            </a:r>
            <a:endParaRPr lang="en-US" sz="2200" dirty="0"/>
          </a:p>
        </p:txBody>
      </p:sp>
      <p:sp>
        <p:nvSpPr>
          <p:cNvPr id="37" name="Text 35"/>
          <p:cNvSpPr txBox="1"/>
          <p:nvPr/>
        </p:nvSpPr>
        <p:spPr>
          <a:xfrm>
            <a:off x="8332927"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38" name="Text 36"/>
          <p:cNvSpPr txBox="1"/>
          <p:nvPr/>
        </p:nvSpPr>
        <p:spPr>
          <a:xfrm>
            <a:off x="8040319"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39" name="Shape 37"/>
          <p:cNvSpPr/>
          <p:nvPr/>
        </p:nvSpPr>
        <p:spPr>
          <a:xfrm>
            <a:off x="9456725" y="1755648"/>
            <a:ext cx="2046427" cy="1261872"/>
          </a:xfrm>
          <a:prstGeom prst="rect">
            <a:avLst/>
          </a:prstGeom>
          <a:solidFill>
            <a:srgbClr val="F7F7F7"/>
          </a:solidFill>
          <a:ln/>
        </p:spPr>
      </p:sp>
      <p:sp>
        <p:nvSpPr>
          <p:cNvPr id="40" name="Shape 38"/>
          <p:cNvSpPr/>
          <p:nvPr/>
        </p:nvSpPr>
        <p:spPr>
          <a:xfrm>
            <a:off x="9456725" y="1755648"/>
            <a:ext cx="64008" cy="1261872"/>
          </a:xfrm>
          <a:prstGeom prst="rect">
            <a:avLst/>
          </a:prstGeom>
          <a:solidFill>
            <a:srgbClr val="C2352F"/>
          </a:solidFill>
          <a:ln/>
        </p:spPr>
      </p:sp>
      <p:sp>
        <p:nvSpPr>
          <p:cNvPr id="41" name="Text 39"/>
          <p:cNvSpPr txBox="1"/>
          <p:nvPr/>
        </p:nvSpPr>
        <p:spPr>
          <a:xfrm>
            <a:off x="9639605" y="1828800"/>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2" name="Text 40"/>
          <p:cNvSpPr txBox="1"/>
          <p:nvPr/>
        </p:nvSpPr>
        <p:spPr>
          <a:xfrm>
            <a:off x="9639605"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70%</a:t>
            </a:r>
            <a:endParaRPr lang="en-US" sz="2200" dirty="0"/>
          </a:p>
        </p:txBody>
      </p:sp>
      <p:sp>
        <p:nvSpPr>
          <p:cNvPr id="43" name="Text 41"/>
          <p:cNvSpPr txBox="1"/>
          <p:nvPr/>
        </p:nvSpPr>
        <p:spPr>
          <a:xfrm>
            <a:off x="9639605"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44" name="Text 42"/>
          <p:cNvSpPr txBox="1"/>
          <p:nvPr/>
        </p:nvSpPr>
        <p:spPr>
          <a:xfrm>
            <a:off x="10525658" y="2139696"/>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45" name="Text 43"/>
          <p:cNvSpPr txBox="1"/>
          <p:nvPr/>
        </p:nvSpPr>
        <p:spPr>
          <a:xfrm>
            <a:off x="10525658" y="2642616"/>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46" name="Text 44"/>
          <p:cNvSpPr txBox="1"/>
          <p:nvPr/>
        </p:nvSpPr>
        <p:spPr>
          <a:xfrm>
            <a:off x="10233050" y="2139696"/>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47" name="Shape 45"/>
          <p:cNvSpPr/>
          <p:nvPr/>
        </p:nvSpPr>
        <p:spPr>
          <a:xfrm>
            <a:off x="685800" y="3108960"/>
            <a:ext cx="2046427" cy="1261872"/>
          </a:xfrm>
          <a:prstGeom prst="rect">
            <a:avLst/>
          </a:prstGeom>
          <a:solidFill>
            <a:srgbClr val="F7F7F7"/>
          </a:solidFill>
          <a:ln/>
        </p:spPr>
      </p:sp>
      <p:sp>
        <p:nvSpPr>
          <p:cNvPr id="48" name="Shape 46"/>
          <p:cNvSpPr/>
          <p:nvPr/>
        </p:nvSpPr>
        <p:spPr>
          <a:xfrm>
            <a:off x="685800" y="3108960"/>
            <a:ext cx="64008" cy="1261872"/>
          </a:xfrm>
          <a:prstGeom prst="rect">
            <a:avLst/>
          </a:prstGeom>
          <a:solidFill>
            <a:srgbClr val="12A566"/>
          </a:solidFill>
          <a:ln/>
        </p:spPr>
      </p:sp>
      <p:sp>
        <p:nvSpPr>
          <p:cNvPr id="49" name="Text 47"/>
          <p:cNvSpPr txBox="1"/>
          <p:nvPr/>
        </p:nvSpPr>
        <p:spPr>
          <a:xfrm>
            <a:off x="868680"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50" name="Text 48"/>
          <p:cNvSpPr txBox="1"/>
          <p:nvPr/>
        </p:nvSpPr>
        <p:spPr>
          <a:xfrm>
            <a:off x="868680"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71%</a:t>
            </a:r>
            <a:endParaRPr lang="en-US" sz="2200" dirty="0"/>
          </a:p>
        </p:txBody>
      </p:sp>
      <p:sp>
        <p:nvSpPr>
          <p:cNvPr id="51" name="Text 49"/>
          <p:cNvSpPr txBox="1"/>
          <p:nvPr/>
        </p:nvSpPr>
        <p:spPr>
          <a:xfrm>
            <a:off x="868680"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52" name="Text 50"/>
          <p:cNvSpPr txBox="1"/>
          <p:nvPr/>
        </p:nvSpPr>
        <p:spPr>
          <a:xfrm>
            <a:off x="1754734"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128%</a:t>
            </a:r>
            <a:endParaRPr lang="en-US" sz="2200" dirty="0"/>
          </a:p>
        </p:txBody>
      </p:sp>
      <p:sp>
        <p:nvSpPr>
          <p:cNvPr id="53" name="Text 51"/>
          <p:cNvSpPr txBox="1"/>
          <p:nvPr/>
        </p:nvSpPr>
        <p:spPr>
          <a:xfrm>
            <a:off x="175473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54" name="Text 52"/>
          <p:cNvSpPr txBox="1"/>
          <p:nvPr/>
        </p:nvSpPr>
        <p:spPr>
          <a:xfrm>
            <a:off x="1462126"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55" name="Shape 53"/>
          <p:cNvSpPr/>
          <p:nvPr/>
        </p:nvSpPr>
        <p:spPr>
          <a:xfrm>
            <a:off x="2878531" y="3108960"/>
            <a:ext cx="2046427" cy="1261872"/>
          </a:xfrm>
          <a:prstGeom prst="rect">
            <a:avLst/>
          </a:prstGeom>
          <a:solidFill>
            <a:srgbClr val="F7F7F7"/>
          </a:solidFill>
          <a:ln/>
        </p:spPr>
      </p:sp>
      <p:sp>
        <p:nvSpPr>
          <p:cNvPr id="56" name="Shape 54"/>
          <p:cNvSpPr/>
          <p:nvPr/>
        </p:nvSpPr>
        <p:spPr>
          <a:xfrm>
            <a:off x="2878531" y="3108960"/>
            <a:ext cx="64008" cy="1261872"/>
          </a:xfrm>
          <a:prstGeom prst="rect">
            <a:avLst/>
          </a:prstGeom>
          <a:solidFill>
            <a:srgbClr val="12A566"/>
          </a:solidFill>
          <a:ln/>
        </p:spPr>
      </p:sp>
      <p:sp>
        <p:nvSpPr>
          <p:cNvPr id="57" name="Text 55"/>
          <p:cNvSpPr txBox="1"/>
          <p:nvPr/>
        </p:nvSpPr>
        <p:spPr>
          <a:xfrm>
            <a:off x="3061411"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8" name="Text 56"/>
          <p:cNvSpPr txBox="1"/>
          <p:nvPr/>
        </p:nvSpPr>
        <p:spPr>
          <a:xfrm>
            <a:off x="3061411"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72%</a:t>
            </a:r>
            <a:endParaRPr lang="en-US" sz="2200" dirty="0"/>
          </a:p>
        </p:txBody>
      </p:sp>
      <p:sp>
        <p:nvSpPr>
          <p:cNvPr id="59" name="Text 57"/>
          <p:cNvSpPr txBox="1"/>
          <p:nvPr/>
        </p:nvSpPr>
        <p:spPr>
          <a:xfrm>
            <a:off x="3061411"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0" name="Text 58"/>
          <p:cNvSpPr txBox="1"/>
          <p:nvPr/>
        </p:nvSpPr>
        <p:spPr>
          <a:xfrm>
            <a:off x="3947465"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88%</a:t>
            </a:r>
            <a:endParaRPr lang="en-US" sz="2200" dirty="0"/>
          </a:p>
        </p:txBody>
      </p:sp>
      <p:sp>
        <p:nvSpPr>
          <p:cNvPr id="61" name="Text 59"/>
          <p:cNvSpPr txBox="1"/>
          <p:nvPr/>
        </p:nvSpPr>
        <p:spPr>
          <a:xfrm>
            <a:off x="394746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62" name="Text 60"/>
          <p:cNvSpPr txBox="1"/>
          <p:nvPr/>
        </p:nvSpPr>
        <p:spPr>
          <a:xfrm>
            <a:off x="3654857"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63" name="Shape 61"/>
          <p:cNvSpPr/>
          <p:nvPr/>
        </p:nvSpPr>
        <p:spPr>
          <a:xfrm>
            <a:off x="5071262" y="3108960"/>
            <a:ext cx="2046427" cy="1261872"/>
          </a:xfrm>
          <a:prstGeom prst="rect">
            <a:avLst/>
          </a:prstGeom>
          <a:solidFill>
            <a:srgbClr val="F7F7F7"/>
          </a:solidFill>
          <a:ln/>
        </p:spPr>
      </p:sp>
      <p:sp>
        <p:nvSpPr>
          <p:cNvPr id="64" name="Shape 62"/>
          <p:cNvSpPr/>
          <p:nvPr/>
        </p:nvSpPr>
        <p:spPr>
          <a:xfrm>
            <a:off x="5071262" y="3108960"/>
            <a:ext cx="64008" cy="1261872"/>
          </a:xfrm>
          <a:prstGeom prst="rect">
            <a:avLst/>
          </a:prstGeom>
          <a:solidFill>
            <a:srgbClr val="12A566"/>
          </a:solidFill>
          <a:ln/>
        </p:spPr>
      </p:sp>
      <p:sp>
        <p:nvSpPr>
          <p:cNvPr id="65" name="Text 63"/>
          <p:cNvSpPr txBox="1"/>
          <p:nvPr/>
        </p:nvSpPr>
        <p:spPr>
          <a:xfrm>
            <a:off x="5254142"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6" name="Text 64"/>
          <p:cNvSpPr txBox="1"/>
          <p:nvPr/>
        </p:nvSpPr>
        <p:spPr>
          <a:xfrm>
            <a:off x="5254142"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73%</a:t>
            </a:r>
            <a:endParaRPr lang="en-US" sz="2200" dirty="0"/>
          </a:p>
        </p:txBody>
      </p:sp>
      <p:sp>
        <p:nvSpPr>
          <p:cNvPr id="67" name="Text 65"/>
          <p:cNvSpPr txBox="1"/>
          <p:nvPr/>
        </p:nvSpPr>
        <p:spPr>
          <a:xfrm>
            <a:off x="5254142"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68" name="Text 66"/>
          <p:cNvSpPr txBox="1"/>
          <p:nvPr/>
        </p:nvSpPr>
        <p:spPr>
          <a:xfrm>
            <a:off x="6140196"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103%</a:t>
            </a:r>
            <a:endParaRPr lang="en-US" sz="2200" dirty="0"/>
          </a:p>
        </p:txBody>
      </p:sp>
      <p:sp>
        <p:nvSpPr>
          <p:cNvPr id="69" name="Text 67"/>
          <p:cNvSpPr txBox="1"/>
          <p:nvPr/>
        </p:nvSpPr>
        <p:spPr>
          <a:xfrm>
            <a:off x="6140196"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0" name="Text 68"/>
          <p:cNvSpPr txBox="1"/>
          <p:nvPr/>
        </p:nvSpPr>
        <p:spPr>
          <a:xfrm>
            <a:off x="5847588"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1" name="Shape 69"/>
          <p:cNvSpPr/>
          <p:nvPr/>
        </p:nvSpPr>
        <p:spPr>
          <a:xfrm>
            <a:off x="7263994" y="3108960"/>
            <a:ext cx="2046427" cy="1261872"/>
          </a:xfrm>
          <a:prstGeom prst="rect">
            <a:avLst/>
          </a:prstGeom>
          <a:solidFill>
            <a:srgbClr val="F7F7F7"/>
          </a:solidFill>
          <a:ln/>
        </p:spPr>
      </p:sp>
      <p:sp>
        <p:nvSpPr>
          <p:cNvPr id="72" name="Shape 70"/>
          <p:cNvSpPr/>
          <p:nvPr/>
        </p:nvSpPr>
        <p:spPr>
          <a:xfrm>
            <a:off x="7263994" y="3108960"/>
            <a:ext cx="64008" cy="1261872"/>
          </a:xfrm>
          <a:prstGeom prst="rect">
            <a:avLst/>
          </a:prstGeom>
          <a:solidFill>
            <a:srgbClr val="12A566"/>
          </a:solidFill>
          <a:ln/>
        </p:spPr>
      </p:sp>
      <p:sp>
        <p:nvSpPr>
          <p:cNvPr id="73" name="Text 71"/>
          <p:cNvSpPr txBox="1"/>
          <p:nvPr/>
        </p:nvSpPr>
        <p:spPr>
          <a:xfrm>
            <a:off x="7446874"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4" name="Text 72"/>
          <p:cNvSpPr txBox="1"/>
          <p:nvPr/>
        </p:nvSpPr>
        <p:spPr>
          <a:xfrm>
            <a:off x="7446874"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76%</a:t>
            </a:r>
            <a:endParaRPr lang="en-US" sz="2200" dirty="0"/>
          </a:p>
        </p:txBody>
      </p:sp>
      <p:sp>
        <p:nvSpPr>
          <p:cNvPr id="75" name="Text 73"/>
          <p:cNvSpPr txBox="1"/>
          <p:nvPr/>
        </p:nvSpPr>
        <p:spPr>
          <a:xfrm>
            <a:off x="7446874"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76" name="Text 74"/>
          <p:cNvSpPr txBox="1"/>
          <p:nvPr/>
        </p:nvSpPr>
        <p:spPr>
          <a:xfrm>
            <a:off x="8332927"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100%</a:t>
            </a:r>
            <a:endParaRPr lang="en-US" sz="2200" dirty="0"/>
          </a:p>
        </p:txBody>
      </p:sp>
      <p:sp>
        <p:nvSpPr>
          <p:cNvPr id="77" name="Text 75"/>
          <p:cNvSpPr txBox="1"/>
          <p:nvPr/>
        </p:nvSpPr>
        <p:spPr>
          <a:xfrm>
            <a:off x="8332927"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78" name="Text 76"/>
          <p:cNvSpPr txBox="1"/>
          <p:nvPr/>
        </p:nvSpPr>
        <p:spPr>
          <a:xfrm>
            <a:off x="8040319"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79" name="Shape 77"/>
          <p:cNvSpPr/>
          <p:nvPr/>
        </p:nvSpPr>
        <p:spPr>
          <a:xfrm>
            <a:off x="9456725" y="3108960"/>
            <a:ext cx="2046427" cy="1261872"/>
          </a:xfrm>
          <a:prstGeom prst="rect">
            <a:avLst/>
          </a:prstGeom>
          <a:solidFill>
            <a:srgbClr val="F7F7F7"/>
          </a:solidFill>
          <a:ln/>
        </p:spPr>
      </p:sp>
      <p:sp>
        <p:nvSpPr>
          <p:cNvPr id="80" name="Shape 78"/>
          <p:cNvSpPr/>
          <p:nvPr/>
        </p:nvSpPr>
        <p:spPr>
          <a:xfrm>
            <a:off x="9456725" y="3108960"/>
            <a:ext cx="64008" cy="1261872"/>
          </a:xfrm>
          <a:prstGeom prst="rect">
            <a:avLst/>
          </a:prstGeom>
          <a:solidFill>
            <a:srgbClr val="12A566"/>
          </a:solidFill>
          <a:ln/>
        </p:spPr>
      </p:sp>
      <p:sp>
        <p:nvSpPr>
          <p:cNvPr id="81" name="Text 79"/>
          <p:cNvSpPr txBox="1"/>
          <p:nvPr/>
        </p:nvSpPr>
        <p:spPr>
          <a:xfrm>
            <a:off x="9639605" y="3182112"/>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Text 80"/>
          <p:cNvSpPr txBox="1"/>
          <p:nvPr/>
        </p:nvSpPr>
        <p:spPr>
          <a:xfrm>
            <a:off x="9639605" y="3493008"/>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83" name="Text 81"/>
          <p:cNvSpPr txBox="1"/>
          <p:nvPr/>
        </p:nvSpPr>
        <p:spPr>
          <a:xfrm>
            <a:off x="9639605"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84" name="Text 82"/>
          <p:cNvSpPr txBox="1"/>
          <p:nvPr/>
        </p:nvSpPr>
        <p:spPr>
          <a:xfrm>
            <a:off x="10525658" y="3493008"/>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130%</a:t>
            </a:r>
            <a:endParaRPr lang="en-US" sz="2200" dirty="0"/>
          </a:p>
        </p:txBody>
      </p:sp>
      <p:sp>
        <p:nvSpPr>
          <p:cNvPr id="85" name="Text 83"/>
          <p:cNvSpPr txBox="1"/>
          <p:nvPr/>
        </p:nvSpPr>
        <p:spPr>
          <a:xfrm>
            <a:off x="10525658" y="3995928"/>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86" name="Text 84"/>
          <p:cNvSpPr txBox="1"/>
          <p:nvPr/>
        </p:nvSpPr>
        <p:spPr>
          <a:xfrm>
            <a:off x="10233050" y="3493008"/>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87" name="Shape 85"/>
          <p:cNvSpPr/>
          <p:nvPr/>
        </p:nvSpPr>
        <p:spPr>
          <a:xfrm>
            <a:off x="685800" y="4462272"/>
            <a:ext cx="2046427" cy="1261872"/>
          </a:xfrm>
          <a:prstGeom prst="rect">
            <a:avLst/>
          </a:prstGeom>
          <a:solidFill>
            <a:srgbClr val="F7F7F7"/>
          </a:solidFill>
          <a:ln/>
        </p:spPr>
      </p:sp>
      <p:sp>
        <p:nvSpPr>
          <p:cNvPr id="88" name="Shape 86"/>
          <p:cNvSpPr/>
          <p:nvPr/>
        </p:nvSpPr>
        <p:spPr>
          <a:xfrm>
            <a:off x="685800" y="4462272"/>
            <a:ext cx="64008" cy="1261872"/>
          </a:xfrm>
          <a:prstGeom prst="rect">
            <a:avLst/>
          </a:prstGeom>
          <a:solidFill>
            <a:srgbClr val="12A566"/>
          </a:solidFill>
          <a:ln/>
        </p:spPr>
      </p:sp>
      <p:sp>
        <p:nvSpPr>
          <p:cNvPr id="89" name="Text 87"/>
          <p:cNvSpPr txBox="1"/>
          <p:nvPr/>
        </p:nvSpPr>
        <p:spPr>
          <a:xfrm>
            <a:off x="868680"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0" name="Text 88"/>
          <p:cNvSpPr txBox="1"/>
          <p:nvPr/>
        </p:nvSpPr>
        <p:spPr>
          <a:xfrm>
            <a:off x="868680"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78%</a:t>
            </a:r>
            <a:endParaRPr lang="en-US" sz="2200" dirty="0"/>
          </a:p>
        </p:txBody>
      </p:sp>
      <p:sp>
        <p:nvSpPr>
          <p:cNvPr id="91" name="Text 89"/>
          <p:cNvSpPr txBox="1"/>
          <p:nvPr/>
        </p:nvSpPr>
        <p:spPr>
          <a:xfrm>
            <a:off x="868680"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92" name="Text 90"/>
          <p:cNvSpPr txBox="1"/>
          <p:nvPr/>
        </p:nvSpPr>
        <p:spPr>
          <a:xfrm>
            <a:off x="1754734"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112%</a:t>
            </a:r>
            <a:endParaRPr lang="en-US" sz="2200" dirty="0"/>
          </a:p>
        </p:txBody>
      </p:sp>
      <p:sp>
        <p:nvSpPr>
          <p:cNvPr id="93" name="Text 91"/>
          <p:cNvSpPr txBox="1"/>
          <p:nvPr/>
        </p:nvSpPr>
        <p:spPr>
          <a:xfrm>
            <a:off x="1754734"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94" name="Text 92"/>
          <p:cNvSpPr txBox="1"/>
          <p:nvPr/>
        </p:nvSpPr>
        <p:spPr>
          <a:xfrm>
            <a:off x="1462126"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95" name="Shape 93"/>
          <p:cNvSpPr/>
          <p:nvPr/>
        </p:nvSpPr>
        <p:spPr>
          <a:xfrm>
            <a:off x="2878531" y="4462272"/>
            <a:ext cx="2046427" cy="1261872"/>
          </a:xfrm>
          <a:prstGeom prst="rect">
            <a:avLst/>
          </a:prstGeom>
          <a:solidFill>
            <a:srgbClr val="F7F7F7"/>
          </a:solidFill>
          <a:ln/>
        </p:spPr>
      </p:sp>
      <p:sp>
        <p:nvSpPr>
          <p:cNvPr id="96" name="Shape 94"/>
          <p:cNvSpPr/>
          <p:nvPr/>
        </p:nvSpPr>
        <p:spPr>
          <a:xfrm>
            <a:off x="2878531" y="4462272"/>
            <a:ext cx="64008" cy="1261872"/>
          </a:xfrm>
          <a:prstGeom prst="rect">
            <a:avLst/>
          </a:prstGeom>
          <a:solidFill>
            <a:srgbClr val="12A566"/>
          </a:solidFill>
          <a:ln/>
        </p:spPr>
      </p:sp>
      <p:sp>
        <p:nvSpPr>
          <p:cNvPr id="97" name="Text 95"/>
          <p:cNvSpPr txBox="1"/>
          <p:nvPr/>
        </p:nvSpPr>
        <p:spPr>
          <a:xfrm>
            <a:off x="3061411"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8" name="Text 96"/>
          <p:cNvSpPr txBox="1"/>
          <p:nvPr/>
        </p:nvSpPr>
        <p:spPr>
          <a:xfrm>
            <a:off x="3061411"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81%</a:t>
            </a:r>
            <a:endParaRPr lang="en-US" sz="2200" dirty="0"/>
          </a:p>
        </p:txBody>
      </p:sp>
      <p:sp>
        <p:nvSpPr>
          <p:cNvPr id="99" name="Text 97"/>
          <p:cNvSpPr txBox="1"/>
          <p:nvPr/>
        </p:nvSpPr>
        <p:spPr>
          <a:xfrm>
            <a:off x="3061411"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0" name="Text 98"/>
          <p:cNvSpPr txBox="1"/>
          <p:nvPr/>
        </p:nvSpPr>
        <p:spPr>
          <a:xfrm>
            <a:off x="3947465"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96%</a:t>
            </a:r>
            <a:endParaRPr lang="en-US" sz="2200" dirty="0"/>
          </a:p>
        </p:txBody>
      </p:sp>
      <p:sp>
        <p:nvSpPr>
          <p:cNvPr id="101" name="Text 99"/>
          <p:cNvSpPr txBox="1"/>
          <p:nvPr/>
        </p:nvSpPr>
        <p:spPr>
          <a:xfrm>
            <a:off x="3947465"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02" name="Text 100"/>
          <p:cNvSpPr txBox="1"/>
          <p:nvPr/>
        </p:nvSpPr>
        <p:spPr>
          <a:xfrm>
            <a:off x="3654857"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03" name="Shape 101"/>
          <p:cNvSpPr/>
          <p:nvPr/>
        </p:nvSpPr>
        <p:spPr>
          <a:xfrm>
            <a:off x="5071262" y="4462272"/>
            <a:ext cx="2046427" cy="1261872"/>
          </a:xfrm>
          <a:prstGeom prst="rect">
            <a:avLst/>
          </a:prstGeom>
          <a:solidFill>
            <a:srgbClr val="F7F7F7"/>
          </a:solidFill>
          <a:ln/>
        </p:spPr>
      </p:sp>
      <p:sp>
        <p:nvSpPr>
          <p:cNvPr id="104" name="Shape 102"/>
          <p:cNvSpPr/>
          <p:nvPr/>
        </p:nvSpPr>
        <p:spPr>
          <a:xfrm>
            <a:off x="5071262" y="4462272"/>
            <a:ext cx="64008" cy="1261872"/>
          </a:xfrm>
          <a:prstGeom prst="rect">
            <a:avLst/>
          </a:prstGeom>
          <a:solidFill>
            <a:srgbClr val="12A566"/>
          </a:solidFill>
          <a:ln/>
        </p:spPr>
      </p:sp>
      <p:sp>
        <p:nvSpPr>
          <p:cNvPr id="105" name="Text 103"/>
          <p:cNvSpPr txBox="1"/>
          <p:nvPr/>
        </p:nvSpPr>
        <p:spPr>
          <a:xfrm>
            <a:off x="5254142" y="4535424"/>
            <a:ext cx="1817827" cy="310896"/>
          </a:xfrm>
          <a:prstGeom prst="rect">
            <a:avLst/>
          </a:prstGeom>
          <a:noFill/>
          <a:ln/>
        </p:spPr>
        <p:txBody>
          <a:bodyPr wrap="none" lIns="0" tIns="0" rIns="0" bIns="0" rtlCol="0" anchor="ctr">
            <a:normAutofit/>
          </a:bodyPr>
          <a:lstStyle/>
          <a:p>
            <a:pPr indent="0" marL="0">
              <a:buNone/>
            </a:pPr>
            <a:r>
              <a:rPr lang="en-US" sz="1300" b="1"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6" name="Text 104"/>
          <p:cNvSpPr txBox="1"/>
          <p:nvPr/>
        </p:nvSpPr>
        <p:spPr>
          <a:xfrm>
            <a:off x="5254142" y="4846320"/>
            <a:ext cx="886054" cy="502920"/>
          </a:xfrm>
          <a:prstGeom prst="rect">
            <a:avLst/>
          </a:prstGeom>
          <a:noFill/>
          <a:ln/>
        </p:spPr>
        <p:txBody>
          <a:bodyPr wrap="non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83%</a:t>
            </a:r>
            <a:endParaRPr lang="en-US" sz="2200" dirty="0"/>
          </a:p>
        </p:txBody>
      </p:sp>
      <p:sp>
        <p:nvSpPr>
          <p:cNvPr id="107" name="Text 105"/>
          <p:cNvSpPr txBox="1"/>
          <p:nvPr/>
        </p:nvSpPr>
        <p:spPr>
          <a:xfrm>
            <a:off x="5254142"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today</a:t>
            </a:r>
            <a:endParaRPr lang="en-US" sz="1300" dirty="0"/>
          </a:p>
        </p:txBody>
      </p:sp>
      <p:sp>
        <p:nvSpPr>
          <p:cNvPr id="108" name="Text 106"/>
          <p:cNvSpPr txBox="1"/>
          <p:nvPr/>
        </p:nvSpPr>
        <p:spPr>
          <a:xfrm>
            <a:off x="6140196" y="4846320"/>
            <a:ext cx="886054" cy="502920"/>
          </a:xfrm>
          <a:prstGeom prst="rect">
            <a:avLst/>
          </a:prstGeom>
          <a:noFill/>
          <a:ln/>
        </p:spPr>
        <p:txBody>
          <a:bodyPr wrap="none" lIns="0" tIns="0" rIns="0" bIns="0" rtlCol="0" anchor="ctr"/>
          <a:lstStyle/>
          <a:p>
            <a:pPr indent="0" marL="0">
              <a:buNone/>
            </a:pPr>
            <a:r>
              <a:rPr lang="en-US" sz="2200" b="1" dirty="0">
                <a:solidFill>
                  <a:srgbClr val="0B7A4A"/>
                </a:solidFill>
                <a:latin typeface="Inter" pitchFamily="34" charset="0"/>
                <a:ea typeface="Inter" pitchFamily="34" charset="-122"/>
                <a:cs typeface="Inter" pitchFamily="34" charset="-120"/>
              </a:rPr>
              <a:t>117%</a:t>
            </a:r>
            <a:endParaRPr lang="en-US" sz="2200" dirty="0"/>
          </a:p>
        </p:txBody>
      </p:sp>
      <p:sp>
        <p:nvSpPr>
          <p:cNvPr id="109" name="Text 107"/>
          <p:cNvSpPr txBox="1"/>
          <p:nvPr/>
        </p:nvSpPr>
        <p:spPr>
          <a:xfrm>
            <a:off x="6140196" y="5349240"/>
            <a:ext cx="886054" cy="29260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best techs</a:t>
            </a:r>
            <a:endParaRPr lang="en-US" sz="1300" dirty="0"/>
          </a:p>
        </p:txBody>
      </p:sp>
      <p:sp>
        <p:nvSpPr>
          <p:cNvPr id="110" name="Text 108"/>
          <p:cNvSpPr txBox="1"/>
          <p:nvPr/>
        </p:nvSpPr>
        <p:spPr>
          <a:xfrm>
            <a:off x="5847588" y="4846320"/>
            <a:ext cx="274320" cy="502920"/>
          </a:xfrm>
          <a:prstGeom prst="rect">
            <a:avLst/>
          </a:prstGeom>
          <a:noFill/>
          <a:ln/>
        </p:spPr>
        <p:txBody>
          <a:bodyPr wrap="square" lIns="0" tIns="0" rIns="0" bIns="0" rtlCol="0" anchor="ctr"/>
          <a:lstStyle/>
          <a:p>
            <a:pPr indent="0" marL="0">
              <a:buNone/>
            </a:pPr>
            <a:r>
              <a:rPr lang="en-US" sz="1800" dirty="0">
                <a:solidFill>
                  <a:srgbClr val="9AA3AD"/>
                </a:solidFill>
                <a:latin typeface="Inter" pitchFamily="34" charset="0"/>
                <a:ea typeface="Inter" pitchFamily="34" charset="-122"/>
                <a:cs typeface="Inter" pitchFamily="34" charset="-120"/>
              </a:rPr>
              <a:t>→</a:t>
            </a:r>
            <a:endParaRPr lang="en-US" sz="1800" dirty="0"/>
          </a:p>
        </p:txBody>
      </p:sp>
      <p:sp>
        <p:nvSpPr>
          <p:cNvPr id="111" name="Shape 109"/>
          <p:cNvSpPr/>
          <p:nvPr/>
        </p:nvSpPr>
        <p:spPr>
          <a:xfrm>
            <a:off x="457200" y="6126480"/>
            <a:ext cx="11274552" cy="615696"/>
          </a:xfrm>
          <a:prstGeom prst="rect">
            <a:avLst/>
          </a:prstGeom>
          <a:solidFill>
            <a:srgbClr val="EDF4FA"/>
          </a:solidFill>
          <a:ln/>
        </p:spPr>
      </p:sp>
      <p:sp>
        <p:nvSpPr>
          <p:cNvPr id="112" name="Text 1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2026-10-21T21:15:07Z</dcterms:created>
  <dcterms:modified xsi:type="dcterms:W3CDTF">2026-10-21T21:15:07Z</dcterms:modified>
</cp:coreProperties>
</file>