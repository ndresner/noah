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261" r:id="rId7"/>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262" r:id="rId8"/>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263" r:id="rId9"/>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264" r:id="rId10"/>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265" r:id="rId11"/>
    <p:sldId id="424" r:id="rId175"/>
    <p:sldId id="425" r:id="rId176"/>
    <p:sldId id="426" r:id="rId177"/>
    <p:sldId id="427" r:id="rId178"/>
    <p:sldId id="428" r:id="rId179"/>
    <p:sldId id="429" r:id="rId180"/>
    <p:sldId id="266" r:id="rId12"/>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Customer Pay section, after Pricing Strategy and before the pay type slides (moved from Labor Mix, Oct 23).</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end of the Internal section (renamed from Labor Mix, Oct 23; Noah may move it).</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chart" Target="../charts/chart129.xml"/><Relationship Id="rId5" Type="http://schemas.openxmlformats.org/officeDocument/2006/relationships/chart" Target="../charts/chart130.xml"/><Relationship Id="rId6"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 then tracking and accountability.</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   ·   Tracking</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 grid prices longer repair jobs higher</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2026-10-23T19:22:43Z</dcterms:created>
  <dcterms:modified xsi:type="dcterms:W3CDTF">2026-10-23T19:22:43Z</dcterms:modified>
</cp:coreProperties>
</file>