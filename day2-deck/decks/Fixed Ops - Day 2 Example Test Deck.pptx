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262" r:id="rId8"/>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264" r:id="rId10"/>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5.xml"/><Relationship Id="rId3" Type="http://schemas.openxmlformats.org/officeDocument/2006/relationships/chart" Target="../charts/chart116.xml"/><Relationship Id="rId4" Type="http://schemas.openxmlformats.org/officeDocument/2006/relationships/chart" Target="../charts/chart117.xml"/><Relationship Id="rId5" Type="http://schemas.openxmlformats.org/officeDocument/2006/relationships/chart" Target="../charts/chart118.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chart" Target="../charts/chart147.xml"/><Relationship Id="rId9" Type="http://schemas.openxmlformats.org/officeDocument/2006/relationships/chart" Target="../charts/chart148.xml"/><Relationship Id="rId10" Type="http://schemas.openxmlformats.org/officeDocument/2006/relationships/chart" Target="../charts/chart149.xml"/><Relationship Id="rId11" Type="http://schemas.openxmlformats.org/officeDocument/2006/relationships/chart" Target="../charts/chart150.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1.xml"/><Relationship Id="rId3" Type="http://schemas.openxmlformats.org/officeDocument/2006/relationships/chart" Target="../charts/chart152.xml"/><Relationship Id="rId4" Type="http://schemas.openxmlformats.org/officeDocument/2006/relationships/chart" Target="../charts/chart153.xml"/><Relationship Id="rId5" Type="http://schemas.openxmlformats.org/officeDocument/2006/relationships/chart" Target="../charts/chart154.xml"/><Relationship Id="rId6" Type="http://schemas.openxmlformats.org/officeDocument/2006/relationships/chart" Target="../charts/chart155.xml"/><Relationship Id="rId7" Type="http://schemas.openxmlformats.org/officeDocument/2006/relationships/chart" Target="../charts/chart156.xml"/><Relationship Id="rId8" Type="http://schemas.openxmlformats.org/officeDocument/2006/relationships/chart" Target="../charts/chart157.xml"/><Relationship Id="rId9" Type="http://schemas.openxmlformats.org/officeDocument/2006/relationships/chart" Target="../charts/chart158.xml"/><Relationship Id="rId10" Type="http://schemas.openxmlformats.org/officeDocument/2006/relationships/chart" Target="../charts/chart159.xml"/><Relationship Id="rId11" Type="http://schemas.openxmlformats.org/officeDocument/2006/relationships/chart" Target="../charts/chart160.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chart" Target="../charts/chart175.xml"/><Relationship Id="rId7" Type="http://schemas.openxmlformats.org/officeDocument/2006/relationships/chart" Target="../charts/chart176.xml"/><Relationship Id="rId8" Type="http://schemas.openxmlformats.org/officeDocument/2006/relationships/chart" Target="../charts/chart177.xml"/><Relationship Id="rId9" Type="http://schemas.openxmlformats.org/officeDocument/2006/relationships/chart" Target="../charts/chart178.xml"/><Relationship Id="rId10" Type="http://schemas.openxmlformats.org/officeDocument/2006/relationships/chart" Target="../charts/chart179.xml"/><Relationship Id="rId11" Type="http://schemas.openxmlformats.org/officeDocument/2006/relationships/chart" Target="../charts/chart180.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chart" Target="../charts/chart186.xml"/><Relationship Id="rId8" Type="http://schemas.openxmlformats.org/officeDocument/2006/relationships/chart" Target="../charts/chart187.xml"/><Relationship Id="rId9" Type="http://schemas.openxmlformats.org/officeDocument/2006/relationships/chart" Target="../charts/chart188.xml"/><Relationship Id="rId10" Type="http://schemas.openxmlformats.org/officeDocument/2006/relationships/chart" Target="../charts/chart189.xml"/><Relationship Id="rId11" Type="http://schemas.openxmlformats.org/officeDocument/2006/relationships/chart" Target="../charts/chart190.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chart" Target="../charts/chart197.xml"/><Relationship Id="rId9" Type="http://schemas.openxmlformats.org/officeDocument/2006/relationships/chart" Target="../charts/chart198.xml"/><Relationship Id="rId10" Type="http://schemas.openxmlformats.org/officeDocument/2006/relationships/chart" Target="../charts/chart199.xml"/><Relationship Id="rId11" Type="http://schemas.openxmlformats.org/officeDocument/2006/relationships/chart" Target="../charts/chart200.xml"/><Relationship Id="rId1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chart" Target="../charts/chart202.xml"/><Relationship Id="rId4" Type="http://schemas.openxmlformats.org/officeDocument/2006/relationships/chart" Target="../charts/chart203.xml"/><Relationship Id="rId5" Type="http://schemas.openxmlformats.org/officeDocument/2006/relationships/chart" Target="../charts/chart204.xml"/><Relationship Id="rId6" Type="http://schemas.openxmlformats.org/officeDocument/2006/relationships/chart" Target="../charts/chart205.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chart" Target="../charts/chart212.xml"/><Relationship Id="rId4" Type="http://schemas.openxmlformats.org/officeDocument/2006/relationships/chart" Target="../charts/chart213.xml"/><Relationship Id="rId5" Type="http://schemas.openxmlformats.org/officeDocument/2006/relationships/chart" Target="../charts/chart214.xml"/><Relationship Id="rId6" Type="http://schemas.openxmlformats.org/officeDocument/2006/relationships/chart" Target="../charts/chart215.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6.xml"/><Relationship Id="rId3" Type="http://schemas.openxmlformats.org/officeDocument/2006/relationships/chart" Target="../charts/chart217.xml"/><Relationship Id="rId4" Type="http://schemas.openxmlformats.org/officeDocument/2006/relationships/chart" Target="../charts/chart218.xml"/><Relationship Id="rId5" Type="http://schemas.openxmlformats.org/officeDocument/2006/relationships/chart" Target="../charts/chart219.xml"/><Relationship Id="rId6" Type="http://schemas.openxmlformats.org/officeDocument/2006/relationships/chart" Target="../charts/chart220.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1.xml"/><Relationship Id="rId3" Type="http://schemas.openxmlformats.org/officeDocument/2006/relationships/chart" Target="../charts/chart222.xml"/><Relationship Id="rId4" Type="http://schemas.openxmlformats.org/officeDocument/2006/relationships/chart" Target="../charts/chart223.xml"/><Relationship Id="rId5" Type="http://schemas.openxmlformats.org/officeDocument/2006/relationships/chart" Target="../charts/chart224.xml"/><Relationship Id="rId6" Type="http://schemas.openxmlformats.org/officeDocument/2006/relationships/chart" Target="../charts/chart225.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6.xml"/><Relationship Id="rId3" Type="http://schemas.openxmlformats.org/officeDocument/2006/relationships/chart" Target="../charts/chart227.xml"/><Relationship Id="rId4" Type="http://schemas.openxmlformats.org/officeDocument/2006/relationships/chart" Target="../charts/chart228.xml"/><Relationship Id="rId5" Type="http://schemas.openxmlformats.org/officeDocument/2006/relationships/chart" Target="../charts/chart229.xml"/><Relationship Id="rId6" Type="http://schemas.openxmlformats.org/officeDocument/2006/relationships/chart" Target="../charts/chart230.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1.xml"/><Relationship Id="rId3" Type="http://schemas.openxmlformats.org/officeDocument/2006/relationships/chart" Target="../charts/chart232.xml"/><Relationship Id="rId4" Type="http://schemas.openxmlformats.org/officeDocument/2006/relationships/chart" Target="../charts/chart233.xml"/><Relationship Id="rId5" Type="http://schemas.openxmlformats.org/officeDocument/2006/relationships/chart" Target="../charts/chart234.xml"/><Relationship Id="rId6" Type="http://schemas.openxmlformats.org/officeDocument/2006/relationships/chart" Target="../charts/chart235.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6.xml"/><Relationship Id="rId3" Type="http://schemas.openxmlformats.org/officeDocument/2006/relationships/chart" Target="../charts/chart237.xml"/><Relationship Id="rId4" Type="http://schemas.openxmlformats.org/officeDocument/2006/relationships/chart" Target="../charts/chart238.xml"/><Relationship Id="rId5" Type="http://schemas.openxmlformats.org/officeDocument/2006/relationships/chart" Target="../charts/chart239.xml"/><Relationship Id="rId6" Type="http://schemas.openxmlformats.org/officeDocument/2006/relationships/chart" Target="../charts/chart240.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1.xml"/><Relationship Id="rId3" Type="http://schemas.openxmlformats.org/officeDocument/2006/relationships/chart" Target="../charts/chart242.xml"/><Relationship Id="rId4" Type="http://schemas.openxmlformats.org/officeDocument/2006/relationships/chart" Target="../charts/chart243.xml"/><Relationship Id="rId5" Type="http://schemas.openxmlformats.org/officeDocument/2006/relationships/chart" Target="../charts/chart244.xml"/><Relationship Id="rId6" Type="http://schemas.openxmlformats.org/officeDocument/2006/relationships/chart" Target="../charts/chart245.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service, MPI and video, tracking,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2026-10-23T21:28:04Z</dcterms:created>
  <dcterms:modified xsi:type="dcterms:W3CDTF">2026-10-23T21:28:04Z</dcterms:modified>
</cp:coreProperties>
</file>