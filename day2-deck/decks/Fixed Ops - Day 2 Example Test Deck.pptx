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261" r:id="rId7"/>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262" r:id="rId8"/>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263" r:id="rId9"/>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264" r:id="rId10"/>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265" r:id="rId11"/>
    <p:sldId id="427" r:id="rId178"/>
    <p:sldId id="428" r:id="rId179"/>
    <p:sldId id="429" r:id="rId180"/>
    <p:sldId id="430" r:id="rId181"/>
    <p:sldId id="431" r:id="rId182"/>
    <p:sldId id="432" r:id="rId183"/>
    <p:sldId id="266" r:id="rId12"/>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chart" Target="../charts/chart44.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chart" Target="../charts/chart62.xml"/><Relationship Id="rId8"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xml"/><Relationship Id="rId3" Type="http://schemas.openxmlformats.org/officeDocument/2006/relationships/chart" Target="../charts/chart68.xml"/><Relationship Id="rId4" Type="http://schemas.openxmlformats.org/officeDocument/2006/relationships/chart" Target="../charts/chart69.xml"/><Relationship Id="rId5" Type="http://schemas.openxmlformats.org/officeDocument/2006/relationships/chart" Target="../charts/chart70.xml"/><Relationship Id="rId6"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xml"/><Relationship Id="rId3" Type="http://schemas.openxmlformats.org/officeDocument/2006/relationships/chart" Target="../charts/chart72.xml"/><Relationship Id="rId4" Type="http://schemas.openxmlformats.org/officeDocument/2006/relationships/chart" Target="../charts/chart73.xml"/><Relationship Id="rId5" Type="http://schemas.openxmlformats.org/officeDocument/2006/relationships/chart" Target="../charts/chart74.xml"/><Relationship Id="rId6"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xml"/><Relationship Id="rId3" Type="http://schemas.openxmlformats.org/officeDocument/2006/relationships/chart" Target="../charts/chart80.xml"/><Relationship Id="rId4" Type="http://schemas.openxmlformats.org/officeDocument/2006/relationships/chart" Target="../charts/chart81.xml"/><Relationship Id="rId5" Type="http://schemas.openxmlformats.org/officeDocument/2006/relationships/chart" Target="../charts/chart82.xml"/><Relationship Id="rId6"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xml"/><Relationship Id="rId3" Type="http://schemas.openxmlformats.org/officeDocument/2006/relationships/chart" Target="../charts/chart84.xml"/><Relationship Id="rId4" Type="http://schemas.openxmlformats.org/officeDocument/2006/relationships/chart" Target="../charts/chart85.xml"/><Relationship Id="rId5" Type="http://schemas.openxmlformats.org/officeDocument/2006/relationships/chart" Target="../charts/chart86.xml"/><Relationship Id="rId6" Type="http://schemas.openxmlformats.org/officeDocument/2006/relationships/chart" Target="../charts/chart87.xml"/><Relationship Id="rId7" Type="http://schemas.openxmlformats.org/officeDocument/2006/relationships/chart" Target="../charts/chart88.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9.xml"/><Relationship Id="rId3" Type="http://schemas.openxmlformats.org/officeDocument/2006/relationships/chart" Target="../charts/chart90.xml"/><Relationship Id="rId4" Type="http://schemas.openxmlformats.org/officeDocument/2006/relationships/chart" Target="../charts/chart91.xml"/><Relationship Id="rId5" Type="http://schemas.openxmlformats.org/officeDocument/2006/relationships/chart" Target="../charts/chart92.xml"/><Relationship Id="rId6" Type="http://schemas.openxmlformats.org/officeDocument/2006/relationships/chart" Target="../charts/chart93.xml"/><Relationship Id="rId7" Type="http://schemas.openxmlformats.org/officeDocument/2006/relationships/chart" Target="../charts/chart9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5.xml"/><Relationship Id="rId3" Type="http://schemas.openxmlformats.org/officeDocument/2006/relationships/chart" Target="../charts/chart96.xml"/><Relationship Id="rId4" Type="http://schemas.openxmlformats.org/officeDocument/2006/relationships/chart" Target="../charts/chart97.xml"/><Relationship Id="rId5" Type="http://schemas.openxmlformats.org/officeDocument/2006/relationships/chart" Target="../charts/chart98.xml"/><Relationship Id="rId6" Type="http://schemas.openxmlformats.org/officeDocument/2006/relationships/chart" Target="../charts/chart99.xml"/><Relationship Id="rId7" Type="http://schemas.openxmlformats.org/officeDocument/2006/relationships/chart" Target="../charts/chart100.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chart" Target="../charts/chart128.xml"/><Relationship Id="rId8"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chart" Target="../charts/chart135.xml"/><Relationship Id="rId5" Type="http://schemas.openxmlformats.org/officeDocument/2006/relationships/chart" Target="../charts/chart136.xml"/><Relationship Id="rId6"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7.xml"/><Relationship Id="rId3" Type="http://schemas.openxmlformats.org/officeDocument/2006/relationships/chart" Target="../charts/chart138.xml"/><Relationship Id="rId4" Type="http://schemas.openxmlformats.org/officeDocument/2006/relationships/chart" Target="../charts/chart139.xml"/><Relationship Id="rId5" Type="http://schemas.openxmlformats.org/officeDocument/2006/relationships/chart" Target="../charts/chart140.xml"/><Relationship Id="rId6"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chart" Target="../charts/chart153.xml"/><Relationship Id="rId9" Type="http://schemas.openxmlformats.org/officeDocument/2006/relationships/chart" Target="../charts/chart154.xml"/><Relationship Id="rId10" Type="http://schemas.openxmlformats.org/officeDocument/2006/relationships/chart" Target="../charts/chart155.xml"/><Relationship Id="rId11" Type="http://schemas.openxmlformats.org/officeDocument/2006/relationships/chart" Target="../charts/chart156.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7.xml"/><Relationship Id="rId3" Type="http://schemas.openxmlformats.org/officeDocument/2006/relationships/chart" Target="../charts/chart158.xml"/><Relationship Id="rId4" Type="http://schemas.openxmlformats.org/officeDocument/2006/relationships/chart" Target="../charts/chart159.xml"/><Relationship Id="rId5" Type="http://schemas.openxmlformats.org/officeDocument/2006/relationships/chart" Target="../charts/chart160.xml"/><Relationship Id="rId6" Type="http://schemas.openxmlformats.org/officeDocument/2006/relationships/chart" Target="../charts/chart161.xml"/><Relationship Id="rId7" Type="http://schemas.openxmlformats.org/officeDocument/2006/relationships/chart" Target="../charts/chart162.xml"/><Relationship Id="rId8" Type="http://schemas.openxmlformats.org/officeDocument/2006/relationships/chart" Target="../charts/chart163.xml"/><Relationship Id="rId9" Type="http://schemas.openxmlformats.org/officeDocument/2006/relationships/chart" Target="../charts/chart164.xml"/><Relationship Id="rId10" Type="http://schemas.openxmlformats.org/officeDocument/2006/relationships/chart" Target="../charts/chart165.xml"/><Relationship Id="rId11" Type="http://schemas.openxmlformats.org/officeDocument/2006/relationships/chart" Target="../charts/chart166.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7.xml"/><Relationship Id="rId3" Type="http://schemas.openxmlformats.org/officeDocument/2006/relationships/chart" Target="../charts/chart168.xml"/><Relationship Id="rId4" Type="http://schemas.openxmlformats.org/officeDocument/2006/relationships/chart" Target="../charts/chart169.xml"/><Relationship Id="rId5" Type="http://schemas.openxmlformats.org/officeDocument/2006/relationships/chart" Target="../charts/chart170.xml"/><Relationship Id="rId6" Type="http://schemas.openxmlformats.org/officeDocument/2006/relationships/chart" Target="../charts/chart171.xml"/><Relationship Id="rId7" Type="http://schemas.openxmlformats.org/officeDocument/2006/relationships/chart" Target="../charts/chart172.xml"/><Relationship Id="rId8" Type="http://schemas.openxmlformats.org/officeDocument/2006/relationships/chart" Target="../charts/chart173.xml"/><Relationship Id="rId9" Type="http://schemas.openxmlformats.org/officeDocument/2006/relationships/chart" Target="../charts/chart174.xml"/><Relationship Id="rId10" Type="http://schemas.openxmlformats.org/officeDocument/2006/relationships/chart" Target="../charts/chart175.xml"/><Relationship Id="rId11" Type="http://schemas.openxmlformats.org/officeDocument/2006/relationships/chart" Target="../charts/chart176.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7.xml"/><Relationship Id="rId3" Type="http://schemas.openxmlformats.org/officeDocument/2006/relationships/chart" Target="../charts/chart178.xml"/><Relationship Id="rId4" Type="http://schemas.openxmlformats.org/officeDocument/2006/relationships/chart" Target="../charts/chart179.xml"/><Relationship Id="rId5" Type="http://schemas.openxmlformats.org/officeDocument/2006/relationships/chart" Target="../charts/chart180.xml"/><Relationship Id="rId6" Type="http://schemas.openxmlformats.org/officeDocument/2006/relationships/chart" Target="../charts/chart181.xml"/><Relationship Id="rId7" Type="http://schemas.openxmlformats.org/officeDocument/2006/relationships/chart" Target="../charts/chart182.xml"/><Relationship Id="rId8" Type="http://schemas.openxmlformats.org/officeDocument/2006/relationships/chart" Target="../charts/chart183.xml"/><Relationship Id="rId9" Type="http://schemas.openxmlformats.org/officeDocument/2006/relationships/chart" Target="../charts/chart184.xml"/><Relationship Id="rId10" Type="http://schemas.openxmlformats.org/officeDocument/2006/relationships/chart" Target="../charts/chart185.xml"/><Relationship Id="rId11" Type="http://schemas.openxmlformats.org/officeDocument/2006/relationships/chart" Target="../charts/chart186.xml"/><Relationship Id="rId1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chart" Target="../charts/chart188.xml"/><Relationship Id="rId4" Type="http://schemas.openxmlformats.org/officeDocument/2006/relationships/chart" Target="../charts/chart189.xml"/><Relationship Id="rId5" Type="http://schemas.openxmlformats.org/officeDocument/2006/relationships/chart" Target="../charts/chart190.xml"/><Relationship Id="rId6" Type="http://schemas.openxmlformats.org/officeDocument/2006/relationships/chart" Target="../charts/chart191.xml"/><Relationship Id="rId7" Type="http://schemas.openxmlformats.org/officeDocument/2006/relationships/chart" Target="../charts/chart192.xml"/><Relationship Id="rId8" Type="http://schemas.openxmlformats.org/officeDocument/2006/relationships/chart" Target="../charts/chart193.xml"/><Relationship Id="rId9" Type="http://schemas.openxmlformats.org/officeDocument/2006/relationships/chart" Target="../charts/chart194.xml"/><Relationship Id="rId10" Type="http://schemas.openxmlformats.org/officeDocument/2006/relationships/chart" Target="../charts/chart195.xml"/><Relationship Id="rId11" Type="http://schemas.openxmlformats.org/officeDocument/2006/relationships/chart" Target="../charts/chart196.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chart" Target="../charts/chart201.xml"/><Relationship Id="rId7" Type="http://schemas.openxmlformats.org/officeDocument/2006/relationships/chart" Target="../charts/chart202.xml"/><Relationship Id="rId8" Type="http://schemas.openxmlformats.org/officeDocument/2006/relationships/chart" Target="../charts/chart203.xml"/><Relationship Id="rId9" Type="http://schemas.openxmlformats.org/officeDocument/2006/relationships/chart" Target="../charts/chart204.xml"/><Relationship Id="rId10" Type="http://schemas.openxmlformats.org/officeDocument/2006/relationships/chart" Target="../charts/chart205.xml"/><Relationship Id="rId11" Type="http://schemas.openxmlformats.org/officeDocument/2006/relationships/chart" Target="../charts/chart206.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chart" Target="../charts/chart208.xml"/><Relationship Id="rId4" Type="http://schemas.openxmlformats.org/officeDocument/2006/relationships/chart" Target="../charts/chart209.xml"/><Relationship Id="rId5" Type="http://schemas.openxmlformats.org/officeDocument/2006/relationships/chart" Target="../charts/chart210.xml"/><Relationship Id="rId6" Type="http://schemas.openxmlformats.org/officeDocument/2006/relationships/chart" Target="../charts/chart211.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7.xml"/><Relationship Id="rId3" Type="http://schemas.openxmlformats.org/officeDocument/2006/relationships/chart" Target="../charts/chart218.xml"/><Relationship Id="rId4" Type="http://schemas.openxmlformats.org/officeDocument/2006/relationships/chart" Target="../charts/chart219.xml"/><Relationship Id="rId5" Type="http://schemas.openxmlformats.org/officeDocument/2006/relationships/chart" Target="../charts/chart220.xml"/><Relationship Id="rId6" Type="http://schemas.openxmlformats.org/officeDocument/2006/relationships/chart" Target="../charts/chart221.xml"/><Relationship Id="rId7"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2.xml"/><Relationship Id="rId3" Type="http://schemas.openxmlformats.org/officeDocument/2006/relationships/chart" Target="../charts/chart223.xml"/><Relationship Id="rId4" Type="http://schemas.openxmlformats.org/officeDocument/2006/relationships/chart" Target="../charts/chart224.xml"/><Relationship Id="rId5" Type="http://schemas.openxmlformats.org/officeDocument/2006/relationships/chart" Target="../charts/chart225.xml"/><Relationship Id="rId6" Type="http://schemas.openxmlformats.org/officeDocument/2006/relationships/chart" Target="../charts/chart226.xml"/><Relationship Id="rId7"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7.xml"/><Relationship Id="rId3" Type="http://schemas.openxmlformats.org/officeDocument/2006/relationships/chart" Target="../charts/chart228.xml"/><Relationship Id="rId4" Type="http://schemas.openxmlformats.org/officeDocument/2006/relationships/chart" Target="../charts/chart229.xml"/><Relationship Id="rId5" Type="http://schemas.openxmlformats.org/officeDocument/2006/relationships/chart" Target="../charts/chart230.xml"/><Relationship Id="rId6" Type="http://schemas.openxmlformats.org/officeDocument/2006/relationships/chart" Target="../charts/chart231.xml"/><Relationship Id="rId7"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7.xml"/><Relationship Id="rId3" Type="http://schemas.openxmlformats.org/officeDocument/2006/relationships/chart" Target="../charts/chart238.xml"/><Relationship Id="rId4" Type="http://schemas.openxmlformats.org/officeDocument/2006/relationships/chart" Target="../charts/chart239.xml"/><Relationship Id="rId5" Type="http://schemas.openxmlformats.org/officeDocument/2006/relationships/chart" Target="../charts/chart240.xml"/><Relationship Id="rId6" Type="http://schemas.openxmlformats.org/officeDocument/2006/relationships/chart" Target="../charts/chart241.xml"/><Relationship Id="rId7"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2.xml"/><Relationship Id="rId3" Type="http://schemas.openxmlformats.org/officeDocument/2006/relationships/chart" Target="../charts/chart243.xml"/><Relationship Id="rId4" Type="http://schemas.openxmlformats.org/officeDocument/2006/relationships/chart" Target="../charts/chart244.xml"/><Relationship Id="rId5" Type="http://schemas.openxmlformats.org/officeDocument/2006/relationships/chart" Target="../charts/chart245.xml"/><Relationship Id="rId6" Type="http://schemas.openxmlformats.org/officeDocument/2006/relationships/chart" Target="../charts/chart246.xml"/><Relationship Id="rId7"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7.xml"/><Relationship Id="rId3" Type="http://schemas.openxmlformats.org/officeDocument/2006/relationships/chart" Target="../charts/chart248.xml"/><Relationship Id="rId4" Type="http://schemas.openxmlformats.org/officeDocument/2006/relationships/chart" Target="../charts/chart249.xml"/><Relationship Id="rId5" Type="http://schemas.openxmlformats.org/officeDocument/2006/relationships/chart" Target="../charts/chart250.xml"/><Relationship Id="rId6" Type="http://schemas.openxmlformats.org/officeDocument/2006/relationships/chart" Target="../charts/chart251.xml"/><Relationship Id="rId7"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599253"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97857"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396154"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395716"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2" name="Shape 30"/>
          <p:cNvSpPr/>
          <p:nvPr/>
        </p:nvSpPr>
        <p:spPr>
          <a:xfrm>
            <a:off x="3008376" y="3269742"/>
            <a:ext cx="1094195"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1092999"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995599"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3008376" y="3894582"/>
            <a:ext cx="9128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834814"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727702"/>
            <a:ext cx="1530972"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530733"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144262"/>
            <a:ext cx="1465702"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352542"/>
            <a:ext cx="140516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4516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5769102"/>
            <a:ext cx="1336576"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2" name="Shape 80"/>
          <p:cNvSpPr/>
          <p:nvPr/>
        </p:nvSpPr>
        <p:spPr>
          <a:xfrm>
            <a:off x="8558784" y="2228342"/>
            <a:ext cx="131062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6" name="Shape 84"/>
          <p:cNvSpPr/>
          <p:nvPr/>
        </p:nvSpPr>
        <p:spPr>
          <a:xfrm>
            <a:off x="8558784" y="2436622"/>
            <a:ext cx="1303142"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0" name="Shape 88"/>
          <p:cNvSpPr/>
          <p:nvPr/>
        </p:nvSpPr>
        <p:spPr>
          <a:xfrm>
            <a:off x="8558784" y="2644902"/>
            <a:ext cx="129643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4" name="Shape 92"/>
          <p:cNvSpPr/>
          <p:nvPr/>
        </p:nvSpPr>
        <p:spPr>
          <a:xfrm>
            <a:off x="8558784" y="2853182"/>
            <a:ext cx="1160151"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8" name="Shape 96"/>
          <p:cNvSpPr/>
          <p:nvPr/>
        </p:nvSpPr>
        <p:spPr>
          <a:xfrm>
            <a:off x="8558784" y="3061462"/>
            <a:ext cx="1136807"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08783"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6" name="Shape 104"/>
          <p:cNvSpPr/>
          <p:nvPr/>
        </p:nvSpPr>
        <p:spPr>
          <a:xfrm>
            <a:off x="8558784" y="3478022"/>
            <a:ext cx="108894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0" name="Shape 108"/>
          <p:cNvSpPr/>
          <p:nvPr/>
        </p:nvSpPr>
        <p:spPr>
          <a:xfrm>
            <a:off x="8558784" y="3686302"/>
            <a:ext cx="1063571"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1044439"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4102862"/>
            <a:ext cx="98668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79901"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6" name="Shape 124"/>
          <p:cNvSpPr/>
          <p:nvPr/>
        </p:nvSpPr>
        <p:spPr>
          <a:xfrm>
            <a:off x="8558784" y="4519422"/>
            <a:ext cx="96919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0" name="Shape 128"/>
          <p:cNvSpPr/>
          <p:nvPr/>
        </p:nvSpPr>
        <p:spPr>
          <a:xfrm>
            <a:off x="8558784" y="4727702"/>
            <a:ext cx="95115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94551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935633"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2" name="Shape 140"/>
          <p:cNvSpPr/>
          <p:nvPr/>
        </p:nvSpPr>
        <p:spPr>
          <a:xfrm>
            <a:off x="8558784" y="5352542"/>
            <a:ext cx="92087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85862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48" name="Shape 146"/>
          <p:cNvSpPr/>
          <p:nvPr/>
        </p:nvSpPr>
        <p:spPr>
          <a:xfrm>
            <a:off x="4163400" y="2176272"/>
            <a:ext cx="14630" cy="3749040"/>
          </a:xfrm>
          <a:prstGeom prst="rect">
            <a:avLst/>
          </a:prstGeom>
          <a:solidFill>
            <a:srgbClr val="0B2C4A"/>
          </a:solidFill>
          <a:ln/>
        </p:spPr>
      </p:sp>
      <p:sp>
        <p:nvSpPr>
          <p:cNvPr id="149" name="Shape 147"/>
          <p:cNvSpPr/>
          <p:nvPr/>
        </p:nvSpPr>
        <p:spPr>
          <a:xfrm>
            <a:off x="971380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$217.79</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457852"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 name="Shape 18"/>
          <p:cNvSpPr/>
          <p:nvPr/>
        </p:nvSpPr>
        <p:spPr>
          <a:xfrm>
            <a:off x="3008376" y="2644902"/>
            <a:ext cx="128674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28392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8" name="Shape 26"/>
          <p:cNvSpPr/>
          <p:nvPr/>
        </p:nvSpPr>
        <p:spPr>
          <a:xfrm>
            <a:off x="3008376" y="3061462"/>
            <a:ext cx="1279771"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2" name="Shape 30"/>
          <p:cNvSpPr/>
          <p:nvPr/>
        </p:nvSpPr>
        <p:spPr>
          <a:xfrm>
            <a:off x="3008376" y="3269742"/>
            <a:ext cx="1277948"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1215860" cy="104140"/>
          </a:xfrm>
          <a:prstGeom prst="rect">
            <a:avLst/>
          </a:prstGeom>
          <a:solidFill>
            <a:srgbClr val="12A566"/>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0" name="Shape 38"/>
          <p:cNvSpPr/>
          <p:nvPr/>
        </p:nvSpPr>
        <p:spPr>
          <a:xfrm>
            <a:off x="3008376" y="3686302"/>
            <a:ext cx="1058054"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30641"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008376" y="4102862"/>
            <a:ext cx="91763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$151.32</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38583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4935982"/>
            <a:ext cx="131136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144262"/>
            <a:ext cx="128925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352542"/>
            <a:ext cx="1283069"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560822"/>
            <a:ext cx="126580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5769102"/>
            <a:ext cx="125720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2" name="Shape 80"/>
          <p:cNvSpPr/>
          <p:nvPr/>
        </p:nvSpPr>
        <p:spPr>
          <a:xfrm>
            <a:off x="8558784" y="2228342"/>
            <a:ext cx="12556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6" name="Shape 84"/>
          <p:cNvSpPr/>
          <p:nvPr/>
        </p:nvSpPr>
        <p:spPr>
          <a:xfrm>
            <a:off x="8558784" y="2436622"/>
            <a:ext cx="1239620"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0" name="Shape 88"/>
          <p:cNvSpPr/>
          <p:nvPr/>
        </p:nvSpPr>
        <p:spPr>
          <a:xfrm>
            <a:off x="8558784" y="2644902"/>
            <a:ext cx="1230530"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4" name="Shape 92"/>
          <p:cNvSpPr/>
          <p:nvPr/>
        </p:nvSpPr>
        <p:spPr>
          <a:xfrm>
            <a:off x="8558784" y="2853182"/>
            <a:ext cx="121733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3061462"/>
            <a:ext cx="1207702"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1175735"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16786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113843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4" name="Shape 112"/>
          <p:cNvSpPr/>
          <p:nvPr/>
        </p:nvSpPr>
        <p:spPr>
          <a:xfrm>
            <a:off x="8558784" y="3894582"/>
            <a:ext cx="113367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4102862"/>
            <a:ext cx="112709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2" name="Shape 120"/>
          <p:cNvSpPr/>
          <p:nvPr/>
        </p:nvSpPr>
        <p:spPr>
          <a:xfrm>
            <a:off x="8558784" y="4311142"/>
            <a:ext cx="1125055"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6" name="Shape 124"/>
          <p:cNvSpPr/>
          <p:nvPr/>
        </p:nvSpPr>
        <p:spPr>
          <a:xfrm>
            <a:off x="8558784" y="4519422"/>
            <a:ext cx="111170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0" name="Shape 128"/>
          <p:cNvSpPr/>
          <p:nvPr/>
        </p:nvSpPr>
        <p:spPr>
          <a:xfrm>
            <a:off x="8558784" y="4727702"/>
            <a:ext cx="1096152"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558784" y="4935982"/>
            <a:ext cx="1091062"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1064841"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2" name="Shape 140"/>
          <p:cNvSpPr/>
          <p:nvPr/>
        </p:nvSpPr>
        <p:spPr>
          <a:xfrm>
            <a:off x="8558784" y="5352542"/>
            <a:ext cx="1027823"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6" name="Shape 144"/>
          <p:cNvSpPr/>
          <p:nvPr/>
        </p:nvSpPr>
        <p:spPr>
          <a:xfrm>
            <a:off x="8558784" y="5560822"/>
            <a:ext cx="993409"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48" name="Shape 146"/>
          <p:cNvSpPr/>
          <p:nvPr/>
        </p:nvSpPr>
        <p:spPr>
          <a:xfrm>
            <a:off x="4193240" y="2176272"/>
            <a:ext cx="14630" cy="3749040"/>
          </a:xfrm>
          <a:prstGeom prst="rect">
            <a:avLst/>
          </a:prstGeom>
          <a:solidFill>
            <a:srgbClr val="0B2C4A"/>
          </a:solidFill>
          <a:ln/>
        </p:spPr>
      </p:sp>
      <p:sp>
        <p:nvSpPr>
          <p:cNvPr id="149" name="Shape 147"/>
          <p:cNvSpPr/>
          <p:nvPr/>
        </p:nvSpPr>
        <p:spPr>
          <a:xfrm>
            <a:off x="974364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 more labor and more parts come with it: parts per RO rose $9 to $238 alongside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654662"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64932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452099"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1139643"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899356"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0" name="Shape 38"/>
          <p:cNvSpPr/>
          <p:nvPr/>
        </p:nvSpPr>
        <p:spPr>
          <a:xfrm>
            <a:off x="3008376" y="3686302"/>
            <a:ext cx="82515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008376" y="3894582"/>
            <a:ext cx="74030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71574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3705"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577968"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4935982"/>
            <a:ext cx="150338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144262"/>
            <a:ext cx="141232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352542"/>
            <a:ext cx="1353340"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560822"/>
            <a:ext cx="132072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282619"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2" name="Shape 80"/>
          <p:cNvSpPr/>
          <p:nvPr/>
        </p:nvSpPr>
        <p:spPr>
          <a:xfrm>
            <a:off x="8558784" y="2228342"/>
            <a:ext cx="1272990"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6" name="Shape 84"/>
          <p:cNvSpPr/>
          <p:nvPr/>
        </p:nvSpPr>
        <p:spPr>
          <a:xfrm>
            <a:off x="8558784" y="2436622"/>
            <a:ext cx="1270673"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1227837"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4" name="Shape 92"/>
          <p:cNvSpPr/>
          <p:nvPr/>
        </p:nvSpPr>
        <p:spPr>
          <a:xfrm>
            <a:off x="8558784" y="2853182"/>
            <a:ext cx="119017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8" name="Shape 96"/>
          <p:cNvSpPr/>
          <p:nvPr/>
        </p:nvSpPr>
        <p:spPr>
          <a:xfrm>
            <a:off x="8558784" y="3061462"/>
            <a:ext cx="116536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5280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6" name="Shape 104"/>
          <p:cNvSpPr/>
          <p:nvPr/>
        </p:nvSpPr>
        <p:spPr>
          <a:xfrm>
            <a:off x="8558784" y="3478022"/>
            <a:ext cx="1012530"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0" name="Shape 108"/>
          <p:cNvSpPr/>
          <p:nvPr/>
        </p:nvSpPr>
        <p:spPr>
          <a:xfrm>
            <a:off x="8558784" y="3686302"/>
            <a:ext cx="101071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95064"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8" name="Shape 116"/>
          <p:cNvSpPr/>
          <p:nvPr/>
        </p:nvSpPr>
        <p:spPr>
          <a:xfrm>
            <a:off x="8558784" y="4102862"/>
            <a:ext cx="98091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66604"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6" name="Shape 124"/>
          <p:cNvSpPr/>
          <p:nvPr/>
        </p:nvSpPr>
        <p:spPr>
          <a:xfrm>
            <a:off x="8558784" y="4519422"/>
            <a:ext cx="944704"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0" name="Shape 128"/>
          <p:cNvSpPr/>
          <p:nvPr/>
        </p:nvSpPr>
        <p:spPr>
          <a:xfrm>
            <a:off x="8558784" y="4727702"/>
            <a:ext cx="936986"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4" name="Shape 132"/>
          <p:cNvSpPr/>
          <p:nvPr/>
        </p:nvSpPr>
        <p:spPr>
          <a:xfrm>
            <a:off x="8558784" y="4935982"/>
            <a:ext cx="9069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85297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2" name="Shape 140"/>
          <p:cNvSpPr/>
          <p:nvPr/>
        </p:nvSpPr>
        <p:spPr>
          <a:xfrm>
            <a:off x="8558784" y="5352542"/>
            <a:ext cx="79426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77348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48" name="Shape 146"/>
          <p:cNvSpPr/>
          <p:nvPr/>
        </p:nvSpPr>
        <p:spPr>
          <a:xfrm>
            <a:off x="4123939" y="2176272"/>
            <a:ext cx="14630" cy="3749040"/>
          </a:xfrm>
          <a:prstGeom prst="rect">
            <a:avLst/>
          </a:prstGeom>
          <a:solidFill>
            <a:srgbClr val="0B2C4A"/>
          </a:solidFill>
          <a:ln/>
        </p:spPr>
      </p:sp>
      <p:sp>
        <p:nvSpPr>
          <p:cNvPr id="149" name="Shape 147"/>
          <p:cNvSpPr/>
          <p:nvPr/>
        </p:nvSpPr>
        <p:spPr>
          <a:xfrm>
            <a:off x="9674347"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the Roundtable target is 78% to 80%.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 Ask Lexus, Acura and Chevy GMC Bullhead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3008376" y="2644902"/>
            <a:ext cx="1636341"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373312"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8" name="Shape 26"/>
          <p:cNvSpPr/>
          <p:nvPr/>
        </p:nvSpPr>
        <p:spPr>
          <a:xfrm>
            <a:off x="3008376" y="3061462"/>
            <a:ext cx="113639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062404"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6" name="Shape 34"/>
          <p:cNvSpPr/>
          <p:nvPr/>
        </p:nvSpPr>
        <p:spPr>
          <a:xfrm>
            <a:off x="3008376" y="3478022"/>
            <a:ext cx="949294"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76224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4" name="Shape 42"/>
          <p:cNvSpPr/>
          <p:nvPr/>
        </p:nvSpPr>
        <p:spPr>
          <a:xfrm>
            <a:off x="3008376" y="3894582"/>
            <a:ext cx="72895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60509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519422"/>
            <a:ext cx="1503240"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727702"/>
            <a:ext cx="1447357"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373578"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144262"/>
            <a:ext cx="1343443"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352542"/>
            <a:ext cx="1341602"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560822"/>
            <a:ext cx="1333815"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164283"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8558784" y="2228342"/>
            <a:ext cx="113426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6" name="Shape 84"/>
          <p:cNvSpPr/>
          <p:nvPr/>
        </p:nvSpPr>
        <p:spPr>
          <a:xfrm>
            <a:off x="8558784" y="2436622"/>
            <a:ext cx="1095681"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07317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4" name="Shape 92"/>
          <p:cNvSpPr/>
          <p:nvPr/>
        </p:nvSpPr>
        <p:spPr>
          <a:xfrm>
            <a:off x="8558784" y="2853182"/>
            <a:ext cx="1070012"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105728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04201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6" name="Shape 104"/>
          <p:cNvSpPr/>
          <p:nvPr/>
        </p:nvSpPr>
        <p:spPr>
          <a:xfrm>
            <a:off x="8558784" y="3478022"/>
            <a:ext cx="1021645"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98175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43933"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8" name="Shape 116"/>
          <p:cNvSpPr/>
          <p:nvPr/>
        </p:nvSpPr>
        <p:spPr>
          <a:xfrm>
            <a:off x="8558784" y="4102862"/>
            <a:ext cx="91208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8558784" y="4311142"/>
            <a:ext cx="84888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6" name="Shape 124"/>
          <p:cNvSpPr/>
          <p:nvPr/>
        </p:nvSpPr>
        <p:spPr>
          <a:xfrm>
            <a:off x="8558784" y="4519422"/>
            <a:ext cx="823202"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8558784" y="4727702"/>
            <a:ext cx="75953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7297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8" name="Shape 136"/>
          <p:cNvSpPr/>
          <p:nvPr/>
        </p:nvSpPr>
        <p:spPr>
          <a:xfrm>
            <a:off x="8558784" y="5144262"/>
            <a:ext cx="709976"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2" name="Shape 140"/>
          <p:cNvSpPr/>
          <p:nvPr/>
        </p:nvSpPr>
        <p:spPr>
          <a:xfrm>
            <a:off x="8558784" y="5352542"/>
            <a:ext cx="703612"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6" name="Shape 144"/>
          <p:cNvSpPr/>
          <p:nvPr/>
        </p:nvSpPr>
        <p:spPr>
          <a:xfrm>
            <a:off x="8558784" y="5560822"/>
            <a:ext cx="692411"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48" name="Shape 146"/>
          <p:cNvSpPr/>
          <p:nvPr/>
        </p:nvSpPr>
        <p:spPr>
          <a:xfrm>
            <a:off x="4047207" y="2176272"/>
            <a:ext cx="14630" cy="3749040"/>
          </a:xfrm>
          <a:prstGeom prst="rect">
            <a:avLst/>
          </a:prstGeom>
          <a:solidFill>
            <a:srgbClr val="0B2C4A"/>
          </a:solidFill>
          <a:ln/>
        </p:spPr>
      </p:sp>
      <p:sp>
        <p:nvSpPr>
          <p:cNvPr id="149" name="Shape 147"/>
          <p:cNvSpPr/>
          <p:nvPr/>
        </p:nvSpPr>
        <p:spPr>
          <a:xfrm>
            <a:off x="9597615"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0" name="Shape 18"/>
          <p:cNvSpPr/>
          <p:nvPr/>
        </p:nvSpPr>
        <p:spPr>
          <a:xfrm>
            <a:off x="3008376" y="2644902"/>
            <a:ext cx="163115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29216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8" name="Shape 26"/>
          <p:cNvSpPr/>
          <p:nvPr/>
        </p:nvSpPr>
        <p:spPr>
          <a:xfrm>
            <a:off x="3008376" y="3061462"/>
            <a:ext cx="126936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120679"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6" name="Shape 34"/>
          <p:cNvSpPr/>
          <p:nvPr/>
        </p:nvSpPr>
        <p:spPr>
          <a:xfrm>
            <a:off x="3008376" y="3478022"/>
            <a:ext cx="98218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981891"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81057"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910335"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519422"/>
            <a:ext cx="1584948"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727702"/>
            <a:ext cx="153194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4935982"/>
            <a:ext cx="148873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465284"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352542"/>
            <a:ext cx="1453454"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92914"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5769102"/>
            <a:ext cx="138209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2" name="Shape 80"/>
          <p:cNvSpPr/>
          <p:nvPr/>
        </p:nvSpPr>
        <p:spPr>
          <a:xfrm>
            <a:off x="8558784" y="2228342"/>
            <a:ext cx="1290776"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1250314"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24990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4" name="Shape 92"/>
          <p:cNvSpPr/>
          <p:nvPr/>
        </p:nvSpPr>
        <p:spPr>
          <a:xfrm>
            <a:off x="8558784" y="2853182"/>
            <a:ext cx="124940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8558784" y="3061462"/>
            <a:ext cx="1244020"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8558784" y="3269742"/>
            <a:ext cx="123759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8558784" y="3478022"/>
            <a:ext cx="1215849"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8558784" y="3686302"/>
            <a:ext cx="114686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4" name="Shape 112"/>
          <p:cNvSpPr/>
          <p:nvPr/>
        </p:nvSpPr>
        <p:spPr>
          <a:xfrm>
            <a:off x="8558784" y="3894582"/>
            <a:ext cx="112293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8" name="Shape 116"/>
          <p:cNvSpPr/>
          <p:nvPr/>
        </p:nvSpPr>
        <p:spPr>
          <a:xfrm>
            <a:off x="8558784" y="4102862"/>
            <a:ext cx="1013406"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2" name="Shape 120"/>
          <p:cNvSpPr/>
          <p:nvPr/>
        </p:nvSpPr>
        <p:spPr>
          <a:xfrm>
            <a:off x="8558784" y="4311142"/>
            <a:ext cx="94075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6" name="Shape 124"/>
          <p:cNvSpPr/>
          <p:nvPr/>
        </p:nvSpPr>
        <p:spPr>
          <a:xfrm>
            <a:off x="8558784" y="4519422"/>
            <a:ext cx="90075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0" name="Shape 128"/>
          <p:cNvSpPr/>
          <p:nvPr/>
        </p:nvSpPr>
        <p:spPr>
          <a:xfrm>
            <a:off x="8558784" y="4727702"/>
            <a:ext cx="880007"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83228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5144262"/>
            <a:ext cx="808680"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5352542"/>
            <a:ext cx="763360"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690045"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48" name="Shape 146"/>
          <p:cNvSpPr/>
          <p:nvPr/>
        </p:nvSpPr>
        <p:spPr>
          <a:xfrm>
            <a:off x="4164984" y="2176272"/>
            <a:ext cx="14630" cy="3749040"/>
          </a:xfrm>
          <a:prstGeom prst="rect">
            <a:avLst/>
          </a:prstGeom>
          <a:solidFill>
            <a:srgbClr val="0B2C4A"/>
          </a:solidFill>
          <a:ln/>
        </p:spPr>
      </p:sp>
      <p:sp>
        <p:nvSpPr>
          <p:cNvPr id="149" name="Shape 147"/>
          <p:cNvSpPr/>
          <p:nvPr/>
        </p:nvSpPr>
        <p:spPr>
          <a:xfrm>
            <a:off x="9715392"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208610"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 name="Shape 18"/>
          <p:cNvSpPr/>
          <p:nvPr/>
        </p:nvSpPr>
        <p:spPr>
          <a:xfrm>
            <a:off x="3008376" y="2644902"/>
            <a:ext cx="90248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4" name="Shape 22"/>
          <p:cNvSpPr/>
          <p:nvPr/>
        </p:nvSpPr>
        <p:spPr>
          <a:xfrm>
            <a:off x="3008376" y="2853182"/>
            <a:ext cx="81937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8" name="Shape 26"/>
          <p:cNvSpPr/>
          <p:nvPr/>
        </p:nvSpPr>
        <p:spPr>
          <a:xfrm>
            <a:off x="3008376" y="3061462"/>
            <a:ext cx="717480"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2" name="Shape 30"/>
          <p:cNvSpPr/>
          <p:nvPr/>
        </p:nvSpPr>
        <p:spPr>
          <a:xfrm>
            <a:off x="3008376" y="3269742"/>
            <a:ext cx="70790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619947"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488532"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4" name="Shape 42"/>
          <p:cNvSpPr/>
          <p:nvPr/>
        </p:nvSpPr>
        <p:spPr>
          <a:xfrm>
            <a:off x="3008376" y="3894582"/>
            <a:ext cx="3490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8" name="Shape 46"/>
          <p:cNvSpPr/>
          <p:nvPr/>
        </p:nvSpPr>
        <p:spPr>
          <a:xfrm>
            <a:off x="3008376" y="4102862"/>
            <a:ext cx="291998"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727702"/>
            <a:ext cx="124195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4935982"/>
            <a:ext cx="1113250"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144262"/>
            <a:ext cx="106636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352542"/>
            <a:ext cx="95845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560822"/>
            <a:ext cx="908517"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5769102"/>
            <a:ext cx="693414"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8558784" y="2228342"/>
            <a:ext cx="647677" cy="104140"/>
          </a:xfrm>
          <a:prstGeom prst="rect">
            <a:avLst/>
          </a:prstGeom>
          <a:solidFill>
            <a:srgbClr val="C2352F"/>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636291" cy="104140"/>
          </a:xfrm>
          <a:prstGeom prst="rect">
            <a:avLst/>
          </a:prstGeom>
          <a:solidFill>
            <a:srgbClr val="C2352F"/>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610998" cy="104140"/>
          </a:xfrm>
          <a:prstGeom prst="rect">
            <a:avLst/>
          </a:prstGeom>
          <a:solidFill>
            <a:srgbClr val="C2352F"/>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8558784" y="2853182"/>
            <a:ext cx="599576"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577815"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57017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6" name="Shape 104"/>
          <p:cNvSpPr/>
          <p:nvPr/>
        </p:nvSpPr>
        <p:spPr>
          <a:xfrm>
            <a:off x="8558784" y="3478022"/>
            <a:ext cx="530626"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0" name="Shape 108"/>
          <p:cNvSpPr/>
          <p:nvPr/>
        </p:nvSpPr>
        <p:spPr>
          <a:xfrm>
            <a:off x="8558784" y="3686302"/>
            <a:ext cx="500448"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485961"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8" name="Shape 116"/>
          <p:cNvSpPr/>
          <p:nvPr/>
        </p:nvSpPr>
        <p:spPr>
          <a:xfrm>
            <a:off x="8558784" y="4102862"/>
            <a:ext cx="44291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558784" y="4311142"/>
            <a:ext cx="44147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6" name="Shape 124"/>
          <p:cNvSpPr/>
          <p:nvPr/>
        </p:nvSpPr>
        <p:spPr>
          <a:xfrm>
            <a:off x="8558784" y="4519422"/>
            <a:ext cx="37723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8558784" y="4727702"/>
            <a:ext cx="373849"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35707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32991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2" name="Shape 140"/>
          <p:cNvSpPr/>
          <p:nvPr/>
        </p:nvSpPr>
        <p:spPr>
          <a:xfrm>
            <a:off x="8558784" y="5352542"/>
            <a:ext cx="312404"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249232"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8" name="Shape 146"/>
          <p:cNvSpPr/>
          <p:nvPr/>
        </p:nvSpPr>
        <p:spPr>
          <a:xfrm>
            <a:off x="3679521" y="2176272"/>
            <a:ext cx="14630" cy="3749040"/>
          </a:xfrm>
          <a:prstGeom prst="rect">
            <a:avLst/>
          </a:prstGeom>
          <a:solidFill>
            <a:srgbClr val="0B2C4A"/>
          </a:solidFill>
          <a:ln/>
        </p:spPr>
      </p:sp>
      <p:sp>
        <p:nvSpPr>
          <p:cNvPr id="149" name="Shape 147"/>
          <p:cNvSpPr/>
          <p:nvPr/>
        </p:nvSpPr>
        <p:spPr>
          <a:xfrm>
            <a:off x="9229929"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2026-10-23T18:19:25Z</dcterms:created>
  <dcterms:modified xsi:type="dcterms:W3CDTF">2026-10-23T18:19:25Z</dcterms:modified>
</cp:coreProperties>
</file>