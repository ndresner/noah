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6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16" r:id="rId167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67" Type="http://schemas.openxmlformats.org/officeDocument/2006/relationships/slide" Target="slides/slide1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Talking points: Service Manager Roundtable (Nov 15, 2024) and GM meeting decks (Jan and May 2026). Data: Qlik (Profit &amp; Loss, Closed Repair Orders, Productivity), Jan-Sep 2026 vs 2025, same-store, 33 stores, INEOS excluded.PLACE: the close, after the last Productivity / Proficiency slide.</a:t>
            </a:r>
          </a:p>
          <a:p>
            <a:r>
              <a:t>Said: Roundtable slide 24 (Misc &amp; Closing). Commitments are reviewed at the next meeting (Noah, Oct 27): keep a list of what each store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You Leave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MONEY 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did you learn today?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us one or two things you are going to act on and implement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one number you will check every day, and name who owns it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a store that leads where you trail: ask what they do differently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 this room in FMGSVCMGR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will review your commitments at the next meeting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 hr per RO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Worth $4,543,691 of labor at today's ELR.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261360"/>
            <a:ext cx="54864" cy="1112520"/>
          </a:xfrm>
          <a:prstGeom prst="rect">
            <a:avLst/>
          </a:prstGeom>
          <a:solidFill>
            <a:srgbClr val="C2352F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452360" y="3215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$4.9M a year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78256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store at all four opcode benchmarks: $4,895,199 in labor and parts gross.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4602480"/>
            <a:ext cx="54864" cy="1112520"/>
          </a:xfrm>
          <a:prstGeom prst="rect">
            <a:avLst/>
          </a:prstGeom>
          <a:solidFill>
            <a:srgbClr val="C2352F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452360" y="4556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$1.65M a month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512368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Technician proficiency, lifting each tech under 85% to 85%.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126480"/>
            <a:ext cx="11274552" cy="364236"/>
          </a:xfrm>
          <a:prstGeom prst="rect">
            <a:avLst/>
          </a:prstGeom>
          <a:solidFill>
            <a:srgbClr val="E6F6EE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58368" y="6144768"/>
            <a:ext cx="109270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name your one or two commitments out loud, with a number attached, before you leave the room.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2026-10-26T20:24:03Z</dcterms:created>
  <dcterms:modified xsi:type="dcterms:W3CDTF">2026-10-26T20:24:03Z</dcterms:modified>
</cp:coreProperties>
</file>