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paid hours for counted technicians. Best techs = the store's most proficient quarter of counted technicians (at least one), their sold / paid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2026-10-21T21:04:26Z</dcterms:created>
  <dcterms:modified xsi:type="dcterms:W3CDTF">2026-10-21T21:04:26Z</dcterms:modified>
</cp:coreProperties>
</file>