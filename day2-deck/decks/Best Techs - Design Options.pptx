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paid hours for counted technicians. Best techs = the store's most proficient quarter of counted technicians (at least one), their sold / paid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paid hours for counted technicians. Best techs = the store's most proficient quarter of counted technicians (at least one), their sold / paid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paid hours for counted technicians. Best techs = the store's most proficient quarter of counted technicians (at least one), their sold / paid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371600"/>
            <a:ext cx="237744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1498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today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063240" y="1371600"/>
            <a:ext cx="237744" cy="20116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42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Its best techs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60592" y="12984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85%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1783080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926080" y="1813326"/>
            <a:ext cx="3370700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1644" y="176760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1940497"/>
            <a:ext cx="368520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66152" y="189477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208553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2115781"/>
            <a:ext cx="337481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763" y="207006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2242953"/>
            <a:ext cx="489384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74789" y="219723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2387991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26080" y="2418236"/>
            <a:ext cx="341994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93" y="237251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926080" y="2545408"/>
            <a:ext cx="4823383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04327" y="249968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2690446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926080" y="2720692"/>
            <a:ext cx="345031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31261" y="267497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26080" y="2847864"/>
            <a:ext cx="610938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90329" y="280214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299290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926080" y="3023147"/>
            <a:ext cx="350068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81632" y="297742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926080" y="3150319"/>
            <a:ext cx="380598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786931" y="310459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3295357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26080" y="3325602"/>
            <a:ext cx="355915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40097" y="327988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926080" y="3452774"/>
            <a:ext cx="6444184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25128" y="340705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359781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926080" y="3628058"/>
            <a:ext cx="361866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99612" y="358233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926080" y="3755230"/>
            <a:ext cx="444840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29350" y="370951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390026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926080" y="3930513"/>
            <a:ext cx="3679421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660365" y="388479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926080" y="4057685"/>
            <a:ext cx="5186331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167275" y="401196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4202723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926080" y="4232969"/>
            <a:ext cx="3842025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822969" y="418724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926080" y="4360141"/>
            <a:ext cx="503624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17190" y="431442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85800" y="450517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2926080" y="4535424"/>
            <a:ext cx="3926516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907460" y="448970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926080" y="4662596"/>
            <a:ext cx="6544829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525773" y="461687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685800" y="4807634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926080" y="4837879"/>
            <a:ext cx="394032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21267" y="479215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2926080" y="4965051"/>
            <a:ext cx="5626092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607036" y="491933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85800" y="5110089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926080" y="5140335"/>
            <a:ext cx="407029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7051236" y="509461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926080" y="5267507"/>
            <a:ext cx="4801707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782651" y="522178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85800" y="541254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2926080" y="5442790"/>
            <a:ext cx="418076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161706" y="539707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926080" y="5569962"/>
            <a:ext cx="587939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860340" y="552424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7165848" y="1737360"/>
            <a:ext cx="18288" cy="39776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77" name="Shape 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store under 85%: where the store is today, and where its best quarter of techs already runs.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75473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75473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2126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878531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" name="Shape 14"/>
          <p:cNvSpPr/>
          <p:nvPr/>
        </p:nvSpPr>
        <p:spPr>
          <a:xfrm>
            <a:off x="2878531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1411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61411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3061411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94746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94746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654857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071262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Shape 22"/>
          <p:cNvSpPr/>
          <p:nvPr/>
        </p:nvSpPr>
        <p:spPr>
          <a:xfrm>
            <a:off x="5071262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254142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4142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254142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40196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140196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847588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7263994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Shape 30"/>
          <p:cNvSpPr/>
          <p:nvPr/>
        </p:nvSpPr>
        <p:spPr>
          <a:xfrm>
            <a:off x="7263994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46874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4687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744687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332927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8332927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040319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456725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9456725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639605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63960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963960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25658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45" name="Text 43"/>
          <p:cNvSpPr txBox="1"/>
          <p:nvPr/>
        </p:nvSpPr>
        <p:spPr>
          <a:xfrm>
            <a:off x="10525658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0233050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85800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Shape 46"/>
          <p:cNvSpPr/>
          <p:nvPr/>
        </p:nvSpPr>
        <p:spPr>
          <a:xfrm>
            <a:off x="685800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68680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68680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2200" dirty="0"/>
          </a:p>
        </p:txBody>
      </p:sp>
      <p:sp>
        <p:nvSpPr>
          <p:cNvPr id="51" name="Text 49"/>
          <p:cNvSpPr txBox="1"/>
          <p:nvPr/>
        </p:nvSpPr>
        <p:spPr>
          <a:xfrm>
            <a:off x="868680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175473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2200" dirty="0"/>
          </a:p>
        </p:txBody>
      </p:sp>
      <p:sp>
        <p:nvSpPr>
          <p:cNvPr id="53" name="Text 51"/>
          <p:cNvSpPr txBox="1"/>
          <p:nvPr/>
        </p:nvSpPr>
        <p:spPr>
          <a:xfrm>
            <a:off x="175473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1462126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2878531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Shape 54"/>
          <p:cNvSpPr/>
          <p:nvPr/>
        </p:nvSpPr>
        <p:spPr>
          <a:xfrm>
            <a:off x="2878531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061411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3061411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2200" dirty="0"/>
          </a:p>
        </p:txBody>
      </p:sp>
      <p:sp>
        <p:nvSpPr>
          <p:cNvPr id="59" name="Text 57"/>
          <p:cNvSpPr txBox="1"/>
          <p:nvPr/>
        </p:nvSpPr>
        <p:spPr>
          <a:xfrm>
            <a:off x="3061411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94746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2200" dirty="0"/>
          </a:p>
        </p:txBody>
      </p:sp>
      <p:sp>
        <p:nvSpPr>
          <p:cNvPr id="61" name="Text 59"/>
          <p:cNvSpPr txBox="1"/>
          <p:nvPr/>
        </p:nvSpPr>
        <p:spPr>
          <a:xfrm>
            <a:off x="394746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3654857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5071262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Shape 62"/>
          <p:cNvSpPr/>
          <p:nvPr/>
        </p:nvSpPr>
        <p:spPr>
          <a:xfrm>
            <a:off x="5071262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254142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54142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67" name="Text 65"/>
          <p:cNvSpPr txBox="1"/>
          <p:nvPr/>
        </p:nvSpPr>
        <p:spPr>
          <a:xfrm>
            <a:off x="5254142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140196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2200" dirty="0"/>
          </a:p>
        </p:txBody>
      </p:sp>
      <p:sp>
        <p:nvSpPr>
          <p:cNvPr id="69" name="Text 67"/>
          <p:cNvSpPr txBox="1"/>
          <p:nvPr/>
        </p:nvSpPr>
        <p:spPr>
          <a:xfrm>
            <a:off x="6140196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847588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7263994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2" name="Shape 70"/>
          <p:cNvSpPr/>
          <p:nvPr/>
        </p:nvSpPr>
        <p:spPr>
          <a:xfrm>
            <a:off x="7263994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446874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44687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75" name="Text 73"/>
          <p:cNvSpPr txBox="1"/>
          <p:nvPr/>
        </p:nvSpPr>
        <p:spPr>
          <a:xfrm>
            <a:off x="744687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8332927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200" dirty="0"/>
          </a:p>
        </p:txBody>
      </p:sp>
      <p:sp>
        <p:nvSpPr>
          <p:cNvPr id="77" name="Text 75"/>
          <p:cNvSpPr txBox="1"/>
          <p:nvPr/>
        </p:nvSpPr>
        <p:spPr>
          <a:xfrm>
            <a:off x="8332927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8040319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9456725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0" name="Shape 78"/>
          <p:cNvSpPr/>
          <p:nvPr/>
        </p:nvSpPr>
        <p:spPr>
          <a:xfrm>
            <a:off x="9456725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639605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63960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963960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10525658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2200" dirty="0"/>
          </a:p>
        </p:txBody>
      </p:sp>
      <p:sp>
        <p:nvSpPr>
          <p:cNvPr id="85" name="Text 83"/>
          <p:cNvSpPr txBox="1"/>
          <p:nvPr/>
        </p:nvSpPr>
        <p:spPr>
          <a:xfrm>
            <a:off x="10525658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233050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87" name="Shape 85"/>
          <p:cNvSpPr/>
          <p:nvPr/>
        </p:nvSpPr>
        <p:spPr>
          <a:xfrm>
            <a:off x="685800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Shape 86"/>
          <p:cNvSpPr/>
          <p:nvPr/>
        </p:nvSpPr>
        <p:spPr>
          <a:xfrm>
            <a:off x="685800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68680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868680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91" name="Text 89"/>
          <p:cNvSpPr txBox="1"/>
          <p:nvPr/>
        </p:nvSpPr>
        <p:spPr>
          <a:xfrm>
            <a:off x="868680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1754734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2200" dirty="0"/>
          </a:p>
        </p:txBody>
      </p:sp>
      <p:sp>
        <p:nvSpPr>
          <p:cNvPr id="93" name="Text 91"/>
          <p:cNvSpPr txBox="1"/>
          <p:nvPr/>
        </p:nvSpPr>
        <p:spPr>
          <a:xfrm>
            <a:off x="1754734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1462126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95" name="Shape 93"/>
          <p:cNvSpPr/>
          <p:nvPr/>
        </p:nvSpPr>
        <p:spPr>
          <a:xfrm>
            <a:off x="2878531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6" name="Shape 94"/>
          <p:cNvSpPr/>
          <p:nvPr/>
        </p:nvSpPr>
        <p:spPr>
          <a:xfrm>
            <a:off x="2878531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061411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3061411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2200" dirty="0"/>
          </a:p>
        </p:txBody>
      </p:sp>
      <p:sp>
        <p:nvSpPr>
          <p:cNvPr id="99" name="Text 97"/>
          <p:cNvSpPr txBox="1"/>
          <p:nvPr/>
        </p:nvSpPr>
        <p:spPr>
          <a:xfrm>
            <a:off x="3061411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3947465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101" name="Text 99"/>
          <p:cNvSpPr txBox="1"/>
          <p:nvPr/>
        </p:nvSpPr>
        <p:spPr>
          <a:xfrm>
            <a:off x="3947465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3654857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3" name="Shape 101"/>
          <p:cNvSpPr/>
          <p:nvPr/>
        </p:nvSpPr>
        <p:spPr>
          <a:xfrm>
            <a:off x="5071262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071262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5254142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5254142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2200" dirty="0"/>
          </a:p>
        </p:txBody>
      </p:sp>
      <p:sp>
        <p:nvSpPr>
          <p:cNvPr id="107" name="Text 105"/>
          <p:cNvSpPr txBox="1"/>
          <p:nvPr/>
        </p:nvSpPr>
        <p:spPr>
          <a:xfrm>
            <a:off x="5254142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140196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2200" dirty="0"/>
          </a:p>
        </p:txBody>
      </p:sp>
      <p:sp>
        <p:nvSpPr>
          <p:cNvPr id="109" name="Text 107"/>
          <p:cNvSpPr txBox="1"/>
          <p:nvPr/>
        </p:nvSpPr>
        <p:spPr>
          <a:xfrm>
            <a:off x="6140196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5847588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1" name="Shape 1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C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13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under 85% already have techs beating it.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886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bays, same dispatch, same car count. The target is not theory; their own best techs hit it every month.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17320"/>
          <a:ext cx="653796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1554480"/>
                <a:gridCol w="155448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 today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techs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ACURA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CHEVY GMC BULLHEAD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VW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CDJR POST FALLS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VOLVO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GMC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LV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HONDA FLAGSTAFF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LR RENO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TOYOTA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2026-10-21T21:13:52Z</dcterms:created>
  <dcterms:modified xsi:type="dcterms:W3CDTF">2026-10-21T21:13:52Z</dcterms:modified>
</cp:coreProperties>
</file>