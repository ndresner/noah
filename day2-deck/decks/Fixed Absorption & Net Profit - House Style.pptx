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and parts; the GMC Prescott body shop is taken out, as everywhere in the deck)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$242,385,781 of fixed expenses out of $304,576,351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($242,385,781).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77.9%</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77.9% absorption, up 2.1 pts. Fixed gross grew 4.1%; fixed expenses 1.4%.</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$147.7M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$39.0M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$36.3M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$19.4M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$242.4M of fixed expenses Jan-Sep 2026; fixed ops gross of $188.8M covers 77.9%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2026-10-28T15:31:23Z</dcterms:created>
  <dcterms:modified xsi:type="dcterms:W3CDTF">2026-10-28T15:31:23Z</dcterms:modified>
</cp:coreProperties>
</file>