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Toyota Henderson leads at $7.83M of the group's $50.45M. 2 stores are losing money in fixed ops, Hyundai Prescott the most at −$136,511.Source: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Lincoln, Subaru Prescott and GMC Prescott turned a 2025 loss into a profit (green rows); VW St George went from a profit to a loss (red row). 24 of 33 stores grew.Source: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32906"/>
            <a:ext cx="338388"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78181"/>
            <a:ext cx="309104"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923455"/>
            <a:ext cx="279424" cy="112826"/>
          </a:xfrm>
          <a:prstGeom prst="rect">
            <a:avLst/>
          </a:prstGeom>
          <a:solidFill>
            <a:srgbClr val="12A566"/>
          </a:solidFill>
          <a:ln/>
        </p:spPr>
      </p:sp>
      <p:sp>
        <p:nvSpPr>
          <p:cNvPr id="33" name="Text 31"/>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111649"/>
            <a:ext cx="5138928" cy="226986"/>
          </a:xfrm>
          <a:prstGeom prst="rect">
            <a:avLst/>
          </a:prstGeom>
          <a:solidFill>
            <a:srgbClr val="E6F6EE"/>
          </a:solidFill>
          <a:ln/>
        </p:spPr>
      </p:sp>
      <p:sp>
        <p:nvSpPr>
          <p:cNvPr id="36" name="Text 34"/>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168729"/>
            <a:ext cx="195258" cy="112826"/>
          </a:xfrm>
          <a:prstGeom prst="rect">
            <a:avLst/>
          </a:prstGeom>
          <a:solidFill>
            <a:srgbClr val="12A566"/>
          </a:solidFill>
          <a:ln/>
        </p:spPr>
      </p:sp>
      <p:sp>
        <p:nvSpPr>
          <p:cNvPr id="39" name="Text 37"/>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414004"/>
            <a:ext cx="170398" cy="112826"/>
          </a:xfrm>
          <a:prstGeom prst="rect">
            <a:avLst/>
          </a:prstGeom>
          <a:solidFill>
            <a:srgbClr val="12A566"/>
          </a:solidFill>
          <a:ln/>
        </p:spPr>
      </p:sp>
      <p:sp>
        <p:nvSpPr>
          <p:cNvPr id="44" name="Text 42"/>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659278"/>
            <a:ext cx="136037" cy="112826"/>
          </a:xfrm>
          <a:prstGeom prst="rect">
            <a:avLst/>
          </a:prstGeom>
          <a:solidFill>
            <a:srgbClr val="12A566"/>
          </a:solidFill>
          <a:ln/>
        </p:spPr>
      </p:sp>
      <p:sp>
        <p:nvSpPr>
          <p:cNvPr id="49" name="Text 47"/>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904553"/>
            <a:ext cx="117971" cy="112826"/>
          </a:xfrm>
          <a:prstGeom prst="rect">
            <a:avLst/>
          </a:prstGeom>
          <a:solidFill>
            <a:srgbClr val="12A566"/>
          </a:solidFill>
          <a:ln/>
        </p:spPr>
      </p:sp>
      <p:sp>
        <p:nvSpPr>
          <p:cNvPr id="54" name="Text 52"/>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884048"/>
            <a:ext cx="54864" cy="153834"/>
          </a:xfrm>
          <a:prstGeom prst="rect">
            <a:avLst/>
          </a:prstGeom>
          <a:solidFill>
            <a:srgbClr val="12A566"/>
          </a:solidFill>
          <a:ln/>
        </p:spPr>
      </p:sp>
      <p:sp>
        <p:nvSpPr>
          <p:cNvPr id="57" name="Text 55"/>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4149827"/>
            <a:ext cx="115044" cy="112826"/>
          </a:xfrm>
          <a:prstGeom prst="rect">
            <a:avLst/>
          </a:prstGeom>
          <a:solidFill>
            <a:srgbClr val="12A566"/>
          </a:solidFill>
          <a:ln/>
        </p:spPr>
      </p:sp>
      <p:sp>
        <p:nvSpPr>
          <p:cNvPr id="60" name="Text 58"/>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395101"/>
            <a:ext cx="87555" cy="112826"/>
          </a:xfrm>
          <a:prstGeom prst="rect">
            <a:avLst/>
          </a:prstGeom>
          <a:solidFill>
            <a:srgbClr val="12A566"/>
          </a:solidFill>
          <a:ln/>
        </p:spPr>
      </p:sp>
      <p:sp>
        <p:nvSpPr>
          <p:cNvPr id="65" name="Text 63"/>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640376"/>
            <a:ext cx="83153" cy="112826"/>
          </a:xfrm>
          <a:prstGeom prst="rect">
            <a:avLst/>
          </a:prstGeom>
          <a:solidFill>
            <a:srgbClr val="12A566"/>
          </a:solidFill>
          <a:ln/>
        </p:spPr>
      </p:sp>
      <p:sp>
        <p:nvSpPr>
          <p:cNvPr id="70" name="Text 68"/>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828570"/>
            <a:ext cx="5138928" cy="226986"/>
          </a:xfrm>
          <a:prstGeom prst="rect">
            <a:avLst/>
          </a:prstGeom>
          <a:solidFill>
            <a:srgbClr val="E6F6EE"/>
          </a:solidFill>
          <a:ln/>
        </p:spPr>
      </p:sp>
      <p:sp>
        <p:nvSpPr>
          <p:cNvPr id="73" name="Text 71"/>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885650"/>
            <a:ext cx="73936" cy="112826"/>
          </a:xfrm>
          <a:prstGeom prst="rect">
            <a:avLst/>
          </a:prstGeom>
          <a:solidFill>
            <a:srgbClr val="12A566"/>
          </a:solidFill>
          <a:ln/>
        </p:spPr>
      </p:sp>
      <p:sp>
        <p:nvSpPr>
          <p:cNvPr id="76" name="Text 74"/>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865146"/>
            <a:ext cx="54864" cy="153834"/>
          </a:xfrm>
          <a:prstGeom prst="rect">
            <a:avLst/>
          </a:prstGeom>
          <a:solidFill>
            <a:srgbClr val="12A566"/>
          </a:solidFill>
          <a:ln/>
        </p:spPr>
      </p:sp>
      <p:sp>
        <p:nvSpPr>
          <p:cNvPr id="79" name="Text 77"/>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5130924"/>
            <a:ext cx="62602" cy="112826"/>
          </a:xfrm>
          <a:prstGeom prst="rect">
            <a:avLst/>
          </a:prstGeom>
          <a:solidFill>
            <a:srgbClr val="12A566"/>
          </a:solidFill>
          <a:ln/>
        </p:spPr>
      </p:sp>
      <p:sp>
        <p:nvSpPr>
          <p:cNvPr id="82" name="Text 80"/>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376199"/>
            <a:ext cx="61490" cy="112826"/>
          </a:xfrm>
          <a:prstGeom prst="rect">
            <a:avLst/>
          </a:prstGeom>
          <a:solidFill>
            <a:srgbClr val="12A566"/>
          </a:solidFill>
          <a:ln/>
        </p:spPr>
      </p:sp>
      <p:sp>
        <p:nvSpPr>
          <p:cNvPr id="87" name="Text 85"/>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564393"/>
            <a:ext cx="5138928" cy="226986"/>
          </a:xfrm>
          <a:prstGeom prst="rect">
            <a:avLst/>
          </a:prstGeom>
          <a:solidFill>
            <a:srgbClr val="E6F6EE"/>
          </a:solidFill>
          <a:ln/>
        </p:spPr>
      </p:sp>
      <p:sp>
        <p:nvSpPr>
          <p:cNvPr id="90" name="Text 88"/>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621473"/>
            <a:ext cx="58162" cy="112826"/>
          </a:xfrm>
          <a:prstGeom prst="rect">
            <a:avLst/>
          </a:prstGeom>
          <a:solidFill>
            <a:srgbClr val="12A566"/>
          </a:solidFill>
          <a:ln/>
        </p:spPr>
      </p:sp>
      <p:sp>
        <p:nvSpPr>
          <p:cNvPr id="93" name="Text 91"/>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866747"/>
            <a:ext cx="54233" cy="112826"/>
          </a:xfrm>
          <a:prstGeom prst="rect">
            <a:avLst/>
          </a:prstGeom>
          <a:solidFill>
            <a:srgbClr val="12A566"/>
          </a:solidFill>
          <a:ln/>
        </p:spPr>
      </p:sp>
      <p:sp>
        <p:nvSpPr>
          <p:cNvPr id="98" name="Text 96"/>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6112022"/>
            <a:ext cx="52684" cy="112826"/>
          </a:xfrm>
          <a:prstGeom prst="rect">
            <a:avLst/>
          </a:prstGeom>
          <a:solidFill>
            <a:srgbClr val="12A566"/>
          </a:solidFill>
          <a:ln/>
        </p:spPr>
      </p:sp>
      <p:sp>
        <p:nvSpPr>
          <p:cNvPr id="103" name="Text 101"/>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7632"/>
            <a:ext cx="45718" cy="112826"/>
          </a:xfrm>
          <a:prstGeom prst="rect">
            <a:avLst/>
          </a:prstGeom>
          <a:solidFill>
            <a:srgbClr val="12A566"/>
          </a:solidFill>
          <a:ln/>
        </p:spPr>
      </p:sp>
      <p:sp>
        <p:nvSpPr>
          <p:cNvPr id="108" name="Text 106"/>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32906"/>
            <a:ext cx="39446" cy="112826"/>
          </a:xfrm>
          <a:prstGeom prst="rect">
            <a:avLst/>
          </a:prstGeom>
          <a:solidFill>
            <a:srgbClr val="12A566"/>
          </a:solidFill>
          <a:ln/>
        </p:spPr>
      </p:sp>
      <p:sp>
        <p:nvSpPr>
          <p:cNvPr id="113" name="Text 111"/>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78181"/>
            <a:ext cx="38729" cy="112826"/>
          </a:xfrm>
          <a:prstGeom prst="rect">
            <a:avLst/>
          </a:prstGeom>
          <a:solidFill>
            <a:srgbClr val="12A566"/>
          </a:solidFill>
          <a:ln/>
        </p:spPr>
      </p:sp>
      <p:sp>
        <p:nvSpPr>
          <p:cNvPr id="118" name="Text 116"/>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923455"/>
            <a:ext cx="21715" cy="112826"/>
          </a:xfrm>
          <a:prstGeom prst="rect">
            <a:avLst/>
          </a:prstGeom>
          <a:solidFill>
            <a:srgbClr val="12A566"/>
          </a:solidFill>
          <a:ln/>
        </p:spPr>
      </p:sp>
      <p:sp>
        <p:nvSpPr>
          <p:cNvPr id="123" name="Text 121"/>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168729"/>
            <a:ext cx="21414" cy="112826"/>
          </a:xfrm>
          <a:prstGeom prst="rect">
            <a:avLst/>
          </a:prstGeom>
          <a:solidFill>
            <a:srgbClr val="12A566"/>
          </a:solidFill>
          <a:ln/>
        </p:spPr>
      </p:sp>
      <p:sp>
        <p:nvSpPr>
          <p:cNvPr id="128" name="Text 126"/>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148225"/>
            <a:ext cx="54864" cy="153834"/>
          </a:xfrm>
          <a:prstGeom prst="rect">
            <a:avLst/>
          </a:prstGeom>
          <a:solidFill>
            <a:srgbClr val="12A566"/>
          </a:solidFill>
          <a:ln/>
        </p:spPr>
      </p:sp>
      <p:sp>
        <p:nvSpPr>
          <p:cNvPr id="131" name="Text 129"/>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414004"/>
            <a:ext cx="12802" cy="112826"/>
          </a:xfrm>
          <a:prstGeom prst="rect">
            <a:avLst/>
          </a:prstGeom>
          <a:solidFill>
            <a:srgbClr val="12A566"/>
          </a:solidFill>
          <a:ln/>
        </p:spPr>
      </p:sp>
      <p:sp>
        <p:nvSpPr>
          <p:cNvPr id="134" name="Text 132"/>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659278"/>
            <a:ext cx="12802" cy="112826"/>
          </a:xfrm>
          <a:prstGeom prst="rect">
            <a:avLst/>
          </a:prstGeom>
          <a:solidFill>
            <a:srgbClr val="12A566"/>
          </a:solidFill>
          <a:ln/>
        </p:spPr>
      </p:sp>
      <p:sp>
        <p:nvSpPr>
          <p:cNvPr id="139" name="Text 137"/>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904553"/>
            <a:ext cx="30644" cy="112826"/>
          </a:xfrm>
          <a:prstGeom prst="rect">
            <a:avLst/>
          </a:prstGeom>
          <a:solidFill>
            <a:srgbClr val="C2352F"/>
          </a:solidFill>
          <a:ln/>
        </p:spPr>
      </p:sp>
      <p:sp>
        <p:nvSpPr>
          <p:cNvPr id="144" name="Text 142"/>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4149827"/>
            <a:ext cx="34926" cy="112826"/>
          </a:xfrm>
          <a:prstGeom prst="rect">
            <a:avLst/>
          </a:prstGeom>
          <a:solidFill>
            <a:srgbClr val="C2352F"/>
          </a:solidFill>
          <a:ln/>
        </p:spPr>
      </p:sp>
      <p:sp>
        <p:nvSpPr>
          <p:cNvPr id="149" name="Text 147"/>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395101"/>
            <a:ext cx="38823" cy="112826"/>
          </a:xfrm>
          <a:prstGeom prst="rect">
            <a:avLst/>
          </a:prstGeom>
          <a:solidFill>
            <a:srgbClr val="C2352F"/>
          </a:solidFill>
          <a:ln/>
        </p:spPr>
      </p:sp>
      <p:sp>
        <p:nvSpPr>
          <p:cNvPr id="154" name="Text 152"/>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374597"/>
            <a:ext cx="54864" cy="153834"/>
          </a:xfrm>
          <a:prstGeom prst="rect">
            <a:avLst/>
          </a:prstGeom>
          <a:solidFill>
            <a:srgbClr val="C2352F"/>
          </a:solidFill>
          <a:ln/>
        </p:spPr>
      </p:sp>
      <p:sp>
        <p:nvSpPr>
          <p:cNvPr id="157" name="Text 155"/>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640376"/>
            <a:ext cx="59181" cy="112826"/>
          </a:xfrm>
          <a:prstGeom prst="rect">
            <a:avLst/>
          </a:prstGeom>
          <a:solidFill>
            <a:srgbClr val="C2352F"/>
          </a:solidFill>
          <a:ln/>
        </p:spPr>
      </p:sp>
      <p:sp>
        <p:nvSpPr>
          <p:cNvPr id="160" name="Text 158"/>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885650"/>
            <a:ext cx="71717" cy="112826"/>
          </a:xfrm>
          <a:prstGeom prst="rect">
            <a:avLst/>
          </a:prstGeom>
          <a:solidFill>
            <a:srgbClr val="C2352F"/>
          </a:solidFill>
          <a:ln/>
        </p:spPr>
      </p:sp>
      <p:sp>
        <p:nvSpPr>
          <p:cNvPr id="165" name="Text 163"/>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5073844"/>
            <a:ext cx="5138928" cy="226986"/>
          </a:xfrm>
          <a:prstGeom prst="rect">
            <a:avLst/>
          </a:prstGeom>
          <a:solidFill>
            <a:srgbClr val="FBEBEA"/>
          </a:solidFill>
          <a:ln/>
        </p:spPr>
      </p:sp>
      <p:sp>
        <p:nvSpPr>
          <p:cNvPr id="168" name="Text 166"/>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5130924"/>
            <a:ext cx="85614" cy="112826"/>
          </a:xfrm>
          <a:prstGeom prst="rect">
            <a:avLst/>
          </a:prstGeom>
          <a:solidFill>
            <a:srgbClr val="C2352F"/>
          </a:solidFill>
          <a:ln/>
        </p:spPr>
      </p:sp>
      <p:sp>
        <p:nvSpPr>
          <p:cNvPr id="171" name="Text 169"/>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5110420"/>
            <a:ext cx="54864" cy="153834"/>
          </a:xfrm>
          <a:prstGeom prst="rect">
            <a:avLst/>
          </a:prstGeom>
          <a:solidFill>
            <a:srgbClr val="C2352F"/>
          </a:solidFill>
          <a:ln/>
        </p:spPr>
      </p:sp>
      <p:sp>
        <p:nvSpPr>
          <p:cNvPr id="174" name="Text 172"/>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376199"/>
            <a:ext cx="108116" cy="112826"/>
          </a:xfrm>
          <a:prstGeom prst="rect">
            <a:avLst/>
          </a:prstGeom>
          <a:solidFill>
            <a:srgbClr val="C2352F"/>
          </a:solidFill>
          <a:ln/>
        </p:spPr>
      </p:sp>
      <p:sp>
        <p:nvSpPr>
          <p:cNvPr id="177" name="Text 175"/>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621473"/>
            <a:ext cx="184668" cy="112826"/>
          </a:xfrm>
          <a:prstGeom prst="rect">
            <a:avLst/>
          </a:prstGeom>
          <a:solidFill>
            <a:srgbClr val="C2352F"/>
          </a:solidFill>
          <a:ln/>
        </p:spPr>
      </p:sp>
      <p:sp>
        <p:nvSpPr>
          <p:cNvPr id="182" name="Text 180"/>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600969"/>
            <a:ext cx="54864" cy="153834"/>
          </a:xfrm>
          <a:prstGeom prst="rect">
            <a:avLst/>
          </a:prstGeom>
          <a:solidFill>
            <a:srgbClr val="C2352F"/>
          </a:solidFill>
          <a:ln/>
        </p:spPr>
      </p:sp>
      <p:sp>
        <p:nvSpPr>
          <p:cNvPr id="185" name="Text 183"/>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866747"/>
            <a:ext cx="259682" cy="112826"/>
          </a:xfrm>
          <a:prstGeom prst="rect">
            <a:avLst/>
          </a:prstGeom>
          <a:solidFill>
            <a:srgbClr val="C2352F"/>
          </a:solidFill>
          <a:ln/>
        </p:spPr>
      </p:sp>
      <p:sp>
        <p:nvSpPr>
          <p:cNvPr id="188" name="Text 186"/>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4169664"/>
          </a:xfrm>
          <a:prstGeom prst="rect">
            <a:avLst/>
          </a:prstGeom>
          <a:solidFill>
            <a:srgbClr val="9AA3AD"/>
          </a:solidFill>
          <a:ln/>
        </p:spPr>
      </p:sp>
      <p:sp>
        <p:nvSpPr>
          <p:cNvPr id="191" name="Shape 189"/>
          <p:cNvSpPr/>
          <p:nvPr/>
        </p:nvSpPr>
        <p:spPr>
          <a:xfrm>
            <a:off x="9124798" y="2121408"/>
            <a:ext cx="10973" cy="4169664"/>
          </a:xfrm>
          <a:prstGeom prst="rect">
            <a:avLst/>
          </a:prstGeom>
          <a:solidFill>
            <a:srgbClr val="9AA3AD"/>
          </a:solidFill>
          <a:ln/>
        </p:spPr>
      </p:sp>
      <p:sp>
        <p:nvSpPr>
          <p:cNvPr id="192" name="Shape 190"/>
          <p:cNvSpPr/>
          <p:nvPr/>
        </p:nvSpPr>
        <p:spPr>
          <a:xfrm>
            <a:off x="6085332" y="2121408"/>
            <a:ext cx="10973" cy="4169664"/>
          </a:xfrm>
          <a:prstGeom prst="rect">
            <a:avLst/>
          </a:prstGeom>
          <a:solidFill>
            <a:srgbClr val="D9D9D9"/>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2026-10-27T17:13:14Z</dcterms:created>
  <dcterms:modified xsi:type="dcterms:W3CDTF">2026-10-27T17:13:14Z</dcterms:modified>
</cp:coreProperties>
</file>