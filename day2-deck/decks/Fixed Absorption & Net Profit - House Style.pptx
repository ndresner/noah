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7"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4"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92"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8"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5"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2026-10-29T06:37:51Z</dcterms:created>
  <dcterms:modified xsi:type="dcterms:W3CDTF">2026-10-29T06:37:51Z</dcterms:modified>
</cp:coreProperties>
</file>