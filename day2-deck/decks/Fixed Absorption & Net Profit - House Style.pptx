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($242,850,782).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leads at $7.83M of the group's $50.45M. 2 stores are losing money in fixed ops, Hyundai Prescott the most at −$136,511.Source: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Subaru Prescott and GMC Prescott turned a 2025 loss into a profit (green rows); VW St George went from a profit to a loss (red row). 24 of 33 stores grew.Source: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$147.9M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$39.1M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$36.4M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$19.5M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$242.9M of fixed expenses Jan-Sep 2026; fixed ops gross of $189.7M covers 78.1%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5" name="Shape 142"/>
          <p:cNvSpPr/>
          <p:nvPr/>
        </p:nvSpPr>
        <p:spPr>
          <a:xfrm>
            <a:off x="457200" y="6126480"/>
            <a:ext cx="11274552" cy="371856"/>
          </a:xfrm>
          <a:prstGeom prst="rect">
            <a:avLst/>
          </a:prstGeom>
          <a:solidFill>
            <a:srgbClr val="EDF4FA"/>
          </a:solidFill>
          <a:ln/>
        </p:spPr>
      </p:sp>
      <p:sp>
        <p:nvSpPr>
          <p:cNvPr id="146"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 stores are losing money in fixed ops.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2026-10-27T17:17:46Z</dcterms:created>
  <dcterms:modified xsi:type="dcterms:W3CDTF">2026-10-27T17:17:46Z</dcterms:modified>
</cp:coreProperties>
</file>