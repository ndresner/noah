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GM statement. Jan-Sep 2026, same-store, INEOS excluded (opened 2026). Fixed Expenses line by account class, every department of the store; categories reconcile to the line to the cent ($242,850,782).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leads at $7.83M of the group's $50.45M. 2 stores are losing money in fixed ops, Hyundai Prescott the most at −$136,511.Source: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Lincoln, Subaru Prescott and GMC Prescott turned a 2025 loss into a profit (green rows); VW St George went from a profit to a loss (red row). 24 of 33 stores grew.Source: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Store Fixed Expenses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PEOPLE</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$147.9M</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61% · Salaries and wages, payroll taxes, benefits, PTO</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2587C5"/>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BUILDING &amp; EQUIPMENT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$39.1M</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16% · Rent, depreciation, property taxes, utilities, insurance, building and equipment repairs</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2587C5"/>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SYSTEMS &amp; SERVICES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$36.4M</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15% · DMS and IT, outside services, phones, legal and audit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EVERYTHING ELSE</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$19.5M</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8% · Service and parts advertising, training, company vehicles, freight, supplies, travel, other taxes</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Not included: sales and F&amp;I commissions, delivery, policy, floorplan interest and new and used vehicle advertising, the costs that rise and fall with each car sold.</a:t>
            </a:r>
            <a:endParaRPr lang="en-US" sz="1700" dirty="0"/>
          </a:p>
        </p:txBody>
      </p:sp>
      <p:sp>
        <p:nvSpPr>
          <p:cNvPr id="27" name="Shape 25"/>
          <p:cNvSpPr/>
          <p:nvPr/>
        </p:nvSpPr>
        <p:spPr>
          <a:xfrm>
            <a:off x="457200" y="6126480"/>
            <a:ext cx="11274552" cy="615696"/>
          </a:xfrm>
          <a:prstGeom prst="rect">
            <a:avLst/>
          </a:prstGeom>
          <a:solidFill>
            <a:srgbClr val="EDF4F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$242.9M of fixed expenses Jan-Sep 2026; fixed ops gross of $189.7M covers 78.1% of it. People are 61% of the total.</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41969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154907"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7588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86722"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60690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351233"/>
            <a:ext cx="529462"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77227"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3831024"/>
            <a:ext cx="42403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421495"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310815"/>
            <a:ext cx="31069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550711"/>
            <a:ext cx="30809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4790606"/>
            <a:ext cx="27993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273031"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270397"/>
            <a:ext cx="272418"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510293"/>
            <a:ext cx="261785"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25469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1860"/>
            <a:ext cx="230085"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51755"/>
            <a:ext cx="210561"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186954"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631546"/>
            <a:ext cx="16468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871442"/>
            <a:ext cx="163331"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111337"/>
            <a:ext cx="158180"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351233"/>
            <a:ext cx="1172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11120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3831024"/>
            <a:ext cx="99951"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070920"/>
            <a:ext cx="3002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2519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22055"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4790606"/>
            <a:ext cx="1856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030502"/>
            <a:ext cx="18288"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288" cy="110352"/>
          </a:xfrm>
          <a:prstGeom prst="rect">
            <a:avLst/>
          </a:prstGeom>
          <a:solidFill>
            <a:srgbClr val="C2352F"/>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510293"/>
            <a:ext cx="31883" cy="110352"/>
          </a:xfrm>
          <a:prstGeom prst="rect">
            <a:avLst/>
          </a:prstGeom>
          <a:solidFill>
            <a:srgbClr val="C2352F"/>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5" name="Shape 142"/>
          <p:cNvSpPr/>
          <p:nvPr/>
        </p:nvSpPr>
        <p:spPr>
          <a:xfrm>
            <a:off x="457200" y="6126480"/>
            <a:ext cx="11274552" cy="371856"/>
          </a:xfrm>
          <a:prstGeom prst="rect">
            <a:avLst/>
          </a:prstGeom>
          <a:solidFill>
            <a:srgbClr val="EDF4FA"/>
          </a:solidFill>
          <a:ln/>
        </p:spPr>
      </p:sp>
      <p:sp>
        <p:nvSpPr>
          <p:cNvPr id="146"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 stores are losing money in fixed ops.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4" name="Shape 191"/>
          <p:cNvSpPr/>
          <p:nvPr/>
        </p:nvSpPr>
        <p:spPr>
          <a:xfrm>
            <a:off x="457200" y="6126480"/>
            <a:ext cx="11274552" cy="371856"/>
          </a:xfrm>
          <a:prstGeom prst="rect">
            <a:avLst/>
          </a:prstGeom>
          <a:solidFill>
            <a:srgbClr val="EDF4FA"/>
          </a:solidFill>
          <a:ln/>
        </p:spPr>
      </p:sp>
      <p:sp>
        <p:nvSpPr>
          <p:cNvPr id="195" name="Text 19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8" name="Shape 56"/>
          <p:cNvSpPr/>
          <p:nvPr/>
        </p:nvSpPr>
        <p:spPr>
          <a:xfrm>
            <a:off x="11466576" y="2968142"/>
            <a:ext cx="64008" cy="755294"/>
          </a:xfrm>
          <a:prstGeom prst="rect">
            <a:avLst/>
          </a:prstGeom>
          <a:solidFill>
            <a:srgbClr val="12A566"/>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2026-10-27T18:05:24Z</dcterms:created>
  <dcterms:modified xsi:type="dcterms:W3CDTF">2026-10-27T18:05:24Z</dcterms:modified>
</cp:coreProperties>
</file>