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673214.4099999999</c:v>
                </c:pt>
                <c:pt idx="1">
                  <c:v>667043.93</c:v>
                </c:pt>
                <c:pt idx="2">
                  <c:v>660698.5700000001</c:v>
                </c:pt>
                <c:pt idx="3">
                  <c:v>783779.69</c:v>
                </c:pt>
                <c:pt idx="4">
                  <c:v>686251.59</c:v>
                </c:pt>
                <c:pt idx="5">
                  <c:v>762803.78</c:v>
                </c:pt>
                <c:pt idx="6">
                  <c:v>862929.99</c:v>
                </c:pt>
                <c:pt idx="7">
                  <c:v>726104.11</c:v>
                </c:pt>
                <c:pt idx="8">
                  <c:v>591602.85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82933.0308000001"/>
          <c:min val="562615.42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426367.52</c:v>
                </c:pt>
                <c:pt idx="1">
                  <c:v>359449.32999999996</c:v>
                </c:pt>
                <c:pt idx="2">
                  <c:v>344941.30000000005</c:v>
                </c:pt>
                <c:pt idx="3">
                  <c:v>467680.61</c:v>
                </c:pt>
                <c:pt idx="4">
                  <c:v>501380.55</c:v>
                </c:pt>
                <c:pt idx="5">
                  <c:v>528913.37</c:v>
                </c:pt>
                <c:pt idx="6">
                  <c:v>498520.88</c:v>
                </c:pt>
                <c:pt idx="7">
                  <c:v>533962.25</c:v>
                </c:pt>
                <c:pt idx="8">
                  <c:v>445357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631319.72</c:v>
                </c:pt>
                <c:pt idx="1">
                  <c:v>546833.85</c:v>
                </c:pt>
                <c:pt idx="2">
                  <c:v>542606.93</c:v>
                </c:pt>
                <c:pt idx="3">
                  <c:v>590782.32</c:v>
                </c:pt>
                <c:pt idx="4">
                  <c:v>414490.05</c:v>
                </c:pt>
                <c:pt idx="5">
                  <c:v>470078.17000000004</c:v>
                </c:pt>
                <c:pt idx="6">
                  <c:v>746155.96</c:v>
                </c:pt>
                <c:pt idx="7">
                  <c:v>500529.55</c:v>
                </c:pt>
                <c:pt idx="8">
                  <c:v>502102.01999999996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78253.1327999999"/>
          <c:min val="312844.1272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174589.61</c:v>
                </c:pt>
                <c:pt idx="1">
                  <c:v>95405.77</c:v>
                </c:pt>
                <c:pt idx="2">
                  <c:v>140625.01</c:v>
                </c:pt>
                <c:pt idx="3">
                  <c:v>203321.24</c:v>
                </c:pt>
                <c:pt idx="4">
                  <c:v>219850.85</c:v>
                </c:pt>
                <c:pt idx="5">
                  <c:v>252107.89</c:v>
                </c:pt>
                <c:pt idx="6">
                  <c:v>232479.66</c:v>
                </c:pt>
                <c:pt idx="7">
                  <c:v>295546.51</c:v>
                </c:pt>
                <c:pt idx="8">
                  <c:v>218835.64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249580.28</c:v>
                </c:pt>
                <c:pt idx="1">
                  <c:v>274924.13</c:v>
                </c:pt>
                <c:pt idx="2">
                  <c:v>284945.48</c:v>
                </c:pt>
                <c:pt idx="3">
                  <c:v>417111.44</c:v>
                </c:pt>
                <c:pt idx="4">
                  <c:v>224022.98</c:v>
                </c:pt>
                <c:pt idx="5">
                  <c:v>244327.32</c:v>
                </c:pt>
                <c:pt idx="6">
                  <c:v>316671.08999999997</c:v>
                </c:pt>
                <c:pt idx="7">
                  <c:v>338493.80000000005</c:v>
                </c:pt>
                <c:pt idx="8">
                  <c:v>248463.19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2847.8936"/>
          <c:min val="69669.31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584689.0700000001</c:v>
                </c:pt>
                <c:pt idx="1">
                  <c:v>558117.13</c:v>
                </c:pt>
                <c:pt idx="2">
                  <c:v>703874.1499999999</c:v>
                </c:pt>
                <c:pt idx="3">
                  <c:v>556698.45</c:v>
                </c:pt>
                <c:pt idx="4">
                  <c:v>677884.43</c:v>
                </c:pt>
                <c:pt idx="5">
                  <c:v>614133.19</c:v>
                </c:pt>
                <c:pt idx="6">
                  <c:v>611029.54</c:v>
                </c:pt>
                <c:pt idx="7">
                  <c:v>629549.39</c:v>
                </c:pt>
                <c:pt idx="8">
                  <c:v>450419.98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-26463.230000000003</c:v>
                </c:pt>
                <c:pt idx="1">
                  <c:v>-44186.57</c:v>
                </c:pt>
                <c:pt idx="2">
                  <c:v>-12549.57</c:v>
                </c:pt>
                <c:pt idx="3">
                  <c:v>-31739.4</c:v>
                </c:pt>
                <c:pt idx="4">
                  <c:v>-31558.960000000003</c:v>
                </c:pt>
                <c:pt idx="5">
                  <c:v>-68943.1</c:v>
                </c:pt>
                <c:pt idx="6">
                  <c:v>-52091.22</c:v>
                </c:pt>
                <c:pt idx="7">
                  <c:v>-26663.800000000003</c:v>
                </c:pt>
                <c:pt idx="8">
                  <c:v>-95108.88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-6470.57</c:v>
                </c:pt>
                <c:pt idx="1">
                  <c:v>-6038.219999999999</c:v>
                </c:pt>
                <c:pt idx="2">
                  <c:v>26901.36</c:v>
                </c:pt>
                <c:pt idx="3">
                  <c:v>372.7600000000002</c:v>
                </c:pt>
                <c:pt idx="4">
                  <c:v>-24119.12000000001</c:v>
                </c:pt>
                <c:pt idx="5">
                  <c:v>-15411.61</c:v>
                </c:pt>
                <c:pt idx="6">
                  <c:v>33968.16</c:v>
                </c:pt>
                <c:pt idx="7">
                  <c:v>42532.58</c:v>
                </c:pt>
                <c:pt idx="8">
                  <c:v>42694.33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718.586800000005"/>
          <c:min val="-106133.136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245650.74</c:v>
                </c:pt>
                <c:pt idx="1">
                  <c:v>205123.04</c:v>
                </c:pt>
                <c:pt idx="2">
                  <c:v>363576.81</c:v>
                </c:pt>
                <c:pt idx="3">
                  <c:v>412964.21</c:v>
                </c:pt>
                <c:pt idx="4">
                  <c:v>375704.95</c:v>
                </c:pt>
                <c:pt idx="5">
                  <c:v>294757.57</c:v>
                </c:pt>
                <c:pt idx="6">
                  <c:v>348013.7</c:v>
                </c:pt>
                <c:pt idx="7">
                  <c:v>340023.29000000004</c:v>
                </c:pt>
                <c:pt idx="8">
                  <c:v>324492.52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6252.89080000005"/>
          <c:min val="98567.01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120502.33</c:v>
                </c:pt>
                <c:pt idx="1">
                  <c:v>137723.4</c:v>
                </c:pt>
                <c:pt idx="2">
                  <c:v>146104.6</c:v>
                </c:pt>
                <c:pt idx="3">
                  <c:v>105201.39</c:v>
                </c:pt>
                <c:pt idx="4">
                  <c:v>223669.27000000002</c:v>
                </c:pt>
                <c:pt idx="5">
                  <c:v>209534.28999999998</c:v>
                </c:pt>
                <c:pt idx="6">
                  <c:v>220370.36000000002</c:v>
                </c:pt>
                <c:pt idx="7">
                  <c:v>220706.81</c:v>
                </c:pt>
                <c:pt idx="8">
                  <c:v>164187.72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140485.17</c:v>
                </c:pt>
                <c:pt idx="1">
                  <c:v>80036.92</c:v>
                </c:pt>
                <c:pt idx="2">
                  <c:v>90158.89</c:v>
                </c:pt>
                <c:pt idx="3">
                  <c:v>132751.79</c:v>
                </c:pt>
                <c:pt idx="4">
                  <c:v>138796.77</c:v>
                </c:pt>
                <c:pt idx="5">
                  <c:v>130956.01000000001</c:v>
                </c:pt>
                <c:pt idx="6">
                  <c:v>162421.52</c:v>
                </c:pt>
                <c:pt idx="7">
                  <c:v>120607.87</c:v>
                </c:pt>
                <c:pt idx="8">
                  <c:v>94286.11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159.858"/>
          <c:min val="68546.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170486.2</c:v>
                </c:pt>
                <c:pt idx="1">
                  <c:v>142584.58</c:v>
                </c:pt>
                <c:pt idx="2">
                  <c:v>169880.13</c:v>
                </c:pt>
                <c:pt idx="3">
                  <c:v>98520.33</c:v>
                </c:pt>
                <c:pt idx="4">
                  <c:v>128191.81</c:v>
                </c:pt>
                <c:pt idx="5">
                  <c:v>56035.07000000001</c:v>
                </c:pt>
                <c:pt idx="6">
                  <c:v>114671.90000000001</c:v>
                </c:pt>
                <c:pt idx="7">
                  <c:v>49038.1900000001</c:v>
                </c:pt>
                <c:pt idx="8">
                  <c:v>37765.13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48124.9100000001</c:v>
                </c:pt>
                <c:pt idx="1">
                  <c:v>67628.62</c:v>
                </c:pt>
                <c:pt idx="2">
                  <c:v>85568.91</c:v>
                </c:pt>
                <c:pt idx="3">
                  <c:v>74715.74</c:v>
                </c:pt>
                <c:pt idx="4">
                  <c:v>77653.98000000001</c:v>
                </c:pt>
                <c:pt idx="5">
                  <c:v>96905.8</c:v>
                </c:pt>
                <c:pt idx="6">
                  <c:v>150361.94</c:v>
                </c:pt>
                <c:pt idx="7">
                  <c:v>56361.46</c:v>
                </c:pt>
                <c:pt idx="8">
                  <c:v>42003.899999999994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1103.8856"/>
          <c:min val="27147.4443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37716.71</c:v>
                </c:pt>
                <c:pt idx="1">
                  <c:v>4642.220000000001</c:v>
                </c:pt>
                <c:pt idx="2">
                  <c:v>11060.24</c:v>
                </c:pt>
                <c:pt idx="3">
                  <c:v>44582.18</c:v>
                </c:pt>
                <c:pt idx="4">
                  <c:v>21382.129999999997</c:v>
                </c:pt>
                <c:pt idx="5">
                  <c:v>10339.22999999999</c:v>
                </c:pt>
                <c:pt idx="6">
                  <c:v>8475.94</c:v>
                </c:pt>
                <c:pt idx="7">
                  <c:v>17071.07</c:v>
                </c:pt>
                <c:pt idx="8">
                  <c:v>-1812.039999999999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8050.36</c:v>
                </c:pt>
                <c:pt idx="1">
                  <c:v>-18682.78</c:v>
                </c:pt>
                <c:pt idx="2">
                  <c:v>-51.42000000000007</c:v>
                </c:pt>
                <c:pt idx="3">
                  <c:v>1084.6799999999994</c:v>
                </c:pt>
                <c:pt idx="4">
                  <c:v>-34679.21</c:v>
                </c:pt>
                <c:pt idx="5">
                  <c:v>8947.710000000001</c:v>
                </c:pt>
                <c:pt idx="6">
                  <c:v>11240.54</c:v>
                </c:pt>
                <c:pt idx="7">
                  <c:v>-30117.020000000004</c:v>
                </c:pt>
                <c:pt idx="8">
                  <c:v>-4436.4000000000015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923.0912"/>
          <c:min val="-4102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219802.3</c:v>
                </c:pt>
                <c:pt idx="1">
                  <c:v>211892.04</c:v>
                </c:pt>
                <c:pt idx="2">
                  <c:v>214300.62</c:v>
                </c:pt>
                <c:pt idx="3">
                  <c:v>228246.07</c:v>
                </c:pt>
                <c:pt idx="4">
                  <c:v>229116.99000000002</c:v>
                </c:pt>
                <c:pt idx="5">
                  <c:v>274971.16000000003</c:v>
                </c:pt>
                <c:pt idx="6">
                  <c:v>253016.14</c:v>
                </c:pt>
                <c:pt idx="7">
                  <c:v>182040.11</c:v>
                </c:pt>
                <c:pt idx="8">
                  <c:v>179843.81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222426</c:v>
                </c:pt>
                <c:pt idx="1">
                  <c:v>169870.58000000002</c:v>
                </c:pt>
                <c:pt idx="2">
                  <c:v>242438.32</c:v>
                </c:pt>
                <c:pt idx="3">
                  <c:v>154932.47999999998</c:v>
                </c:pt>
                <c:pt idx="4">
                  <c:v>212075.43</c:v>
                </c:pt>
                <c:pt idx="5">
                  <c:v>253409.36</c:v>
                </c:pt>
                <c:pt idx="6">
                  <c:v>176333.12</c:v>
                </c:pt>
                <c:pt idx="7">
                  <c:v>218003.21</c:v>
                </c:pt>
                <c:pt idx="8">
                  <c:v>166067.97999999998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574.25440000003"/>
          <c:min val="145329.3855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585853.4766666667</c:v>
                </c:pt>
                <c:pt idx="1">
                  <c:v>585853.4766666667</c:v>
                </c:pt>
                <c:pt idx="2">
                  <c:v>585853.4766666667</c:v>
                </c:pt>
                <c:pt idx="3">
                  <c:v>585853.4766666667</c:v>
                </c:pt>
                <c:pt idx="4">
                  <c:v>585853.4766666667</c:v>
                </c:pt>
                <c:pt idx="5">
                  <c:v>585853.4766666667</c:v>
                </c:pt>
                <c:pt idx="6">
                  <c:v>585853.4766666667</c:v>
                </c:pt>
                <c:pt idx="7">
                  <c:v>585853.4766666667</c:v>
                </c:pt>
                <c:pt idx="8">
                  <c:v>585853.4766666667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795469.33</c:v>
                </c:pt>
                <c:pt idx="1">
                  <c:v>795469.33</c:v>
                </c:pt>
                <c:pt idx="2">
                  <c:v>795469.33</c:v>
                </c:pt>
                <c:pt idx="3">
                  <c:v>795469.33</c:v>
                </c:pt>
                <c:pt idx="4">
                  <c:v>795469.33</c:v>
                </c:pt>
                <c:pt idx="5">
                  <c:v>795469.33</c:v>
                </c:pt>
                <c:pt idx="6">
                  <c:v>795469.33</c:v>
                </c:pt>
                <c:pt idx="7">
                  <c:v>795469.33</c:v>
                </c:pt>
                <c:pt idx="8">
                  <c:v>795469.33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181033.52666666667</c:v>
                </c:pt>
                <c:pt idx="1">
                  <c:v>181033.52666666667</c:v>
                </c:pt>
                <c:pt idx="2">
                  <c:v>181033.52666666667</c:v>
                </c:pt>
                <c:pt idx="3">
                  <c:v>181033.52666666667</c:v>
                </c:pt>
                <c:pt idx="4">
                  <c:v>181033.52666666667</c:v>
                </c:pt>
                <c:pt idx="5">
                  <c:v>181033.52666666667</c:v>
                </c:pt>
                <c:pt idx="6">
                  <c:v>181033.52666666667</c:v>
                </c:pt>
                <c:pt idx="7">
                  <c:v>181033.52666666667</c:v>
                </c:pt>
                <c:pt idx="8">
                  <c:v>181033.52666666667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315935.0233333333</c:v>
                </c:pt>
                <c:pt idx="1">
                  <c:v>315935.0233333333</c:v>
                </c:pt>
                <c:pt idx="2">
                  <c:v>315935.0233333333</c:v>
                </c:pt>
                <c:pt idx="3">
                  <c:v>315935.0233333333</c:v>
                </c:pt>
                <c:pt idx="4">
                  <c:v>315935.0233333333</c:v>
                </c:pt>
                <c:pt idx="5">
                  <c:v>315935.0233333333</c:v>
                </c:pt>
                <c:pt idx="6">
                  <c:v>315935.0233333333</c:v>
                </c:pt>
                <c:pt idx="7">
                  <c:v>315935.0233333333</c:v>
                </c:pt>
                <c:pt idx="8">
                  <c:v>315935.0233333333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273780.38</c:v>
                </c:pt>
                <c:pt idx="1">
                  <c:v>309944.18</c:v>
                </c:pt>
                <c:pt idx="2">
                  <c:v>364080.51</c:v>
                </c:pt>
                <c:pt idx="3">
                  <c:v>354687.55</c:v>
                </c:pt>
                <c:pt idx="4">
                  <c:v>371375.56</c:v>
                </c:pt>
                <c:pt idx="5">
                  <c:v>423629.79</c:v>
                </c:pt>
                <c:pt idx="6">
                  <c:v>394775.23</c:v>
                </c:pt>
                <c:pt idx="7">
                  <c:v>408930.12</c:v>
                </c:pt>
                <c:pt idx="8">
                  <c:v>420860.37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70601.78333333333</c:v>
                </c:pt>
                <c:pt idx="1">
                  <c:v>70601.78333333333</c:v>
                </c:pt>
                <c:pt idx="2">
                  <c:v>70601.78333333333</c:v>
                </c:pt>
                <c:pt idx="3">
                  <c:v>70601.78333333333</c:v>
                </c:pt>
                <c:pt idx="4">
                  <c:v>70601.78333333333</c:v>
                </c:pt>
                <c:pt idx="5">
                  <c:v>70601.78333333333</c:v>
                </c:pt>
                <c:pt idx="6">
                  <c:v>70601.78333333333</c:v>
                </c:pt>
                <c:pt idx="7">
                  <c:v>70601.78333333333</c:v>
                </c:pt>
                <c:pt idx="8">
                  <c:v>70601.78333333333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47136.119999999995</c:v>
                </c:pt>
                <c:pt idx="1">
                  <c:v>26801.659999999996</c:v>
                </c:pt>
                <c:pt idx="2">
                  <c:v>137867.57</c:v>
                </c:pt>
                <c:pt idx="3">
                  <c:v>112157.02</c:v>
                </c:pt>
                <c:pt idx="4">
                  <c:v>82989.38</c:v>
                </c:pt>
                <c:pt idx="5">
                  <c:v>113482.47</c:v>
                </c:pt>
                <c:pt idx="6">
                  <c:v>112178.77</c:v>
                </c:pt>
                <c:pt idx="7">
                  <c:v>151377.61</c:v>
                </c:pt>
                <c:pt idx="8">
                  <c:v>201150.75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 Fixed Expenses line by account class, every department of the store; categories reconcile to the line to the cent ($242,850,782).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chart" Target="/ppt/charts/chart13.xml"/><Relationship Id="rId8" Type="http://schemas.openxmlformats.org/officeDocument/2006/relationships/chart" Target="/ppt/charts/chart14.xml"/><Relationship Id="rId9" Type="http://schemas.openxmlformats.org/officeDocument/2006/relationships/chart" Target="/ppt/charts/chart15.xml"/><Relationship Id="rId10" Type="http://schemas.openxmlformats.org/officeDocument/2006/relationships/chart" Target="/ppt/charts/chart16.xml"/><Relationship Id="rId11" Type="http://schemas.openxmlformats.org/officeDocument/2006/relationships/chart" Target="/ppt/charts/chart17.xml"/><Relationship Id="rId12" Type="http://schemas.openxmlformats.org/officeDocument/2006/relationships/chart" Target="/ppt/charts/chart18.xml"/><Relationship Id="rId13" Type="http://schemas.openxmlformats.org/officeDocument/2006/relationships/chart" Target="/ppt/charts/chart19.xml"/><Relationship Id="rId14" Type="http://schemas.openxmlformats.org/officeDocument/2006/relationships/chart" Target="/ppt/charts/chart20.xml"/><Relationship Id="rId15" Type="http://schemas.openxmlformats.org/officeDocument/2006/relationships/chart" Target="/ppt/charts/chart21.xml"/><Relationship Id="rId16" Type="http://schemas.openxmlformats.org/officeDocument/2006/relationships/chart" Target="/ppt/charts/chart22.xml"/><Relationship Id="rId17" Type="http://schemas.openxmlformats.org/officeDocument/2006/relationships/chart" Target="/ppt/charts/chart23.xml"/><Relationship Id="rId18" Type="http://schemas.openxmlformats.org/officeDocument/2006/relationships/chart" Target="/ppt/charts/chart24.xml"/><Relationship Id="rId19" Type="http://schemas.openxmlformats.org/officeDocument/2006/relationships/chart" Target="/ppt/charts/chart25.xml"/><Relationship Id="rId20" Type="http://schemas.openxmlformats.org/officeDocument/2006/relationships/chart" Target="/ppt/charts/chart26.xml"/><Relationship Id="rId21" Type="http://schemas.openxmlformats.org/officeDocument/2006/relationships/slideLayout" Target="../slideLayouts/slideLayout1.xml"/><Relationship Id="rId2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graphicFrame>
        <p:nvGraphicFramePr>
          <p:cNvPr id="24"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+41.8%</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graphicFrame>
        <p:nvGraphicFramePr>
          <p:cNvPr id="30"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36"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+124.3%</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graphicFrame>
        <p:nvGraphicFramePr>
          <p:cNvPr id="45"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graphicFrame>
        <p:nvGraphicFramePr>
          <p:cNvPr id="50"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−29.6%</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graphicFrame>
        <p:nvGraphicFramePr>
          <p:cNvPr id="56"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−27.7%</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graphicFrame>
        <p:nvGraphicFramePr>
          <p:cNvPr id="61"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−138.2%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graphicFrame>
        <p:nvGraphicFramePr>
          <p:cNvPr id="67"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graphicFrame>
        <p:nvGraphicFramePr>
          <p:cNvPr id="76"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7"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+23.8%</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graphicFrame>
        <p:nvGraphicFramePr>
          <p:cNvPr id="83"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84"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2587C5"/>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graphicFrame>
        <p:nvGraphicFramePr>
          <p:cNvPr id="91"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92"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+62.3%</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graphicFrame>
        <p:nvGraphicFramePr>
          <p:cNvPr id="97"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8"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graphicFrame>
        <p:nvGraphicFramePr>
          <p:cNvPr id="104"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105"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+119.4%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2026-10-29T02:28:32Z</dcterms:created>
  <dcterms:modified xsi:type="dcterms:W3CDTF">2026-10-29T02:28:32Z</dcterms:modified>
</cp:coreProperties>
</file>