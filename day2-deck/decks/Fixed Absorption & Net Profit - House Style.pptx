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296063"/>
          </a:xfrm>
          <a:prstGeom prst="rect">
            <a:avLst/>
          </a:prstGeom>
          <a:solidFill>
            <a:srgbClr val="2587C5"/>
          </a:solidFill>
          <a:ln/>
        </p:spPr>
      </p:sp>
      <p:sp>
        <p:nvSpPr>
          <p:cNvPr id="19" name="Text 17"/>
          <p:cNvSpPr txBox="1"/>
          <p:nvPr/>
        </p:nvSpPr>
        <p:spPr>
          <a:xfrm>
            <a:off x="5266944"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296063"/>
          </a:xfrm>
          <a:prstGeom prst="rect">
            <a:avLst/>
          </a:prstGeom>
          <a:solidFill>
            <a:srgbClr val="2587C5"/>
          </a:solidFill>
          <a:ln/>
        </p:spPr>
      </p:sp>
      <p:sp>
        <p:nvSpPr>
          <p:cNvPr id="21" name="Text 19"/>
          <p:cNvSpPr txBox="1"/>
          <p:nvPr/>
        </p:nvSpPr>
        <p:spPr>
          <a:xfrm>
            <a:off x="8522208" y="3410712"/>
            <a:ext cx="2962656" cy="129606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department's people, rent and systems, carried whether or not a car sells</a:t>
            </a:r>
            <a:endParaRPr lang="en-US" sz="1400" dirty="0"/>
          </a:p>
        </p:txBody>
      </p:sp>
      <p:sp>
        <p:nvSpPr>
          <p:cNvPr id="22" name="Shape 20"/>
          <p:cNvSpPr/>
          <p:nvPr/>
        </p:nvSpPr>
        <p:spPr>
          <a:xfrm>
            <a:off x="5138928" y="4816503"/>
            <a:ext cx="45720" cy="971649"/>
          </a:xfrm>
          <a:prstGeom prst="rect">
            <a:avLst/>
          </a:prstGeom>
          <a:solidFill>
            <a:srgbClr val="2587C5"/>
          </a:solidFill>
          <a:ln/>
        </p:spPr>
      </p:sp>
      <p:sp>
        <p:nvSpPr>
          <p:cNvPr id="23" name="Text 21"/>
          <p:cNvSpPr txBox="1"/>
          <p:nvPr/>
        </p:nvSpPr>
        <p:spPr>
          <a:xfrm>
            <a:off x="5266944"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816503"/>
            <a:ext cx="45720" cy="971649"/>
          </a:xfrm>
          <a:prstGeom prst="rect">
            <a:avLst/>
          </a:prstGeom>
          <a:solidFill>
            <a:srgbClr val="2587C5"/>
          </a:solidFill>
          <a:ln/>
        </p:spPr>
      </p:sp>
      <p:sp>
        <p:nvSpPr>
          <p:cNvPr id="25" name="Text 23"/>
          <p:cNvSpPr txBox="1"/>
          <p:nvPr/>
        </p:nvSpPr>
        <p:spPr>
          <a:xfrm>
            <a:off x="8522208" y="4816503"/>
            <a:ext cx="2962656" cy="97164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in 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Adding that same $1 through sales takes about $6.89 of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in this deck: ROs, hours, ELR,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gross</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policy and comebacks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2026-10-25T23:10:58Z</dcterms:created>
  <dcterms:modified xsi:type="dcterms:W3CDTF">2026-10-25T23:10:58Z</dcterms:modified>
</cp:coreProperties>
</file>