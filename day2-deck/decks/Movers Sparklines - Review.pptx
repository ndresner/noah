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3.xml" ContentType="application/vnd.openxmlformats-officedocument.presentationml.slide+xml"/>
  <Override PartName="/ppt/slides/slide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0" r:id="rId6"/>
    <p:sldId id="264" r:id="rId10"/>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10" Type="http://schemas.openxmlformats.org/officeDocument/2006/relationships/slide" Target="slides/slide9.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chart" Target="../charts/char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chart" Target="../charts/chart11.xml"/><Relationship Id="rId6" Type="http://schemas.openxmlformats.org/officeDocument/2006/relationships/chart" Target="../charts/chart12.xml"/><Relationship Id="rId7" Type="http://schemas.openxmlformats.org/officeDocument/2006/relationships/chart" Target="../charts/chart13.xml"/><Relationship Id="rId8" Type="http://schemas.openxmlformats.org/officeDocument/2006/relationships/chart" Target="../charts/chart14.xml"/><Relationship Id="rId9" Type="http://schemas.openxmlformats.org/officeDocument/2006/relationships/chart" Target="../charts/chart15.xml"/><Relationship Id="rId10" Type="http://schemas.openxmlformats.org/officeDocument/2006/relationships/chart" Target="../charts/chart16.xml"/><Relationship Id="rId11" Type="http://schemas.openxmlformats.org/officeDocument/2006/relationships/chart" Target="../charts/chart17.xml"/><Relationship Id="rId12" Type="http://schemas.openxmlformats.org/officeDocument/2006/relationships/chart" Target="../charts/chart18.xml"/><Relationship Id="rId13" Type="http://schemas.openxmlformats.org/officeDocument/2006/relationships/chart" Target="../charts/chart19.xml"/><Relationship Id="rId14" Type="http://schemas.openxmlformats.org/officeDocument/2006/relationships/chart" Target="../charts/chart20.xml"/><Relationship Id="rId15" Type="http://schemas.openxmlformats.org/officeDocument/2006/relationships/chart" Target="../charts/chart21.xml"/><Relationship Id="rId16" Type="http://schemas.openxmlformats.org/officeDocument/2006/relationships/slideLayout" Target="../slideLayouts/slideLayout1.xml"/><Relationship Id="rId17"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chart" Target="../charts/chart27.xml"/><Relationship Id="rId2" Type="http://schemas.openxmlformats.org/officeDocument/2006/relationships/chart" Target="../charts/chart28.xml"/><Relationship Id="rId3" Type="http://schemas.openxmlformats.org/officeDocument/2006/relationships/chart" Target="../charts/chart29.xml"/><Relationship Id="rId4" Type="http://schemas.openxmlformats.org/officeDocument/2006/relationships/chart" Target="../charts/chart30.xml"/><Relationship Id="rId5" Type="http://schemas.openxmlformats.org/officeDocument/2006/relationships/chart" Target="../charts/chart31.xml"/><Relationship Id="rId6" Type="http://schemas.openxmlformats.org/officeDocument/2006/relationships/chart" Target="../charts/chart32.xml"/><Relationship Id="rId7" Type="http://schemas.openxmlformats.org/officeDocument/2006/relationships/chart" Target="../charts/chart33.xml"/><Relationship Id="rId8" Type="http://schemas.openxmlformats.org/officeDocument/2006/relationships/chart" Target="../charts/chart34.xml"/><Relationship Id="rId9" Type="http://schemas.openxmlformats.org/officeDocument/2006/relationships/chart" Target="../charts/chart35.xml"/><Relationship Id="rId10" Type="http://schemas.openxmlformats.org/officeDocument/2006/relationships/chart" Target="../charts/chart36.xml"/><Relationship Id="rId11" Type="http://schemas.openxmlformats.org/officeDocument/2006/relationships/chart" Target="../charts/chart37.xml"/><Relationship Id="rId12" Type="http://schemas.openxmlformats.org/officeDocument/2006/relationships/chart" Target="../charts/chart38.xml"/><Relationship Id="rId13" Type="http://schemas.openxmlformats.org/officeDocument/2006/relationships/chart" Target="../charts/chart39.xml"/><Relationship Id="rId14" Type="http://schemas.openxmlformats.org/officeDocument/2006/relationships/chart" Target="../charts/chart40.xml"/><Relationship Id="rId15" Type="http://schemas.openxmlformats.org/officeDocument/2006/relationships/chart" Target="../charts/chart41.xml"/><Relationship Id="rId16" Type="http://schemas.openxmlformats.org/officeDocument/2006/relationships/slideLayout" Target="../slideLayouts/slideLayout1.xml"/><Relationship Id="rId17"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chart" Target="../charts/chart48.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chart" Target="../charts/chart53.xml"/><Relationship Id="rId7" Type="http://schemas.openxmlformats.org/officeDocument/2006/relationships/chart" Target="../charts/chart54.xml"/><Relationship Id="rId8" Type="http://schemas.openxmlformats.org/officeDocument/2006/relationships/chart" Target="../charts/chart55.xml"/><Relationship Id="rId9" Type="http://schemas.openxmlformats.org/officeDocument/2006/relationships/chart" Target="../charts/chart56.xml"/><Relationship Id="rId10" Type="http://schemas.openxmlformats.org/officeDocument/2006/relationships/chart" Target="../charts/chart57.xml"/><Relationship Id="rId11" Type="http://schemas.openxmlformats.org/officeDocument/2006/relationships/chart" Target="../charts/chart58.xml"/><Relationship Id="rId12" Type="http://schemas.openxmlformats.org/officeDocument/2006/relationships/chart" Target="../charts/chart59.xml"/><Relationship Id="rId13" Type="http://schemas.openxmlformats.org/officeDocument/2006/relationships/chart" Target="../charts/chart60.xml"/><Relationship Id="rId14" Type="http://schemas.openxmlformats.org/officeDocument/2006/relationships/chart" Target="../charts/chart61.xml"/><Relationship Id="rId15" Type="http://schemas.openxmlformats.org/officeDocument/2006/relationships/chart" Target="../charts/chart62.xml"/><Relationship Id="rId16" Type="http://schemas.openxmlformats.org/officeDocument/2006/relationships/slideLayout" Target="../slideLayouts/slideLayout1.xml"/><Relationship Id="rId17" Type="http://schemas.openxmlformats.org/officeDocument/2006/relationships/notesSlide" Target="../notesSlides/notesSlide13.xml"/></Relationships>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sp>
        <p:nvSpPr>
          <p:cNvPr id="74"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5"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6"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8" name="Chart 11"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9"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0"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Shape 67"/>
          <p:cNvSpPr/>
          <p:nvPr/>
        </p:nvSpPr>
        <p:spPr>
          <a:xfrm>
            <a:off x="8040624" y="3584448"/>
            <a:ext cx="3489960" cy="886968"/>
          </a:xfrm>
          <a:prstGeom prst="rect">
            <a:avLst/>
          </a:prstGeom>
          <a:solidFill>
            <a:srgbClr val="F7F7F7"/>
          </a:solidFill>
          <a:ln/>
        </p:spPr>
      </p:sp>
      <p:sp>
        <p:nvSpPr>
          <p:cNvPr id="82"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3"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4" name="Chart 12"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3"/>
          </a:graphicData>
        </a:graphic>
      </p:graphicFrame>
      <p:sp>
        <p:nvSpPr>
          <p:cNvPr id="85"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6"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7"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8"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89" name="Chart 13"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90"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1"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2" name="Shape 76"/>
          <p:cNvSpPr/>
          <p:nvPr/>
        </p:nvSpPr>
        <p:spPr>
          <a:xfrm>
            <a:off x="8040624" y="5358384"/>
            <a:ext cx="3489960" cy="886968"/>
          </a:xfrm>
          <a:prstGeom prst="rect">
            <a:avLst/>
          </a:prstGeom>
          <a:solidFill>
            <a:srgbClr val="F7F7F7"/>
          </a:solidFill>
          <a:ln/>
        </p:spPr>
      </p:sp>
      <p:sp>
        <p:nvSpPr>
          <p:cNvPr id="93" name="Shape 77"/>
          <p:cNvSpPr/>
          <p:nvPr/>
        </p:nvSpPr>
        <p:spPr>
          <a:xfrm>
            <a:off x="11466576" y="5394960"/>
            <a:ext cx="64008" cy="813816"/>
          </a:xfrm>
          <a:prstGeom prst="rect">
            <a:avLst/>
          </a:prstGeom>
          <a:solidFill>
            <a:srgbClr val="12A566"/>
          </a:solidFill>
          <a:ln/>
        </p:spPr>
      </p:sp>
      <p:sp>
        <p:nvSpPr>
          <p:cNvPr id="94"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5"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96" name="Chart 14"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5"/>
          </a:graphicData>
        </a:graphic>
      </p:graphicFrame>
      <p:sp>
        <p:nvSpPr>
          <p:cNvPr id="97"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98"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sp>
        <p:nvSpPr>
          <p:cNvPr id="74"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5"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6"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8" name="Chart 11"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9"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0"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1" name="Shape 67"/>
          <p:cNvSpPr/>
          <p:nvPr/>
        </p:nvSpPr>
        <p:spPr>
          <a:xfrm>
            <a:off x="8040624" y="3584448"/>
            <a:ext cx="3489960" cy="886968"/>
          </a:xfrm>
          <a:prstGeom prst="rect">
            <a:avLst/>
          </a:prstGeom>
          <a:solidFill>
            <a:srgbClr val="F7F7F7"/>
          </a:solidFill>
          <a:ln/>
        </p:spPr>
      </p:sp>
      <p:sp>
        <p:nvSpPr>
          <p:cNvPr id="82" name="Shape 68"/>
          <p:cNvSpPr/>
          <p:nvPr/>
        </p:nvSpPr>
        <p:spPr>
          <a:xfrm>
            <a:off x="11466576" y="3621024"/>
            <a:ext cx="64008" cy="813816"/>
          </a:xfrm>
          <a:prstGeom prst="rect">
            <a:avLst/>
          </a:prstGeom>
          <a:solidFill>
            <a:srgbClr val="12A566"/>
          </a:solidFill>
          <a:ln/>
        </p:spPr>
      </p:sp>
      <p:sp>
        <p:nvSpPr>
          <p:cNvPr id="83"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5" name="Chart 12"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3"/>
          </a:graphicData>
        </a:graphic>
      </p:graphicFrame>
      <p:sp>
        <p:nvSpPr>
          <p:cNvPr id="86"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87"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88"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9"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0" name="Chart 13"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91"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2"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3" name="Shape 77"/>
          <p:cNvSpPr/>
          <p:nvPr/>
        </p:nvSpPr>
        <p:spPr>
          <a:xfrm>
            <a:off x="8040624" y="5358384"/>
            <a:ext cx="3489960" cy="886968"/>
          </a:xfrm>
          <a:prstGeom prst="rect">
            <a:avLst/>
          </a:prstGeom>
          <a:solidFill>
            <a:srgbClr val="F7F7F7"/>
          </a:solidFill>
          <a:ln/>
        </p:spPr>
      </p:sp>
      <p:sp>
        <p:nvSpPr>
          <p:cNvPr id="94"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5"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96" name="Chart 14"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5"/>
          </a:graphicData>
        </a:graphic>
      </p:graphicFrame>
      <p:sp>
        <p:nvSpPr>
          <p:cNvPr id="97"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98"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sp>
        <p:nvSpPr>
          <p:cNvPr id="73"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4"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5"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6"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7" name="Chart 11"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8"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79"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0" name="Shape 66"/>
          <p:cNvSpPr/>
          <p:nvPr/>
        </p:nvSpPr>
        <p:spPr>
          <a:xfrm>
            <a:off x="8040624" y="3584448"/>
            <a:ext cx="3489960" cy="886968"/>
          </a:xfrm>
          <a:prstGeom prst="rect">
            <a:avLst/>
          </a:prstGeom>
          <a:solidFill>
            <a:srgbClr val="F7F7F7"/>
          </a:solidFill>
          <a:ln/>
        </p:spPr>
      </p:sp>
      <p:sp>
        <p:nvSpPr>
          <p:cNvPr id="81"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2"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3" name="Chart 12"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3"/>
          </a:graphicData>
        </a:graphic>
      </p:graphicFrame>
      <p:sp>
        <p:nvSpPr>
          <p:cNvPr id="84"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5"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6"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7"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88" name="Chart 13"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9"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0"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1" name="Shape 75"/>
          <p:cNvSpPr/>
          <p:nvPr/>
        </p:nvSpPr>
        <p:spPr>
          <a:xfrm>
            <a:off x="8040624" y="5358384"/>
            <a:ext cx="3489960" cy="886968"/>
          </a:xfrm>
          <a:prstGeom prst="rect">
            <a:avLst/>
          </a:prstGeom>
          <a:solidFill>
            <a:srgbClr val="F7F7F7"/>
          </a:solidFill>
          <a:ln/>
        </p:spPr>
      </p:sp>
      <p:sp>
        <p:nvSpPr>
          <p:cNvPr id="92"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3"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4" name="Chart 14"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5"/>
          </a:graphicData>
        </a:graphic>
      </p:graphicFrame>
      <p:sp>
        <p:nvSpPr>
          <p:cNvPr id="95"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96"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2026-10-28T22:34:33Z</dcterms:created>
  <dcterms:modified xsi:type="dcterms:W3CDTF">2026-10-28T22:34:33Z</dcterms:modified>
</cp:coreProperties>
</file>