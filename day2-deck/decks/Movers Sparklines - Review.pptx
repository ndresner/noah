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6"/>
    <p:sldId id="264" r:id="rId10"/>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0" Type="http://schemas.openxmlformats.org/officeDocument/2006/relationships/slide" Target="slides/slide9.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190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19050"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19050"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chart" Target="../charts/chart12.xml"/><Relationship Id="rId7" Type="http://schemas.openxmlformats.org/officeDocument/2006/relationships/chart" Target="../charts/chart13.xml"/><Relationship Id="rId8" Type="http://schemas.openxmlformats.org/officeDocument/2006/relationships/chart" Target="../charts/chart14.xml"/><Relationship Id="rId9" Type="http://schemas.openxmlformats.org/officeDocument/2006/relationships/chart" Target="../charts/chart15.xml"/><Relationship Id="rId10" Type="http://schemas.openxmlformats.org/officeDocument/2006/relationships/chart" Target="../charts/chart16.xml"/><Relationship Id="rId11" Type="http://schemas.openxmlformats.org/officeDocument/2006/relationships/chart" Target="../charts/chart17.xml"/><Relationship Id="rId12" Type="http://schemas.openxmlformats.org/officeDocument/2006/relationships/chart" Target="../charts/chart18.xml"/><Relationship Id="rId13" Type="http://schemas.openxmlformats.org/officeDocument/2006/relationships/chart" Target="../charts/chart19.xml"/><Relationship Id="rId14" Type="http://schemas.openxmlformats.org/officeDocument/2006/relationships/chart" Target="../charts/chart20.xml"/><Relationship Id="rId15" Type="http://schemas.openxmlformats.org/officeDocument/2006/relationships/chart" Target="../charts/chart21.xml"/><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chart" Target="../charts/chart27.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chart" Target="../charts/chart35.xml"/><Relationship Id="rId10" Type="http://schemas.openxmlformats.org/officeDocument/2006/relationships/chart" Target="../charts/chart36.xml"/><Relationship Id="rId11" Type="http://schemas.openxmlformats.org/officeDocument/2006/relationships/chart" Target="../charts/chart37.xml"/><Relationship Id="rId12" Type="http://schemas.openxmlformats.org/officeDocument/2006/relationships/chart" Target="../charts/chart38.xml"/><Relationship Id="rId13" Type="http://schemas.openxmlformats.org/officeDocument/2006/relationships/chart" Target="../charts/chart39.xml"/><Relationship Id="rId14" Type="http://schemas.openxmlformats.org/officeDocument/2006/relationships/chart" Target="../charts/chart40.xml"/><Relationship Id="rId15" Type="http://schemas.openxmlformats.org/officeDocument/2006/relationships/chart" Target="../charts/chart41.xml"/><Relationship Id="rId16" Type="http://schemas.openxmlformats.org/officeDocument/2006/relationships/slideLayout" Target="../slideLayouts/slideLayout1.xml"/><Relationship Id="rId17"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chart" Target="../charts/chart48.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chart" Target="../charts/chart55.xml"/><Relationship Id="rId9" Type="http://schemas.openxmlformats.org/officeDocument/2006/relationships/chart" Target="../charts/chart56.xml"/><Relationship Id="rId10" Type="http://schemas.openxmlformats.org/officeDocument/2006/relationships/chart" Target="../charts/chart57.xml"/><Relationship Id="rId11" Type="http://schemas.openxmlformats.org/officeDocument/2006/relationships/chart" Target="../charts/chart58.xml"/><Relationship Id="rId12" Type="http://schemas.openxmlformats.org/officeDocument/2006/relationships/chart" Target="../charts/chart59.xml"/><Relationship Id="rId13" Type="http://schemas.openxmlformats.org/officeDocument/2006/relationships/chart" Target="../charts/chart60.xml"/><Relationship Id="rId14" Type="http://schemas.openxmlformats.org/officeDocument/2006/relationships/chart" Target="../charts/chart61.xml"/><Relationship Id="rId15" Type="http://schemas.openxmlformats.org/officeDocument/2006/relationships/chart" Target="../charts/chart62.xml"/><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2621280" y="2268809"/>
          <a:ext cx="502920" cy="49706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2621280" y="3097256"/>
          <a:ext cx="502920" cy="497068"/>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760013"/>
            <a:ext cx="3489960" cy="828446"/>
          </a:xfrm>
          <a:prstGeom prst="rect">
            <a:avLst/>
          </a:prstGeom>
          <a:solidFill>
            <a:srgbClr val="F7F7F7"/>
          </a:solidFill>
          <a:ln/>
        </p:spPr>
      </p:sp>
      <p:sp>
        <p:nvSpPr>
          <p:cNvPr id="22"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2621280" y="3925702"/>
          <a:ext cx="502920" cy="497068"/>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2621280" y="4754148"/>
          <a:ext cx="502920" cy="497068"/>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416906"/>
            <a:ext cx="3489960" cy="828446"/>
          </a:xfrm>
          <a:prstGeom prst="rect">
            <a:avLst/>
          </a:prstGeom>
          <a:solidFill>
            <a:srgbClr val="F7F7F7"/>
          </a:solidFill>
          <a:ln/>
        </p:spPr>
      </p:sp>
      <p:sp>
        <p:nvSpPr>
          <p:cNvPr id="33"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2621280" y="5582595"/>
          <a:ext cx="502920" cy="497068"/>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41" name="Shape 34"/>
          <p:cNvSpPr/>
          <p:nvPr/>
        </p:nvSpPr>
        <p:spPr>
          <a:xfrm>
            <a:off x="4349496" y="2103120"/>
            <a:ext cx="3489960" cy="828446"/>
          </a:xfrm>
          <a:prstGeom prst="rect">
            <a:avLst/>
          </a:prstGeom>
          <a:solidFill>
            <a:srgbClr val="F7F7F7"/>
          </a:solidFill>
          <a:ln/>
        </p:spPr>
      </p:sp>
      <p:sp>
        <p:nvSpPr>
          <p:cNvPr id="42"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4" name="Chart 5" descr=""/>
          <p:cNvGraphicFramePr/>
          <p:nvPr/>
        </p:nvGraphicFramePr>
        <p:xfrm>
          <a:off x="6312408" y="2268809"/>
          <a:ext cx="502920" cy="497068"/>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202534"/>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6" name="Text 38"/>
          <p:cNvSpPr txBox="1"/>
          <p:nvPr/>
        </p:nvSpPr>
        <p:spPr>
          <a:xfrm>
            <a:off x="6851904"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7"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9" name="Chart 6" descr=""/>
          <p:cNvGraphicFramePr/>
          <p:nvPr/>
        </p:nvGraphicFramePr>
        <p:xfrm>
          <a:off x="6312408" y="3097256"/>
          <a:ext cx="502920" cy="497068"/>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3030980"/>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1" name="Text 42"/>
          <p:cNvSpPr txBox="1"/>
          <p:nvPr/>
        </p:nvSpPr>
        <p:spPr>
          <a:xfrm>
            <a:off x="6851904"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Shape 43"/>
          <p:cNvSpPr/>
          <p:nvPr/>
        </p:nvSpPr>
        <p:spPr>
          <a:xfrm>
            <a:off x="4349496" y="3760013"/>
            <a:ext cx="3489960" cy="828446"/>
          </a:xfrm>
          <a:prstGeom prst="rect">
            <a:avLst/>
          </a:prstGeom>
          <a:solidFill>
            <a:srgbClr val="F7F7F7"/>
          </a:solidFill>
          <a:ln/>
        </p:spPr>
      </p:sp>
      <p:sp>
        <p:nvSpPr>
          <p:cNvPr id="53"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5" name="Chart 7" descr=""/>
          <p:cNvGraphicFramePr/>
          <p:nvPr/>
        </p:nvGraphicFramePr>
        <p:xfrm>
          <a:off x="6312408" y="3925702"/>
          <a:ext cx="502920" cy="497068"/>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9426"/>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7" name="Text 47"/>
          <p:cNvSpPr txBox="1"/>
          <p:nvPr/>
        </p:nvSpPr>
        <p:spPr>
          <a:xfrm>
            <a:off x="6851904"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8"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60" name="Chart 8" descr=""/>
          <p:cNvGraphicFramePr/>
          <p:nvPr/>
        </p:nvGraphicFramePr>
        <p:xfrm>
          <a:off x="6312408" y="4754148"/>
          <a:ext cx="502920" cy="497068"/>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687873"/>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2" name="Text 51"/>
          <p:cNvSpPr txBox="1"/>
          <p:nvPr/>
        </p:nvSpPr>
        <p:spPr>
          <a:xfrm>
            <a:off x="6851904"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3" name="Shape 52"/>
          <p:cNvSpPr/>
          <p:nvPr/>
        </p:nvSpPr>
        <p:spPr>
          <a:xfrm>
            <a:off x="4349496" y="5416906"/>
            <a:ext cx="3489960" cy="828446"/>
          </a:xfrm>
          <a:prstGeom prst="rect">
            <a:avLst/>
          </a:prstGeom>
          <a:solidFill>
            <a:srgbClr val="F7F7F7"/>
          </a:solidFill>
          <a:ln/>
        </p:spPr>
      </p:sp>
      <p:sp>
        <p:nvSpPr>
          <p:cNvPr id="64"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6" name="Chart 9" descr=""/>
          <p:cNvGraphicFramePr/>
          <p:nvPr/>
        </p:nvGraphicFramePr>
        <p:xfrm>
          <a:off x="6312408" y="5582595"/>
          <a:ext cx="502920" cy="497068"/>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516319"/>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8" name="Text 56"/>
          <p:cNvSpPr txBox="1"/>
          <p:nvPr/>
        </p:nvSpPr>
        <p:spPr>
          <a:xfrm>
            <a:off x="6851904"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72" name="Shape 60"/>
          <p:cNvSpPr/>
          <p:nvPr/>
        </p:nvSpPr>
        <p:spPr>
          <a:xfrm>
            <a:off x="8040624" y="2103120"/>
            <a:ext cx="3489960" cy="828446"/>
          </a:xfrm>
          <a:prstGeom prst="rect">
            <a:avLst/>
          </a:prstGeom>
          <a:solidFill>
            <a:srgbClr val="F7F7F7"/>
          </a:solidFill>
          <a:ln/>
        </p:spPr>
      </p:sp>
      <p:sp>
        <p:nvSpPr>
          <p:cNvPr id="7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5" name="Chart 10" descr=""/>
          <p:cNvGraphicFramePr/>
          <p:nvPr/>
        </p:nvGraphicFramePr>
        <p:xfrm>
          <a:off x="10003536" y="2268809"/>
          <a:ext cx="502920" cy="497068"/>
        </p:xfrm>
        <a:graphic xmlns:a="http://schemas.openxmlformats.org/drawingml/2006/main">
          <a:graphicData uri="http://schemas.openxmlformats.org/drawingml/2006/chart">
            <c:chart xmlns:c="http://schemas.openxmlformats.org/drawingml/2006/chart" r:id="rId11"/>
          </a:graphicData>
        </a:graphic>
      </p:graphicFrame>
      <p:sp>
        <p:nvSpPr>
          <p:cNvPr id="76" name="Text 63"/>
          <p:cNvSpPr txBox="1"/>
          <p:nvPr/>
        </p:nvSpPr>
        <p:spPr>
          <a:xfrm>
            <a:off x="10543032"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7" name="Text 64"/>
          <p:cNvSpPr txBox="1"/>
          <p:nvPr/>
        </p:nvSpPr>
        <p:spPr>
          <a:xfrm>
            <a:off x="10543032"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8"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80" name="Chart 11" descr=""/>
          <p:cNvGraphicFramePr/>
          <p:nvPr/>
        </p:nvGraphicFramePr>
        <p:xfrm>
          <a:off x="10003536" y="3097256"/>
          <a:ext cx="502920" cy="497068"/>
        </p:xfrm>
        <a:graphic xmlns:a="http://schemas.openxmlformats.org/drawingml/2006/main">
          <a:graphicData uri="http://schemas.openxmlformats.org/drawingml/2006/chart">
            <c:chart xmlns:c="http://schemas.openxmlformats.org/drawingml/2006/chart" r:id="rId12"/>
          </a:graphicData>
        </a:graphic>
      </p:graphicFrame>
      <p:sp>
        <p:nvSpPr>
          <p:cNvPr id="81" name="Text 67"/>
          <p:cNvSpPr txBox="1"/>
          <p:nvPr/>
        </p:nvSpPr>
        <p:spPr>
          <a:xfrm>
            <a:off x="10543032"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8"/>
          <p:cNvSpPr txBox="1"/>
          <p:nvPr/>
        </p:nvSpPr>
        <p:spPr>
          <a:xfrm>
            <a:off x="10543032"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9"/>
          <p:cNvSpPr/>
          <p:nvPr/>
        </p:nvSpPr>
        <p:spPr>
          <a:xfrm>
            <a:off x="8040624" y="3760013"/>
            <a:ext cx="3489960" cy="828446"/>
          </a:xfrm>
          <a:prstGeom prst="rect">
            <a:avLst/>
          </a:prstGeom>
          <a:solidFill>
            <a:srgbClr val="F7F7F7"/>
          </a:solidFill>
          <a:ln/>
        </p:spPr>
      </p:sp>
      <p:sp>
        <p:nvSpPr>
          <p:cNvPr id="84"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2" descr=""/>
          <p:cNvGraphicFramePr/>
          <p:nvPr/>
        </p:nvGraphicFramePr>
        <p:xfrm>
          <a:off x="10003536" y="3925702"/>
          <a:ext cx="502920" cy="497068"/>
        </p:xfrm>
        <a:graphic xmlns:a="http://schemas.openxmlformats.org/drawingml/2006/main">
          <a:graphicData uri="http://schemas.openxmlformats.org/drawingml/2006/chart">
            <c:chart xmlns:c="http://schemas.openxmlformats.org/drawingml/2006/chart" r:id="rId13"/>
          </a:graphicData>
        </a:graphic>
      </p:graphicFrame>
      <p:sp>
        <p:nvSpPr>
          <p:cNvPr id="87" name="Text 72"/>
          <p:cNvSpPr txBox="1"/>
          <p:nvPr/>
        </p:nvSpPr>
        <p:spPr>
          <a:xfrm>
            <a:off x="10543032"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8" name="Text 73"/>
          <p:cNvSpPr txBox="1"/>
          <p:nvPr/>
        </p:nvSpPr>
        <p:spPr>
          <a:xfrm>
            <a:off x="10543032"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9"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1" name="Chart 13" descr=""/>
          <p:cNvGraphicFramePr/>
          <p:nvPr/>
        </p:nvGraphicFramePr>
        <p:xfrm>
          <a:off x="10003536" y="4754148"/>
          <a:ext cx="502920" cy="497068"/>
        </p:xfrm>
        <a:graphic xmlns:a="http://schemas.openxmlformats.org/drawingml/2006/main">
          <a:graphicData uri="http://schemas.openxmlformats.org/drawingml/2006/chart">
            <c:chart xmlns:c="http://schemas.openxmlformats.org/drawingml/2006/chart" r:id="rId14"/>
          </a:graphicData>
        </a:graphic>
      </p:graphicFrame>
      <p:sp>
        <p:nvSpPr>
          <p:cNvPr id="92" name="Text 76"/>
          <p:cNvSpPr txBox="1"/>
          <p:nvPr/>
        </p:nvSpPr>
        <p:spPr>
          <a:xfrm>
            <a:off x="10543032"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3" name="Text 77"/>
          <p:cNvSpPr txBox="1"/>
          <p:nvPr/>
        </p:nvSpPr>
        <p:spPr>
          <a:xfrm>
            <a:off x="10543032"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4" name="Shape 78"/>
          <p:cNvSpPr/>
          <p:nvPr/>
        </p:nvSpPr>
        <p:spPr>
          <a:xfrm>
            <a:off x="8040624" y="5416906"/>
            <a:ext cx="3489960" cy="828446"/>
          </a:xfrm>
          <a:prstGeom prst="rect">
            <a:avLst/>
          </a:prstGeom>
          <a:solidFill>
            <a:srgbClr val="F7F7F7"/>
          </a:solidFill>
          <a:ln/>
        </p:spPr>
      </p:sp>
      <p:sp>
        <p:nvSpPr>
          <p:cNvPr id="95" name="Shape 79"/>
          <p:cNvSpPr/>
          <p:nvPr/>
        </p:nvSpPr>
        <p:spPr>
          <a:xfrm>
            <a:off x="11466576" y="5453482"/>
            <a:ext cx="64008" cy="755294"/>
          </a:xfrm>
          <a:prstGeom prst="rect">
            <a:avLst/>
          </a:prstGeom>
          <a:solidFill>
            <a:srgbClr val="12A566"/>
          </a:solidFill>
          <a:ln/>
        </p:spPr>
      </p:sp>
      <p:sp>
        <p:nvSpPr>
          <p:cNvPr id="96"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98" name="Chart 14" descr=""/>
          <p:cNvGraphicFramePr/>
          <p:nvPr/>
        </p:nvGraphicFramePr>
        <p:xfrm>
          <a:off x="10003536" y="5582595"/>
          <a:ext cx="502920" cy="497068"/>
        </p:xfrm>
        <a:graphic xmlns:a="http://schemas.openxmlformats.org/drawingml/2006/main">
          <a:graphicData uri="http://schemas.openxmlformats.org/drawingml/2006/chart">
            <c:chart xmlns:c="http://schemas.openxmlformats.org/drawingml/2006/chart" r:id="rId15"/>
          </a:graphicData>
        </a:graphic>
      </p:graphicFrame>
      <p:sp>
        <p:nvSpPr>
          <p:cNvPr id="99" name="Text 82"/>
          <p:cNvSpPr txBox="1"/>
          <p:nvPr/>
        </p:nvSpPr>
        <p:spPr>
          <a:xfrm>
            <a:off x="10543032"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0" name="Text 83"/>
          <p:cNvSpPr txBox="1"/>
          <p:nvPr/>
        </p:nvSpPr>
        <p:spPr>
          <a:xfrm>
            <a:off x="10543032"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2621280" y="2268809"/>
          <a:ext cx="502920" cy="49706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2621280" y="3097256"/>
          <a:ext cx="502920" cy="497068"/>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760013"/>
            <a:ext cx="3489960" cy="828446"/>
          </a:xfrm>
          <a:prstGeom prst="rect">
            <a:avLst/>
          </a:prstGeom>
          <a:solidFill>
            <a:srgbClr val="F7F7F7"/>
          </a:solidFill>
          <a:ln/>
        </p:spPr>
      </p:sp>
      <p:sp>
        <p:nvSpPr>
          <p:cNvPr id="22"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2621280" y="3925702"/>
          <a:ext cx="502920" cy="497068"/>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2621280" y="4754148"/>
          <a:ext cx="502920" cy="497068"/>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416906"/>
            <a:ext cx="3489960" cy="828446"/>
          </a:xfrm>
          <a:prstGeom prst="rect">
            <a:avLst/>
          </a:prstGeom>
          <a:solidFill>
            <a:srgbClr val="F7F7F7"/>
          </a:solidFill>
          <a:ln/>
        </p:spPr>
      </p:sp>
      <p:sp>
        <p:nvSpPr>
          <p:cNvPr id="33"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2621280" y="5582595"/>
          <a:ext cx="502920" cy="497068"/>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41" name="Shape 34"/>
          <p:cNvSpPr/>
          <p:nvPr/>
        </p:nvSpPr>
        <p:spPr>
          <a:xfrm>
            <a:off x="4349496" y="2103120"/>
            <a:ext cx="3489960" cy="828446"/>
          </a:xfrm>
          <a:prstGeom prst="rect">
            <a:avLst/>
          </a:prstGeom>
          <a:solidFill>
            <a:srgbClr val="F7F7F7"/>
          </a:solidFill>
          <a:ln/>
        </p:spPr>
      </p:sp>
      <p:sp>
        <p:nvSpPr>
          <p:cNvPr id="42"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4" name="Chart 5" descr=""/>
          <p:cNvGraphicFramePr/>
          <p:nvPr/>
        </p:nvGraphicFramePr>
        <p:xfrm>
          <a:off x="6312408" y="2268809"/>
          <a:ext cx="502920" cy="497068"/>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202534"/>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6" name="Text 38"/>
          <p:cNvSpPr txBox="1"/>
          <p:nvPr/>
        </p:nvSpPr>
        <p:spPr>
          <a:xfrm>
            <a:off x="6851904"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7"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9" name="Chart 6" descr=""/>
          <p:cNvGraphicFramePr/>
          <p:nvPr/>
        </p:nvGraphicFramePr>
        <p:xfrm>
          <a:off x="6312408" y="3097256"/>
          <a:ext cx="502920" cy="497068"/>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3030980"/>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1" name="Text 42"/>
          <p:cNvSpPr txBox="1"/>
          <p:nvPr/>
        </p:nvSpPr>
        <p:spPr>
          <a:xfrm>
            <a:off x="6851904"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2" name="Shape 43"/>
          <p:cNvSpPr/>
          <p:nvPr/>
        </p:nvSpPr>
        <p:spPr>
          <a:xfrm>
            <a:off x="4349496" y="3760013"/>
            <a:ext cx="3489960" cy="828446"/>
          </a:xfrm>
          <a:prstGeom prst="rect">
            <a:avLst/>
          </a:prstGeom>
          <a:solidFill>
            <a:srgbClr val="F7F7F7"/>
          </a:solidFill>
          <a:ln/>
        </p:spPr>
      </p:sp>
      <p:sp>
        <p:nvSpPr>
          <p:cNvPr id="53"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5" name="Chart 7" descr=""/>
          <p:cNvGraphicFramePr/>
          <p:nvPr/>
        </p:nvGraphicFramePr>
        <p:xfrm>
          <a:off x="6312408" y="3925702"/>
          <a:ext cx="502920" cy="497068"/>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9426"/>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7" name="Text 47"/>
          <p:cNvSpPr txBox="1"/>
          <p:nvPr/>
        </p:nvSpPr>
        <p:spPr>
          <a:xfrm>
            <a:off x="6851904"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8"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60" name="Chart 8" descr=""/>
          <p:cNvGraphicFramePr/>
          <p:nvPr/>
        </p:nvGraphicFramePr>
        <p:xfrm>
          <a:off x="6312408" y="4754148"/>
          <a:ext cx="502920" cy="497068"/>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687873"/>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2" name="Text 51"/>
          <p:cNvSpPr txBox="1"/>
          <p:nvPr/>
        </p:nvSpPr>
        <p:spPr>
          <a:xfrm>
            <a:off x="6851904"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3" name="Shape 52"/>
          <p:cNvSpPr/>
          <p:nvPr/>
        </p:nvSpPr>
        <p:spPr>
          <a:xfrm>
            <a:off x="4349496" y="5416906"/>
            <a:ext cx="3489960" cy="828446"/>
          </a:xfrm>
          <a:prstGeom prst="rect">
            <a:avLst/>
          </a:prstGeom>
          <a:solidFill>
            <a:srgbClr val="F7F7F7"/>
          </a:solidFill>
          <a:ln/>
        </p:spPr>
      </p:sp>
      <p:sp>
        <p:nvSpPr>
          <p:cNvPr id="64"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6" name="Chart 9" descr=""/>
          <p:cNvGraphicFramePr/>
          <p:nvPr/>
        </p:nvGraphicFramePr>
        <p:xfrm>
          <a:off x="6312408" y="5582595"/>
          <a:ext cx="502920" cy="497068"/>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516319"/>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8" name="Text 56"/>
          <p:cNvSpPr txBox="1"/>
          <p:nvPr/>
        </p:nvSpPr>
        <p:spPr>
          <a:xfrm>
            <a:off x="6851904"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72" name="Shape 60"/>
          <p:cNvSpPr/>
          <p:nvPr/>
        </p:nvSpPr>
        <p:spPr>
          <a:xfrm>
            <a:off x="8040624" y="2103120"/>
            <a:ext cx="3489960" cy="828446"/>
          </a:xfrm>
          <a:prstGeom prst="rect">
            <a:avLst/>
          </a:prstGeom>
          <a:solidFill>
            <a:srgbClr val="F7F7F7"/>
          </a:solidFill>
          <a:ln/>
        </p:spPr>
      </p:sp>
      <p:sp>
        <p:nvSpPr>
          <p:cNvPr id="7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5" name="Chart 10" descr=""/>
          <p:cNvGraphicFramePr/>
          <p:nvPr/>
        </p:nvGraphicFramePr>
        <p:xfrm>
          <a:off x="10003536" y="2268809"/>
          <a:ext cx="502920" cy="497068"/>
        </p:xfrm>
        <a:graphic xmlns:a="http://schemas.openxmlformats.org/drawingml/2006/main">
          <a:graphicData uri="http://schemas.openxmlformats.org/drawingml/2006/chart">
            <c:chart xmlns:c="http://schemas.openxmlformats.org/drawingml/2006/chart" r:id="rId11"/>
          </a:graphicData>
        </a:graphic>
      </p:graphicFrame>
      <p:sp>
        <p:nvSpPr>
          <p:cNvPr id="76" name="Text 63"/>
          <p:cNvSpPr txBox="1"/>
          <p:nvPr/>
        </p:nvSpPr>
        <p:spPr>
          <a:xfrm>
            <a:off x="10543032"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7" name="Text 64"/>
          <p:cNvSpPr txBox="1"/>
          <p:nvPr/>
        </p:nvSpPr>
        <p:spPr>
          <a:xfrm>
            <a:off x="10543032"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8"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80" name="Chart 11" descr=""/>
          <p:cNvGraphicFramePr/>
          <p:nvPr/>
        </p:nvGraphicFramePr>
        <p:xfrm>
          <a:off x="10003536" y="3097256"/>
          <a:ext cx="502920" cy="497068"/>
        </p:xfrm>
        <a:graphic xmlns:a="http://schemas.openxmlformats.org/drawingml/2006/main">
          <a:graphicData uri="http://schemas.openxmlformats.org/drawingml/2006/chart">
            <c:chart xmlns:c="http://schemas.openxmlformats.org/drawingml/2006/chart" r:id="rId12"/>
          </a:graphicData>
        </a:graphic>
      </p:graphicFrame>
      <p:sp>
        <p:nvSpPr>
          <p:cNvPr id="81" name="Text 67"/>
          <p:cNvSpPr txBox="1"/>
          <p:nvPr/>
        </p:nvSpPr>
        <p:spPr>
          <a:xfrm>
            <a:off x="10543032"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8"/>
          <p:cNvSpPr txBox="1"/>
          <p:nvPr/>
        </p:nvSpPr>
        <p:spPr>
          <a:xfrm>
            <a:off x="10543032"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9"/>
          <p:cNvSpPr/>
          <p:nvPr/>
        </p:nvSpPr>
        <p:spPr>
          <a:xfrm>
            <a:off x="8040624" y="3760013"/>
            <a:ext cx="3489960" cy="828446"/>
          </a:xfrm>
          <a:prstGeom prst="rect">
            <a:avLst/>
          </a:prstGeom>
          <a:solidFill>
            <a:srgbClr val="F7F7F7"/>
          </a:solidFill>
          <a:ln/>
        </p:spPr>
      </p:sp>
      <p:sp>
        <p:nvSpPr>
          <p:cNvPr id="84" name="Shape 70"/>
          <p:cNvSpPr/>
          <p:nvPr/>
        </p:nvSpPr>
        <p:spPr>
          <a:xfrm>
            <a:off x="11466576" y="3796589"/>
            <a:ext cx="64008" cy="755294"/>
          </a:xfrm>
          <a:prstGeom prst="rect">
            <a:avLst/>
          </a:prstGeom>
          <a:solidFill>
            <a:srgbClr val="12A566"/>
          </a:solidFill>
          <a:ln/>
        </p:spPr>
      </p:sp>
      <p:sp>
        <p:nvSpPr>
          <p:cNvPr id="85"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2" descr=""/>
          <p:cNvGraphicFramePr/>
          <p:nvPr/>
        </p:nvGraphicFramePr>
        <p:xfrm>
          <a:off x="10003536" y="3925702"/>
          <a:ext cx="502920" cy="497068"/>
        </p:xfrm>
        <a:graphic xmlns:a="http://schemas.openxmlformats.org/drawingml/2006/main">
          <a:graphicData uri="http://schemas.openxmlformats.org/drawingml/2006/chart">
            <c:chart xmlns:c="http://schemas.openxmlformats.org/drawingml/2006/chart" r:id="rId13"/>
          </a:graphicData>
        </a:graphic>
      </p:graphicFrame>
      <p:sp>
        <p:nvSpPr>
          <p:cNvPr id="88" name="Text 73"/>
          <p:cNvSpPr txBox="1"/>
          <p:nvPr/>
        </p:nvSpPr>
        <p:spPr>
          <a:xfrm>
            <a:off x="10543032"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89" name="Text 74"/>
          <p:cNvSpPr txBox="1"/>
          <p:nvPr/>
        </p:nvSpPr>
        <p:spPr>
          <a:xfrm>
            <a:off x="10543032"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0"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2" name="Chart 13" descr=""/>
          <p:cNvGraphicFramePr/>
          <p:nvPr/>
        </p:nvGraphicFramePr>
        <p:xfrm>
          <a:off x="10003536" y="4754148"/>
          <a:ext cx="502920" cy="497068"/>
        </p:xfrm>
        <a:graphic xmlns:a="http://schemas.openxmlformats.org/drawingml/2006/main">
          <a:graphicData uri="http://schemas.openxmlformats.org/drawingml/2006/chart">
            <c:chart xmlns:c="http://schemas.openxmlformats.org/drawingml/2006/chart" r:id="rId14"/>
          </a:graphicData>
        </a:graphic>
      </p:graphicFrame>
      <p:sp>
        <p:nvSpPr>
          <p:cNvPr id="93" name="Text 77"/>
          <p:cNvSpPr txBox="1"/>
          <p:nvPr/>
        </p:nvSpPr>
        <p:spPr>
          <a:xfrm>
            <a:off x="10543032"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4" name="Text 78"/>
          <p:cNvSpPr txBox="1"/>
          <p:nvPr/>
        </p:nvSpPr>
        <p:spPr>
          <a:xfrm>
            <a:off x="10543032"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5" name="Shape 79"/>
          <p:cNvSpPr/>
          <p:nvPr/>
        </p:nvSpPr>
        <p:spPr>
          <a:xfrm>
            <a:off x="8040624" y="5416906"/>
            <a:ext cx="3489960" cy="828446"/>
          </a:xfrm>
          <a:prstGeom prst="rect">
            <a:avLst/>
          </a:prstGeom>
          <a:solidFill>
            <a:srgbClr val="F7F7F7"/>
          </a:solidFill>
          <a:ln/>
        </p:spPr>
      </p:sp>
      <p:sp>
        <p:nvSpPr>
          <p:cNvPr id="96"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98" name="Chart 14" descr=""/>
          <p:cNvGraphicFramePr/>
          <p:nvPr/>
        </p:nvGraphicFramePr>
        <p:xfrm>
          <a:off x="10003536" y="5582595"/>
          <a:ext cx="502920" cy="497068"/>
        </p:xfrm>
        <a:graphic xmlns:a="http://schemas.openxmlformats.org/drawingml/2006/main">
          <a:graphicData uri="http://schemas.openxmlformats.org/drawingml/2006/chart">
            <c:chart xmlns:c="http://schemas.openxmlformats.org/drawingml/2006/chart" r:id="rId15"/>
          </a:graphicData>
        </a:graphic>
      </p:graphicFrame>
      <p:sp>
        <p:nvSpPr>
          <p:cNvPr id="99" name="Text 82"/>
          <p:cNvSpPr txBox="1"/>
          <p:nvPr/>
        </p:nvSpPr>
        <p:spPr>
          <a:xfrm>
            <a:off x="10543032"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0" name="Text 83"/>
          <p:cNvSpPr txBox="1"/>
          <p:nvPr/>
        </p:nvSpPr>
        <p:spPr>
          <a:xfrm>
            <a:off x="10543032"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2621280" y="2268809"/>
          <a:ext cx="502920" cy="497068"/>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2621280" y="3097256"/>
          <a:ext cx="502920" cy="497068"/>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760013"/>
            <a:ext cx="3489960" cy="828446"/>
          </a:xfrm>
          <a:prstGeom prst="rect">
            <a:avLst/>
          </a:prstGeom>
          <a:solidFill>
            <a:srgbClr val="F7F7F7"/>
          </a:solidFill>
          <a:ln/>
        </p:spPr>
      </p:sp>
      <p:sp>
        <p:nvSpPr>
          <p:cNvPr id="21"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2621280" y="3925702"/>
          <a:ext cx="502920" cy="497068"/>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2621280" y="4754148"/>
          <a:ext cx="502920" cy="497068"/>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416906"/>
            <a:ext cx="3489960" cy="828446"/>
          </a:xfrm>
          <a:prstGeom prst="rect">
            <a:avLst/>
          </a:prstGeom>
          <a:solidFill>
            <a:srgbClr val="F7F7F7"/>
          </a:solidFill>
          <a:ln/>
        </p:spPr>
      </p:sp>
      <p:sp>
        <p:nvSpPr>
          <p:cNvPr id="32"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2621280" y="5582595"/>
          <a:ext cx="502920" cy="497068"/>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40" name="Shape 33"/>
          <p:cNvSpPr/>
          <p:nvPr/>
        </p:nvSpPr>
        <p:spPr>
          <a:xfrm>
            <a:off x="4349496" y="2103120"/>
            <a:ext cx="3489960" cy="828446"/>
          </a:xfrm>
          <a:prstGeom prst="rect">
            <a:avLst/>
          </a:prstGeom>
          <a:solidFill>
            <a:srgbClr val="F7F7F7"/>
          </a:solidFill>
          <a:ln/>
        </p:spPr>
      </p:sp>
      <p:sp>
        <p:nvSpPr>
          <p:cNvPr id="41"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3" name="Chart 5" descr=""/>
          <p:cNvGraphicFramePr/>
          <p:nvPr/>
        </p:nvGraphicFramePr>
        <p:xfrm>
          <a:off x="6312408" y="2268809"/>
          <a:ext cx="502920" cy="497068"/>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202534"/>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5" name="Text 37"/>
          <p:cNvSpPr txBox="1"/>
          <p:nvPr/>
        </p:nvSpPr>
        <p:spPr>
          <a:xfrm>
            <a:off x="6851904"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6"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8" name="Chart 6" descr=""/>
          <p:cNvGraphicFramePr/>
          <p:nvPr/>
        </p:nvGraphicFramePr>
        <p:xfrm>
          <a:off x="6312408" y="3097256"/>
          <a:ext cx="502920" cy="497068"/>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3030980"/>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50" name="Text 41"/>
          <p:cNvSpPr txBox="1"/>
          <p:nvPr/>
        </p:nvSpPr>
        <p:spPr>
          <a:xfrm>
            <a:off x="6851904"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1" name="Shape 42"/>
          <p:cNvSpPr/>
          <p:nvPr/>
        </p:nvSpPr>
        <p:spPr>
          <a:xfrm>
            <a:off x="4349496" y="3760013"/>
            <a:ext cx="3489960" cy="828446"/>
          </a:xfrm>
          <a:prstGeom prst="rect">
            <a:avLst/>
          </a:prstGeom>
          <a:solidFill>
            <a:srgbClr val="F7F7F7"/>
          </a:solidFill>
          <a:ln/>
        </p:spPr>
      </p:sp>
      <p:sp>
        <p:nvSpPr>
          <p:cNvPr id="52"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4" name="Chart 7" descr=""/>
          <p:cNvGraphicFramePr/>
          <p:nvPr/>
        </p:nvGraphicFramePr>
        <p:xfrm>
          <a:off x="6312408" y="3925702"/>
          <a:ext cx="502920" cy="497068"/>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9426"/>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6" name="Text 46"/>
          <p:cNvSpPr txBox="1"/>
          <p:nvPr/>
        </p:nvSpPr>
        <p:spPr>
          <a:xfrm>
            <a:off x="6851904"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7"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9" name="Chart 8" descr=""/>
          <p:cNvGraphicFramePr/>
          <p:nvPr/>
        </p:nvGraphicFramePr>
        <p:xfrm>
          <a:off x="6312408" y="4754148"/>
          <a:ext cx="502920" cy="497068"/>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687873"/>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2" name="Shape 51"/>
          <p:cNvSpPr/>
          <p:nvPr/>
        </p:nvSpPr>
        <p:spPr>
          <a:xfrm>
            <a:off x="4349496" y="5416906"/>
            <a:ext cx="3489960" cy="828446"/>
          </a:xfrm>
          <a:prstGeom prst="rect">
            <a:avLst/>
          </a:prstGeom>
          <a:solidFill>
            <a:srgbClr val="F7F7F7"/>
          </a:solidFill>
          <a:ln/>
        </p:spPr>
      </p:sp>
      <p:sp>
        <p:nvSpPr>
          <p:cNvPr id="63"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5" name="Chart 9" descr=""/>
          <p:cNvGraphicFramePr/>
          <p:nvPr/>
        </p:nvGraphicFramePr>
        <p:xfrm>
          <a:off x="6312408" y="5582595"/>
          <a:ext cx="502920" cy="497068"/>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516319"/>
            <a:ext cx="896112"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7" name="Text 55"/>
          <p:cNvSpPr txBox="1"/>
          <p:nvPr/>
        </p:nvSpPr>
        <p:spPr>
          <a:xfrm>
            <a:off x="6851904"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71" name="Shape 59"/>
          <p:cNvSpPr/>
          <p:nvPr/>
        </p:nvSpPr>
        <p:spPr>
          <a:xfrm>
            <a:off x="8040624" y="2103120"/>
            <a:ext cx="3489960" cy="828446"/>
          </a:xfrm>
          <a:prstGeom prst="rect">
            <a:avLst/>
          </a:prstGeom>
          <a:solidFill>
            <a:srgbClr val="F7F7F7"/>
          </a:solidFill>
          <a:ln/>
        </p:spPr>
      </p:sp>
      <p:sp>
        <p:nvSpPr>
          <p:cNvPr id="7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4" name="Chart 10" descr=""/>
          <p:cNvGraphicFramePr/>
          <p:nvPr/>
        </p:nvGraphicFramePr>
        <p:xfrm>
          <a:off x="10003536" y="2268809"/>
          <a:ext cx="502920" cy="497068"/>
        </p:xfrm>
        <a:graphic xmlns:a="http://schemas.openxmlformats.org/drawingml/2006/main">
          <a:graphicData uri="http://schemas.openxmlformats.org/drawingml/2006/chart">
            <c:chart xmlns:c="http://schemas.openxmlformats.org/drawingml/2006/chart" r:id="rId11"/>
          </a:graphicData>
        </a:graphic>
      </p:graphicFrame>
      <p:sp>
        <p:nvSpPr>
          <p:cNvPr id="75" name="Text 62"/>
          <p:cNvSpPr txBox="1"/>
          <p:nvPr/>
        </p:nvSpPr>
        <p:spPr>
          <a:xfrm>
            <a:off x="10543032" y="2202534"/>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6" name="Text 63"/>
          <p:cNvSpPr txBox="1"/>
          <p:nvPr/>
        </p:nvSpPr>
        <p:spPr>
          <a:xfrm>
            <a:off x="10543032" y="2583619"/>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7"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9" name="Chart 11" descr=""/>
          <p:cNvGraphicFramePr/>
          <p:nvPr/>
        </p:nvGraphicFramePr>
        <p:xfrm>
          <a:off x="10003536" y="3097256"/>
          <a:ext cx="502920" cy="497068"/>
        </p:xfrm>
        <a:graphic xmlns:a="http://schemas.openxmlformats.org/drawingml/2006/main">
          <a:graphicData uri="http://schemas.openxmlformats.org/drawingml/2006/chart">
            <c:chart xmlns:c="http://schemas.openxmlformats.org/drawingml/2006/chart" r:id="rId12"/>
          </a:graphicData>
        </a:graphic>
      </p:graphicFrame>
      <p:sp>
        <p:nvSpPr>
          <p:cNvPr id="80" name="Text 66"/>
          <p:cNvSpPr txBox="1"/>
          <p:nvPr/>
        </p:nvSpPr>
        <p:spPr>
          <a:xfrm>
            <a:off x="10543032" y="3030980"/>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7"/>
          <p:cNvSpPr txBox="1"/>
          <p:nvPr/>
        </p:nvSpPr>
        <p:spPr>
          <a:xfrm>
            <a:off x="10543032" y="341206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8"/>
          <p:cNvSpPr/>
          <p:nvPr/>
        </p:nvSpPr>
        <p:spPr>
          <a:xfrm>
            <a:off x="8040624" y="3760013"/>
            <a:ext cx="3489960" cy="828446"/>
          </a:xfrm>
          <a:prstGeom prst="rect">
            <a:avLst/>
          </a:prstGeom>
          <a:solidFill>
            <a:srgbClr val="F7F7F7"/>
          </a:solidFill>
          <a:ln/>
        </p:spPr>
      </p:sp>
      <p:sp>
        <p:nvSpPr>
          <p:cNvPr id="83"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2" descr=""/>
          <p:cNvGraphicFramePr/>
          <p:nvPr/>
        </p:nvGraphicFramePr>
        <p:xfrm>
          <a:off x="10003536" y="3925702"/>
          <a:ext cx="502920" cy="497068"/>
        </p:xfrm>
        <a:graphic xmlns:a="http://schemas.openxmlformats.org/drawingml/2006/main">
          <a:graphicData uri="http://schemas.openxmlformats.org/drawingml/2006/chart">
            <c:chart xmlns:c="http://schemas.openxmlformats.org/drawingml/2006/chart" r:id="rId13"/>
          </a:graphicData>
        </a:graphic>
      </p:graphicFrame>
      <p:sp>
        <p:nvSpPr>
          <p:cNvPr id="86" name="Text 71"/>
          <p:cNvSpPr txBox="1"/>
          <p:nvPr/>
        </p:nvSpPr>
        <p:spPr>
          <a:xfrm>
            <a:off x="10543032" y="3859426"/>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7" name="Text 72"/>
          <p:cNvSpPr txBox="1"/>
          <p:nvPr/>
        </p:nvSpPr>
        <p:spPr>
          <a:xfrm>
            <a:off x="10543032" y="4240512"/>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8"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0" name="Chart 13" descr=""/>
          <p:cNvGraphicFramePr/>
          <p:nvPr/>
        </p:nvGraphicFramePr>
        <p:xfrm>
          <a:off x="10003536" y="4754148"/>
          <a:ext cx="502920" cy="497068"/>
        </p:xfrm>
        <a:graphic xmlns:a="http://schemas.openxmlformats.org/drawingml/2006/main">
          <a:graphicData uri="http://schemas.openxmlformats.org/drawingml/2006/chart">
            <c:chart xmlns:c="http://schemas.openxmlformats.org/drawingml/2006/chart" r:id="rId14"/>
          </a:graphicData>
        </a:graphic>
      </p:graphicFrame>
      <p:sp>
        <p:nvSpPr>
          <p:cNvPr id="91" name="Text 75"/>
          <p:cNvSpPr txBox="1"/>
          <p:nvPr/>
        </p:nvSpPr>
        <p:spPr>
          <a:xfrm>
            <a:off x="10543032" y="4687873"/>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2" name="Text 76"/>
          <p:cNvSpPr txBox="1"/>
          <p:nvPr/>
        </p:nvSpPr>
        <p:spPr>
          <a:xfrm>
            <a:off x="10543032" y="5068958"/>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3" name="Shape 77"/>
          <p:cNvSpPr/>
          <p:nvPr/>
        </p:nvSpPr>
        <p:spPr>
          <a:xfrm>
            <a:off x="8040624" y="5416906"/>
            <a:ext cx="3489960" cy="828446"/>
          </a:xfrm>
          <a:prstGeom prst="rect">
            <a:avLst/>
          </a:prstGeom>
          <a:solidFill>
            <a:srgbClr val="F7F7F7"/>
          </a:solidFill>
          <a:ln/>
        </p:spPr>
      </p:sp>
      <p:sp>
        <p:nvSpPr>
          <p:cNvPr id="94"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6" name="Chart 14" descr=""/>
          <p:cNvGraphicFramePr/>
          <p:nvPr/>
        </p:nvGraphicFramePr>
        <p:xfrm>
          <a:off x="10003536" y="5582595"/>
          <a:ext cx="502920" cy="497068"/>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516319"/>
            <a:ext cx="896112"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98" name="Text 81"/>
          <p:cNvSpPr txBox="1"/>
          <p:nvPr/>
        </p:nvSpPr>
        <p:spPr>
          <a:xfrm>
            <a:off x="10543032" y="5897405"/>
            <a:ext cx="896112"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2026-10-28T22:08:09Z</dcterms:created>
  <dcterms:modified xsi:type="dcterms:W3CDTF">2026-10-28T22:08:09Z</dcterms:modified>
</cp:coreProperties>
</file>