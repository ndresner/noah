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55578.46</c:v>
                </c:pt>
                <c:pt idx="1">
                  <c:v>52000.56</c:v>
                </c:pt>
                <c:pt idx="2">
                  <c:v>60175.93</c:v>
                </c:pt>
                <c:pt idx="3">
                  <c:v>59745.97</c:v>
                </c:pt>
                <c:pt idx="4">
                  <c:v>57788.84</c:v>
                </c:pt>
                <c:pt idx="5">
                  <c:v>60916.67</c:v>
                </c:pt>
                <c:pt idx="6">
                  <c:v>61860.58</c:v>
                </c:pt>
                <c:pt idx="7">
                  <c:v>59618.54</c:v>
                </c:pt>
                <c:pt idx="8">
                  <c:v>55456.31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55578.46</c:v>
                </c:pt>
                <c:pt idx="1">
                  <c:v>52000.56</c:v>
                </c:pt>
                <c:pt idx="2">
                  <c:v>60175.93</c:v>
                </c:pt>
                <c:pt idx="3">
                  <c:v>59745.97</c:v>
                </c:pt>
                <c:pt idx="4">
                  <c:v/>
                </c:pt>
                <c:pt idx="5">
                  <c:v>60916.67</c:v>
                </c:pt>
                <c:pt idx="6">
                  <c:v>61860.58</c:v>
                </c:pt>
                <c:pt idx="7">
                  <c:v>59618.54</c:v>
                </c:pt>
                <c:pt idx="8">
                  <c:v>55456.31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57788.84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57794.35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55120.88</c:v>
                </c:pt>
                <c:pt idx="1">
                  <c:v>51212.03</c:v>
                </c:pt>
                <c:pt idx="2">
                  <c:v>57205.56</c:v>
                </c:pt>
                <c:pt idx="3">
                  <c:v>58170.14</c:v>
                </c:pt>
                <c:pt idx="4">
                  <c:v/>
                </c:pt>
                <c:pt idx="5">
                  <c:v>56468.18</c:v>
                </c:pt>
                <c:pt idx="6">
                  <c:v>57717.31</c:v>
                </c:pt>
                <c:pt idx="7">
                  <c:v>57021.2</c:v>
                </c:pt>
                <c:pt idx="8">
                  <c:v>53309.32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55120.88</c:v>
                </c:pt>
                <c:pt idx="1">
                  <c:v>51212.03</c:v>
                </c:pt>
                <c:pt idx="2">
                  <c:v>57205.56</c:v>
                </c:pt>
                <c:pt idx="3">
                  <c:v>58170.14</c:v>
                </c:pt>
                <c:pt idx="4">
                  <c:v>57794.35</c:v>
                </c:pt>
                <c:pt idx="5">
                  <c:v>56468.18</c:v>
                </c:pt>
                <c:pt idx="6">
                  <c:v>57717.31</c:v>
                </c:pt>
                <c:pt idx="7">
                  <c:v>57021.2</c:v>
                </c:pt>
                <c:pt idx="8">
                  <c:v>53309.32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Jan-Sep 2026 YTD.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Change in customer-pay hours sold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Per RO = the store's customer-pay labor gross + parts gross / its CP RO count, Jan-Sep 2026. Days open a year: 307 for every store (open 6 days a week, 2026 calendar, less the 6 service holidays: New Year's, Memorial Day, Independence Day, Labor Day, Thanksgiving, Christmas). ROs/day = Jan-Sep 2026 CP ROs at a yearly pace / days open. Assumes the added RO is an average one.Talk track: one more customer a day - one more answered call, one appointment kept, one 'close to losing' customer brought back. Retention, phones and the scheduler are the levers.
LR HENDERSON: $1,168 gross per RO x 307 days open a year = $358,484; 6.8 CP ROs a day today
LR LV: $1,142 gross per RO x 307 days open a year = $350,585; 15.2 CP ROs a day today
LR RENO: $1,052 gross per RO x 307 days open a year = $323,117; 6.2 CP ROs a day today
AUDI HENDERSON: $1,030 gross per RO x 307 days open a year = $316,136; 16.4 CP ROs a day today
AUDI RENO: $740 gross per RO x 307 days open a year = $227,297; 17.0 CP ROs a day today
VOLVO: $662 gross per RO x 307 days open a year = $203,362; 14.8 CP ROs a day today
CADILLAC: $509 gross per RO x 307 days open a year = $156,140; 23.2 CP ROs a day today
LINCOLN: $480 gross per RO x 307 days open a year = $147,507; 11.4 CP ROs a day today
LEXUS: $460 gross per RO x 307 days open a year = $141,182; 19.8 CP ROs a day today
VW HENDERSON: $429 gross per RO x 307 days open a year = $131,560; 22.3 CP ROs a day today
NISSAN: $406 gross per RO x 307 days open a year = $124,728; 30.3 CP ROs a day today
CDJR POST FALLS: $399 gross per RO x 307 days open a year = $122,626; 23.3 CP ROs a day today
CHEVY LV: $362 gross per RO x 307 days open a year = $111,273; 84.8 CP ROs a day today
SUBARU ST GEORGE: $357 gross per RO x 307 days open a year = $109,693; 24.1 CP ROs a day today
ACURA: $356 gross per RO x 307 days open a year = $109,151; 15.9 CP ROs a day today
SUBARU LV: $354 gross per RO x 307 days open a year = $108,687; 61.9 CP ROs a day today
HONDA NORTH: $338 gross per RO x 307 days open a year = $103,675; 65.4 CP ROs a day today
HONDA HENDERSON: $337 gross per RO x 307 days open a year = $103,382; 97.8 CP ROs a day today
HONDA SPOKANE: $331 gross per RO x 307 days open a year = $101,516; 38.8 CP ROs a day today
CHEVY GMC BULLHEAD: $314 gross per RO x 307 days open a year = $96,545; 27.4 CP ROs a day today
GMC PRESCOTT: $310 gross per RO x 307 days open a year = $95,050; 13.5 CP ROs a day today
HONDA FLAGSTAFF: $307 gross per RO x 307 days open a year = $94,176; 17.5 CP ROs a day today
VW ST GEORGE: $292 gross per RO x 307 days open a year = $89,636; 8.3 CP ROs a day today
HYUNDAI ST GEORGE: $283 gross per RO x 307 days open a year = $86,985; 14.5 CP ROs a day today
MAZDA: $280 gross per RO x 307 days open a year = $86,010; 24.8 CP ROs a day today
KIA LV: $268 gross per RO x 307 days open a year = $82,314; 35.3 CP ROs a day today
TOYOTA HENDERSON: $242 gross per RO x 307 days open a year = $74,324; 230.5 CP ROs a day today
HYUNDAI PRESCOTT: $237 gross per RO x 307 days open a year = $72,795; 8.7 CP ROs a day today
SUBARU PRESCOTT: $237 gross per RO x 307 days open a year = $72,776; 22.2 CP ROs a day today
TOYOTA PRESCOTT: $237 gross per RO x 307 days open a year = $72,743; 58.6 CP ROs a day today
KIA ST GEORGE: $220 gross per RO x 307 days open a year = $67,614; 17.0 CP ROs a day today
TOYOTA SPOKANE: $217 gross per RO x 307 days open a year = $66,622; 75.5 CP ROs a day today
TOYOTA FLAGSTAFF: $214 gross per RO x 307 days open a year = $65,596; 65.8 CP ROs a day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504,019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+19,123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19,123 to 523,142, ahead of 2025 in eight of nine months. CP RO count rose only 0.2%, so the extra hours came from selling more on each visit.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78,123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0506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44,883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038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44,342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7116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30,401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6495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27,746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027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25,749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4980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21,276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367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18,657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196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17,926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3444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14,716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3415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14,592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263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13,940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082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13,166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2999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12,815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2988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12,766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2986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12,757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2761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11,795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2573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10,993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500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10,684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227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9,514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1942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8,298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1908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8,154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1814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1570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6,711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15295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6,534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456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6,222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423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6,081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220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5,213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1809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5,045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158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4,949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199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4,784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769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3,287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66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3,276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leads at 78,123; VW St George is smallest at 3,276.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+44.6%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6087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+35.0%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898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+33.9%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5026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895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+28.1%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758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4033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200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19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304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49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072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871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21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+9.9%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167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166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164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063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999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890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888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06237" y="3351233"/>
            <a:ext cx="2978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−1.7%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91402" y="3591128"/>
            <a:ext cx="4462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85327" y="3831024"/>
            <a:ext cx="5069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75488" y="4070920"/>
            <a:ext cx="6053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33370" y="4310815"/>
            <a:ext cx="1026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206595" y="4550711"/>
            <a:ext cx="12942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93818" y="4790606"/>
            <a:ext cx="14220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−8.2%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53034" y="5030502"/>
            <a:ext cx="18299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69849" y="5270397"/>
            <a:ext cx="26617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−15.3%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892903" y="5510293"/>
            <a:ext cx="44312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−25.4%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sold more CP hours, led by Subaru St George at +44.6% to 12,766. 10 declined; VW St George fell most at −25.4%.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CP RO a Day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5643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3892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0295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8933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73152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56432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$358,484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52544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$1,168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7154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56432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$350,585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52544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38928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$1,142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6593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56432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$323,117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52544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38928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$1,052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64510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456432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$316,136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52544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38928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$1,030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46382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456432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$227,297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52544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38928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$740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41498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56432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$203,362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52544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38928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$662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31861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56432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$156,140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352544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38928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3010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456432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$147,507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352544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38928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$480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2880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456432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$141,182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352544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38928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2684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56432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$131,560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352544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38928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25451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456432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$124,728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352544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38928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25023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56432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$122,626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52544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38928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2270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456432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$111,273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352544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38928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$362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2238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456432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$109,693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352544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38928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$357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22273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456432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$109,151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352544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38928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2217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456432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$108,687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352544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38928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$354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2115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456432" y="567681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$103,675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352544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38928" y="567681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$338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2109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06840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$103,382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02952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89336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2071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06840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$101,516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02952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89336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1970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06840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$96,545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02952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89336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19395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06840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$95,050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02952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89336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19217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06840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$94,176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02952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89336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18291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06840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$89,636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02952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89336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1775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06840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$86,985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02952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89336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1755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06840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$86,010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02952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89336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$280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1679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06840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$82,314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02952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89336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1516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06840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$74,324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02952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231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89336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$242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1485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06840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$72,795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02952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89336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14850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06840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$72,776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02952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89336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1484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06840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$72,743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02952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89336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13797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006840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$67,614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02952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89336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359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006840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$66,622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02952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89336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$217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133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006840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$65,596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902952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89336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$214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 at every store is worth $4,473,284 a year in labor and parts gross. Each RO averages $342.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2026-10-22T00:10:16Z</dcterms:created>
  <dcterms:modified xsi:type="dcterms:W3CDTF">2026-10-22T00:10:16Z</dcterms:modified>
</cp:coreProperties>
</file>