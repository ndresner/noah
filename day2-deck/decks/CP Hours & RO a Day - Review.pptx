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79080"/>
            <a:ext cx="608749"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440491"/>
            <a:ext cx="589865"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701901"/>
            <a:ext cx="502608"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963312"/>
            <a:ext cx="489520"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224723"/>
            <a:ext cx="475887"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486134"/>
            <a:ext cx="403394"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747545"/>
            <a:ext cx="320015"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4008956"/>
            <a:ext cx="319802"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270366"/>
            <a:ext cx="304780"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531777"/>
            <a:ext cx="214987"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793188"/>
            <a:ext cx="207215"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5054599"/>
            <a:ext cx="187159"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316010"/>
            <a:ext cx="172129"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577420"/>
            <a:ext cx="116744"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838831"/>
            <a:ext cx="116682"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6100242"/>
            <a:ext cx="116417"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7669"/>
            <a:ext cx="106340"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79080"/>
            <a:ext cx="99982"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440491"/>
            <a:ext cx="89045"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701901"/>
            <a:ext cx="88806"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963312"/>
            <a:ext cx="12802"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224723"/>
            <a:ext cx="12802"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486134"/>
            <a:ext cx="29787"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747545"/>
            <a:ext cx="44622"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4008956"/>
            <a:ext cx="50697"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270366"/>
            <a:ext cx="60536"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531777"/>
            <a:ext cx="102654"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793188"/>
            <a:ext cx="129429"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5054599"/>
            <a:ext cx="142206"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316010"/>
            <a:ext cx="182990"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577420"/>
            <a:ext cx="266175"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838831"/>
            <a:ext cx="443121"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2026-10-27T17:13:12Z</dcterms:created>
  <dcterms:modified xsi:type="dcterms:W3CDTF">2026-10-27T17:13:12Z</dcterms:modified>
</cp:coreProperties>
</file>