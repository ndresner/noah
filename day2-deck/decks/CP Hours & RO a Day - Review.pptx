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/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57788.84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57794.35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/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73152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$358,484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154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$350,585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593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$323,117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451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$316,136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4638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$227,297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149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$203,362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186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$156,140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010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$147,507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288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$141,182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684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$131,560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545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$124,728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502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$122,626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270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$111,273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238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$109,693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227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$109,151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217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$108,687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115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$103,675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109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$103,382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071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$101,516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97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$96,545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9395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$95,050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21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$94,176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829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$89,636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7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$86,985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55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$86,010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679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$82,314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51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$74,324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485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$72,795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485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$72,776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484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$72,743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379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$67,614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359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$66,622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33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2026-10-22T00:52:31Z</dcterms:created>
  <dcterms:modified xsi:type="dcterms:W3CDTF">2026-10-22T00:52:31Z</dcterms:modified>
</cp:coreProperties>
</file>