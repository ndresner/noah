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834.06</c:v>
                </c:pt>
                <c:pt idx="1">
                  <c:v>966.61</c:v>
                </c:pt>
                <c:pt idx="2">
                  <c:v>918.5</c:v>
                </c:pt>
                <c:pt idx="3">
                  <c:v>952.81</c:v>
                </c:pt>
                <c:pt idx="4">
                  <c:v>930.11</c:v>
                </c:pt>
                <c:pt idx="5">
                  <c:v>946.3</c:v>
                </c:pt>
                <c:pt idx="6">
                  <c:v>1110.1</c:v>
                </c:pt>
                <c:pt idx="7">
                  <c:v>1128.62</c:v>
                </c:pt>
                <c:pt idx="8">
                  <c:v>1039.8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1458.9</c:v>
                </c:pt>
                <c:pt idx="1">
                  <c:v>1286.83</c:v>
                </c:pt>
                <c:pt idx="2">
                  <c:v>1497.81</c:v>
                </c:pt>
                <c:pt idx="3">
                  <c:v>1454.95</c:v>
                </c:pt>
                <c:pt idx="4">
                  <c:v>1380.55</c:v>
                </c:pt>
                <c:pt idx="5">
                  <c:v>1459</c:v>
                </c:pt>
                <c:pt idx="6">
                  <c:v>1432.46</c:v>
                </c:pt>
                <c:pt idx="7">
                  <c:v>1480.1</c:v>
                </c:pt>
                <c:pt idx="8">
                  <c:v>1315.5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50.9099999999999"/>
          <c:min val="780.95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1148.2</c:v>
                </c:pt>
                <c:pt idx="1">
                  <c:v>1014.02</c:v>
                </c:pt>
                <c:pt idx="2">
                  <c:v>1265.65</c:v>
                </c:pt>
                <c:pt idx="3">
                  <c:v>958.6</c:v>
                </c:pt>
                <c:pt idx="4">
                  <c:v>954.25</c:v>
                </c:pt>
                <c:pt idx="5">
                  <c:v>891.25</c:v>
                </c:pt>
                <c:pt idx="6">
                  <c:v>834.15</c:v>
                </c:pt>
                <c:pt idx="7">
                  <c:v>1116.05</c:v>
                </c:pt>
                <c:pt idx="8">
                  <c:v>1271.13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1489.2</c:v>
                </c:pt>
                <c:pt idx="1">
                  <c:v>1206.8</c:v>
                </c:pt>
                <c:pt idx="2">
                  <c:v>1350</c:v>
                </c:pt>
                <c:pt idx="3">
                  <c:v>1525.73</c:v>
                </c:pt>
                <c:pt idx="4">
                  <c:v>1346.7</c:v>
                </c:pt>
                <c:pt idx="5">
                  <c:v>1546.97</c:v>
                </c:pt>
                <c:pt idx="6">
                  <c:v>1632.9</c:v>
                </c:pt>
                <c:pt idx="7">
                  <c:v>1330.6</c:v>
                </c:pt>
                <c:pt idx="8">
                  <c:v>1328.59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96.8000000000002"/>
          <c:min val="770.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402.05</c:v>
                </c:pt>
                <c:pt idx="1">
                  <c:v>373.7</c:v>
                </c:pt>
                <c:pt idx="2">
                  <c:v>425.45</c:v>
                </c:pt>
                <c:pt idx="3">
                  <c:v>440.55</c:v>
                </c:pt>
                <c:pt idx="4">
                  <c:v>433</c:v>
                </c:pt>
                <c:pt idx="5">
                  <c:v>388.1</c:v>
                </c:pt>
                <c:pt idx="6">
                  <c:v>428.8</c:v>
                </c:pt>
                <c:pt idx="7">
                  <c:v>457.55</c:v>
                </c:pt>
                <c:pt idx="8">
                  <c:v>419.2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6.016"/>
          <c:min val="349.0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751.51</c:v>
                </c:pt>
                <c:pt idx="1">
                  <c:v>627.41</c:v>
                </c:pt>
                <c:pt idx="2">
                  <c:v>640.72</c:v>
                </c:pt>
                <c:pt idx="3">
                  <c:v>770.3</c:v>
                </c:pt>
                <c:pt idx="4">
                  <c:v>702.42</c:v>
                </c:pt>
                <c:pt idx="5">
                  <c:v>674.32</c:v>
                </c:pt>
                <c:pt idx="6">
                  <c:v>740.83</c:v>
                </c:pt>
                <c:pt idx="7">
                  <c:v>746.02</c:v>
                </c:pt>
                <c:pt idx="8">
                  <c:v>674.68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835.21</c:v>
                </c:pt>
                <c:pt idx="1">
                  <c:v>880.19</c:v>
                </c:pt>
                <c:pt idx="2">
                  <c:v>959.15</c:v>
                </c:pt>
                <c:pt idx="3">
                  <c:v>970.52</c:v>
                </c:pt>
                <c:pt idx="4">
                  <c:v>892.74</c:v>
                </c:pt>
                <c:pt idx="5">
                  <c:v>894.15</c:v>
                </c:pt>
                <c:pt idx="6">
                  <c:v>965.42</c:v>
                </c:pt>
                <c:pt idx="7">
                  <c:v>827.75</c:v>
                </c:pt>
                <c:pt idx="8">
                  <c:v>929.3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997.9688"/>
          <c:min val="599.9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220.3</c:v>
                </c:pt>
                <c:pt idx="1">
                  <c:v>237</c:v>
                </c:pt>
                <c:pt idx="2">
                  <c:v>254.6</c:v>
                </c:pt>
                <c:pt idx="3">
                  <c:v>284</c:v>
                </c:pt>
                <c:pt idx="4">
                  <c:v>253.64</c:v>
                </c:pt>
                <c:pt idx="5">
                  <c:v>223.31</c:v>
                </c:pt>
                <c:pt idx="6">
                  <c:v>390.87</c:v>
                </c:pt>
                <c:pt idx="7">
                  <c:v>360</c:v>
                </c:pt>
                <c:pt idx="8">
                  <c:v>342.3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309.7</c:v>
                </c:pt>
                <c:pt idx="1">
                  <c:v>285.4</c:v>
                </c:pt>
                <c:pt idx="2">
                  <c:v>382.3</c:v>
                </c:pt>
                <c:pt idx="3">
                  <c:v>419.7</c:v>
                </c:pt>
                <c:pt idx="4">
                  <c:v>331.52</c:v>
                </c:pt>
                <c:pt idx="5">
                  <c:v>385.5</c:v>
                </c:pt>
                <c:pt idx="6">
                  <c:v>422.11</c:v>
                </c:pt>
                <c:pt idx="7">
                  <c:v>352.52</c:v>
                </c:pt>
                <c:pt idx="8">
                  <c:v>398.5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38.2548"/>
          <c:min val="204.15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514.9</c:v>
                </c:pt>
                <c:pt idx="1">
                  <c:v>461.37</c:v>
                </c:pt>
                <c:pt idx="2">
                  <c:v>473.9</c:v>
                </c:pt>
                <c:pt idx="3">
                  <c:v>610.15</c:v>
                </c:pt>
                <c:pt idx="4">
                  <c:v>521.65</c:v>
                </c:pt>
                <c:pt idx="5">
                  <c:v>415.75</c:v>
                </c:pt>
                <c:pt idx="6">
                  <c:v>451.5</c:v>
                </c:pt>
                <c:pt idx="7">
                  <c:v>537.17</c:v>
                </c:pt>
                <c:pt idx="8">
                  <c:v>408.05</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404.58</c:v>
                </c:pt>
                <c:pt idx="1">
                  <c:v>339</c:v>
                </c:pt>
                <c:pt idx="2">
                  <c:v>326.09</c:v>
                </c:pt>
                <c:pt idx="3">
                  <c:v>347.55</c:v>
                </c:pt>
                <c:pt idx="4">
                  <c:v>335.7</c:v>
                </c:pt>
                <c:pt idx="5">
                  <c:v>465.65</c:v>
                </c:pt>
                <c:pt idx="6">
                  <c:v>413.05</c:v>
                </c:pt>
                <c:pt idx="7">
                  <c:v>336.05</c:v>
                </c:pt>
                <c:pt idx="8">
                  <c:v>308.7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34.266"/>
          <c:min val="284.5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1486</c:v>
                </c:pt>
                <c:pt idx="1">
                  <c:v>1254.22</c:v>
                </c:pt>
                <c:pt idx="2">
                  <c:v>1465.55</c:v>
                </c:pt>
                <c:pt idx="3">
                  <c:v>1476.75</c:v>
                </c:pt>
                <c:pt idx="4">
                  <c:v>1319.27</c:v>
                </c:pt>
                <c:pt idx="5">
                  <c:v>1394.79</c:v>
                </c:pt>
                <c:pt idx="6">
                  <c:v>1544.84</c:v>
                </c:pt>
                <c:pt idx="7">
                  <c:v>1347.65</c:v>
                </c:pt>
                <c:pt idx="8">
                  <c:v>1321.81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1164.35</c:v>
                </c:pt>
                <c:pt idx="1">
                  <c:v>864.55</c:v>
                </c:pt>
                <c:pt idx="2">
                  <c:v>1311.7</c:v>
                </c:pt>
                <c:pt idx="3">
                  <c:v>1200.65</c:v>
                </c:pt>
                <c:pt idx="4">
                  <c:v>1174</c:v>
                </c:pt>
                <c:pt idx="5">
                  <c:v>1459.3</c:v>
                </c:pt>
                <c:pt idx="6">
                  <c:v>1164.64</c:v>
                </c:pt>
                <c:pt idx="7">
                  <c:v>1277.86</c:v>
                </c:pt>
                <c:pt idx="8">
                  <c:v>1066.5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99.2631999999999"/>
          <c:min val="810.12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903.15</c:v>
                </c:pt>
                <c:pt idx="1">
                  <c:v>797.1</c:v>
                </c:pt>
                <c:pt idx="2">
                  <c:v>1105.2</c:v>
                </c:pt>
                <c:pt idx="3">
                  <c:v>900.6</c:v>
                </c:pt>
                <c:pt idx="4">
                  <c:v>947</c:v>
                </c:pt>
                <c:pt idx="5">
                  <c:v>1066.7</c:v>
                </c:pt>
                <c:pt idx="6">
                  <c:v>951.2</c:v>
                </c:pt>
                <c:pt idx="7">
                  <c:v>1100.42</c:v>
                </c:pt>
                <c:pt idx="8">
                  <c:v>887.8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854.3</c:v>
                </c:pt>
                <c:pt idx="1">
                  <c:v>691.1</c:v>
                </c:pt>
                <c:pt idx="2">
                  <c:v>798</c:v>
                </c:pt>
                <c:pt idx="3">
                  <c:v>972.9</c:v>
                </c:pt>
                <c:pt idx="4">
                  <c:v>913.5</c:v>
                </c:pt>
                <c:pt idx="5">
                  <c:v>1044.22</c:v>
                </c:pt>
                <c:pt idx="6">
                  <c:v>782.45</c:v>
                </c:pt>
                <c:pt idx="7">
                  <c:v>919.6</c:v>
                </c:pt>
                <c:pt idx="8">
                  <c:v>773.3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38.328"/>
          <c:min val="657.9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1967.54</c:v>
                </c:pt>
                <c:pt idx="1">
                  <c:v>1842.2</c:v>
                </c:pt>
                <c:pt idx="2">
                  <c:v>2204.61</c:v>
                </c:pt>
                <c:pt idx="3">
                  <c:v>2366.05</c:v>
                </c:pt>
                <c:pt idx="4">
                  <c:v>2371.8</c:v>
                </c:pt>
                <c:pt idx="5">
                  <c:v>2252.5</c:v>
                </c:pt>
                <c:pt idx="6">
                  <c:v>2208.5</c:v>
                </c:pt>
                <c:pt idx="7">
                  <c:v>2091.6</c:v>
                </c:pt>
                <c:pt idx="8">
                  <c:v>2214.7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1855.71</c:v>
                </c:pt>
                <c:pt idx="1">
                  <c:v>1669.3</c:v>
                </c:pt>
                <c:pt idx="2">
                  <c:v>1966.6</c:v>
                </c:pt>
                <c:pt idx="3">
                  <c:v>2117.6</c:v>
                </c:pt>
                <c:pt idx="4">
                  <c:v>2101.9</c:v>
                </c:pt>
                <c:pt idx="5">
                  <c:v>2084.5</c:v>
                </c:pt>
                <c:pt idx="6">
                  <c:v>2206.5</c:v>
                </c:pt>
                <c:pt idx="7">
                  <c:v>1961.8</c:v>
                </c:pt>
                <c:pt idx="8">
                  <c:v>1961.8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28"/>
          <c:min val="161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5150.45</c:v>
                </c:pt>
                <c:pt idx="1">
                  <c:v>4912</c:v>
                </c:pt>
                <c:pt idx="2">
                  <c:v>5301.4</c:v>
                </c:pt>
                <c:pt idx="3">
                  <c:v>5754.85</c:v>
                </c:pt>
                <c:pt idx="4">
                  <c:v>5638.7</c:v>
                </c:pt>
                <c:pt idx="5">
                  <c:v>5523.35</c:v>
                </c:pt>
                <c:pt idx="6">
                  <c:v>5647.5</c:v>
                </c:pt>
                <c:pt idx="7">
                  <c:v>5532.78</c:v>
                </c:pt>
                <c:pt idx="8">
                  <c:v>5024.81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4936.2</c:v>
                </c:pt>
                <c:pt idx="1">
                  <c:v>4707.4</c:v>
                </c:pt>
                <c:pt idx="2">
                  <c:v>4916.9</c:v>
                </c:pt>
                <c:pt idx="3">
                  <c:v>5419</c:v>
                </c:pt>
                <c:pt idx="4">
                  <c:v>4689.83</c:v>
                </c:pt>
                <c:pt idx="5">
                  <c:v>5194.31</c:v>
                </c:pt>
                <c:pt idx="6">
                  <c:v>5350.5</c:v>
                </c:pt>
                <c:pt idx="7">
                  <c:v>5197.05</c:v>
                </c:pt>
                <c:pt idx="8">
                  <c:v>4471.45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857.522000000001"/>
          <c:min val="4368.777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779</c:v>
                </c:pt>
                <c:pt idx="1">
                  <c:v>779</c:v>
                </c:pt>
                <c:pt idx="2">
                  <c:v>779</c:v>
                </c:pt>
                <c:pt idx="3">
                  <c:v>779</c:v>
                </c:pt>
                <c:pt idx="4">
                  <c:v>779</c:v>
                </c:pt>
                <c:pt idx="5">
                  <c:v>779</c:v>
                </c:pt>
                <c:pt idx="6">
                  <c:v>779</c:v>
                </c:pt>
                <c:pt idx="7">
                  <c:v>779</c:v>
                </c:pt>
                <c:pt idx="8">
                  <c:v>779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691.4</c:v>
                </c:pt>
                <c:pt idx="1">
                  <c:v>674.7</c:v>
                </c:pt>
                <c:pt idx="2">
                  <c:v>970.9</c:v>
                </c:pt>
                <c:pt idx="3">
                  <c:v>902.3</c:v>
                </c:pt>
                <c:pt idx="4">
                  <c:v>935.1</c:v>
                </c:pt>
                <c:pt idx="5">
                  <c:v>817.5</c:v>
                </c:pt>
                <c:pt idx="6">
                  <c:v>890.1</c:v>
                </c:pt>
                <c:pt idx="7">
                  <c:v>1191.6</c:v>
                </c:pt>
                <c:pt idx="8">
                  <c:v>1224.8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808"/>
          <c:min val="630.69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1192.55</c:v>
                </c:pt>
                <c:pt idx="1">
                  <c:v>1192.55</c:v>
                </c:pt>
                <c:pt idx="2">
                  <c:v>1192.55</c:v>
                </c:pt>
                <c:pt idx="3">
                  <c:v>1192.55</c:v>
                </c:pt>
                <c:pt idx="4">
                  <c:v>1192.55</c:v>
                </c:pt>
                <c:pt idx="5">
                  <c:v>1192.55</c:v>
                </c:pt>
                <c:pt idx="6">
                  <c:v>1192.55</c:v>
                </c:pt>
                <c:pt idx="7">
                  <c:v>1192.55</c:v>
                </c:pt>
                <c:pt idx="8">
                  <c:v>1192.55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1259.71</c:v>
                </c:pt>
                <c:pt idx="1">
                  <c:v>1069.04</c:v>
                </c:pt>
                <c:pt idx="2">
                  <c:v>1248.9</c:v>
                </c:pt>
                <c:pt idx="3">
                  <c:v>1199.41</c:v>
                </c:pt>
                <c:pt idx="4">
                  <c:v>1159.59</c:v>
                </c:pt>
                <c:pt idx="5">
                  <c:v>1248.23</c:v>
                </c:pt>
                <c:pt idx="6">
                  <c:v>1596.98</c:v>
                </c:pt>
                <c:pt idx="7">
                  <c:v>1486.91</c:v>
                </c:pt>
                <c:pt idx="8">
                  <c:v>1525.73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39.2152"/>
          <c:min val="1026.80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922.0333333333333</c:v>
                </c:pt>
                <c:pt idx="1">
                  <c:v>922.0333333333333</c:v>
                </c:pt>
                <c:pt idx="2">
                  <c:v>922.0333333333333</c:v>
                </c:pt>
                <c:pt idx="3">
                  <c:v>922.0333333333333</c:v>
                </c:pt>
                <c:pt idx="4">
                  <c:v>922.0333333333333</c:v>
                </c:pt>
                <c:pt idx="5">
                  <c:v>922.0333333333333</c:v>
                </c:pt>
                <c:pt idx="6">
                  <c:v>922.0333333333333</c:v>
                </c:pt>
                <c:pt idx="7">
                  <c:v>922.0333333333333</c:v>
                </c:pt>
                <c:pt idx="8">
                  <c:v>922.0333333333333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833</c:v>
                </c:pt>
                <c:pt idx="1">
                  <c:v>830.3</c:v>
                </c:pt>
                <c:pt idx="2">
                  <c:v>1102.8</c:v>
                </c:pt>
                <c:pt idx="3">
                  <c:v>1057</c:v>
                </c:pt>
                <c:pt idx="4">
                  <c:v>1118.6</c:v>
                </c:pt>
                <c:pt idx="5">
                  <c:v>1134.2</c:v>
                </c:pt>
                <c:pt idx="6">
                  <c:v>1065.6</c:v>
                </c:pt>
                <c:pt idx="7">
                  <c:v>1137.7</c:v>
                </c:pt>
                <c:pt idx="8">
                  <c:v>1234.8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7.1599999999999"/>
          <c:min val="797.93999999999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1366.75</c:v>
                </c:pt>
                <c:pt idx="1">
                  <c:v>1366.75</c:v>
                </c:pt>
                <c:pt idx="2">
                  <c:v>1366.75</c:v>
                </c:pt>
                <c:pt idx="3">
                  <c:v>1366.75</c:v>
                </c:pt>
                <c:pt idx="4">
                  <c:v>1366.75</c:v>
                </c:pt>
                <c:pt idx="5">
                  <c:v>1366.75</c:v>
                </c:pt>
                <c:pt idx="6">
                  <c:v>1366.75</c:v>
                </c:pt>
                <c:pt idx="7">
                  <c:v>1366.75</c:v>
                </c:pt>
                <c:pt idx="8">
                  <c:v>1366.75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1253.2</c:v>
                </c:pt>
                <c:pt idx="1">
                  <c:v>1426.25</c:v>
                </c:pt>
                <c:pt idx="2">
                  <c:v>1420.8</c:v>
                </c:pt>
                <c:pt idx="3">
                  <c:v>1611.95</c:v>
                </c:pt>
                <c:pt idx="4">
                  <c:v>1478.3</c:v>
                </c:pt>
                <c:pt idx="5">
                  <c:v>1671.8</c:v>
                </c:pt>
                <c:pt idx="6">
                  <c:v>1900.15</c:v>
                </c:pt>
                <c:pt idx="7">
                  <c:v>1603.9</c:v>
                </c:pt>
                <c:pt idx="8">
                  <c:v>1573.29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51.9060000000002"/>
          <c:min val="1201.4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515.4166666666666</c:v>
                </c:pt>
                <c:pt idx="1">
                  <c:v>515.4166666666666</c:v>
                </c:pt>
                <c:pt idx="2">
                  <c:v>515.4166666666666</c:v>
                </c:pt>
                <c:pt idx="3">
                  <c:v>515.4166666666666</c:v>
                </c:pt>
                <c:pt idx="4">
                  <c:v>515.4166666666666</c:v>
                </c:pt>
                <c:pt idx="5">
                  <c:v>515.4166666666666</c:v>
                </c:pt>
                <c:pt idx="6">
                  <c:v>515.4166666666666</c:v>
                </c:pt>
                <c:pt idx="7">
                  <c:v>515.4166666666666</c:v>
                </c:pt>
                <c:pt idx="8">
                  <c:v>515.4166666666666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507.4</c:v>
                </c:pt>
                <c:pt idx="1">
                  <c:v>510.5</c:v>
                </c:pt>
                <c:pt idx="2">
                  <c:v>528.35</c:v>
                </c:pt>
                <c:pt idx="3">
                  <c:v>553</c:v>
                </c:pt>
                <c:pt idx="4">
                  <c:v>514.85</c:v>
                </c:pt>
                <c:pt idx="5">
                  <c:v>527.25</c:v>
                </c:pt>
                <c:pt idx="6">
                  <c:v>681.4</c:v>
                </c:pt>
                <c:pt idx="7">
                  <c:v>662.8</c:v>
                </c:pt>
                <c:pt idx="8">
                  <c:v>559.15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95.3199999999999"/>
          <c:min val="493.479999999999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
LR HENDERSON: $1,168 gross per RO x 307 days open a year = $358,484; 6.8 CP ROs a day today
LR LV: $1,142 gross per RO x 307 days open a year = $350,585; 15.2 CP ROs a day today
LR RENO: $1,052 gross per RO x 307 days open a year = $323,117; 6.2 CP ROs a day today
AUDI HENDERSON: $1,030 gross per RO x 307 days open a year = $316,136; 16.4 CP ROs a day today
AUDI RENO: $740 gross per RO x 307 days open a year = $227,297; 17.0 CP ROs a day today
VOLVO: $662 gross per RO x 307 days open a year = $203,362; 14.8 CP ROs a day today
CADILLAC: $509 gross per RO x 307 days open a year = $156,140; 23.2 CP ROs a day today
LINCOLN: $480 gross per RO x 307 days open a year = $147,507; 11.4 CP ROs a day today
LEXUS: $460 gross per RO x 307 days open a year = $141,182; 19.8 CP ROs a day today
VW HENDERSON: $429 gross per RO x 307 days open a year = $131,560; 22.3 CP ROs a day today
NISSAN: $406 gross per RO x 307 days open a year = $124,728; 30.3 CP ROs a day today
CDJR POST FALLS: $399 gross per RO x 307 days open a year = $122,626; 23.3 CP ROs a day today
CHEVY LV: $362 gross per RO x 307 days open a year = $111,273; 84.8 CP ROs a day today
SUBARU ST GEORGE: $357 gross per RO x 307 days open a year = $109,693; 24.1 CP ROs a day today
ACURA: $356 gross per RO x 307 days open a year = $109,151; 15.9 CP ROs a day today
SUBARU LV: $354 gross per RO x 307 days open a year = $108,687; 61.9 CP ROs a day today
HONDA NORTH: $338 gross per RO x 307 days open a year = $103,675; 65.4 CP ROs a day today
HONDA HENDERSON: $337 gross per RO x 307 days open a year = $103,382; 97.8 CP ROs a day today
HONDA SPOKANE: $331 gross per RO x 307 days open a year = $101,516; 38.8 CP ROs a day today
CHEVY GMC BULLHEAD: $314 gross per RO x 307 days open a year = $96,545; 27.4 CP ROs a day today
GMC PRESCOTT: $310 gross per RO x 307 days open a year = $95,050; 13.5 CP ROs a day today
HONDA FLAGSTAFF: $307 gross per RO x 307 days open a year = $94,176; 17.5 CP ROs a day today
VW ST GEORGE: $292 gross per RO x 307 days open a year = $89,636; 8.3 CP ROs a day today
HYUNDAI ST GEORGE: $283 gross per RO x 307 days open a year = $86,985; 14.5 CP ROs a day today
MAZDA: $280 gross per RO x 307 days open a year = $86,010; 24.8 CP ROs a day today
KIA LV: $268 gross per RO x 307 days open a year = $82,314; 35.3 CP ROs a day today
TOYOTA HENDERSON: $242 gross per RO x 307 days open a year = $74,324; 230.5 CP ROs a day today
HYUNDAI PRESCOTT: $237 gross per RO x 307 days open a year = $72,795; 8.7 CP ROs a day today
SUBARU PRESCOTT: $237 gross per RO x 307 days open a year = $72,776; 22.2 CP ROs a day today
TOYOTA PRESCOTT: $237 gross per RO x 307 days open a year = $72,743; 58.6 CP ROs a day today
KIA ST GEORGE: $220 gross per RO x 307 days open a year = $67,614; 17.0 CP ROs a day today
TOYOTA SPOKANE: $217 gross per RO x 307 days open a year = $66,622; 75.5 CP ROs a day today
TOYOTA FLAGSTAFF: $214 gross per RO x 307 days open a year = $65,596; 65.8 CP ROs a day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graphicFrame>
        <p:nvGraphicFramePr>
          <p:cNvPr id="74"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5"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77" name="Text 59"/>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60"/>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graphicFrame>
        <p:nvGraphicFramePr>
          <p:cNvPr id="79"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0"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1" name="Text 61"/>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82" name="Shape 62"/>
          <p:cNvSpPr/>
          <p:nvPr/>
        </p:nvSpPr>
        <p:spPr>
          <a:xfrm>
            <a:off x="8040624" y="5358384"/>
            <a:ext cx="3489960" cy="886968"/>
          </a:xfrm>
          <a:prstGeom prst="rect">
            <a:avLst/>
          </a:prstGeom>
          <a:solidFill>
            <a:srgbClr val="F7F7F7"/>
          </a:solidFill>
          <a:ln/>
        </p:spPr>
      </p:sp>
      <p:sp>
        <p:nvSpPr>
          <p:cNvPr id="83" name="Shape 63"/>
          <p:cNvSpPr/>
          <p:nvPr/>
        </p:nvSpPr>
        <p:spPr>
          <a:xfrm>
            <a:off x="11466576" y="5394960"/>
            <a:ext cx="64008" cy="813816"/>
          </a:xfrm>
          <a:prstGeom prst="rect">
            <a:avLst/>
          </a:prstGeom>
          <a:solidFill>
            <a:srgbClr val="12A566"/>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2026-10-29T06:37:49Z</dcterms:created>
  <dcterms:modified xsi:type="dcterms:W3CDTF">2026-10-29T06:37:49Z</dcterms:modified>
</cp:coreProperties>
</file>