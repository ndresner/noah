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>57788.84</c:v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/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57788.84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57794.35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/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>57794.35</c:v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Top and bottom five stores by change in customer-pay hours sold (percent, so store size does not drive the ranking),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78,123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05067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03801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44,342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71166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30,401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64950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27,746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0276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25,749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49805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21,276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3674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18,657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1962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34448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14,716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34158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14,592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2631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13,940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0820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29999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12,815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29884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29864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27610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11,795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25733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10,993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5009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227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9,514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19426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8,298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19089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18140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15709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6,711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15295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6,534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4564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6,222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4234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6,081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2203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5,213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1809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1585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4,949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199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4,784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7695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669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78,123; VW St George is smallest at 3,276.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6087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898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02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895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758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4033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200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19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304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4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07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7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21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16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166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1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063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999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890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888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06237" y="3351233"/>
            <a:ext cx="2978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91402" y="3591128"/>
            <a:ext cx="4462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85327" y="3831024"/>
            <a:ext cx="506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75488" y="4070920"/>
            <a:ext cx="605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3370" y="4310815"/>
            <a:ext cx="1026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06595" y="4550711"/>
            <a:ext cx="1294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93818" y="4790606"/>
            <a:ext cx="14220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53034" y="5030502"/>
            <a:ext cx="18299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69849" y="5270397"/>
            <a:ext cx="2661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892903" y="5510293"/>
            <a:ext cx="44312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504,019 → 523,142 (+3.8%).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8,827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9,453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3,768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2,566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4,394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12,611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8,659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48,486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Subaru St George, Kia LV and Kia St George what changed. Ask VW St George, Audi Reno and Volvo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8046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7869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4928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7252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19778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70961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44628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5102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694791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4564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294329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5048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19179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311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44029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3169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68879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29530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393729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2799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18580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2752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43430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2497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468280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462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4931305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$110K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450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17980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439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529584" y="542830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32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529584" y="567681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320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170078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278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194928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2167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19778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2133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244628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2113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2694791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2012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294329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952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19179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9306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344029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847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368879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668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393729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6339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418580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633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443430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632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79992" y="468280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517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79992" y="4931305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495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79992" y="517980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472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79992" y="542830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2026-10-22T23:05:58Z</dcterms:created>
  <dcterms:modified xsi:type="dcterms:W3CDTF">2026-10-22T23:05:58Z</dcterms:modified>
</cp:coreProperties>
</file>