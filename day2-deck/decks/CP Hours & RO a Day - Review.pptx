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Change in customer-pay hours sold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
LR HENDERSON: $1,168 gross per RO x 307 days open a year = $358,484; 6.8 CP ROs a day today
LR LV: $1,142 gross per RO x 307 days open a year = $350,585; 15.2 CP ROs a day today
LR RENO: $1,052 gross per RO x 307 days open a year = $323,117; 6.2 CP ROs a day today
AUDI HENDERSON: $1,030 gross per RO x 307 days open a year = $316,136; 16.4 CP ROs a day today
AUDI RENO: $740 gross per RO x 307 days open a year = $227,297; 17.0 CP ROs a day today
VOLVO: $662 gross per RO x 307 days open a year = $203,362; 14.8 CP ROs a day today
CADILLAC: $509 gross per RO x 307 days open a year = $156,140; 23.2 CP ROs a day today
LINCOLN: $480 gross per RO x 307 days open a year = $147,507; 11.4 CP ROs a day today
LEXUS: $460 gross per RO x 307 days open a year = $141,182; 19.8 CP ROs a day today
VW HENDERSON: $429 gross per RO x 307 days open a year = $131,560; 22.3 CP ROs a day today
NISSAN: $406 gross per RO x 307 days open a year = $124,728; 30.3 CP ROs a day today
CDJR POST FALLS: $399 gross per RO x 307 days open a year = $122,626; 23.3 CP ROs a day today
CHEVY LV: $362 gross per RO x 307 days open a year = $111,273; 84.8 CP ROs a day today
SUBARU ST GEORGE: $357 gross per RO x 307 days open a year = $109,693; 24.1 CP ROs a day today
ACURA: $356 gross per RO x 307 days open a year = $109,151; 15.9 CP ROs a day today
SUBARU LV: $354 gross per RO x 307 days open a year = $108,687; 61.9 CP ROs a day today
HONDA NORTH: $338 gross per RO x 307 days open a year = $103,675; 65.4 CP ROs a day today
HONDA HENDERSON: $337 gross per RO x 307 days open a year = $103,382; 97.8 CP ROs a day today
HONDA SPOKANE: $331 gross per RO x 307 days open a year = $101,516; 38.8 CP ROs a day today
CHEVY GMC BULLHEAD: $314 gross per RO x 307 days open a year = $96,545; 27.4 CP ROs a day today
GMC PRESCOTT: $310 gross per RO x 307 days open a year = $95,050; 13.5 CP ROs a day today
HONDA FLAGSTAFF: $307 gross per RO x 307 days open a year = $94,176; 17.5 CP ROs a day today
VW ST GEORGE: $292 gross per RO x 307 days open a year = $89,636; 8.3 CP ROs a day today
HYUNDAI ST GEORGE: $283 gross per RO x 307 days open a year = $86,985; 14.5 CP ROs a day today
MAZDA: $280 gross per RO x 307 days open a year = $86,010; 24.8 CP ROs a day today
KIA LV: $268 gross per RO x 307 days open a year = $82,314; 35.3 CP ROs a day today
TOYOTA HENDERSON: $242 gross per RO x 307 days open a year = $74,324; 230.5 CP ROs a day today
HYUNDAI PRESCOTT: $237 gross per RO x 307 days open a year = $72,795; 8.7 CP ROs a day today
SUBARU PRESCOTT: $237 gross per RO x 307 days open a year = $72,776; 22.2 CP ROs a day today
TOYOTA PRESCOTT: $237 gross per RO x 307 days open a year = $72,743; 58.6 CP ROs a day today
KIA ST GEORGE: $220 gross per RO x 307 days open a year = $67,614; 17.0 CP ROs a day today
TOYOTA SPOKANE: $217 gross per RO x 307 days open a year = $66,622; 75.5 CP ROs a day today
TOYOTA FLAGSTAFF: $214 gross per RO x 307 days open a year = $65,596; 65.8 CP ROs a day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2026-10-24T20:52:23Z</dcterms:created>
  <dcterms:modified xsi:type="dcterms:W3CDTF">2026-10-24T20:52:23Z</dcterms:modified>
</cp:coreProperties>
</file>