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three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
LR HENDERSON: $1,168 gross per RO x 307 days open a year = $358,484; 6.8 CP ROs a day today
LR LV: $1,142 gross per RO x 307 days open a year = $350,585; 15.2 CP ROs a day today
LR RENO: $1,052 gross per RO x 307 days open a year = $323,117; 6.2 CP ROs a day today
AUDI HENDERSON: $1,030 gross per RO x 307 days open a year = $316,136; 16.4 CP ROs a day today
AUDI RENO: $740 gross per RO x 307 days open a year = $227,297; 17.0 CP ROs a day today
VOLVO: $662 gross per RO x 307 days open a year = $203,362; 14.8 CP ROs a day today
CADILLAC: $509 gross per RO x 307 days open a year = $156,140; 23.2 CP ROs a day today
LINCOLN: $480 gross per RO x 307 days open a year = $147,507; 11.4 CP ROs a day today
LEXUS: $460 gross per RO x 307 days open a year = $141,182; 19.8 CP ROs a day today
VW HENDERSON: $429 gross per RO x 307 days open a year = $131,560; 22.3 CP ROs a day today
NISSAN: $406 gross per RO x 307 days open a year = $124,728; 30.3 CP ROs a day today
CDJR POST FALLS: $399 gross per RO x 307 days open a year = $122,626; 23.3 CP ROs a day today
CHEVY LV: $362 gross per RO x 307 days open a year = $111,273; 84.8 CP ROs a day today
SUBARU ST GEORGE: $357 gross per RO x 307 days open a year = $109,693; 24.1 CP ROs a day today
ACURA: $356 gross per RO x 307 days open a year = $109,151; 15.9 CP ROs a day today
SUBARU LV: $354 gross per RO x 307 days open a year = $108,687; 61.9 CP ROs a day today
HONDA NORTH: $338 gross per RO x 307 days open a year = $103,675; 65.4 CP ROs a day today
HONDA HENDERSON: $337 gross per RO x 307 days open a year = $103,382; 97.8 CP ROs a day today
HONDA SPOKANE: $331 gross per RO x 307 days open a year = $101,516; 38.8 CP ROs a day today
CHEVY GMC BULLHEAD: $314 gross per RO x 307 days open a year = $96,545; 27.4 CP ROs a day today
GMC PRESCOTT: $310 gross per RO x 307 days open a year = $95,050; 13.5 CP ROs a day today
HONDA FLAGSTAFF: $307 gross per RO x 307 days open a year = $94,176; 17.5 CP ROs a day today
VW ST GEORGE: $292 gross per RO x 307 days open a year = $89,636; 8.3 CP ROs a day today
HYUNDAI ST GEORGE: $283 gross per RO x 307 days open a year = $86,985; 14.5 CP ROs a day today
MAZDA: $280 gross per RO x 307 days open a year = $86,010; 24.8 CP ROs a day today
KIA LV: $268 gross per RO x 307 days open a year = $82,314; 35.3 CP ROs a day today
TOYOTA HENDERSON: $242 gross per RO x 307 days open a year = $74,324; 230.5 CP ROs a day today
HYUNDAI PRESCOTT: $237 gross per RO x 307 days open a year = $72,795; 8.7 CP ROs a day today
SUBARU PRESCOTT: $237 gross per RO x 307 days open a year = $72,776; 22.2 CP ROs a day today
TOYOTA PRESCOTT: $237 gross per RO x 307 days open a year = $72,743; 58.6 CP ROs a day today
KIA ST GEORGE: $220 gross per RO x 307 days open a year = $67,614; 17.0 CP ROs a day today
TOYOTA SPOKANE: $217 gross per RO x 307 days open a year = $66,622; 75.5 CP ROs a day today
TOYOTA FLAGSTAFF: $214 gross per RO x 307 days open a year = $65,596; 65.8 CP ROs a day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slideLayout" Target="../slideLayouts/slideLayout1.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24200" y="1810512"/>
            <a:ext cx="932688" cy="147828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+44.6%</a:t>
            </a:r>
            <a:endParaRPr lang="en-US" sz="18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3124200" y="3288792"/>
            <a:ext cx="932688" cy="147828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+35.0%</a:t>
            </a:r>
            <a:endParaRPr lang="en-US" sz="18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1"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2" name="Text 17"/>
          <p:cNvSpPr txBox="1"/>
          <p:nvPr/>
        </p:nvSpPr>
        <p:spPr>
          <a:xfrm>
            <a:off x="3124200" y="4767072"/>
            <a:ext cx="932688" cy="147828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+33.9%</a:t>
            </a:r>
            <a:endParaRPr lang="en-US" sz="18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28"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6815328" y="1810512"/>
            <a:ext cx="932688" cy="1478280"/>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−25.4%</a:t>
            </a:r>
            <a:endParaRPr lang="en-US" sz="18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32"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6815328" y="3288792"/>
            <a:ext cx="932688" cy="1478280"/>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−15.3%</a:t>
            </a:r>
            <a:endParaRPr lang="en-US" sz="1800" dirty="0"/>
          </a:p>
        </p:txBody>
      </p:sp>
      <p:sp>
        <p:nvSpPr>
          <p:cNvPr id="34" name="Shape 27"/>
          <p:cNvSpPr/>
          <p:nvPr/>
        </p:nvSpPr>
        <p:spPr>
          <a:xfrm>
            <a:off x="4349496" y="4767072"/>
            <a:ext cx="3489960" cy="1478280"/>
          </a:xfrm>
          <a:prstGeom prst="rect">
            <a:avLst/>
          </a:prstGeom>
          <a:solidFill>
            <a:srgbClr val="F7F7F7"/>
          </a:solidFill>
          <a:ln/>
        </p:spPr>
      </p:sp>
      <p:sp>
        <p:nvSpPr>
          <p:cNvPr id="35"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6" name="Text 29"/>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37"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38" name="Text 30"/>
          <p:cNvSpPr txBox="1"/>
          <p:nvPr/>
        </p:nvSpPr>
        <p:spPr>
          <a:xfrm>
            <a:off x="6815328" y="4767072"/>
            <a:ext cx="932688" cy="1478280"/>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−10.5%</a:t>
            </a:r>
            <a:endParaRPr lang="en-US" sz="1800" dirty="0"/>
          </a:p>
        </p:txBody>
      </p:sp>
      <p:sp>
        <p:nvSpPr>
          <p:cNvPr id="39" name="Shape 31"/>
          <p:cNvSpPr/>
          <p:nvPr/>
        </p:nvSpPr>
        <p:spPr>
          <a:xfrm>
            <a:off x="8040624" y="1371600"/>
            <a:ext cx="3489960" cy="45720"/>
          </a:xfrm>
          <a:prstGeom prst="rect">
            <a:avLst/>
          </a:prstGeom>
          <a:solidFill>
            <a:srgbClr val="2587C5"/>
          </a:solidFill>
          <a:ln/>
        </p:spPr>
      </p:sp>
      <p:sp>
        <p:nvSpPr>
          <p:cNvPr id="40"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1" name="Shape 33"/>
          <p:cNvSpPr/>
          <p:nvPr/>
        </p:nvSpPr>
        <p:spPr>
          <a:xfrm>
            <a:off x="8040624" y="1810512"/>
            <a:ext cx="3489960" cy="1478280"/>
          </a:xfrm>
          <a:prstGeom prst="rect">
            <a:avLst/>
          </a:prstGeom>
          <a:solidFill>
            <a:srgbClr val="F7F7F7"/>
          </a:solidFill>
          <a:ln/>
        </p:spPr>
      </p:sp>
      <p:sp>
        <p:nvSpPr>
          <p:cNvPr id="42"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3" name="Text 35"/>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44"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45"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46" name="Text 36"/>
          <p:cNvSpPr txBox="1"/>
          <p:nvPr/>
        </p:nvSpPr>
        <p:spPr>
          <a:xfrm>
            <a:off x="10506456" y="1810512"/>
            <a:ext cx="932688" cy="147828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47"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8" name="Text 3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49"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0"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1" name="Text 39"/>
          <p:cNvSpPr txBox="1"/>
          <p:nvPr/>
        </p:nvSpPr>
        <p:spPr>
          <a:xfrm>
            <a:off x="10506456" y="3288792"/>
            <a:ext cx="932688" cy="147828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+28.8%</a:t>
            </a:r>
            <a:endParaRPr lang="en-US" sz="1800" dirty="0"/>
          </a:p>
        </p:txBody>
      </p:sp>
      <p:sp>
        <p:nvSpPr>
          <p:cNvPr id="52" name="Shape 40"/>
          <p:cNvSpPr/>
          <p:nvPr/>
        </p:nvSpPr>
        <p:spPr>
          <a:xfrm>
            <a:off x="8040624" y="4767072"/>
            <a:ext cx="3489960" cy="1478280"/>
          </a:xfrm>
          <a:prstGeom prst="rect">
            <a:avLst/>
          </a:prstGeom>
          <a:solidFill>
            <a:srgbClr val="F7F7F7"/>
          </a:solidFill>
          <a:ln/>
        </p:spPr>
      </p:sp>
      <p:sp>
        <p:nvSpPr>
          <p:cNvPr id="5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4" name="Text 4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55"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56"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57" name="Text 43"/>
          <p:cNvSpPr txBox="1"/>
          <p:nvPr/>
        </p:nvSpPr>
        <p:spPr>
          <a:xfrm>
            <a:off x="10506456" y="4767072"/>
            <a:ext cx="932688" cy="147828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+24.3%</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2026-10-29T16:32:20Z</dcterms:created>
  <dcterms:modified xsi:type="dcterms:W3CDTF">2026-10-29T16:32:20Z</dcterms:modified>
</cp:coreProperties>
</file>