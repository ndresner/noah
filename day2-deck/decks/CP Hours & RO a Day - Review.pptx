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55,121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55,578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51,212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52,001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+789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57,206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60,176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+2,970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58,170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59,746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+1,576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57,794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57,789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56,468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60,917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+4,448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+7.9%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57,717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61,861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+4,143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+7.2%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57,021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59,619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+2,597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53,309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55,456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+2,147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64455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62456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53217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51831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50388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42712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33883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33861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32270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22763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21940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9816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18225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12361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12354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12326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11259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10586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9428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63456" y="2599887"/>
            <a:ext cx="9403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63456" y="2830100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63456" y="3060314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331916" y="3290528"/>
            <a:ext cx="3154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316209" y="3520741"/>
            <a:ext cx="4724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309777" y="3750955"/>
            <a:ext cx="5367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299359" y="3981169"/>
            <a:ext cx="6409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254764" y="4211382"/>
            <a:ext cx="10869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226414" y="4441596"/>
            <a:ext cx="13704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12884" y="4671809"/>
            <a:ext cx="15057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9169702" y="4902023"/>
            <a:ext cx="19375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9081623" y="5132237"/>
            <a:ext cx="28183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894269" y="5362450"/>
            <a:ext cx="46918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4034"/>
            <a:ext cx="73152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$358,484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1990703"/>
            <a:ext cx="71540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3745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$350,585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3745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37452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27371"/>
            <a:ext cx="65935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7412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$323,117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7412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74120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464039"/>
            <a:ext cx="645107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1078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$316,136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1078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10789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00707"/>
            <a:ext cx="46382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47457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$227,297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47457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47457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37376"/>
            <a:ext cx="41498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88412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$203,362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88412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884125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174044"/>
            <a:ext cx="31861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2079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$156,140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2079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20793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10712"/>
            <a:ext cx="30100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35746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$147,507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35746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357462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647380"/>
            <a:ext cx="28809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59413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$141,182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59413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594130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884048"/>
            <a:ext cx="26846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83079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$131,560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83079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830798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120717"/>
            <a:ext cx="25451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06746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$124,728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06746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067466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357385"/>
            <a:ext cx="25023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30413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$122,626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30413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304135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594053"/>
            <a:ext cx="22706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54080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$111,273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54080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540803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830721"/>
            <a:ext cx="22383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777471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$109,693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777471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777471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067390"/>
            <a:ext cx="22273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01413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$109,151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01413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014139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304058"/>
            <a:ext cx="22178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25080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$108,687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25080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250808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48747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540726"/>
            <a:ext cx="21155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48747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$103,675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48747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487476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4034"/>
            <a:ext cx="21096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$103,382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1990703"/>
            <a:ext cx="20715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3745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$101,516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3745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37452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27371"/>
            <a:ext cx="19700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7412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$96,545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7412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74120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464039"/>
            <a:ext cx="19395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1078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$95,050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1078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10789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00707"/>
            <a:ext cx="19217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47457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$94,176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47457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47457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37376"/>
            <a:ext cx="18291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88412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$89,636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88412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884125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174044"/>
            <a:ext cx="17750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2079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$86,985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2079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20793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10712"/>
            <a:ext cx="17551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35746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$86,010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35746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357462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647380"/>
            <a:ext cx="16796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59413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$82,314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59413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594130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884048"/>
            <a:ext cx="15166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83079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$74,324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83079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830798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120717"/>
            <a:ext cx="14854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06746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$72,795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06746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067466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357385"/>
            <a:ext cx="14850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30413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$72,776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30413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304135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594053"/>
            <a:ext cx="14843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54080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$72,743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54080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540803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830721"/>
            <a:ext cx="13797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777471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$67,614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777471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777471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067390"/>
            <a:ext cx="13594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01413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$66,622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01413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014139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304058"/>
            <a:ext cx="13385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25080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25080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250808"/>
            <a:ext cx="731520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2026-10-19T18:38:43Z</dcterms:created>
  <dcterms:modified xsi:type="dcterms:W3CDTF">2026-10-19T18:38:43Z</dcterms:modified>
</cp:coreProperties>
</file>