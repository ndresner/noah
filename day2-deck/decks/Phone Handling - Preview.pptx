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PHONE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PHONE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 Handles the Phone Well</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Text 13"/>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 name="Text 14"/>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7" name="Text 15"/>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8" name="Text 16"/>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 name="Text 17"/>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0" name="Text 18"/>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1" name="Text 19"/>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Text 20"/>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3" name="Text 21"/>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4" name="Text 22"/>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5" name="Text 23"/>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6" name="Text 24"/>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27" name="Shape 25"/>
          <p:cNvSpPr/>
          <p:nvPr/>
        </p:nvSpPr>
        <p:spPr>
          <a:xfrm>
            <a:off x="621792" y="3913632"/>
            <a:ext cx="3355848" cy="22860"/>
          </a:xfrm>
          <a:prstGeom prst="rect">
            <a:avLst/>
          </a:prstGeom>
          <a:solidFill>
            <a:srgbClr val="C2352F"/>
          </a:solidFill>
          <a:ln/>
        </p:spPr>
      </p:sp>
      <p:sp>
        <p:nvSpPr>
          <p:cNvPr id="28" name="Text 26"/>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29" name="Text 27"/>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0" name="Text 28"/>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1" name="Text 29"/>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2" name="Text 30"/>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3" name="Text 31"/>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4" name="Text 32"/>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35" name="Text 33"/>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36" name="Text 34"/>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37" name="Text 35"/>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38" name="Text 36"/>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39" name="Text 37"/>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0" name="Text 38"/>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1" name="Text 39"/>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2" name="Text 40"/>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3" name="Text 41"/>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44" name="Text 42"/>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45" name="Text 43"/>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46" name="Shape 44"/>
          <p:cNvSpPr/>
          <p:nvPr/>
        </p:nvSpPr>
        <p:spPr>
          <a:xfrm>
            <a:off x="4251960" y="1207008"/>
            <a:ext cx="3685032" cy="4782312"/>
          </a:xfrm>
          <a:prstGeom prst="rect">
            <a:avLst/>
          </a:prstGeom>
          <a:solidFill>
            <a:srgbClr val="FFFFFF"/>
          </a:solidFill>
          <a:ln/>
        </p:spPr>
      </p:sp>
      <p:sp>
        <p:nvSpPr>
          <p:cNvPr id="47" name="Text 45"/>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48" name="Text 46"/>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49" name="Shape 47"/>
          <p:cNvSpPr/>
          <p:nvPr/>
        </p:nvSpPr>
        <p:spPr>
          <a:xfrm>
            <a:off x="4416552" y="1911096"/>
            <a:ext cx="3355848" cy="22860"/>
          </a:xfrm>
          <a:prstGeom prst="rect">
            <a:avLst/>
          </a:prstGeom>
          <a:solidFill>
            <a:srgbClr val="12A566"/>
          </a:solidFill>
          <a:ln/>
        </p:spPr>
      </p:sp>
      <p:sp>
        <p:nvSpPr>
          <p:cNvPr id="50" name="Text 48"/>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1" name="Text 49"/>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52" name="Text 50"/>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53" name="Text 51"/>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Text 52"/>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55" name="Text 53"/>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56" name="Text 54"/>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7" name="Text 55"/>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58" name="Text 56"/>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59" name="Text 5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Text 5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61" name="Text 5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62" name="Text 60"/>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Text 61"/>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64" name="Text 62"/>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65" name="Text 63"/>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66" name="Text 64"/>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67" name="Text 65"/>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68" name="Shape 66"/>
          <p:cNvSpPr/>
          <p:nvPr/>
        </p:nvSpPr>
        <p:spPr>
          <a:xfrm>
            <a:off x="4416552" y="3913632"/>
            <a:ext cx="3355848" cy="22860"/>
          </a:xfrm>
          <a:prstGeom prst="rect">
            <a:avLst/>
          </a:prstGeom>
          <a:solidFill>
            <a:srgbClr val="C2352F"/>
          </a:solidFill>
          <a:ln/>
        </p:spPr>
      </p:sp>
      <p:sp>
        <p:nvSpPr>
          <p:cNvPr id="69" name="Text 67"/>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70" name="Text 68"/>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71" name="Text 69"/>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72" name="Text 70"/>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3" name="Text 71"/>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75" name="Text 73"/>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Text 74"/>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77" name="Text 75"/>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78" name="Text 76"/>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79" name="Text 77"/>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80" name="Text 78"/>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81" name="Text 79"/>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82" name="Text 80"/>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83" name="Text 81"/>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84" name="Text 82"/>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85" name="Text 83"/>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86" name="Text 84"/>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87" name="Shape 85"/>
          <p:cNvSpPr/>
          <p:nvPr/>
        </p:nvSpPr>
        <p:spPr>
          <a:xfrm>
            <a:off x="8046720" y="1207008"/>
            <a:ext cx="3685032" cy="4782312"/>
          </a:xfrm>
          <a:prstGeom prst="rect">
            <a:avLst/>
          </a:prstGeom>
          <a:solidFill>
            <a:srgbClr val="FFFFFF"/>
          </a:solidFill>
          <a:ln/>
        </p:spPr>
      </p:sp>
      <p:sp>
        <p:nvSpPr>
          <p:cNvPr id="88" name="Text 86"/>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89" name="Text 87"/>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90" name="Shape 88"/>
          <p:cNvSpPr/>
          <p:nvPr/>
        </p:nvSpPr>
        <p:spPr>
          <a:xfrm>
            <a:off x="8211312" y="1911096"/>
            <a:ext cx="3355848" cy="22860"/>
          </a:xfrm>
          <a:prstGeom prst="rect">
            <a:avLst/>
          </a:prstGeom>
          <a:solidFill>
            <a:srgbClr val="12A566"/>
          </a:solidFill>
          <a:ln/>
        </p:spPr>
      </p:sp>
      <p:sp>
        <p:nvSpPr>
          <p:cNvPr id="91" name="Text 89"/>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92" name="Text 90"/>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3" name="Text 91"/>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94" name="Text 92"/>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95" name="Text 93"/>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6" name="Text 94"/>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97" name="Text 95"/>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Text 96"/>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99" name="Text 97"/>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0" name="Text 98"/>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1" name="Text 99"/>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2" name="Text 100"/>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3" name="Text 101"/>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04" name="Text 102"/>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5" name="Text 103"/>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6" name="Text 104"/>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07" name="Text 105"/>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08" name="Text 106"/>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09" name="Shape 107"/>
          <p:cNvSpPr/>
          <p:nvPr/>
        </p:nvSpPr>
        <p:spPr>
          <a:xfrm>
            <a:off x="8211312" y="3913632"/>
            <a:ext cx="3355848" cy="22860"/>
          </a:xfrm>
          <a:prstGeom prst="rect">
            <a:avLst/>
          </a:prstGeom>
          <a:solidFill>
            <a:srgbClr val="C2352F"/>
          </a:solidFill>
          <a:ln/>
        </p:spPr>
      </p:sp>
      <p:sp>
        <p:nvSpPr>
          <p:cNvPr id="110" name="Text 108"/>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11" name="Text 109"/>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2" name="Text 110"/>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13" name="Text 111"/>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4" name="Text 112"/>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15" name="Text 113"/>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16" name="Text 114"/>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17" name="Text 115"/>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18" name="Text 116"/>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19" name="Text 117"/>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20" name="Text 118"/>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21" name="Text 119"/>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22" name="Text 120"/>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23" name="Text 121"/>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24" name="Text 122"/>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6" name="Text 124"/>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27" name="Text 125"/>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28" name="Shape 126"/>
          <p:cNvSpPr/>
          <p:nvPr/>
        </p:nvSpPr>
        <p:spPr>
          <a:xfrm>
            <a:off x="457200" y="6126480"/>
            <a:ext cx="11274552" cy="615696"/>
          </a:xfrm>
          <a:prstGeom prst="rect">
            <a:avLst/>
          </a:prstGeom>
          <a:solidFill>
            <a:srgbClr val="EDF4FA"/>
          </a:solidFill>
          <a:ln/>
        </p:spPr>
      </p:sp>
      <p:sp>
        <p:nvSpPr>
          <p:cNvPr id="129" name="Text 12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2026-10-26T16:59:40Z</dcterms:created>
  <dcterms:modified xsi:type="dcterms:W3CDTF">2026-10-26T16:59:40Z</dcterms:modified>
</cp:coreProperties>
</file>