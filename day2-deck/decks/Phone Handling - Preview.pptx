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Text 36"/>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39" name="Text 37"/>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0" name="Text 38"/>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1" name="Text 39"/>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2" name="Text 40"/>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3" name="Text 41"/>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4" name="Text 42"/>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6" name="Text 44"/>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7" name="Text 45"/>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48" name="Text 46"/>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49" name="Text 47"/>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0" name="Shape 48"/>
          <p:cNvSpPr/>
          <p:nvPr/>
        </p:nvSpPr>
        <p:spPr>
          <a:xfrm>
            <a:off x="4251960" y="1207008"/>
            <a:ext cx="3685032" cy="4782312"/>
          </a:xfrm>
          <a:prstGeom prst="rect">
            <a:avLst/>
          </a:prstGeom>
          <a:solidFill>
            <a:srgbClr val="FFFFFF"/>
          </a:solidFill>
          <a:ln/>
        </p:spPr>
      </p:sp>
      <p:sp>
        <p:nvSpPr>
          <p:cNvPr id="51" name="Text 49"/>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2" name="Text 50"/>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3" name="Shape 51"/>
          <p:cNvSpPr/>
          <p:nvPr/>
        </p:nvSpPr>
        <p:spPr>
          <a:xfrm>
            <a:off x="4416552" y="1911096"/>
            <a:ext cx="3355848" cy="22860"/>
          </a:xfrm>
          <a:prstGeom prst="rect">
            <a:avLst/>
          </a:prstGeom>
          <a:solidFill>
            <a:srgbClr val="12A566"/>
          </a:solidFill>
          <a:ln/>
        </p:spPr>
      </p:sp>
      <p:sp>
        <p:nvSpPr>
          <p:cNvPr id="54" name="Text 52"/>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5" name="Text 53"/>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56" name="Text 54"/>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57" name="Text 55"/>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8" name="Text 56"/>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59" name="Text 57"/>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0" name="Shape 58"/>
          <p:cNvSpPr/>
          <p:nvPr/>
        </p:nvSpPr>
        <p:spPr>
          <a:xfrm>
            <a:off x="7818120" y="2203704"/>
            <a:ext cx="54864" cy="241069"/>
          </a:xfrm>
          <a:prstGeom prst="rect">
            <a:avLst/>
          </a:prstGeom>
          <a:solidFill>
            <a:srgbClr val="12A566"/>
          </a:solidFill>
          <a:ln/>
        </p:spPr>
      </p:sp>
      <p:sp>
        <p:nvSpPr>
          <p:cNvPr id="61" name="Text 59"/>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Text 60"/>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3" name="Text 61"/>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4" name="Shape 62"/>
          <p:cNvSpPr/>
          <p:nvPr/>
        </p:nvSpPr>
        <p:spPr>
          <a:xfrm>
            <a:off x="7818120" y="2517925"/>
            <a:ext cx="54864" cy="241069"/>
          </a:xfrm>
          <a:prstGeom prst="rect">
            <a:avLst/>
          </a:prstGeom>
          <a:solidFill>
            <a:srgbClr val="12A566"/>
          </a:solidFill>
          <a:ln/>
        </p:spPr>
      </p:sp>
      <p:sp>
        <p:nvSpPr>
          <p:cNvPr id="65" name="Text 63"/>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6" name="Text 64"/>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67" name="Text 65"/>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68" name="Shape 66"/>
          <p:cNvSpPr/>
          <p:nvPr/>
        </p:nvSpPr>
        <p:spPr>
          <a:xfrm>
            <a:off x="7818120" y="2832146"/>
            <a:ext cx="54864" cy="241069"/>
          </a:xfrm>
          <a:prstGeom prst="rect">
            <a:avLst/>
          </a:prstGeom>
          <a:solidFill>
            <a:srgbClr val="12A566"/>
          </a:solidFill>
          <a:ln/>
        </p:spPr>
      </p:sp>
      <p:sp>
        <p:nvSpPr>
          <p:cNvPr id="69" name="Text 67"/>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0" name="Text 68"/>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1" name="Text 69"/>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2" name="Shape 70"/>
          <p:cNvSpPr/>
          <p:nvPr/>
        </p:nvSpPr>
        <p:spPr>
          <a:xfrm>
            <a:off x="7818120" y="3146367"/>
            <a:ext cx="54864" cy="241069"/>
          </a:xfrm>
          <a:prstGeom prst="rect">
            <a:avLst/>
          </a:prstGeom>
          <a:solidFill>
            <a:srgbClr val="12A566"/>
          </a:solidFill>
          <a:ln/>
        </p:spPr>
      </p:sp>
      <p:sp>
        <p:nvSpPr>
          <p:cNvPr id="73" name="Text 71"/>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4" name="Text 72"/>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5" name="Text 73"/>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76" name="Shape 74"/>
          <p:cNvSpPr/>
          <p:nvPr/>
        </p:nvSpPr>
        <p:spPr>
          <a:xfrm>
            <a:off x="4416552" y="4070743"/>
            <a:ext cx="3355848" cy="22860"/>
          </a:xfrm>
          <a:prstGeom prst="rect">
            <a:avLst/>
          </a:prstGeom>
          <a:solidFill>
            <a:srgbClr val="C2352F"/>
          </a:solidFill>
          <a:ln/>
        </p:spPr>
      </p:sp>
      <p:sp>
        <p:nvSpPr>
          <p:cNvPr id="77" name="Text 75"/>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78" name="Text 76"/>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79" name="Text 77"/>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0" name="Text 78"/>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2" name="Text 80"/>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3" name="Text 81"/>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4" name="Text 82"/>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85" name="Text 83"/>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86" name="Text 84"/>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87" name="Text 85"/>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88" name="Text 86"/>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89" name="Text 87"/>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0" name="Text 88"/>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1" name="Text 89"/>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2" name="Text 90"/>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3" name="Text 91"/>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94" name="Text 92"/>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95" name="Shape 93"/>
          <p:cNvSpPr/>
          <p:nvPr/>
        </p:nvSpPr>
        <p:spPr>
          <a:xfrm>
            <a:off x="8046720" y="1207008"/>
            <a:ext cx="3685032" cy="4782312"/>
          </a:xfrm>
          <a:prstGeom prst="rect">
            <a:avLst/>
          </a:prstGeom>
          <a:solidFill>
            <a:srgbClr val="FFFFFF"/>
          </a:solidFill>
          <a:ln/>
        </p:spPr>
      </p:sp>
      <p:sp>
        <p:nvSpPr>
          <p:cNvPr id="96" name="Text 94"/>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97" name="Text 95"/>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98" name="Shape 96"/>
          <p:cNvSpPr/>
          <p:nvPr/>
        </p:nvSpPr>
        <p:spPr>
          <a:xfrm>
            <a:off x="8211312" y="1911096"/>
            <a:ext cx="3355848" cy="22860"/>
          </a:xfrm>
          <a:prstGeom prst="rect">
            <a:avLst/>
          </a:prstGeom>
          <a:solidFill>
            <a:srgbClr val="12A566"/>
          </a:solidFill>
          <a:ln/>
        </p:spPr>
      </p:sp>
      <p:sp>
        <p:nvSpPr>
          <p:cNvPr id="99" name="Text 97"/>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0" name="Text 98"/>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1" name="Text 99"/>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2" name="Text 100"/>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03" name="Text 101"/>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4" name="Text 102"/>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5" name="Text 103"/>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7" name="Text 105"/>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8" name="Text 106"/>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9" name="Text 107"/>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0" name="Text 108"/>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1" name="Text 109"/>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2" name="Text 110"/>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3" name="Text 111"/>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4" name="Text 112"/>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5" name="Text 113"/>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6" name="Text 114"/>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7" name="Text 115"/>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8" name="Text 116"/>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9" name="Text 117"/>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0" name="Shape 118"/>
          <p:cNvSpPr/>
          <p:nvPr/>
        </p:nvSpPr>
        <p:spPr>
          <a:xfrm>
            <a:off x="8211312" y="4070743"/>
            <a:ext cx="3355848" cy="22860"/>
          </a:xfrm>
          <a:prstGeom prst="rect">
            <a:avLst/>
          </a:prstGeom>
          <a:solidFill>
            <a:srgbClr val="C2352F"/>
          </a:solidFill>
          <a:ln/>
        </p:spPr>
      </p:sp>
      <p:sp>
        <p:nvSpPr>
          <p:cNvPr id="121" name="Text 119"/>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2" name="Text 120"/>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3" name="Text 121"/>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4" name="Text 122"/>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5" name="Text 123"/>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26" name="Text 124"/>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27" name="Text 125"/>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28" name="Text 126"/>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29" name="Text 127"/>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0" name="Text 128"/>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1" name="Text 129"/>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2" name="Text 130"/>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3" name="Text 131"/>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4" name="Text 132"/>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35" name="Text 133"/>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36" name="Text 134"/>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37" name="Text 135"/>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38" name="Text 136"/>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39" name="Shape 137"/>
          <p:cNvSpPr/>
          <p:nvPr/>
        </p:nvSpPr>
        <p:spPr>
          <a:xfrm>
            <a:off x="457200" y="6126480"/>
            <a:ext cx="11274552" cy="615696"/>
          </a:xfrm>
          <a:prstGeom prst="rect">
            <a:avLst/>
          </a:prstGeom>
          <a:solidFill>
            <a:srgbClr val="EDF4F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2026-10-26T17:07:50Z</dcterms:created>
  <dcterms:modified xsi:type="dcterms:W3CDTF">2026-10-26T17:07:50Z</dcterms:modified>
</cp:coreProperties>
</file>