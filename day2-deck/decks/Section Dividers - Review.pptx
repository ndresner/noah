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64" r:id="rId10"/>
    <p:sldId id="265" r:id="rId11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GENERAL MANAGERS &amp; SERVICE MANAGERS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ops, service and parts gross performance.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keep, and how much of the store we cover.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 count, sales per visit, pricing and margin.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Inspections and key services against benchmark.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44768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144768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82512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390888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labor rate and margins.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44768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4768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82512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390888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Staffing, output and technician proficiency.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44768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144768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82512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059168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9390888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rates, gross profit and compliance.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44768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144768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82512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7059168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390888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changed, where the money is, and each store's prescription.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828800" cy="5559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07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Rates rising   ·   Warranty gross profit   ·   Warranty audits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43784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43784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01768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01768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59752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59752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317736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17736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5696712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843784" y="5696712"/>
            <a:ext cx="1956816" cy="9144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43784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01768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01768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828800" cy="5559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08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improved   ·   Where the money is   ·   Store prescriptions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43784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43784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01768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01768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59752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59752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317736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17736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5696712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843784" y="5696712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43784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01768" y="5696712"/>
            <a:ext cx="1956816" cy="9144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01768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2026-10-28T17:03:26Z</dcterms:created>
  <dcterms:modified xsi:type="dcterms:W3CDTF">2026-10-28T17:03:26Z</dcterms:modified>
</cp:coreProperties>
</file>