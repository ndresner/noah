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2026).PREVIEW (Noah, Oct 24). Title now "What Is Fixed Absorption?".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included.PREVIEW (Noah, Oct 24).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2026-10-24T22:58:48Z</dcterms:created>
  <dcterms:modified xsi:type="dcterms:W3CDTF">2026-10-24T22:58:48Z</dcterms:modified>
</cp:coreProperties>
</file>