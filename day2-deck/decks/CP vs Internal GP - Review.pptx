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25 of 33 stores collect less labor margin on internal work than on customer pay; the group is −2.7 pts. Widest: Audi Reno (−20.0 pts), LR LV (−13.9 pts) and LR Henderson (−12.2 pts).Source: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(−2.7 pts). At or above customer pay: Cadillac, Chevy GMC Bullhead, GMC Prescott, Hyundai Prescott, Hyundai St George, Kia LV, Kia St George and VW St George.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28 of 33 stores collect less parts margin on internal work than on customer pay; the group is −4.2 pts. Widest: LR LV (−17.6 pts), Honda Flagstaff (−15.4 pts) and Audi Reno (−14.7 pts).Source: Qlik - Closed Repair Orders. Jan-Sep 2026 by close month. Same-store, INEOS excluded (opened 2026). GMC Prescott body shop labor types excluded. Gap = internal GP% minus customer-pay GP%, in points. Green: internal at or above the store's own customer-pay rate; red: below. Dashed line: the group gap (−4.2 pts). At or above customer pay: Chevy LV, Honda Henderson, Subaru Prescott, Toyota Henderson and Volvo. A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83188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733596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3011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12966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1042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964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77376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55264" y="3277882"/>
            <a:ext cx="6572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55264" y="3502717"/>
            <a:ext cx="65019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255264" y="3727552"/>
            <a:ext cx="231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253849" y="3952386"/>
            <a:ext cx="91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250197" y="4177221"/>
            <a:ext cx="91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245953" y="4402056"/>
            <a:ext cx="93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244900" y="4626891"/>
            <a:ext cx="1036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221879" y="4851726"/>
            <a:ext cx="3338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198494" y="5076561"/>
            <a:ext cx="567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198327" y="5301395"/>
            <a:ext cx="5693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197693" y="5526230"/>
            <a:ext cx="5757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195970" y="5751065"/>
            <a:ext cx="5929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734848" y="2153708"/>
            <a:ext cx="708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730906" y="2378543"/>
            <a:ext cx="7476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716961" y="2603377"/>
            <a:ext cx="887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711353" y="2828212"/>
            <a:ext cx="943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703971" y="3053047"/>
            <a:ext cx="10170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701890" y="3277882"/>
            <a:ext cx="1037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679444" y="3502717"/>
            <a:ext cx="12622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672194" y="3727552"/>
            <a:ext cx="13347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624168" y="3952386"/>
            <a:ext cx="18150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616775" y="4177221"/>
            <a:ext cx="18889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590345" y="4402056"/>
            <a:ext cx="2153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562958" y="4626891"/>
            <a:ext cx="2427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514572" y="4851726"/>
            <a:ext cx="29110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475849" y="5076561"/>
            <a:ext cx="329823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430963" y="5301395"/>
            <a:ext cx="37470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03" name="Shape 200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4" name="Text 201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collect less labor margin on internal work than on customer pay; the group is −2.7 pts.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gap = internal minus own CP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5947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676355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5036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7015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3810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205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22182" y="3277882"/>
            <a:ext cx="330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179597" y="3502717"/>
            <a:ext cx="7566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178337" y="3727552"/>
            <a:ext cx="769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177426" y="3952386"/>
            <a:ext cx="778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137487" y="4177221"/>
            <a:ext cx="11777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136637" y="4402056"/>
            <a:ext cx="1186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096612" y="4626891"/>
            <a:ext cx="15865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081235" y="4851726"/>
            <a:ext cx="17402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077450" y="5076561"/>
            <a:ext cx="1778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070973" y="5301395"/>
            <a:ext cx="18429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060053" y="5526230"/>
            <a:ext cx="1952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033339" y="5751065"/>
            <a:ext cx="22192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575710" y="2153708"/>
            <a:ext cx="22996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565630" y="2378543"/>
            <a:ext cx="24004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564916" y="2603377"/>
            <a:ext cx="24075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545748" y="2828212"/>
            <a:ext cx="2599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541222" y="3053047"/>
            <a:ext cx="26445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534757" y="3277882"/>
            <a:ext cx="27091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499284" y="3502717"/>
            <a:ext cx="30638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496238" y="3727552"/>
            <a:ext cx="30943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493166" y="3952386"/>
            <a:ext cx="31250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491434" y="4177221"/>
            <a:ext cx="3142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72728" y="4402056"/>
            <a:ext cx="3329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61553" y="4626891"/>
            <a:ext cx="3441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358802" y="4851726"/>
            <a:ext cx="4468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352988" y="5076561"/>
            <a:ext cx="45268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331777" y="5301395"/>
            <a:ext cx="47389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03" name="Shape 200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4" name="Text 201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of 33 stores collect less parts margin on internal work than on customer pay; the group is −4.2 pts.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2026-10-27T18:05:22Z</dcterms:created>
  <dcterms:modified xsi:type="dcterms:W3CDTF">2026-10-27T18:05:22Z</dcterms:modified>
</cp:coreProperties>
</file>