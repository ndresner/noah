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02139" y="2201821"/>
            <a:ext cx="14855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3559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48211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108087" y="2426656"/>
            <a:ext cx="1480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03950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7550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469490" y="2651491"/>
            <a:ext cx="11907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00910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519983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46206" y="2876326"/>
            <a:ext cx="11016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177626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87794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445098" y="3101161"/>
            <a:ext cx="883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376518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4861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575605" y="3325996"/>
            <a:ext cx="75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507025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582070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470065" y="3550830"/>
            <a:ext cx="7423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40148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47572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467609" y="3775665"/>
            <a:ext cx="263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399029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425422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78988" y="4000500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1202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410408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668137" y="4225335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605342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599557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573014" y="4450170"/>
            <a:ext cx="106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515065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504434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293888" y="4675004"/>
            <a:ext cx="11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237141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25308" y="462014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429695" y="4899839"/>
            <a:ext cx="381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99231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61115" y="484497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400294" y="5124674"/>
            <a:ext cx="648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396530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1714" y="506981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373993" y="5349509"/>
            <a:ext cx="650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0420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305413" y="529464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557028" y="5574344"/>
            <a:ext cx="657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541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88448" y="551948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229189" y="5799179"/>
            <a:ext cx="6769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228307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60609" y="574431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912269" y="2201821"/>
            <a:ext cx="8086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924551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843689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104456" y="2426656"/>
            <a:ext cx="8536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121240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035876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801530" y="2651491"/>
            <a:ext cx="1012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834235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73295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9060644" y="2876326"/>
            <a:ext cx="10768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99752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992064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9185604" y="3101161"/>
            <a:ext cx="11611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233139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117024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903365" y="3325996"/>
            <a:ext cx="1184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53277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834785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9029152" y="3550830"/>
            <a:ext cx="14412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104691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0572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857207" y="3775665"/>
            <a:ext cx="15239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94102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788627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890071" y="4000500"/>
            <a:ext cx="2072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9028721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821491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9004765" y="4225335"/>
            <a:ext cx="21567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51856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936185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898070" y="4450170"/>
            <a:ext cx="24584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753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829490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692698" y="4675004"/>
            <a:ext cx="2771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901234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624118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59621" y="4899839"/>
            <a:ext cx="33236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8923402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91041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734634" y="5124674"/>
            <a:ext cx="37657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2625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666054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728847" y="5349509"/>
            <a:ext cx="42781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088086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66026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383021" y="5574344"/>
            <a:ext cx="61596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930404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144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43130" y="2201821"/>
            <a:ext cx="176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74550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55059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246517" y="2426656"/>
            <a:ext cx="8213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17793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0074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510339" y="2651491"/>
            <a:ext cx="44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41759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486374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7045" y="2876326"/>
            <a:ext cx="2402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228465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52486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525560" y="3101161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456980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2180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293929" y="3325996"/>
            <a:ext cx="387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264081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225349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326510" y="3550830"/>
            <a:ext cx="8859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346520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25793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236489" y="3775665"/>
            <a:ext cx="9006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25797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167909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65703" y="4000500"/>
            <a:ext cx="911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88255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397123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309192" y="4225335"/>
            <a:ext cx="1378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378505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240612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302099" y="4450170"/>
            <a:ext cx="13888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372406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233519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317186" y="4675004"/>
            <a:ext cx="18574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435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48606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123543" y="4899839"/>
            <a:ext cx="2037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258715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54963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323749" y="5124674"/>
            <a:ext cx="20818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463352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255169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196577" y="5349509"/>
            <a:ext cx="21576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43763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2799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094741" y="5574344"/>
            <a:ext cx="2285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254713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02616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425612" y="5799179"/>
            <a:ext cx="25982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616861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357032" y="574431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487596" y="2201821"/>
            <a:ext cx="2692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688254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419016" y="214695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864741" y="2426656"/>
            <a:ext cx="28104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077201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796161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028280" y="2651491"/>
            <a:ext cx="28187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241576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95970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809703" y="2876326"/>
            <a:ext cx="3043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45441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741123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785895" y="3101161"/>
            <a:ext cx="309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026931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8717315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728317" y="3325996"/>
            <a:ext cx="3171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76922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659737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717087" y="3550830"/>
            <a:ext cx="3587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00722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648507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512041" y="3775665"/>
            <a:ext cx="36228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80574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443461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687444" y="4000500"/>
            <a:ext cx="36588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98474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618864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8654442" y="4225335"/>
            <a:ext cx="3679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8953769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585862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770408" y="4450170"/>
            <a:ext cx="38980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916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701828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425794" y="4675004"/>
            <a:ext cx="4028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76010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357214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27876" y="4899839"/>
            <a:ext cx="5231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082487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59296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579382" y="5124674"/>
            <a:ext cx="52999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0801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510802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614506" y="5349509"/>
            <a:ext cx="554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100759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545926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453821" y="5574344"/>
            <a:ext cx="6316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0168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852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2026-10-24T20:52:22Z</dcterms:created>
  <dcterms:modified xsi:type="dcterms:W3CDTF">2026-10-24T20:52:22Z</dcterms:modified>
</cp:coreProperties>
</file>