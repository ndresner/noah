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25 of 33 stores collect less labor margin on internal work than on customer pay; the group is −2.7 pts. Widest: Audi Reno (−20.0 pts), LR LV (−13.9 pts) and LR Henderson (−12.2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(−2.7 pts). At or above customer pay: Cadillac, Chevy GMC Bullhead, GMC Prescott, Hyundai Prescott, Hyundai St George, Kia LV, Kia St George and VW St George.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28 of 33 stores collect less parts margin on internal work than on customer pay; the group is −4.2 pts. Widest: LR LV (−17.6 pts), Honda Flagstaff (−15.4 pts) and Audi Reno (−14.7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(−4.2 pts). At or above customer pay: Chevy LV, Honda Henderson, Subaru Prescott, Toyota Henderson and Volvo.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418795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418795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94160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94160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8549"/>
            <a:ext cx="130113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49470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4947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404899"/>
            <a:ext cx="129665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494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494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4947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958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51249"/>
            <a:ext cx="104292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958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958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958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842170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84217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97599"/>
            <a:ext cx="96492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8421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8421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84217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885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143949"/>
            <a:ext cx="77376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885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885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885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348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348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390299"/>
            <a:ext cx="65728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3348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3348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3348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5812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636649"/>
            <a:ext cx="65019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5812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5812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5812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8275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8275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883000"/>
            <a:ext cx="23117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8275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8275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8275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0739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4129350"/>
            <a:ext cx="914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40739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40739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40739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3202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3202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375700"/>
            <a:ext cx="914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3202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3202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3202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5666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622050"/>
            <a:ext cx="9311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5666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5666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5666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8129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8129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868400"/>
            <a:ext cx="1036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8129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8129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8129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0593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5114750"/>
            <a:ext cx="33385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50593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50593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50593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305672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30567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361100"/>
            <a:ext cx="56770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3056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3056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30567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55202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607450"/>
            <a:ext cx="56937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5520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5520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55202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798372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79837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853801"/>
            <a:ext cx="57571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7983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7983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79837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604472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6100151"/>
            <a:ext cx="5929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60447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60447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604472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8549"/>
            <a:ext cx="7082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49470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4947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404899"/>
            <a:ext cx="74766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494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494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4947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958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51249"/>
            <a:ext cx="88711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958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958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958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842170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84217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97599"/>
            <a:ext cx="94319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8421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8421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84217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885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143949"/>
            <a:ext cx="101701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885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885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885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3348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3348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390299"/>
            <a:ext cx="103782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3348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3348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3348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5812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636649"/>
            <a:ext cx="126228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5812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5812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5812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8275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8275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883000"/>
            <a:ext cx="133478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8275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8275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8275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40739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4129350"/>
            <a:ext cx="18150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40739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40739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40739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3202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3202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375700"/>
            <a:ext cx="188897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3202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3202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3202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5666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622050"/>
            <a:ext cx="215327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5666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5666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5666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8129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8129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868400"/>
            <a:ext cx="24271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8129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8129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8129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50593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5114750"/>
            <a:ext cx="291100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50593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50593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50593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305672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30567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361100"/>
            <a:ext cx="329823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3056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3056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30567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55202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607450"/>
            <a:ext cx="374709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5520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5520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55202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798372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79837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853801"/>
            <a:ext cx="539496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7983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7983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79837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418795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418795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94160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94160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8549"/>
            <a:ext cx="150363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49470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4947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404899"/>
            <a:ext cx="70154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494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494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4947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958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51249"/>
            <a:ext cx="38107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958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958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958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842170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84217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97599"/>
            <a:ext cx="20517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8421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8421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84217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885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143949"/>
            <a:ext cx="9144" cy="135493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885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885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885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348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348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390299"/>
            <a:ext cx="33082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3348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3348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3348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5812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636649"/>
            <a:ext cx="75667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5812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5812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5812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8275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8275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883000"/>
            <a:ext cx="76927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8275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8275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8275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0739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4129350"/>
            <a:ext cx="77838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40739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40739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40739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3202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3202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375700"/>
            <a:ext cx="117777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3202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3202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3202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5666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622050"/>
            <a:ext cx="118627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5666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5666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5666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8129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8129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868400"/>
            <a:ext cx="158652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8129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8129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8129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0593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5114750"/>
            <a:ext cx="174029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50593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50593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50593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305672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30567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361100"/>
            <a:ext cx="17781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3056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3056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30567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55202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607450"/>
            <a:ext cx="184291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5520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5520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55202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798372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79837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853801"/>
            <a:ext cx="195211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7983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7983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79837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604472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6100151"/>
            <a:ext cx="221925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60447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60447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604472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8549"/>
            <a:ext cx="229962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49470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4947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404899"/>
            <a:ext cx="240042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494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494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4947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958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51249"/>
            <a:ext cx="240756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958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958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958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842170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84217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97599"/>
            <a:ext cx="25992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8421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84217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84217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88520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143949"/>
            <a:ext cx="264450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885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88520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88520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3348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3348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390299"/>
            <a:ext cx="270915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3348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3348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3348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5812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636649"/>
            <a:ext cx="306388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5812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5812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5812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8275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8275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883000"/>
            <a:ext cx="30943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8275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8275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8275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40739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4129350"/>
            <a:ext cx="312506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40739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40739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40739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3202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3202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375700"/>
            <a:ext cx="314238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3202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3202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3202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5666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622050"/>
            <a:ext cx="33294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5666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5666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5666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812971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81297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868400"/>
            <a:ext cx="344119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8129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81297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81297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5059321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5114750"/>
            <a:ext cx="446870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50593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5059321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5059321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305672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30567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361100"/>
            <a:ext cx="452684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3056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3056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30567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55202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607450"/>
            <a:ext cx="473895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5520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55202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55202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798372"/>
            <a:ext cx="5394960" cy="2463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798372"/>
            <a:ext cx="2011680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853801"/>
            <a:ext cx="539496" cy="135493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7983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798372"/>
            <a:ext cx="566928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798372"/>
            <a:ext cx="859536" cy="24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2026-10-27T17:13:10Z</dcterms:created>
  <dcterms:modified xsi:type="dcterms:W3CDTF">2026-10-27T17:13:10Z</dcterms:modified>
</cp:coreProperties>
</file>