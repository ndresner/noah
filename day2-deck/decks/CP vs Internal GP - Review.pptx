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 Widest: LR LV (−17.6 pts), Honda Flagstaff (−15.4 pts) and Audi Reno (−14.7 pts).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2026-10-26T20:23:58Z</dcterms:created>
  <dcterms:modified xsi:type="dcterms:W3CDTF">2026-10-26T20:23:58Z</dcterms:modified>
</cp:coreProperties>
</file>