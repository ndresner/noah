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25 of 33 stores collect less labor margin on internal work than on customer pay; the group is −2.7 pts. Widest: Audi Reno (−20.0 pts), LR LV (−13.9 pts) and LR Henderson (−12.2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(−2.7 pts). At or above customer pay: Cadillac, Chevy GMC Bullhead, GMC Prescott, Hyundai Prescott, Hyundai St George, Kia LV, Kia St George and VW St George.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28 of 33 stores collect less parts margin on internal work than on customer pay; the group is −4.2 pts. Widest: LR LV (−17.6 pts), Honda Flagstaff (−15.4 pts) and Audi Reno (−14.7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(−4.2 pts). At or above customer pay: Chevy LV, Honda Henderson, Subaru Prescott, Toyota Henderson and Volvo.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collect less labor margin on internal work than on customer pay; the group is −2.7 pts.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of 33 stores collect less parts margin on internal work than on customer pay; the group is −4.2 pts.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2026-10-29T06:37:47Z</dcterms:created>
  <dcterms:modified xsi:type="dcterms:W3CDTF">2026-10-29T06:37:47Z</dcterms:modified>
</cp:coreProperties>
</file>