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9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Talking points: Service Manager Roundtable (Nov 15, 2024) and GM meeting decks (Jan and May 2026). Data: Qlik (Profit &amp; Loss, Closed Repair Orders, Productivity), Jan-Sep 2026 vs 2025, same-store, 33 stores, INEOS excluded.PLACE: Opcode Benchmarks, after MPI and Video Completion %, ahead of the op code closing % slides (moved out of Internal, Oct 23).
Said: Jan GM slide 19 / May GM slide 15 (Tracking &amp; Accountability); Roundtable slide 16 (Performance Tracking).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Tracking &amp; Accountability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6400800" cy="47823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022592" y="1207008"/>
            <a:ext cx="4709160" cy="47823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269480" y="13716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WE ARE · JAN–SEP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269480" y="1737360"/>
            <a:ext cx="4224528" cy="10973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13232" y="1417320"/>
            <a:ext cx="58978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review of the Viz 'Op Code' and 'Performance Report' and the Fixed Ops DOC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 feedback quickly and often. Trends start early: don't wait until the 15th.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Tracked metrics improve performance; we are responsible for the knowing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Scoreboard techs and advisors: CP $ per RO, ELR, MPI completion, closing %, key op codes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269480" y="1920240"/>
            <a:ext cx="54864" cy="1112520"/>
          </a:xfrm>
          <a:prstGeom prst="rect">
            <a:avLst/>
          </a:prstGeom>
          <a:solidFill>
            <a:srgbClr val="C2352F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452360" y="18745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81.3%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244144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completion, July to September (store-reported). 12 of 33 stores at the 90% benchmark.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269480" y="3261360"/>
            <a:ext cx="54864" cy="1112520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452360" y="321564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in all four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378256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Alignment, balance, brake fluid and fuel service closing %, each up 1.2-1.4 pts and ahead of 2025 every month.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69480" y="4602480"/>
            <a:ext cx="54864" cy="1112520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452360" y="455676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$304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512368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per RO, up $17. The first number on every advisor scoreboard.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6126480"/>
            <a:ext cx="11274552" cy="615696"/>
          </a:xfrm>
          <a:prstGeom prst="rect">
            <a:avLst/>
          </a:prstGeom>
          <a:solidFill>
            <a:srgbClr val="EDF4FA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58368" y="6144768"/>
            <a:ext cx="109270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ask: if it isn't described, it can't be tracked. Clean up op code descriptions so the reports show what you sell.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2026-10-27T22:07:50Z</dcterms:created>
  <dcterms:modified xsi:type="dcterms:W3CDTF">2026-10-27T22:07:50Z</dcterms:modified>
</cp:coreProperties>
</file>