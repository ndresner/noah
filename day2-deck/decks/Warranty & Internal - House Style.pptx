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53834"/>
          </a:xfrm>
          <a:prstGeom prst="rect">
            <a:avLst/>
          </a:prstGeom>
          <a:solidFill>
            <a:srgbClr val="12A566"/>
          </a:solidFill>
          <a:ln/>
        </p:spPr>
      </p:sp>
      <p:sp>
        <p:nvSpPr>
          <p:cNvPr id="21" name="Text 19"/>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32906"/>
            <a:ext cx="277267" cy="112826"/>
          </a:xfrm>
          <a:prstGeom prst="rect">
            <a:avLst/>
          </a:prstGeom>
          <a:solidFill>
            <a:srgbClr val="12A566"/>
          </a:solidFill>
          <a:ln/>
        </p:spPr>
      </p:sp>
      <p:sp>
        <p:nvSpPr>
          <p:cNvPr id="24" name="Text 22"/>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412402"/>
            <a:ext cx="54864" cy="153834"/>
          </a:xfrm>
          <a:prstGeom prst="rect">
            <a:avLst/>
          </a:prstGeom>
          <a:solidFill>
            <a:srgbClr val="12A566"/>
          </a:solidFill>
          <a:ln/>
        </p:spPr>
      </p:sp>
      <p:sp>
        <p:nvSpPr>
          <p:cNvPr id="27" name="Text 25"/>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78181"/>
            <a:ext cx="159416" cy="112826"/>
          </a:xfrm>
          <a:prstGeom prst="rect">
            <a:avLst/>
          </a:prstGeom>
          <a:solidFill>
            <a:srgbClr val="12A566"/>
          </a:solidFill>
          <a:ln/>
        </p:spPr>
      </p:sp>
      <p:sp>
        <p:nvSpPr>
          <p:cNvPr id="30" name="Text 28"/>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923455"/>
            <a:ext cx="142804" cy="112826"/>
          </a:xfrm>
          <a:prstGeom prst="rect">
            <a:avLst/>
          </a:prstGeom>
          <a:solidFill>
            <a:srgbClr val="12A566"/>
          </a:solidFill>
          <a:ln/>
        </p:spPr>
      </p:sp>
      <p:sp>
        <p:nvSpPr>
          <p:cNvPr id="35" name="Text 33"/>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168729"/>
            <a:ext cx="89161" cy="112826"/>
          </a:xfrm>
          <a:prstGeom prst="rect">
            <a:avLst/>
          </a:prstGeom>
          <a:solidFill>
            <a:srgbClr val="12A566"/>
          </a:solidFill>
          <a:ln/>
        </p:spPr>
      </p:sp>
      <p:sp>
        <p:nvSpPr>
          <p:cNvPr id="40" name="Text 38"/>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414004"/>
            <a:ext cx="54587"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393500"/>
            <a:ext cx="54864" cy="153834"/>
          </a:xfrm>
          <a:prstGeom prst="rect">
            <a:avLst/>
          </a:prstGeom>
          <a:solidFill>
            <a:srgbClr val="12A566"/>
          </a:solidFill>
          <a:ln/>
        </p:spPr>
      </p:sp>
      <p:sp>
        <p:nvSpPr>
          <p:cNvPr id="48" name="Text 46"/>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659278"/>
            <a:ext cx="47745" cy="112826"/>
          </a:xfrm>
          <a:prstGeom prst="rect">
            <a:avLst/>
          </a:prstGeom>
          <a:solidFill>
            <a:srgbClr val="12A566"/>
          </a:solidFill>
          <a:ln/>
        </p:spPr>
      </p:sp>
      <p:sp>
        <p:nvSpPr>
          <p:cNvPr id="51" name="Text 49"/>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904553"/>
            <a:ext cx="41257" cy="112826"/>
          </a:xfrm>
          <a:prstGeom prst="rect">
            <a:avLst/>
          </a:prstGeom>
          <a:solidFill>
            <a:srgbClr val="12A566"/>
          </a:solidFill>
          <a:ln/>
        </p:spPr>
      </p:sp>
      <p:sp>
        <p:nvSpPr>
          <p:cNvPr id="56" name="Text 54"/>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4149827"/>
            <a:ext cx="36189" cy="112826"/>
          </a:xfrm>
          <a:prstGeom prst="rect">
            <a:avLst/>
          </a:prstGeom>
          <a:solidFill>
            <a:srgbClr val="12A566"/>
          </a:solidFill>
          <a:ln/>
        </p:spPr>
      </p:sp>
      <p:sp>
        <p:nvSpPr>
          <p:cNvPr id="61" name="Text 59"/>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395101"/>
            <a:ext cx="33030" cy="112826"/>
          </a:xfrm>
          <a:prstGeom prst="rect">
            <a:avLst/>
          </a:prstGeom>
          <a:solidFill>
            <a:srgbClr val="12A566"/>
          </a:solidFill>
          <a:ln/>
        </p:spPr>
      </p:sp>
      <p:sp>
        <p:nvSpPr>
          <p:cNvPr id="66" name="Text 64"/>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640376"/>
            <a:ext cx="32509"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885650"/>
            <a:ext cx="13097"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5130924"/>
            <a:ext cx="12802"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376199"/>
            <a:ext cx="12802"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621473"/>
            <a:ext cx="12802"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866747"/>
            <a:ext cx="12802"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6112022"/>
            <a:ext cx="12802"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7632"/>
            <a:ext cx="12802"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32906"/>
            <a:ext cx="12802" cy="112826"/>
          </a:xfrm>
          <a:prstGeom prst="rect">
            <a:avLst/>
          </a:prstGeom>
          <a:solidFill>
            <a:srgbClr val="C2352F"/>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78181"/>
            <a:ext cx="12802" cy="112826"/>
          </a:xfrm>
          <a:prstGeom prst="rect">
            <a:avLst/>
          </a:prstGeom>
          <a:solidFill>
            <a:srgbClr val="C2352F"/>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923455"/>
            <a:ext cx="12802" cy="112826"/>
          </a:xfrm>
          <a:prstGeom prst="rect">
            <a:avLst/>
          </a:prstGeom>
          <a:solidFill>
            <a:srgbClr val="C2352F"/>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168729"/>
            <a:ext cx="12802" cy="112826"/>
          </a:xfrm>
          <a:prstGeom prst="rect">
            <a:avLst/>
          </a:prstGeom>
          <a:solidFill>
            <a:srgbClr val="C2352F"/>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414004"/>
            <a:ext cx="12802" cy="112826"/>
          </a:xfrm>
          <a:prstGeom prst="rect">
            <a:avLst/>
          </a:prstGeom>
          <a:solidFill>
            <a:srgbClr val="C2352F"/>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659278"/>
            <a:ext cx="12802"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904553"/>
            <a:ext cx="16516"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4149827"/>
            <a:ext cx="23397"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4129323"/>
            <a:ext cx="54864" cy="153834"/>
          </a:xfrm>
          <a:prstGeom prst="rect">
            <a:avLst/>
          </a:prstGeom>
          <a:solidFill>
            <a:srgbClr val="C2352F"/>
          </a:solidFill>
          <a:ln/>
        </p:spPr>
      </p:sp>
      <p:sp>
        <p:nvSpPr>
          <p:cNvPr id="149" name="Text 147"/>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395101"/>
            <a:ext cx="45365" cy="112826"/>
          </a:xfrm>
          <a:prstGeom prst="rect">
            <a:avLst/>
          </a:prstGeom>
          <a:solidFill>
            <a:srgbClr val="C2352F"/>
          </a:solidFill>
          <a:ln/>
        </p:spPr>
      </p:sp>
      <p:sp>
        <p:nvSpPr>
          <p:cNvPr id="152" name="Text 150"/>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640376"/>
            <a:ext cx="46164"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885650"/>
            <a:ext cx="58699"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5130924"/>
            <a:ext cx="115539"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5110420"/>
            <a:ext cx="54864" cy="153834"/>
          </a:xfrm>
          <a:prstGeom prst="rect">
            <a:avLst/>
          </a:prstGeom>
          <a:solidFill>
            <a:srgbClr val="C2352F"/>
          </a:solidFill>
          <a:ln/>
        </p:spPr>
      </p:sp>
      <p:sp>
        <p:nvSpPr>
          <p:cNvPr id="170" name="Text 168"/>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376199"/>
            <a:ext cx="159652" cy="112826"/>
          </a:xfrm>
          <a:prstGeom prst="rect">
            <a:avLst/>
          </a:prstGeom>
          <a:solidFill>
            <a:srgbClr val="C2352F"/>
          </a:solidFill>
          <a:ln/>
        </p:spPr>
      </p:sp>
      <p:sp>
        <p:nvSpPr>
          <p:cNvPr id="173" name="Text 171"/>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621473"/>
            <a:ext cx="165076"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866747"/>
            <a:ext cx="231435" cy="112826"/>
          </a:xfrm>
          <a:prstGeom prst="rect">
            <a:avLst/>
          </a:prstGeom>
          <a:solidFill>
            <a:srgbClr val="C2352F"/>
          </a:solidFill>
          <a:ln/>
        </p:spPr>
      </p:sp>
      <p:sp>
        <p:nvSpPr>
          <p:cNvPr id="183" name="Text 181"/>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846243"/>
            <a:ext cx="54864" cy="153834"/>
          </a:xfrm>
          <a:prstGeom prst="rect">
            <a:avLst/>
          </a:prstGeom>
          <a:solidFill>
            <a:srgbClr val="C2352F"/>
          </a:solidFill>
          <a:ln/>
        </p:spPr>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73852"/>
            <a:ext cx="1505642"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44145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96673"/>
            <a:ext cx="1284359"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958084"/>
            <a:ext cx="125085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219495"/>
            <a:ext cx="1187628"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480906"/>
            <a:ext cx="1163222"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742316"/>
            <a:ext cx="1148321"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4003727"/>
            <a:ext cx="1147249"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265138"/>
            <a:ext cx="1133466"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526549"/>
            <a:ext cx="1133414"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787960"/>
            <a:ext cx="1082147"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5049371"/>
            <a:ext cx="1070003"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310781"/>
            <a:ext cx="1068869"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572192"/>
            <a:ext cx="1018700"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833603"/>
            <a:ext cx="1002048"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6095014"/>
            <a:ext cx="989419"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988968"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972705"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435262"/>
            <a:ext cx="967216"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96673"/>
            <a:ext cx="950479"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958084"/>
            <a:ext cx="938985"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219495"/>
            <a:ext cx="937921"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480906"/>
            <a:ext cx="936379"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742316"/>
            <a:ext cx="934636"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4003727"/>
            <a:ext cx="899074"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265138"/>
            <a:ext cx="878217"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526549"/>
            <a:ext cx="864282"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787960"/>
            <a:ext cx="853702"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5049371"/>
            <a:ext cx="830028"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310781"/>
            <a:ext cx="781476"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572192"/>
            <a:ext cx="71462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833603"/>
            <a:ext cx="665401"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443984"/>
          </a:xfrm>
          <a:prstGeom prst="rect">
            <a:avLst/>
          </a:prstGeom>
          <a:solidFill>
            <a:srgbClr val="0B2C4A"/>
          </a:solidFill>
          <a:ln/>
        </p:spPr>
      </p:sp>
      <p:sp>
        <p:nvSpPr>
          <p:cNvPr id="144" name="Shape 142"/>
          <p:cNvSpPr/>
          <p:nvPr/>
        </p:nvSpPr>
        <p:spPr>
          <a:xfrm>
            <a:off x="9631340"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79080"/>
            <a:ext cx="536453"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440491"/>
            <a:ext cx="368406"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701901"/>
            <a:ext cx="355137"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963312"/>
            <a:ext cx="27660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224723"/>
            <a:ext cx="258528"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486134"/>
            <a:ext cx="257839"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747545"/>
            <a:ext cx="228187"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4008956"/>
            <a:ext cx="22572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270366"/>
            <a:ext cx="225689"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531777"/>
            <a:ext cx="216007"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793188"/>
            <a:ext cx="214668"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5054599"/>
            <a:ext cx="183559"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316010"/>
            <a:ext cx="173511"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577420"/>
            <a:ext cx="164983"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838831"/>
            <a:ext cx="130019"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6100242"/>
            <a:ext cx="129735"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7669"/>
            <a:ext cx="123986"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79080"/>
            <a:ext cx="115500"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440491"/>
            <a:ext cx="93591"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701901"/>
            <a:ext cx="91542"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963312"/>
            <a:ext cx="90857"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224723"/>
            <a:ext cx="83711"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486134"/>
            <a:ext cx="71343"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747545"/>
            <a:ext cx="61183" cy="120249"/>
          </a:xfrm>
          <a:prstGeom prst="rect">
            <a:avLst/>
          </a:prstGeom>
          <a:solidFill>
            <a:srgbClr val="12A566"/>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4008956"/>
            <a:ext cx="57486" cy="120249"/>
          </a:xfrm>
          <a:prstGeom prst="rect">
            <a:avLst/>
          </a:prstGeom>
          <a:solidFill>
            <a:srgbClr val="12A566"/>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270366"/>
            <a:ext cx="50066" cy="120249"/>
          </a:xfrm>
          <a:prstGeom prst="rect">
            <a:avLst/>
          </a:prstGeom>
          <a:solidFill>
            <a:srgbClr val="12A566"/>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531777"/>
            <a:ext cx="33186" cy="120249"/>
          </a:xfrm>
          <a:prstGeom prst="rect">
            <a:avLst/>
          </a:prstGeom>
          <a:solidFill>
            <a:srgbClr val="12A566"/>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793188"/>
            <a:ext cx="13817" cy="120249"/>
          </a:xfrm>
          <a:prstGeom prst="rect">
            <a:avLst/>
          </a:prstGeom>
          <a:solidFill>
            <a:srgbClr val="12A566"/>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5054599"/>
            <a:ext cx="12802" cy="120249"/>
          </a:xfrm>
          <a:prstGeom prst="rect">
            <a:avLst/>
          </a:prstGeom>
          <a:solidFill>
            <a:srgbClr val="12A566"/>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316010"/>
            <a:ext cx="12802"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577420"/>
            <a:ext cx="21313"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838831"/>
            <a:ext cx="164831"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73852"/>
            <a:ext cx="1676174"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435262"/>
            <a:ext cx="1535097"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96673"/>
            <a:ext cx="1440950"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958084"/>
            <a:ext cx="1416843"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219495"/>
            <a:ext cx="1364170"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480906"/>
            <a:ext cx="1354753"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742316"/>
            <a:ext cx="1334617"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4003727"/>
            <a:ext cx="132628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265138"/>
            <a:ext cx="1298491"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526549"/>
            <a:ext cx="1265243"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787960"/>
            <a:ext cx="1238047"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5049371"/>
            <a:ext cx="1199792"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310781"/>
            <a:ext cx="1199589"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1158201"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833603"/>
            <a:ext cx="1138632"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6095014"/>
            <a:ext cx="1122612"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12441"/>
            <a:ext cx="1121023"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73852"/>
            <a:ext cx="1118529"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435262"/>
            <a:ext cx="1098819"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96673"/>
            <a:ext cx="1098580" cy="130705"/>
          </a:xfrm>
          <a:prstGeom prst="rect">
            <a:avLst/>
          </a:prstGeom>
          <a:solidFill>
            <a:srgbClr val="12A566"/>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958084"/>
            <a:ext cx="104755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219495"/>
            <a:ext cx="1040989"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480906"/>
            <a:ext cx="101683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742316"/>
            <a:ext cx="100231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4003727"/>
            <a:ext cx="97533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95741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526549"/>
            <a:ext cx="939310"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787960"/>
            <a:ext cx="89237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5049371"/>
            <a:ext cx="85701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310781"/>
            <a:ext cx="838677"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572192"/>
            <a:ext cx="815241"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833603"/>
            <a:ext cx="71252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443984"/>
          </a:xfrm>
          <a:prstGeom prst="rect">
            <a:avLst/>
          </a:prstGeom>
          <a:solidFill>
            <a:srgbClr val="0B2C4A"/>
          </a:solidFill>
          <a:ln/>
        </p:spPr>
      </p:sp>
      <p:sp>
        <p:nvSpPr>
          <p:cNvPr id="144" name="Shape 142"/>
          <p:cNvSpPr/>
          <p:nvPr/>
        </p:nvSpPr>
        <p:spPr>
          <a:xfrm>
            <a:off x="961228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32906"/>
            <a:ext cx="45829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78181"/>
            <a:ext cx="378989"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923455"/>
            <a:ext cx="355006"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168729"/>
            <a:ext cx="346724"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414004"/>
            <a:ext cx="266633"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659278"/>
            <a:ext cx="215058"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904553"/>
            <a:ext cx="185543"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4149827"/>
            <a:ext cx="173131"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395101"/>
            <a:ext cx="84555"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640376"/>
            <a:ext cx="79737"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885650"/>
            <a:ext cx="78983"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5130924"/>
            <a:ext cx="77026"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376199"/>
            <a:ext cx="63122"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621473"/>
            <a:ext cx="59886"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866747"/>
            <a:ext cx="50878"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6112022"/>
            <a:ext cx="48098"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7632"/>
            <a:ext cx="40236"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32906"/>
            <a:ext cx="27776"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78181"/>
            <a:ext cx="12802"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923455"/>
            <a:ext cx="14009" cy="112826"/>
          </a:xfrm>
          <a:prstGeom prst="rect">
            <a:avLst/>
          </a:prstGeom>
          <a:solidFill>
            <a:srgbClr val="C2352F"/>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168729"/>
            <a:ext cx="20674" cy="112826"/>
          </a:xfrm>
          <a:prstGeom prst="rect">
            <a:avLst/>
          </a:prstGeom>
          <a:solidFill>
            <a:srgbClr val="C2352F"/>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414004"/>
            <a:ext cx="27804" cy="112826"/>
          </a:xfrm>
          <a:prstGeom prst="rect">
            <a:avLst/>
          </a:prstGeom>
          <a:solidFill>
            <a:srgbClr val="C2352F"/>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659278"/>
            <a:ext cx="61452" cy="112826"/>
          </a:xfrm>
          <a:prstGeom prst="rect">
            <a:avLst/>
          </a:prstGeom>
          <a:solidFill>
            <a:srgbClr val="C2352F"/>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904553"/>
            <a:ext cx="83038" cy="112826"/>
          </a:xfrm>
          <a:prstGeom prst="rect">
            <a:avLst/>
          </a:prstGeom>
          <a:solidFill>
            <a:srgbClr val="C2352F"/>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4149827"/>
            <a:ext cx="95592" cy="112826"/>
          </a:xfrm>
          <a:prstGeom prst="rect">
            <a:avLst/>
          </a:prstGeom>
          <a:solidFill>
            <a:srgbClr val="C2352F"/>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395101"/>
            <a:ext cx="113751"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640376"/>
            <a:ext cx="126738"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885650"/>
            <a:ext cx="218925"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5130924"/>
            <a:ext cx="233523"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376199"/>
            <a:ext cx="434132"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621473"/>
            <a:ext cx="51513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866747"/>
            <a:ext cx="527481"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2026-10-27T17:13:16Z</dcterms:created>
  <dcterms:modified xsi:type="dcterms:W3CDTF">2026-10-27T17:13:16Z</dcterms:modified>
</cp:coreProperties>
</file>