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14264</c:v>
                </c:pt>
                <c:pt idx="1">
                  <c:v>12746</c:v>
                </c:pt>
                <c:pt idx="2">
                  <c:v>13940</c:v>
                </c:pt>
                <c:pt idx="3">
                  <c:v>13710</c:v>
                </c:pt>
                <c:pt idx="4">
                  <c:v>13121</c:v>
                </c:pt>
                <c:pt idx="5">
                  <c:v>14168</c:v>
                </c:pt>
                <c:pt idx="6">
                  <c:v>14663</c:v>
                </c:pt>
                <c:pt idx="7">
                  <c:v>15204</c:v>
                </c:pt>
                <c:pt idx="8">
                  <c:v>15075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15204</c:v>
                </c:pt>
                <c:pt idx="8">
                  <c:v>15075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14264</c:v>
                </c:pt>
                <c:pt idx="1">
                  <c:v>12746</c:v>
                </c:pt>
                <c:pt idx="2">
                  <c:v>13940</c:v>
                </c:pt>
                <c:pt idx="3">
                  <c:v>13710</c:v>
                </c:pt>
                <c:pt idx="4">
                  <c:v>13121</c:v>
                </c:pt>
                <c:pt idx="5">
                  <c:v>14168</c:v>
                </c:pt>
                <c:pt idx="6">
                  <c:v>14663</c:v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16565</c:v>
                </c:pt>
                <c:pt idx="1">
                  <c:v>15707</c:v>
                </c:pt>
                <c:pt idx="2">
                  <c:v>15981</c:v>
                </c:pt>
                <c:pt idx="3">
                  <c:v>14990</c:v>
                </c:pt>
                <c:pt idx="4">
                  <c:v>14527</c:v>
                </c:pt>
                <c:pt idx="5">
                  <c:v>14882</c:v>
                </c:pt>
                <c:pt idx="6">
                  <c:v>15408</c:v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14622</c:v>
                </c:pt>
                <c:pt idx="8">
                  <c:v>13082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16565</c:v>
                </c:pt>
                <c:pt idx="1">
                  <c:v>15707</c:v>
                </c:pt>
                <c:pt idx="2">
                  <c:v>15981</c:v>
                </c:pt>
                <c:pt idx="3">
                  <c:v>14990</c:v>
                </c:pt>
                <c:pt idx="4">
                  <c:v>14527</c:v>
                </c:pt>
                <c:pt idx="5">
                  <c:v>14882</c:v>
                </c:pt>
                <c:pt idx="6">
                  <c:v>15408</c:v>
                </c:pt>
                <c:pt idx="7">
                  <c:v>14622</c:v>
                </c:pt>
                <c:pt idx="8">
                  <c:v>13082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196</c:v>
                </c:pt>
                <c:pt idx="1">
                  <c:v>198</c:v>
                </c:pt>
                <c:pt idx="2">
                  <c:v>197</c:v>
                </c:pt>
                <c:pt idx="3">
                  <c:v>199</c:v>
                </c:pt>
                <c:pt idx="4">
                  <c:v>194</c:v>
                </c:pt>
                <c:pt idx="5">
                  <c:v>194</c:v>
                </c:pt>
                <c:pt idx="6">
                  <c:v>199</c:v>
                </c:pt>
                <c:pt idx="7">
                  <c:v>198</c:v>
                </c:pt>
                <c:pt idx="8">
                  <c:v>199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196</c:v>
                </c:pt>
                <c:pt idx="1">
                  <c:v>198</c:v>
                </c:pt>
                <c:pt idx="2">
                  <c:v>197</c:v>
                </c:pt>
                <c:pt idx="3">
                  <c:v>199</c:v>
                </c:pt>
                <c:pt idx="4">
                  <c:v>194</c:v>
                </c:pt>
                <c:pt idx="5">
                  <c:v>194</c:v>
                </c:pt>
                <c:pt idx="6">
                  <c:v>199</c:v>
                </c:pt>
                <c:pt idx="7">
                  <c:v>198</c:v>
                </c:pt>
                <c:pt idx="8">
                  <c:v>199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175</c:v>
                </c:pt>
                <c:pt idx="1">
                  <c:v>175</c:v>
                </c:pt>
                <c:pt idx="2">
                  <c:v>173</c:v>
                </c:pt>
                <c:pt idx="3">
                  <c:v>176</c:v>
                </c:pt>
                <c:pt idx="4">
                  <c:v>182</c:v>
                </c:pt>
                <c:pt idx="5">
                  <c:v>185</c:v>
                </c:pt>
                <c:pt idx="6">
                  <c:v>187</c:v>
                </c:pt>
                <c:pt idx="7">
                  <c:v>186</c:v>
                </c:pt>
                <c:pt idx="8">
                  <c:v>187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175</c:v>
                </c:pt>
                <c:pt idx="1">
                  <c:v>175</c:v>
                </c:pt>
                <c:pt idx="2">
                  <c:v>173</c:v>
                </c:pt>
                <c:pt idx="3">
                  <c:v>176</c:v>
                </c:pt>
                <c:pt idx="4">
                  <c:v>182</c:v>
                </c:pt>
                <c:pt idx="5">
                  <c:v>185</c:v>
                </c:pt>
                <c:pt idx="6">
                  <c:v>187</c:v>
                </c:pt>
                <c:pt idx="7">
                  <c:v>186</c:v>
                </c:pt>
                <c:pt idx="8">
                  <c:v>187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126</c:v>
                </c:pt>
                <c:pt idx="1">
                  <c:v>124</c:v>
                </c:pt>
                <c:pt idx="2">
                  <c:v>131</c:v>
                </c:pt>
                <c:pt idx="3">
                  <c:v>131</c:v>
                </c:pt>
                <c:pt idx="4">
                  <c:v>132</c:v>
                </c:pt>
                <c:pt idx="5">
                  <c:v>128</c:v>
                </c:pt>
                <c:pt idx="6">
                  <c:v>133</c:v>
                </c:pt>
                <c:pt idx="7">
                  <c:v>130</c:v>
                </c:pt>
                <c:pt idx="8">
                  <c:v>134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126</c:v>
                </c:pt>
                <c:pt idx="1">
                  <c:v/>
                </c:pt>
                <c:pt idx="2">
                  <c:v>131</c:v>
                </c:pt>
                <c:pt idx="3">
                  <c:v>131</c:v>
                </c:pt>
                <c:pt idx="4">
                  <c:v>132</c:v>
                </c:pt>
                <c:pt idx="5">
                  <c:v/>
                </c:pt>
                <c:pt idx="6">
                  <c:v>133</c:v>
                </c:pt>
                <c:pt idx="7">
                  <c:v>130</c:v>
                </c:pt>
                <c:pt idx="8">
                  <c:v>134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124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128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125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129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124</c:v>
                </c:pt>
                <c:pt idx="1">
                  <c:v/>
                </c:pt>
                <c:pt idx="2">
                  <c:v>125</c:v>
                </c:pt>
                <c:pt idx="3">
                  <c:v>126</c:v>
                </c:pt>
                <c:pt idx="4">
                  <c:v>130</c:v>
                </c:pt>
                <c:pt idx="5">
                  <c:v/>
                </c:pt>
                <c:pt idx="6">
                  <c:v>126</c:v>
                </c:pt>
                <c:pt idx="7">
                  <c:v>126</c:v>
                </c:pt>
                <c:pt idx="8">
                  <c:v>124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124</c:v>
                </c:pt>
                <c:pt idx="1">
                  <c:v>125</c:v>
                </c:pt>
                <c:pt idx="2">
                  <c:v>125</c:v>
                </c:pt>
                <c:pt idx="3">
                  <c:v>126</c:v>
                </c:pt>
                <c:pt idx="4">
                  <c:v>130</c:v>
                </c:pt>
                <c:pt idx="5">
                  <c:v>129</c:v>
                </c:pt>
                <c:pt idx="6">
                  <c:v>126</c:v>
                </c:pt>
                <c:pt idx="7">
                  <c:v>126</c:v>
                </c:pt>
                <c:pt idx="8">
                  <c:v>124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RO count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Internal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  ·   Warranty ELR   ·   Internal ELR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135,764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 8,873 to 126,891, behind 2025 in seven of nine months. Warranty volume follows OEM campaigns and recalls as much as store effort.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11,211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22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10,560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4009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8,588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2862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7,885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2627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119603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7,332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10309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6,320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989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4,898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7720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250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3,832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616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5962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5955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5521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3,385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5306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3,253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5099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3,126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5006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3,069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4570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2,802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444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2,725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4084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2,504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993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2,448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750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2,299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691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2,263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82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2,012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57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1,997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47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1,807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466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353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1,443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22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123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1,302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2014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1,235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851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1,135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66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1,022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11,211; LR Reno is smallest at 1,022.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7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7674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+47.3%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8323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53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+32.7%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856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+29.9%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684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+22.7%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320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940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889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647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448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206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109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+6.8%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658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542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17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267349" y="1911860"/>
            <a:ext cx="686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226847" y="2151755"/>
            <a:ext cx="10917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209036" y="2391651"/>
            <a:ext cx="12698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157295" y="2631546"/>
            <a:ext cx="1787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−11.0%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151411" y="2871442"/>
            <a:ext cx="1846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132099" y="3111337"/>
            <a:ext cx="20392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−12.6%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091020" y="3351233"/>
            <a:ext cx="245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−15.1%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14543" y="3591128"/>
            <a:ext cx="32148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06870" y="3831024"/>
            <a:ext cx="3291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−20.3%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7454" y="4070920"/>
            <a:ext cx="3685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−22.7%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892133" y="4310815"/>
            <a:ext cx="44389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−27.3%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853570" y="4550711"/>
            <a:ext cx="4824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762298" y="4790606"/>
            <a:ext cx="57372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−35.3%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694064" y="5030502"/>
            <a:ext cx="6419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626252" y="5270397"/>
            <a:ext cx="7097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−43.7%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83100" y="5510293"/>
            <a:ext cx="75292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 warranty RO count, led by Hyundai Prescott at +47.9% to 2,802. 16 declined; Acura fell most at −46.4%.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$180.25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$16.93 to $197.17, ahead of 2025 in all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$308.88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0564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$274.91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44145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$263.19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2843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25085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$228.39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1876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$216.85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632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$212.39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83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$209.67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4724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$209.48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6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3341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0821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$197.59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0700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$195.37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688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$195.16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1870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$186.00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0204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$182.96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894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$180.66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889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$180.57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727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$177.61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672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$176.60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9504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$173.55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9389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9379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$171.25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9363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$170.97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93463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$170.65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8990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$164.16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8782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$160.35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8642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$157.81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537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$155.88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300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78147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$142.69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7146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6654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$121.50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80932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3134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$197.17 group, led by Audi Henderson at $308.88. Subaru Prescott is lowest at $121.50.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+$57.74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364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+$39.85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684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+$27.37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5513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+$26.38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7660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+$20.55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5852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+$19.21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5783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+$19.15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281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225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256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60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+$16.05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46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+$15.95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35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+$13.64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35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+$12.89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649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+$12.26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300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297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+$9.64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39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55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+$8.58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93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+$6.95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91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+$6.80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90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+$6.75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837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+$6.22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36024" y="3351233"/>
            <a:ext cx="713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+$5.30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36024" y="3591128"/>
            <a:ext cx="61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336024" y="3831024"/>
            <a:ext cx="574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336024" y="4070920"/>
            <a:ext cx="500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336024" y="4310815"/>
            <a:ext cx="331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+$2.47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336024" y="4550711"/>
            <a:ext cx="13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+$1.03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336024" y="4790606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+$0.95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335137" y="5030502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−$0.07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314711" y="5270397"/>
            <a:ext cx="21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−$1.58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9171193" y="5510293"/>
            <a:ext cx="1648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−$12.25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of 33 stores raised warranty ELR, led by LR LV at +$57.74 to $274.91. 3 declined; Honda North fell most at −$12.25.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$3.75 to $129.84, ahead of 2025 in seven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$207.05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7617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$205.15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3509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$187.89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4095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$176.36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168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6417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$166.97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35475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$165.81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3346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$163.35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32628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29849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$158.93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2652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$154.86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2380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997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$146.85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1995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15820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$141.76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13863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$139.36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12261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$137.40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1210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11852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$136.90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09881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$134.49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0985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$134.46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04755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$128.21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04098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$127.41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0168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$124.45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0023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$122.68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9753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$119.37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95741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$117.18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9393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$114.97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923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$109.22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570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$104.89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3867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$102.65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1524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$99.78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7125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$87.21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6188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1228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at or above the $129.84 group, led by LR Reno at $207.05. Nissan is lowest at $87.21.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6008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+$46.71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092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+$39.59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487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+$27.12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7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+$20.81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243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+$17.44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631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+$12.68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59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+$12.43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548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+$12.04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3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+$11.13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822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+$6.39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80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735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+$5.72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703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+$5.47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61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+$5.14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5801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+$4.51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491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+$3.82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48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46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+$3.58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249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+$1.94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+$0.34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24019" y="2631546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−$0.93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17348" y="2871442"/>
            <a:ext cx="186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13515" y="3111337"/>
            <a:ext cx="22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−$1.75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8246" y="3351233"/>
            <a:ext cx="5777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−$4.49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73152" y="3591128"/>
            <a:ext cx="628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−$4.89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57842" y="3831024"/>
            <a:ext cx="7818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−$6.08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53717" y="4070920"/>
            <a:ext cx="8230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−$6.40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03894" y="4310815"/>
            <a:ext cx="13213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−$10.27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07808" y="4550711"/>
            <a:ext cx="22821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−$17.74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069070" y="4790606"/>
            <a:ext cx="2669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−$20.75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916687" y="5030502"/>
            <a:ext cx="41933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−$32.60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09839" y="5270397"/>
            <a:ext cx="5261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−$40.91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−$60.43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33 stores raised internal ELR, led by Hyundai St George at +$46.71 to $205.15. 13 declined; Kia LV fell most at −$60.43.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2026-10-22T00:09:50Z</dcterms:created>
  <dcterms:modified xsi:type="dcterms:W3CDTF">2026-10-22T00:09:50Z</dcterms:modified>
</cp:coreProperties>
</file>