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Warranty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Change in Internal ELR,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chart" Target="/ppt/charts/chart14.xml"/><Relationship Id="rId5" Type="http://schemas.openxmlformats.org/officeDocument/2006/relationships/chart" Target="/ppt/charts/chart15.xml"/><Relationship Id="rId6" Type="http://schemas.openxmlformats.org/officeDocument/2006/relationships/chart" Target="/ppt/charts/chart16.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Warranty ROs   ·   Warranty ELR   ·   Internal ELR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