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73651.42</c:v>
                </c:pt>
                <c:pt idx="1">
                  <c:v>44446.63</c:v>
                </c:pt>
                <c:pt idx="2">
                  <c:v>54084.08</c:v>
                </c:pt>
                <c:pt idx="3">
                  <c:v>37237.91</c:v>
                </c:pt>
                <c:pt idx="4">
                  <c:v>36280.36</c:v>
                </c:pt>
                <c:pt idx="5">
                  <c:v>50377.05</c:v>
                </c:pt>
                <c:pt idx="6">
                  <c:v>56040.72</c:v>
                </c:pt>
                <c:pt idx="7">
                  <c:v>40756.53</c:v>
                </c:pt>
                <c:pt idx="8">
                  <c:v>50217.57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43223.67</c:v>
                </c:pt>
                <c:pt idx="1">
                  <c:v>101043.11</c:v>
                </c:pt>
                <c:pt idx="2">
                  <c:v>67138.2</c:v>
                </c:pt>
                <c:pt idx="3">
                  <c:v>68877.07</c:v>
                </c:pt>
                <c:pt idx="4">
                  <c:v>59268.44</c:v>
                </c:pt>
                <c:pt idx="5">
                  <c:v>65725.26</c:v>
                </c:pt>
                <c:pt idx="6">
                  <c:v>61769.36</c:v>
                </c:pt>
                <c:pt idx="7">
                  <c:v>54211.99</c:v>
                </c:pt>
                <c:pt idx="8">
                  <c:v>50384.42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224.13"/>
          <c:min val="31099.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105547.04</c:v>
                </c:pt>
                <c:pt idx="1">
                  <c:v>71297.75</c:v>
                </c:pt>
                <c:pt idx="2">
                  <c:v>77377.97</c:v>
                </c:pt>
                <c:pt idx="3">
                  <c:v>64364.85</c:v>
                </c:pt>
                <c:pt idx="4">
                  <c:v>87379.45</c:v>
                </c:pt>
                <c:pt idx="5">
                  <c:v>72561.44</c:v>
                </c:pt>
                <c:pt idx="6">
                  <c:v>61232.4</c:v>
                </c:pt>
                <c:pt idx="7">
                  <c:v>64889.43</c:v>
                </c:pt>
                <c:pt idx="8">
                  <c:v>62941.2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105595.38</c:v>
                </c:pt>
                <c:pt idx="1">
                  <c:v>84699.58</c:v>
                </c:pt>
                <c:pt idx="2">
                  <c:v>83648.44</c:v>
                </c:pt>
                <c:pt idx="3">
                  <c:v>76498.23</c:v>
                </c:pt>
                <c:pt idx="4">
                  <c:v>73262.32</c:v>
                </c:pt>
                <c:pt idx="5">
                  <c:v>72186.04</c:v>
                </c:pt>
                <c:pt idx="6">
                  <c:v>112811.38</c:v>
                </c:pt>
                <c:pt idx="7">
                  <c:v>112981.52</c:v>
                </c:pt>
                <c:pt idx="8">
                  <c:v>115508.68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9850.7824"/>
          <c:min val="56890.297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198849.33</c:v>
                </c:pt>
                <c:pt idx="1">
                  <c:v>233817.87</c:v>
                </c:pt>
                <c:pt idx="2">
                  <c:v>221822.74</c:v>
                </c:pt>
                <c:pt idx="3">
                  <c:v>193970.77</c:v>
                </c:pt>
                <c:pt idx="4">
                  <c:v>178283.87</c:v>
                </c:pt>
                <c:pt idx="5">
                  <c:v>177189.59</c:v>
                </c:pt>
                <c:pt idx="6">
                  <c:v>172212.56</c:v>
                </c:pt>
                <c:pt idx="7">
                  <c:v>177031.54</c:v>
                </c:pt>
                <c:pt idx="8">
                  <c:v>129661.4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10.8188"/>
          <c:min val="77313.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84467.92</c:v>
                </c:pt>
                <c:pt idx="1">
                  <c:v>80070.79</c:v>
                </c:pt>
                <c:pt idx="2">
                  <c:v>66487.45</c:v>
                </c:pt>
                <c:pt idx="3">
                  <c:v>57166.42</c:v>
                </c:pt>
                <c:pt idx="4">
                  <c:v>71283.63</c:v>
                </c:pt>
                <c:pt idx="5">
                  <c:v>54617.77</c:v>
                </c:pt>
                <c:pt idx="6">
                  <c:v>57633.96</c:v>
                </c:pt>
                <c:pt idx="7">
                  <c:v>49575.05</c:v>
                </c:pt>
                <c:pt idx="8">
                  <c:v>45640.3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40992.79</c:v>
                </c:pt>
                <c:pt idx="1">
                  <c:v>42474.1</c:v>
                </c:pt>
                <c:pt idx="2">
                  <c:v>44137.37</c:v>
                </c:pt>
                <c:pt idx="3">
                  <c:v>35553.29</c:v>
                </c:pt>
                <c:pt idx="4">
                  <c:v>40450.74</c:v>
                </c:pt>
                <c:pt idx="5">
                  <c:v>56173.94</c:v>
                </c:pt>
                <c:pt idx="6">
                  <c:v>48797.2</c:v>
                </c:pt>
                <c:pt idx="7">
                  <c:v>40534.52</c:v>
                </c:pt>
                <c:pt idx="8">
                  <c:v>53846.05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8381.0904"/>
          <c:min val="31640.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100801.77666666667</c:v>
                </c:pt>
                <c:pt idx="1">
                  <c:v>100801.77666666667</c:v>
                </c:pt>
                <c:pt idx="2">
                  <c:v>100801.77666666667</c:v>
                </c:pt>
                <c:pt idx="3">
                  <c:v>100801.77666666667</c:v>
                </c:pt>
                <c:pt idx="4">
                  <c:v>100801.77666666667</c:v>
                </c:pt>
                <c:pt idx="5">
                  <c:v>100801.77666666667</c:v>
                </c:pt>
                <c:pt idx="6">
                  <c:v>100801.77666666667</c:v>
                </c:pt>
                <c:pt idx="7">
                  <c:v>100801.77666666667</c:v>
                </c:pt>
                <c:pt idx="8">
                  <c:v>100801.77666666667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95605.08</c:v>
                </c:pt>
                <c:pt idx="1">
                  <c:v>101396.39</c:v>
                </c:pt>
                <c:pt idx="2">
                  <c:v>105403.86</c:v>
                </c:pt>
                <c:pt idx="3">
                  <c:v>128271.72</c:v>
                </c:pt>
                <c:pt idx="4">
                  <c:v>96132.72</c:v>
                </c:pt>
                <c:pt idx="5">
                  <c:v>99309.74</c:v>
                </c:pt>
                <c:pt idx="6">
                  <c:v>141617.43</c:v>
                </c:pt>
                <c:pt idx="7">
                  <c:v>132620.84</c:v>
                </c:pt>
                <c:pt idx="8">
                  <c:v>143645.33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94606.52333333333</c:v>
                </c:pt>
                <c:pt idx="1">
                  <c:v>94606.52333333333</c:v>
                </c:pt>
                <c:pt idx="2">
                  <c:v>94606.52333333333</c:v>
                </c:pt>
                <c:pt idx="3">
                  <c:v>94606.52333333333</c:v>
                </c:pt>
                <c:pt idx="4">
                  <c:v>94606.52333333333</c:v>
                </c:pt>
                <c:pt idx="5">
                  <c:v>94606.52333333333</c:v>
                </c:pt>
                <c:pt idx="6">
                  <c:v>94606.52333333333</c:v>
                </c:pt>
                <c:pt idx="7">
                  <c:v>94606.52333333333</c:v>
                </c:pt>
                <c:pt idx="8">
                  <c:v>94606.52333333333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104607.73</c:v>
                </c:pt>
                <c:pt idx="1">
                  <c:v>99509.41</c:v>
                </c:pt>
                <c:pt idx="2">
                  <c:v>79702.43</c:v>
                </c:pt>
                <c:pt idx="3">
                  <c:v>94877.65</c:v>
                </c:pt>
                <c:pt idx="4">
                  <c:v>99214.95</c:v>
                </c:pt>
                <c:pt idx="5">
                  <c:v>108542.08</c:v>
                </c:pt>
                <c:pt idx="6">
                  <c:v>130841.81</c:v>
                </c:pt>
                <c:pt idx="7">
                  <c:v>121775.64</c:v>
                </c:pt>
                <c:pt idx="8">
                  <c:v>123133.99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187.82</c:v>
                </c:pt>
                <c:pt idx="10">
                  <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
                </c:pt>
                <c:pt idx="10">
                  <c:v>188.55</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122.58168064163324</c:v>
                </c:pt>
                <c:pt idx="1">
                  <c:v>117.52640423214562</c:v>
                </c:pt>
                <c:pt idx="2">
                  <c:v>111.23336145086462</c:v>
                </c:pt>
                <c:pt idx="3">
                  <c:v>117.85230905861458</c:v>
                </c:pt>
                <c:pt idx="4">
                  <c:v>112.32017661739299</c:v>
                </c:pt>
                <c:pt idx="5">
                  <c:v>114.64485964272693</c:v>
                </c:pt>
                <c:pt idx="6">
                  <c:v>110.71989544895449</c:v>
                </c:pt>
                <c:pt idx="7">
                  <c:v>104.05066496629624</c:v>
                </c:pt>
                <c:pt idx="8">
                  <c:v>113.54065143062803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136.26171531176286</c:v>
                </c:pt>
                <c:pt idx="1">
                  <c:v>133.26594511675472</c:v>
                </c:pt>
                <c:pt idx="2">
                  <c:v>140.11032485831964</c:v>
                </c:pt>
                <c:pt idx="3">
                  <c:v>129.41722343714653</c:v>
                </c:pt>
                <c:pt idx="4">
                  <c:v>128.00904134833183</c:v>
                </c:pt>
                <c:pt idx="5">
                  <c:v>139.7038959288218</c:v>
                </c:pt>
                <c:pt idx="6">
                  <c:v>133.6440097799511</c:v>
                </c:pt>
                <c:pt idx="7">
                  <c:v>132.44499130667378</c:v>
                </c:pt>
                <c:pt idx="8">
                  <c:v>135.95611102591627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2.99509764968153"/>
          <c:min val="101.1658921749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92.880250849019</c:v>
                </c:pt>
                <c:pt idx="1">
                  <c:v>95.84905902227085</c:v>
                </c:pt>
                <c:pt idx="2">
                  <c:v>96.63554468528355</c:v>
                </c:pt>
                <c:pt idx="3">
                  <c:v>94.4279766354856</c:v>
                </c:pt>
                <c:pt idx="4">
                  <c:v>100.89441951658024</c:v>
                </c:pt>
                <c:pt idx="5">
                  <c:v>99.32603506552257</c:v>
                </c:pt>
                <c:pt idx="6">
                  <c:v>99.29664541399629</c:v>
                </c:pt>
                <c:pt idx="7">
                  <c:v>96.71248109122307</c:v>
                </c:pt>
                <c:pt idx="8">
                  <c:v>102.2272950128454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5.51420526255933"/>
          <c:min val="89.722180151719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149.9706485678831</c:v>
                </c:pt>
                <c:pt idx="1">
                  <c:v>172.00720834208133</c:v>
                </c:pt>
                <c:pt idx="2">
                  <c:v>166.39400682391337</c:v>
                </c:pt>
                <c:pt idx="3">
                  <c:v>178.3032138455542</c:v>
                </c:pt>
                <c:pt idx="4">
                  <c:v>178.1761071616463</c:v>
                </c:pt>
                <c:pt idx="5">
                  <c:v>189.14884979702296</c:v>
                </c:pt>
                <c:pt idx="6">
                  <c:v>180.57775255391599</c:v>
                </c:pt>
                <c:pt idx="7">
                  <c:v>172.7758240665551</c:v>
                </c:pt>
                <c:pt idx="8">
                  <c:v>169.02812577268605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8684721654026"/>
          <c:min val="125.433947823897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144.67625445292623</c:v>
                </c:pt>
                <c:pt idx="1">
                  <c:v>160.96337604456826</c:v>
                </c:pt>
                <c:pt idx="2">
                  <c:v>148.61763562711076</c:v>
                </c:pt>
                <c:pt idx="3">
                  <c:v>163.63036573191758</c:v>
                </c:pt>
                <c:pt idx="4">
                  <c:v>158.638249475891</c:v>
                </c:pt>
                <c:pt idx="5">
                  <c:v>161.57829244357214</c:v>
                </c:pt>
                <c:pt idx="6">
                  <c:v>156.0278287840011</c:v>
                </c:pt>
                <c:pt idx="7">
                  <c:v>160.5997293758184</c:v>
                </c:pt>
                <c:pt idx="8">
                  <c:v>160.18754669987547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155.72106828193833</c:v>
                </c:pt>
                <c:pt idx="1">
                  <c:v>145.75028198626615</c:v>
                </c:pt>
                <c:pt idx="2">
                  <c:v>147.99482419818935</c:v>
                </c:pt>
                <c:pt idx="3">
                  <c:v>141.03026612645104</c:v>
                </c:pt>
                <c:pt idx="4">
                  <c:v>139.1263412477101</c:v>
                </c:pt>
                <c:pt idx="5">
                  <c:v>131.02312467377524</c:v>
                </c:pt>
                <c:pt idx="6">
                  <c:v>130.2903637004692</c:v>
                </c:pt>
                <c:pt idx="7">
                  <c:v>124.60342396356685</c:v>
                </c:pt>
                <c:pt idx="8">
                  <c:v>138.82405599593895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75252107338562"/>
          <c:min val="121.4812686220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96.73828452718628</c:v>
                </c:pt>
                <c:pt idx="1">
                  <c:v>96.73828452718628</c:v>
                </c:pt>
                <c:pt idx="2">
                  <c:v>96.73828452718628</c:v>
                </c:pt>
                <c:pt idx="3">
                  <c:v>96.73828452718628</c:v>
                </c:pt>
                <c:pt idx="4">
                  <c:v>96.73828452718628</c:v>
                </c:pt>
                <c:pt idx="5">
                  <c:v>96.73828452718628</c:v>
                </c:pt>
                <c:pt idx="6">
                  <c:v>96.73828452718628</c:v>
                </c:pt>
                <c:pt idx="7">
                  <c:v>96.73828452718628</c:v>
                </c:pt>
                <c:pt idx="8">
                  <c:v>96.73828452718628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92.61027480088403</c:v>
                </c:pt>
                <c:pt idx="1">
                  <c:v>93.13047757929273</c:v>
                </c:pt>
                <c:pt idx="2">
                  <c:v>105.0972046279875</c:v>
                </c:pt>
                <c:pt idx="3">
                  <c:v>93.82475887290849</c:v>
                </c:pt>
                <c:pt idx="4">
                  <c:v>110.21642929370833</c:v>
                </c:pt>
                <c:pt idx="5">
                  <c:v>110.57268252560692</c:v>
                </c:pt>
                <c:pt idx="6">
                  <c:v>115.0152976091913</c:v>
                </c:pt>
                <c:pt idx="7">
                  <c:v>108.92671433788448</c:v>
                </c:pt>
                <c:pt idx="8">
                  <c:v>133.12252283105022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159.33849946742944</c:v>
                </c:pt>
                <c:pt idx="1">
                  <c:v>159.33849946742944</c:v>
                </c:pt>
                <c:pt idx="2">
                  <c:v>159.33849946742944</c:v>
                </c:pt>
                <c:pt idx="3">
                  <c:v>159.33849946742944</c:v>
                </c:pt>
                <c:pt idx="4">
                  <c:v>159.33849946742944</c:v>
                </c:pt>
                <c:pt idx="5">
                  <c:v>159.33849946742944</c:v>
                </c:pt>
                <c:pt idx="6">
                  <c:v>159.33849946742944</c:v>
                </c:pt>
                <c:pt idx="7">
                  <c:v>159.33849946742944</c:v>
                </c:pt>
                <c:pt idx="8">
                  <c:v>159.33849946742944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195.19433955605746</c:v>
                </c:pt>
                <c:pt idx="1">
                  <c:v>128.96612069805988</c:v>
                </c:pt>
                <c:pt idx="2">
                  <c:v>148.0151558808275</c:v>
                </c:pt>
                <c:pt idx="3">
                  <c:v>155.75241501675725</c:v>
                </c:pt>
                <c:pt idx="4">
                  <c:v>183.83668297282964</c:v>
                </c:pt>
                <c:pt idx="5">
                  <c:v>210.9930718516035</c:v>
                </c:pt>
                <c:pt idx="6">
                  <c:v>203.00622398568484</c:v>
                </c:pt>
                <c:pt idx="7">
                  <c:v>185.13596682671323</c:v>
                </c:pt>
                <c:pt idx="8">
                  <c:v>176.51716247139586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Jan-Sep 2026 vs Jan-Sep 2025; 2025 shown January-December. Store rows reconcile to the group to the cent,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the $197.17 group, led by Audi Henderson at $308.88. Subaru Prescott is lowest at $121.50.Source: Qlik - Closed Repair Orders. Jan-Sep by close month. Same-store, INEOS excluded (opened 2026). GMC Prescott body shop labor types excluded. Warranty labor sale / warranty sold hours.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30 of 33 stores raised warranty ELR, led by LR LV at +$57.74 to $274.91. 3 declined; Honda North fell most at −$12.25.Source: Qlik - Closed Repair Orders. Jan-Sep by close month. Same-store, INEOS excluded (opened 2026). GMC Prescott body shop labor types excluded. Change in Warranty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LV, Audi Henderson and Volvo what changed. Ask Honda North, LR Reno and Cadillac what got in the way. Ask Nissan, LR Henderson and Honda Flagstaff what they started this year.Source: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chart" Target="/ppt/charts/chart19.xml"/><Relationship Id="rId14" Type="http://schemas.openxmlformats.org/officeDocument/2006/relationships/chart" Target="/ppt/charts/chart20.xml"/><Relationship Id="rId15" Type="http://schemas.openxmlformats.org/officeDocument/2006/relationships/chart" Target="/ppt/charts/chart21.xml"/><Relationship Id="rId16" Type="http://schemas.openxmlformats.org/officeDocument/2006/relationships/chart" Target="/ppt/charts/chart22.xml"/><Relationship Id="rId17" Type="http://schemas.openxmlformats.org/officeDocument/2006/relationships/chart" Target="/ppt/charts/chart23.xml"/><Relationship Id="rId18" Type="http://schemas.openxmlformats.org/officeDocument/2006/relationships/chart" Target="/ppt/charts/chart24.xml"/><Relationship Id="rId19" Type="http://schemas.openxmlformats.org/officeDocument/2006/relationships/chart" Target="/ppt/charts/chart25.xml"/><Relationship Id="rId20" Type="http://schemas.openxmlformats.org/officeDocument/2006/relationships/chart" Target="/ppt/charts/chart26.xml"/><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chart" Target="/ppt/charts/chart3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8.xml"/><Relationship Id="rId2" Type="http://schemas.openxmlformats.org/officeDocument/2006/relationships/chart" Target="/ppt/charts/chart39.xml"/><Relationship Id="rId3" Type="http://schemas.openxmlformats.org/officeDocument/2006/relationships/chart" Target="/ppt/charts/chart40.xml"/><Relationship Id="rId4" Type="http://schemas.openxmlformats.org/officeDocument/2006/relationships/chart" Target="/ppt/charts/chart41.xml"/><Relationship Id="rId5" Type="http://schemas.openxmlformats.org/officeDocument/2006/relationships/chart" Target="/ppt/charts/chart42.xml"/><Relationship Id="rId6" Type="http://schemas.openxmlformats.org/officeDocument/2006/relationships/chart" Target="/ppt/charts/chart43.xml"/><Relationship Id="rId7" Type="http://schemas.openxmlformats.org/officeDocument/2006/relationships/chart" Target="/ppt/charts/chart44.xml"/><Relationship Id="rId8" Type="http://schemas.openxmlformats.org/officeDocument/2006/relationships/chart" Target="/ppt/charts/chart45.xml"/><Relationship Id="rId9" Type="http://schemas.openxmlformats.org/officeDocument/2006/relationships/chart" Target="/ppt/charts/chart46.xml"/><Relationship Id="rId10" Type="http://schemas.openxmlformats.org/officeDocument/2006/relationships/chart" Target="/ppt/charts/chart47.xml"/><Relationship Id="rId11" Type="http://schemas.openxmlformats.org/officeDocument/2006/relationships/chart" Target="/ppt/charts/chart48.xml"/><Relationship Id="rId12" Type="http://schemas.openxmlformats.org/officeDocument/2006/relationships/chart" Target="/ppt/charts/chart49.xml"/><Relationship Id="rId13" Type="http://schemas.openxmlformats.org/officeDocument/2006/relationships/chart" Target="/ppt/charts/chart50.xml"/><Relationship Id="rId14" Type="http://schemas.openxmlformats.org/officeDocument/2006/relationships/chart" Target="/ppt/charts/chart51.xml"/><Relationship Id="rId15" Type="http://schemas.openxmlformats.org/officeDocument/2006/relationships/chart" Target="/ppt/charts/chart52.xml"/><Relationship Id="rId16" Type="http://schemas.openxmlformats.org/officeDocument/2006/relationships/chart" Target="/ppt/charts/chart53.xml"/><Relationship Id="rId17" Type="http://schemas.openxmlformats.org/officeDocument/2006/relationships/chart" Target="/ppt/charts/chart54.xml"/><Relationship Id="rId18" Type="http://schemas.openxmlformats.org/officeDocument/2006/relationships/chart" Target="/ppt/charts/chart55.xml"/><Relationship Id="rId19" Type="http://schemas.openxmlformats.org/officeDocument/2006/relationships/chart" Target="/ppt/charts/chart56.xml"/><Relationship Id="rId20" Type="http://schemas.openxmlformats.org/officeDocument/2006/relationships/chart" Target="/ppt/charts/chart57.xml"/><Relationship Id="rId21" Type="http://schemas.openxmlformats.org/officeDocument/2006/relationships/slideLayout" Target="../slideLayouts/slideLayout1.xml"/><Relationship Id="rId2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gross   ·   Warranty ELR   ·   Internal ELR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graphicFrame>
        <p:nvGraphicFramePr>
          <p:cNvPr id="28"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graphicFrame>
        <p:nvGraphicFramePr>
          <p:cNvPr id="34"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2"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47"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53"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56" name="Shape 46"/>
          <p:cNvSpPr/>
          <p:nvPr/>
        </p:nvSpPr>
        <p:spPr>
          <a:xfrm>
            <a:off x="7775448" y="4507992"/>
            <a:ext cx="64008" cy="813816"/>
          </a:xfrm>
          <a:prstGeom prst="rect">
            <a:avLst/>
          </a:prstGeom>
          <a:solidFill>
            <a:srgbClr val="2587C5"/>
          </a:solidFill>
          <a:ln/>
        </p:spPr>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graphicFrame>
        <p:nvGraphicFramePr>
          <p:cNvPr id="59"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graphicFrame>
        <p:nvGraphicFramePr>
          <p:cNvPr id="6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Shape 59"/>
          <p:cNvSpPr/>
          <p:nvPr/>
        </p:nvSpPr>
        <p:spPr>
          <a:xfrm>
            <a:off x="11466576" y="1847088"/>
            <a:ext cx="64008" cy="813816"/>
          </a:xfrm>
          <a:prstGeom prst="rect">
            <a:avLst/>
          </a:prstGeom>
          <a:solidFill>
            <a:srgbClr val="2587C5"/>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74"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5"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8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87"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88"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graphicFrame>
        <p:nvGraphicFramePr>
          <p:cNvPr id="93"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4"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graphicFrame>
        <p:nvGraphicFramePr>
          <p:cNvPr id="100"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1"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3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10512"/>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697480"/>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584448"/>
            <a:ext cx="3489960" cy="886968"/>
          </a:xfrm>
          <a:prstGeom prst="rect">
            <a:avLst/>
          </a:prstGeom>
          <a:solidFill>
            <a:srgbClr val="F7F7F7"/>
          </a:solidFill>
          <a:ln/>
        </p:spPr>
      </p:sp>
      <p:sp>
        <p:nvSpPr>
          <p:cNvPr id="17"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584448"/>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Shape 18"/>
          <p:cNvSpPr/>
          <p:nvPr/>
        </p:nvSpPr>
        <p:spPr>
          <a:xfrm>
            <a:off x="4084320" y="4507992"/>
            <a:ext cx="64008" cy="813816"/>
          </a:xfrm>
          <a:prstGeom prst="rect">
            <a:avLst/>
          </a:prstGeom>
          <a:solidFill>
            <a:srgbClr val="12A566"/>
          </a:solidFill>
          <a:ln/>
        </p:spPr>
      </p:sp>
      <p:sp>
        <p:nvSpPr>
          <p:cNvPr id="21"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471416"/>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3"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4" name="Shape 22"/>
          <p:cNvSpPr/>
          <p:nvPr/>
        </p:nvSpPr>
        <p:spPr>
          <a:xfrm>
            <a:off x="658368" y="5358384"/>
            <a:ext cx="3489960" cy="886968"/>
          </a:xfrm>
          <a:prstGeom prst="rect">
            <a:avLst/>
          </a:prstGeom>
          <a:solidFill>
            <a:srgbClr val="F7F7F7"/>
          </a:solidFill>
          <a:ln/>
        </p:spPr>
      </p:sp>
      <p:sp>
        <p:nvSpPr>
          <p:cNvPr id="25" name="Shape 23"/>
          <p:cNvSpPr/>
          <p:nvPr/>
        </p:nvSpPr>
        <p:spPr>
          <a:xfrm>
            <a:off x="4084320" y="5394960"/>
            <a:ext cx="64008" cy="813816"/>
          </a:xfrm>
          <a:prstGeom prst="rect">
            <a:avLst/>
          </a:prstGeom>
          <a:solidFill>
            <a:srgbClr val="12A566"/>
          </a:solidFill>
          <a:ln/>
        </p:spPr>
      </p:sp>
      <p:sp>
        <p:nvSpPr>
          <p:cNvPr id="26"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358384"/>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8"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Shape 29"/>
          <p:cNvSpPr/>
          <p:nvPr/>
        </p:nvSpPr>
        <p:spPr>
          <a:xfrm>
            <a:off x="4349496" y="1810512"/>
            <a:ext cx="3489960" cy="886968"/>
          </a:xfrm>
          <a:prstGeom prst="rect">
            <a:avLst/>
          </a:prstGeom>
          <a:solidFill>
            <a:srgbClr val="F7F7F7"/>
          </a:solidFill>
          <a:ln/>
        </p:spPr>
      </p:sp>
      <p:sp>
        <p:nvSpPr>
          <p:cNvPr id="32" name="Shape 30"/>
          <p:cNvSpPr/>
          <p:nvPr/>
        </p:nvSpPr>
        <p:spPr>
          <a:xfrm>
            <a:off x="7775448" y="1847088"/>
            <a:ext cx="64008" cy="813816"/>
          </a:xfrm>
          <a:prstGeom prst="rect">
            <a:avLst/>
          </a:prstGeom>
          <a:solidFill>
            <a:srgbClr val="2587C5"/>
          </a:solidFill>
          <a:ln/>
        </p:spPr>
      </p:sp>
      <p:sp>
        <p:nvSpPr>
          <p:cNvPr id="33"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1810512"/>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5"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6"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697480"/>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8"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9" name="Shape 37"/>
          <p:cNvSpPr/>
          <p:nvPr/>
        </p:nvSpPr>
        <p:spPr>
          <a:xfrm>
            <a:off x="4349496" y="3584448"/>
            <a:ext cx="3489960" cy="886968"/>
          </a:xfrm>
          <a:prstGeom prst="rect">
            <a:avLst/>
          </a:prstGeom>
          <a:solidFill>
            <a:srgbClr val="F7F7F7"/>
          </a:solidFill>
          <a:ln/>
        </p:spPr>
      </p:sp>
      <p:sp>
        <p:nvSpPr>
          <p:cNvPr id="40"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584448"/>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2"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3"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471416"/>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5"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6" name="Shape 44"/>
          <p:cNvSpPr/>
          <p:nvPr/>
        </p:nvSpPr>
        <p:spPr>
          <a:xfrm>
            <a:off x="4349496" y="5358384"/>
            <a:ext cx="3489960" cy="886968"/>
          </a:xfrm>
          <a:prstGeom prst="rect">
            <a:avLst/>
          </a:prstGeom>
          <a:solidFill>
            <a:srgbClr val="F7F7F7"/>
          </a:solidFill>
          <a:ln/>
        </p:spPr>
      </p:sp>
      <p:sp>
        <p:nvSpPr>
          <p:cNvPr id="47"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358384"/>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Shape 50"/>
          <p:cNvSpPr/>
          <p:nvPr/>
        </p:nvSpPr>
        <p:spPr>
          <a:xfrm>
            <a:off x="8040624" y="1810512"/>
            <a:ext cx="3489960" cy="886968"/>
          </a:xfrm>
          <a:prstGeom prst="rect">
            <a:avLst/>
          </a:prstGeom>
          <a:solidFill>
            <a:srgbClr val="F7F7F7"/>
          </a:solidFill>
          <a:ln/>
        </p:spPr>
      </p:sp>
      <p:sp>
        <p:nvSpPr>
          <p:cNvPr id="53" name="Shape 51"/>
          <p:cNvSpPr/>
          <p:nvPr/>
        </p:nvSpPr>
        <p:spPr>
          <a:xfrm>
            <a:off x="11466576" y="1847088"/>
            <a:ext cx="64008" cy="813816"/>
          </a:xfrm>
          <a:prstGeom prst="rect">
            <a:avLst/>
          </a:prstGeom>
          <a:solidFill>
            <a:srgbClr val="12A566"/>
          </a:solidFill>
          <a:ln/>
        </p:spPr>
      </p:sp>
      <p:sp>
        <p:nvSpPr>
          <p:cNvPr id="54" name="Text 5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1810512"/>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6" name="Text 54"/>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7" name="Shape 55"/>
          <p:cNvSpPr/>
          <p:nvPr/>
        </p:nvSpPr>
        <p:spPr>
          <a:xfrm>
            <a:off x="11466576" y="2734056"/>
            <a:ext cx="64008" cy="813816"/>
          </a:xfrm>
          <a:prstGeom prst="rect">
            <a:avLst/>
          </a:prstGeom>
          <a:solidFill>
            <a:srgbClr val="12A566"/>
          </a:solidFill>
          <a:ln/>
        </p:spPr>
      </p:sp>
      <p:sp>
        <p:nvSpPr>
          <p:cNvPr id="58"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697480"/>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60"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61" name="Shape 59"/>
          <p:cNvSpPr/>
          <p:nvPr/>
        </p:nvSpPr>
        <p:spPr>
          <a:xfrm>
            <a:off x="8040624" y="3584448"/>
            <a:ext cx="3489960" cy="886968"/>
          </a:xfrm>
          <a:prstGeom prst="rect">
            <a:avLst/>
          </a:prstGeom>
          <a:solidFill>
            <a:srgbClr val="F7F7F7"/>
          </a:solidFill>
          <a:ln/>
        </p:spPr>
      </p:sp>
      <p:sp>
        <p:nvSpPr>
          <p:cNvPr id="62" name="Text 6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584448"/>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4" name="Text 62"/>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5" name="Shape 63"/>
          <p:cNvSpPr/>
          <p:nvPr/>
        </p:nvSpPr>
        <p:spPr>
          <a:xfrm>
            <a:off x="11466576" y="4507992"/>
            <a:ext cx="64008" cy="813816"/>
          </a:xfrm>
          <a:prstGeom prst="rect">
            <a:avLst/>
          </a:prstGeom>
          <a:solidFill>
            <a:srgbClr val="2587C5"/>
          </a:solidFill>
          <a:ln/>
        </p:spPr>
      </p:sp>
      <p:sp>
        <p:nvSpPr>
          <p:cNvPr id="66" name="Text 64"/>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471416"/>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8" name="Text 66"/>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9" name="Shape 67"/>
          <p:cNvSpPr/>
          <p:nvPr/>
        </p:nvSpPr>
        <p:spPr>
          <a:xfrm>
            <a:off x="8040624" y="5358384"/>
            <a:ext cx="3489960" cy="886968"/>
          </a:xfrm>
          <a:prstGeom prst="rect">
            <a:avLst/>
          </a:prstGeom>
          <a:solidFill>
            <a:srgbClr val="F7F7F7"/>
          </a:solidFill>
          <a:ln/>
        </p:spPr>
      </p:sp>
      <p:sp>
        <p:nvSpPr>
          <p:cNvPr id="70"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358384"/>
            <a:ext cx="1825752" cy="886968"/>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7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graphicFrame>
        <p:nvGraphicFramePr>
          <p:cNvPr id="29"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Shape 27"/>
          <p:cNvSpPr/>
          <p:nvPr/>
        </p:nvSpPr>
        <p:spPr>
          <a:xfrm>
            <a:off x="4084320" y="5394960"/>
            <a:ext cx="64008" cy="813816"/>
          </a:xfrm>
          <a:prstGeom prst="rect">
            <a:avLst/>
          </a:prstGeom>
          <a:solidFill>
            <a:srgbClr val="12A566"/>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graphicFrame>
        <p:nvGraphicFramePr>
          <p:cNvPr id="36"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44"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49"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55"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8" name="Shape 48"/>
          <p:cNvSpPr/>
          <p:nvPr/>
        </p:nvSpPr>
        <p:spPr>
          <a:xfrm>
            <a:off x="7775448" y="4507992"/>
            <a:ext cx="64008" cy="813816"/>
          </a:xfrm>
          <a:prstGeom prst="rect">
            <a:avLst/>
          </a:prstGeom>
          <a:solidFill>
            <a:srgbClr val="2587C5"/>
          </a:solidFill>
          <a:ln/>
        </p:spPr>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graphicFrame>
        <p:nvGraphicFramePr>
          <p:cNvPr id="6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6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2587C5"/>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76"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7"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83"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4"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12A566"/>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91"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92"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graphicFrame>
        <p:nvGraphicFramePr>
          <p:cNvPr id="97"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8"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104"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5"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2026-10-29T02:28:35Z</dcterms:created>
  <dcterms:modified xsi:type="dcterms:W3CDTF">2026-10-29T02:28:35Z</dcterms:modified>
</cp:coreProperties>
</file>