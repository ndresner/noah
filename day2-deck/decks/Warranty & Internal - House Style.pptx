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187.82</c:v>
                </c:pt>
                <c:pt idx="10">
                  <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
                </c:pt>
                <c:pt idx="10">
                  <c:v>188.55</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Gross Profit - Fixed Ops Warranty (service + parts warranty gross). Same-store, INEOS excluded (opened 2026); no body shop. Jan-Sep 2026 vs Jan-Sep 2025; 2025 shown January-December. Store rows reconcile to the group to the cent,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12 of 33 stores at or above the $197.17 group, led by Audi Henderson at $308.88. Subaru Prescott is lowest at $121.50.Source: Qlik - Closed Repair Orders. Jan-Sep by close month. Same-store, INEOS excluded (opened 2026). GMC Prescott body shop labor types excluded. Warranty labor sale / warranty sold hours.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30 of 33 stores raised warranty ELR, led by LR LV at +$57.74 to $274.91. 3 declined; Honda North fell most at −$12.25.Source: Qlik - Closed Repair Orders. Jan-Sep by close month. Same-store, INEOS excluded (opened 2026). GMC Prescott body shop labor types excluded. Change in Warranty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LR LV, Audi Henderson and Volvo what changed. Ask Honda North, LR Reno and Cadillac what got in the way. Ask Nissan, LR Henderson and Honda Flagstaff what they started this year.Source: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gross   ·   Warranty ELR   ·   Internal ELR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Shape 39"/>
          <p:cNvSpPr/>
          <p:nvPr/>
        </p:nvSpPr>
        <p:spPr>
          <a:xfrm>
            <a:off x="7775448" y="4625035"/>
            <a:ext cx="64008" cy="755294"/>
          </a:xfrm>
          <a:prstGeom prst="rect">
            <a:avLst/>
          </a:prstGeom>
          <a:solidFill>
            <a:srgbClr val="2587C5"/>
          </a:solidFill>
          <a:ln/>
        </p:spPr>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2587C5"/>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3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7" name="Shape 65"/>
          <p:cNvSpPr/>
          <p:nvPr/>
        </p:nvSpPr>
        <p:spPr>
          <a:xfrm>
            <a:off x="11466576" y="4625035"/>
            <a:ext cx="64008" cy="755294"/>
          </a:xfrm>
          <a:prstGeom prst="rect">
            <a:avLst/>
          </a:prstGeom>
          <a:solidFill>
            <a:srgbClr val="2587C5"/>
          </a:solidFill>
          <a:ln/>
        </p:spPr>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2026-10-28T15:31:24Z</dcterms:created>
  <dcterms:modified xsi:type="dcterms:W3CDTF">2026-10-28T15:31:24Z</dcterms:modified>
</cp:coreProperties>
</file>