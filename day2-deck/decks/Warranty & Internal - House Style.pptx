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968142"/>
            <a:ext cx="64008" cy="755294"/>
          </a:xfrm>
          <a:prstGeom prst="rect">
            <a:avLst/>
          </a:prstGeom>
          <a:solidFill>
            <a:srgbClr val="12A566"/>
          </a:solidFill>
          <a:ln/>
        </p:spPr>
      </p:sp>
      <p:sp>
        <p:nvSpPr>
          <p:cNvPr id="69" name="Text 6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760013"/>
            <a:ext cx="3489960" cy="828446"/>
          </a:xfrm>
          <a:prstGeom prst="rect">
            <a:avLst/>
          </a:prstGeom>
          <a:solidFill>
            <a:srgbClr val="F7F7F7"/>
          </a:solidFill>
          <a:ln/>
        </p:spPr>
      </p:sp>
      <p:sp>
        <p:nvSpPr>
          <p:cNvPr id="74" name="Shape 72"/>
          <p:cNvSpPr/>
          <p:nvPr/>
        </p:nvSpPr>
        <p:spPr>
          <a:xfrm>
            <a:off x="11466576" y="3796589"/>
            <a:ext cx="64008" cy="755294"/>
          </a:xfrm>
          <a:prstGeom prst="rect">
            <a:avLst/>
          </a:prstGeom>
          <a:solidFill>
            <a:srgbClr val="12A566"/>
          </a:solidFill>
          <a:ln/>
        </p:spPr>
      </p:sp>
      <p:sp>
        <p:nvSpPr>
          <p:cNvPr id="75" name="Text 7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2026-10-27T17:17:48Z</dcterms:created>
  <dcterms:modified xsi:type="dcterms:W3CDTF">2026-10-27T17:17:48Z</dcterms:modified>
</cp:coreProperties>
</file>