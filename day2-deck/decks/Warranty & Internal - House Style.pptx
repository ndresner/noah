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/>
                </c:pt>
                <c:pt idx="8">
                  <c:v/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14622</c:v>
                </c:pt>
                <c:pt idx="8">
                  <c:v>13082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196.34</c:v>
                </c:pt>
                <c:pt idx="1">
                  <c:v>197.6</c:v>
                </c:pt>
                <c:pt idx="2">
                  <c:v>196.73</c:v>
                </c:pt>
                <c:pt idx="3">
                  <c:v>199.07</c:v>
                </c:pt>
                <c:pt idx="4">
                  <c:v>194.28</c:v>
                </c:pt>
                <c:pt idx="5">
                  <c:v>194.35</c:v>
                </c:pt>
                <c:pt idx="6">
                  <c:v>198.7</c:v>
                </c:pt>
                <c:pt idx="7">
                  <c:v>198.48</c:v>
                </c:pt>
                <c:pt idx="8">
                  <c:v>198.65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196.34</c:v>
                </c:pt>
                <c:pt idx="1">
                  <c:v>197.6</c:v>
                </c:pt>
                <c:pt idx="2">
                  <c:v>196.73</c:v>
                </c:pt>
                <c:pt idx="3">
                  <c:v>199.07</c:v>
                </c:pt>
                <c:pt idx="4">
                  <c:v>194.28</c:v>
                </c:pt>
                <c:pt idx="5">
                  <c:v>194.35</c:v>
                </c:pt>
                <c:pt idx="6">
                  <c:v>198.7</c:v>
                </c:pt>
                <c:pt idx="7">
                  <c:v>198.48</c:v>
                </c:pt>
                <c:pt idx="8">
                  <c:v>198.65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</c:v>
                </c:pt>
                <c:pt idx="1">
                  <c:v>174.7</c:v>
                </c:pt>
                <c:pt idx="2">
                  <c:v>172.93</c:v>
                </c:pt>
                <c:pt idx="3">
                  <c:v>175.61</c:v>
                </c:pt>
                <c:pt idx="4">
                  <c:v>181.76</c:v>
                </c:pt>
                <c:pt idx="5">
                  <c:v>185.29</c:v>
                </c:pt>
                <c:pt idx="6">
                  <c:v>186.84</c:v>
                </c:pt>
                <c:pt idx="7">
                  <c:v>186.04</c:v>
                </c:pt>
                <c:pt idx="8">
                  <c:v>186.63</c:v>
                </c:pt>
                <c:pt idx="9">
                  <c:v>187.82</c:v>
                </c:pt>
                <c:pt idx="10">
                  <c:v>188.55</c:v>
                </c:pt>
                <c:pt idx="11">
                  <c:v>193.03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</c:v>
                </c:pt>
                <c:pt idx="1">
                  <c:v>174.7</c:v>
                </c:pt>
                <c:pt idx="2">
                  <c:v>172.93</c:v>
                </c:pt>
                <c:pt idx="3">
                  <c:v>175.61</c:v>
                </c:pt>
                <c:pt idx="4">
                  <c:v>181.76</c:v>
                </c:pt>
                <c:pt idx="5">
                  <c:v>185.29</c:v>
                </c:pt>
                <c:pt idx="6">
                  <c:v>186.84</c:v>
                </c:pt>
                <c:pt idx="7">
                  <c:v>186.04</c:v>
                </c:pt>
                <c:pt idx="8">
                  <c:v>186.63</c:v>
                </c:pt>
                <c:pt idx="9">
                  <c:v>187.82</c:v>
                </c:pt>
                <c:pt idx="10">
                  <c:v>188.55</c:v>
                </c:pt>
                <c:pt idx="11">
                  <c:v>193.03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125.77</c:v>
                </c:pt>
                <c:pt idx="1">
                  <c:v>124.08</c:v>
                </c:pt>
                <c:pt idx="2">
                  <c:v>130.61</c:v>
                </c:pt>
                <c:pt idx="3">
                  <c:v>130.85</c:v>
                </c:pt>
                <c:pt idx="4">
                  <c:v>131.64</c:v>
                </c:pt>
                <c:pt idx="5">
                  <c:v>128.34</c:v>
                </c:pt>
                <c:pt idx="6">
                  <c:v>132.55</c:v>
                </c:pt>
                <c:pt idx="7">
                  <c:v>129.87</c:v>
                </c:pt>
                <c:pt idx="8">
                  <c:v>133.77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125.77</c:v>
                </c:pt>
                <c:pt idx="1">
                  <c:v/>
                </c:pt>
                <c:pt idx="2">
                  <c:v>130.61</c:v>
                </c:pt>
                <c:pt idx="3">
                  <c:v>130.85</c:v>
                </c:pt>
                <c:pt idx="4">
                  <c:v>131.64</c:v>
                </c:pt>
                <c:pt idx="5">
                  <c:v/>
                </c:pt>
                <c:pt idx="6">
                  <c:v>132.55</c:v>
                </c:pt>
                <c:pt idx="7">
                  <c:v>129.87</c:v>
                </c:pt>
                <c:pt idx="8">
                  <c:v>133.77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124.08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128.34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125.41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128.94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123.77</c:v>
                </c:pt>
                <c:pt idx="1">
                  <c:v/>
                </c:pt>
                <c:pt idx="2">
                  <c:v>124.77</c:v>
                </c:pt>
                <c:pt idx="3">
                  <c:v>125.94</c:v>
                </c:pt>
                <c:pt idx="4">
                  <c:v>130.19</c:v>
                </c:pt>
                <c:pt idx="5">
                  <c:v/>
                </c:pt>
                <c:pt idx="6">
                  <c:v>125.78</c:v>
                </c:pt>
                <c:pt idx="7">
                  <c:v>125.81</c:v>
                </c:pt>
                <c:pt idx="8">
                  <c:v>124.46</c:v>
                </c:pt>
                <c:pt idx="9">
                  <c:v>125.52</c:v>
                </c:pt>
                <c:pt idx="10">
                  <c:v>125.56</c:v>
                </c:pt>
                <c:pt idx="11">
                  <c:v>130.39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123.77</c:v>
                </c:pt>
                <c:pt idx="1">
                  <c:v>125.41</c:v>
                </c:pt>
                <c:pt idx="2">
                  <c:v>124.77</c:v>
                </c:pt>
                <c:pt idx="3">
                  <c:v>125.94</c:v>
                </c:pt>
                <c:pt idx="4">
                  <c:v>130.19</c:v>
                </c:pt>
                <c:pt idx="5">
                  <c:v>128.94</c:v>
                </c:pt>
                <c:pt idx="6">
                  <c:v>125.78</c:v>
                </c:pt>
                <c:pt idx="7">
                  <c:v>125.81</c:v>
                </c:pt>
                <c:pt idx="8">
                  <c:v>124.46</c:v>
                </c:pt>
                <c:pt idx="9">
                  <c:v>125.52</c:v>
                </c:pt>
                <c:pt idx="10">
                  <c:v>125.56</c:v>
                </c:pt>
                <c:pt idx="11">
                  <c:v>130.39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Top and bottom five stores by change in warranty RO count (percent, so store size does not drive the ranking),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Top and bottom five stores by change in Warranty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Top and bottom five stores by change in Internal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135,764 → 126,891 (−6.5%).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1,895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8,449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2,545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2,686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13,040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3,088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1,757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Lexus and Hyundai St George what changed. Ask Acura, Mazda and Honda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$180.25 → $197.17 (+$16.93).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$217.17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$269.02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$207.14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$236.81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$142.73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$229.98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$212.46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LR LV, Audi Henderson and Volvo what changed. Ask Honda North, LR Reno and Cadillac what got in the way.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$126.09 → $129.84 (+$3.75).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$158.44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$167.46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$138.70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$97.52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$227.39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$182.66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$119.81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$172.28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$157.10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St George, LR Reno and Lincoln what changed. Ask Kia LV, Mazda and Nissan what got in the way.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2026-10-22T23:05:58Z</dcterms:created>
  <dcterms:modified xsi:type="dcterms:W3CDTF">2026-10-22T23:05:58Z</dcterms:modified>
</cp:coreProperties>
</file>