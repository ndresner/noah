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5" name="Text 23"/>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6" name="Text 24"/>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7" name="Shape 25"/>
          <p:cNvSpPr/>
          <p:nvPr/>
        </p:nvSpPr>
        <p:spPr>
          <a:xfrm>
            <a:off x="658368" y="5124298"/>
            <a:ext cx="3489960" cy="755294"/>
          </a:xfrm>
          <a:prstGeom prst="rect">
            <a:avLst/>
          </a:prstGeom>
          <a:solidFill>
            <a:srgbClr val="F7F7F7"/>
          </a:solidFill>
          <a:ln/>
        </p:spPr>
      </p:sp>
      <p:sp>
        <p:nvSpPr>
          <p:cNvPr id="28" name="Text 26"/>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0" name="Text 28"/>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1" name="Text 29"/>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5" name="Shape 33"/>
          <p:cNvSpPr/>
          <p:nvPr/>
        </p:nvSpPr>
        <p:spPr>
          <a:xfrm>
            <a:off x="4349496" y="2103120"/>
            <a:ext cx="3489960" cy="755294"/>
          </a:xfrm>
          <a:prstGeom prst="rect">
            <a:avLst/>
          </a:prstGeom>
          <a:solidFill>
            <a:srgbClr val="F7F7F7"/>
          </a:solidFill>
          <a:ln/>
        </p:spPr>
      </p:sp>
      <p:sp>
        <p:nvSpPr>
          <p:cNvPr id="36" name="Text 34"/>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38" name="Text 36"/>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39" name="Text 37"/>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0" name="Text 38"/>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2" name="Text 40"/>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3" name="Text 41"/>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4" name="Shape 42"/>
          <p:cNvSpPr/>
          <p:nvPr/>
        </p:nvSpPr>
        <p:spPr>
          <a:xfrm>
            <a:off x="4349496" y="3613709"/>
            <a:ext cx="3489960" cy="755294"/>
          </a:xfrm>
          <a:prstGeom prst="rect">
            <a:avLst/>
          </a:prstGeom>
          <a:solidFill>
            <a:srgbClr val="F7F7F7"/>
          </a:solidFill>
          <a:ln/>
        </p:spPr>
      </p:sp>
      <p:sp>
        <p:nvSpPr>
          <p:cNvPr id="45" name="Text 43"/>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7" name="Text 45"/>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48" name="Text 46"/>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49" name="Text 47"/>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1" name="Text 49"/>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2" name="Text 50"/>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3" name="Shape 51"/>
          <p:cNvSpPr/>
          <p:nvPr/>
        </p:nvSpPr>
        <p:spPr>
          <a:xfrm>
            <a:off x="4349496" y="5124298"/>
            <a:ext cx="3489960" cy="755294"/>
          </a:xfrm>
          <a:prstGeom prst="rect">
            <a:avLst/>
          </a:prstGeom>
          <a:solidFill>
            <a:srgbClr val="F7F7F7"/>
          </a:solidFill>
          <a:ln/>
        </p:spPr>
      </p:sp>
      <p:sp>
        <p:nvSpPr>
          <p:cNvPr id="54" name="Text 52"/>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6" name="Text 54"/>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7" name="Text 55"/>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1" name="Shape 59"/>
          <p:cNvSpPr/>
          <p:nvPr/>
        </p:nvSpPr>
        <p:spPr>
          <a:xfrm>
            <a:off x="8040624" y="2103120"/>
            <a:ext cx="3489960" cy="755294"/>
          </a:xfrm>
          <a:prstGeom prst="rect">
            <a:avLst/>
          </a:prstGeom>
          <a:solidFill>
            <a:srgbClr val="F7F7F7"/>
          </a:solidFill>
          <a:ln/>
        </p:spPr>
      </p:sp>
      <p:sp>
        <p:nvSpPr>
          <p:cNvPr id="62" name="Text 6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4" name="Text 62"/>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5" name="Text 63"/>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6" name="Text 6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68" name="Text 66"/>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69" name="Text 67"/>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0" name="Shape 68"/>
          <p:cNvSpPr/>
          <p:nvPr/>
        </p:nvSpPr>
        <p:spPr>
          <a:xfrm>
            <a:off x="8040624" y="3613709"/>
            <a:ext cx="3489960" cy="755294"/>
          </a:xfrm>
          <a:prstGeom prst="rect">
            <a:avLst/>
          </a:prstGeom>
          <a:solidFill>
            <a:srgbClr val="F7F7F7"/>
          </a:solidFill>
          <a:ln/>
        </p:spPr>
      </p:sp>
      <p:sp>
        <p:nvSpPr>
          <p:cNvPr id="71" name="Text 6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3" name="Text 71"/>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4" name="Text 72"/>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5" name="Text 73"/>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77" name="Text 75"/>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78" name="Text 76"/>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9" name="Shape 77"/>
          <p:cNvSpPr/>
          <p:nvPr/>
        </p:nvSpPr>
        <p:spPr>
          <a:xfrm>
            <a:off x="8040624" y="5124298"/>
            <a:ext cx="3489960" cy="755294"/>
          </a:xfrm>
          <a:prstGeom prst="rect">
            <a:avLst/>
          </a:prstGeom>
          <a:solidFill>
            <a:srgbClr val="F7F7F7"/>
          </a:solidFill>
          <a:ln/>
        </p:spPr>
      </p:sp>
      <p:sp>
        <p:nvSpPr>
          <p:cNvPr id="80" name="Text 7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2" name="Text 80"/>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3" name="Text 81"/>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4" name="Shape 82"/>
          <p:cNvSpPr/>
          <p:nvPr/>
        </p:nvSpPr>
        <p:spPr>
          <a:xfrm>
            <a:off x="457200" y="6126480"/>
            <a:ext cx="11274552" cy="615696"/>
          </a:xfrm>
          <a:prstGeom prst="rect">
            <a:avLst/>
          </a:prstGeom>
          <a:solidFill>
            <a:srgbClr val="EDF4FA"/>
          </a:solidFill>
          <a:ln/>
        </p:spPr>
      </p:sp>
      <p:sp>
        <p:nvSpPr>
          <p:cNvPr id="85" name="Text 8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2026-10-24T00:53:07Z</dcterms:created>
  <dcterms:modified xsi:type="dcterms:W3CDTF">2026-10-24T00:53:07Z</dcterms:modified>
</cp:coreProperties>
</file>