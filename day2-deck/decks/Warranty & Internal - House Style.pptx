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/>
                </c:pt>
                <c:pt idx="8">
                  <c:v/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14622</c:v>
                </c:pt>
                <c:pt idx="8">
                  <c:v>13082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>14622</c:v>
                </c:pt>
                <c:pt idx="8">
                  <c:v>13082</c:v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196.34</c:v>
                </c:pt>
                <c:pt idx="1">
                  <c:v>197.6</c:v>
                </c:pt>
                <c:pt idx="2">
                  <c:v>196.73</c:v>
                </c:pt>
                <c:pt idx="3">
                  <c:v>199.07</c:v>
                </c:pt>
                <c:pt idx="4">
                  <c:v>194.28</c:v>
                </c:pt>
                <c:pt idx="5">
                  <c:v>194.35</c:v>
                </c:pt>
                <c:pt idx="6">
                  <c:v>198.7</c:v>
                </c:pt>
                <c:pt idx="7">
                  <c:v>198.48</c:v>
                </c:pt>
                <c:pt idx="8">
                  <c:v>198.65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196.34</c:v>
                </c:pt>
                <c:pt idx="1">
                  <c:v>197.6</c:v>
                </c:pt>
                <c:pt idx="2">
                  <c:v>196.73</c:v>
                </c:pt>
                <c:pt idx="3">
                  <c:v>199.07</c:v>
                </c:pt>
                <c:pt idx="4">
                  <c:v>194.28</c:v>
                </c:pt>
                <c:pt idx="5">
                  <c:v>194.35</c:v>
                </c:pt>
                <c:pt idx="6">
                  <c:v>198.7</c:v>
                </c:pt>
                <c:pt idx="7">
                  <c:v>198.48</c:v>
                </c:pt>
                <c:pt idx="8">
                  <c:v>198.65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</c:v>
                </c:pt>
                <c:pt idx="1">
                  <c:v>174.7</c:v>
                </c:pt>
                <c:pt idx="2">
                  <c:v>172.93</c:v>
                </c:pt>
                <c:pt idx="3">
                  <c:v>175.61</c:v>
                </c:pt>
                <c:pt idx="4">
                  <c:v>181.76</c:v>
                </c:pt>
                <c:pt idx="5">
                  <c:v>185.29</c:v>
                </c:pt>
                <c:pt idx="6">
                  <c:v>186.84</c:v>
                </c:pt>
                <c:pt idx="7">
                  <c:v>186.04</c:v>
                </c:pt>
                <c:pt idx="8">
                  <c:v>186.63</c:v>
                </c:pt>
                <c:pt idx="9">
                  <c:v>187.82</c:v>
                </c:pt>
                <c:pt idx="10">
                  <c:v>188.55</c:v>
                </c:pt>
                <c:pt idx="11">
                  <c:v>193.03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</c:v>
                </c:pt>
                <c:pt idx="1">
                  <c:v>174.7</c:v>
                </c:pt>
                <c:pt idx="2">
                  <c:v>172.93</c:v>
                </c:pt>
                <c:pt idx="3">
                  <c:v>175.61</c:v>
                </c:pt>
                <c:pt idx="4">
                  <c:v>181.76</c:v>
                </c:pt>
                <c:pt idx="5">
                  <c:v>185.29</c:v>
                </c:pt>
                <c:pt idx="6">
                  <c:v>186.84</c:v>
                </c:pt>
                <c:pt idx="7">
                  <c:v>186.04</c:v>
                </c:pt>
                <c:pt idx="8">
                  <c:v>186.63</c:v>
                </c:pt>
                <c:pt idx="9">
                  <c:v>187.82</c:v>
                </c:pt>
                <c:pt idx="10">
                  <c:v>188.55</c:v>
                </c:pt>
                <c:pt idx="11">
                  <c:v>193.03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125.77</c:v>
                </c:pt>
                <c:pt idx="1">
                  <c:v>124.08</c:v>
                </c:pt>
                <c:pt idx="2">
                  <c:v>130.61</c:v>
                </c:pt>
                <c:pt idx="3">
                  <c:v>130.85</c:v>
                </c:pt>
                <c:pt idx="4">
                  <c:v>131.64</c:v>
                </c:pt>
                <c:pt idx="5">
                  <c:v>128.34</c:v>
                </c:pt>
                <c:pt idx="6">
                  <c:v>132.55</c:v>
                </c:pt>
                <c:pt idx="7">
                  <c:v>129.87</c:v>
                </c:pt>
                <c:pt idx="8">
                  <c:v>133.77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125.77</c:v>
                </c:pt>
                <c:pt idx="1">
                  <c:v/>
                </c:pt>
                <c:pt idx="2">
                  <c:v>130.61</c:v>
                </c:pt>
                <c:pt idx="3">
                  <c:v>130.85</c:v>
                </c:pt>
                <c:pt idx="4">
                  <c:v>131.64</c:v>
                </c:pt>
                <c:pt idx="5">
                  <c:v/>
                </c:pt>
                <c:pt idx="6">
                  <c:v>132.55</c:v>
                </c:pt>
                <c:pt idx="7">
                  <c:v>129.87</c:v>
                </c:pt>
                <c:pt idx="8">
                  <c:v>133.77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124.08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128.34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125.41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128.94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123.77</c:v>
                </c:pt>
                <c:pt idx="1">
                  <c:v/>
                </c:pt>
                <c:pt idx="2">
                  <c:v>124.77</c:v>
                </c:pt>
                <c:pt idx="3">
                  <c:v>125.94</c:v>
                </c:pt>
                <c:pt idx="4">
                  <c:v>130.19</c:v>
                </c:pt>
                <c:pt idx="5">
                  <c:v/>
                </c:pt>
                <c:pt idx="6">
                  <c:v>125.78</c:v>
                </c:pt>
                <c:pt idx="7">
                  <c:v>125.81</c:v>
                </c:pt>
                <c:pt idx="8">
                  <c:v>124.46</c:v>
                </c:pt>
                <c:pt idx="9">
                  <c:v>125.52</c:v>
                </c:pt>
                <c:pt idx="10">
                  <c:v>125.56</c:v>
                </c:pt>
                <c:pt idx="11">
                  <c:v>130.39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123.77</c:v>
                </c:pt>
                <c:pt idx="1">
                  <c:v>125.41</c:v>
                </c:pt>
                <c:pt idx="2">
                  <c:v>124.77</c:v>
                </c:pt>
                <c:pt idx="3">
                  <c:v>125.94</c:v>
                </c:pt>
                <c:pt idx="4">
                  <c:v>130.19</c:v>
                </c:pt>
                <c:pt idx="5">
                  <c:v>128.94</c:v>
                </c:pt>
                <c:pt idx="6">
                  <c:v>125.78</c:v>
                </c:pt>
                <c:pt idx="7">
                  <c:v>125.81</c:v>
                </c:pt>
                <c:pt idx="8">
                  <c:v>124.46</c:v>
                </c:pt>
                <c:pt idx="9">
                  <c:v>125.52</c:v>
                </c:pt>
                <c:pt idx="10">
                  <c:v>125.56</c:v>
                </c:pt>
                <c:pt idx="11">
                  <c:v>130.39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Top and bottom five stores by change in warranty RO count (percent, so store size does not drive the ranking),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Top and bottom five stores by change in Warranty ELR,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Top and bottom five stores by change in Internal ELR,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22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10,560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4009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8,588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2862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2627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11960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7,332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103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989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4,898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7720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250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3,832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616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596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5955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552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3,385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5306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3,253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509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5006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3,069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4570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444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2,725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408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2,504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993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750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2,299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691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8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5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47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1,807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466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353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1,443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22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123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1,302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2014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851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1,135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6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1,022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11,211; LR Reno is smallest at 1,022.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7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7674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832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53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856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684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320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40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889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47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448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06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09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65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2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267349" y="1911860"/>
            <a:ext cx="686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226847" y="2151755"/>
            <a:ext cx="1091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209036" y="2391651"/>
            <a:ext cx="1269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157295" y="2631546"/>
            <a:ext cx="1787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151411" y="2871442"/>
            <a:ext cx="1846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132099" y="3111337"/>
            <a:ext cx="2039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091020" y="3351233"/>
            <a:ext cx="245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14543" y="3591128"/>
            <a:ext cx="321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06870" y="3831024"/>
            <a:ext cx="3291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7454" y="4070920"/>
            <a:ext cx="3685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892133" y="4310815"/>
            <a:ext cx="44389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853570" y="4550711"/>
            <a:ext cx="4824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762298" y="4790606"/>
            <a:ext cx="5737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94064" y="5030502"/>
            <a:ext cx="6419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626252" y="5270397"/>
            <a:ext cx="7097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83100" y="5510293"/>
            <a:ext cx="75292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135,764 → 126,891 (−6.5%).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1,895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8,449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2,545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2,686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13,040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3,088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1,757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Lexus and Hyundai St George what changed. Ask Acura, Mazda and Honda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564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414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2843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508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187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632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83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472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6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334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0821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700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688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1870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020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894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889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72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672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950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9389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9379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9363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9346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8990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8782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8642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5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300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78147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7146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6654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809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313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364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684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551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7660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5852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78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2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5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56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60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6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35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35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649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300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297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39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55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93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91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90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837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71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61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36024" y="3831024"/>
            <a:ext cx="574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336024" y="4070920"/>
            <a:ext cx="500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336024" y="4310815"/>
            <a:ext cx="331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336024" y="4550711"/>
            <a:ext cx="13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336024" y="4790606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335137" y="5030502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314711" y="5270397"/>
            <a:ext cx="21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9171193" y="5510293"/>
            <a:ext cx="1648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$180.25 → $197.17 (+$16.93).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$217.17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$269.02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$207.14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$236.81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$142.73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$229.98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$212.46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LR LV, Audi Henderson and Volvo what changed. Ask Honda North, LR Reno and Cadillac what got in the way.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7617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3509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4095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168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6417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35475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3346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32628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29849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2652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2380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997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1995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15820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13863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12261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1210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1185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09881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0985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0475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04098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168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0023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9753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95741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9393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923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570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386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1524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7125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6188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1228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6008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09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487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7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243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631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59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548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3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82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80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735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703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61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5801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491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48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46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24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24019" y="2631546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7348" y="2871442"/>
            <a:ext cx="186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13515" y="3111337"/>
            <a:ext cx="22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8246" y="3351233"/>
            <a:ext cx="5777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73152" y="3591128"/>
            <a:ext cx="628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57842" y="3831024"/>
            <a:ext cx="7818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53717" y="4070920"/>
            <a:ext cx="8230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03894" y="4310815"/>
            <a:ext cx="13213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07808" y="4550711"/>
            <a:ext cx="22821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9070" y="4790606"/>
            <a:ext cx="2669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16687" y="5030502"/>
            <a:ext cx="41933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09839" y="5270397"/>
            <a:ext cx="5261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$126.09 → $129.84 (+$3.75).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$158.44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$167.46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$138.70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$97.52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$227.39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$182.66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$119.81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$172.28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$157.10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St George, LR Reno and Lincoln what changed. Ask Kia LV, Mazda and Nissan what got in the way.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2026-10-22T22:36:32Z</dcterms:created>
  <dcterms:modified xsi:type="dcterms:W3CDTF">2026-10-22T22:36:32Z</dcterms:modified>
</cp:coreProperties>
</file>