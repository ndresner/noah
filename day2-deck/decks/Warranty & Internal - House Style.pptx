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chart" Target="/ppt/charts/chart39.xml"/><Relationship Id="rId3" Type="http://schemas.openxmlformats.org/officeDocument/2006/relationships/chart" Target="/ppt/charts/chart40.xml"/><Relationship Id="rId4" Type="http://schemas.openxmlformats.org/officeDocument/2006/relationships/chart" Target="/ppt/charts/chart41.xml"/><Relationship Id="rId5" Type="http://schemas.openxmlformats.org/officeDocument/2006/relationships/chart" Target="/ppt/charts/chart42.xml"/><Relationship Id="rId6" Type="http://schemas.openxmlformats.org/officeDocument/2006/relationships/chart" Target="/ppt/charts/chart43.xml"/><Relationship Id="rId7" Type="http://schemas.openxmlformats.org/officeDocument/2006/relationships/chart" Target="/ppt/charts/chart44.xml"/><Relationship Id="rId8" Type="http://schemas.openxmlformats.org/officeDocument/2006/relationships/chart" Target="/ppt/charts/chart45.xml"/><Relationship Id="rId9" Type="http://schemas.openxmlformats.org/officeDocument/2006/relationships/chart" Target="/ppt/charts/chart46.xml"/><Relationship Id="rId10" Type="http://schemas.openxmlformats.org/officeDocument/2006/relationships/chart" Target="/ppt/charts/chart47.xml"/><Relationship Id="rId11" Type="http://schemas.openxmlformats.org/officeDocument/2006/relationships/chart" Target="/ppt/charts/chart48.xml"/><Relationship Id="rId12" Type="http://schemas.openxmlformats.org/officeDocument/2006/relationships/chart" Target="/ppt/charts/chart49.xml"/><Relationship Id="rId13" Type="http://schemas.openxmlformats.org/officeDocument/2006/relationships/chart" Target="/ppt/charts/chart50.xml"/><Relationship Id="rId14" Type="http://schemas.openxmlformats.org/officeDocument/2006/relationships/chart" Target="/ppt/charts/chart51.xml"/><Relationship Id="rId15" Type="http://schemas.openxmlformats.org/officeDocument/2006/relationships/chart" Target="/ppt/charts/chart52.xml"/><Relationship Id="rId16" Type="http://schemas.openxmlformats.org/officeDocument/2006/relationships/chart" Target="/ppt/charts/chart53.xml"/><Relationship Id="rId17" Type="http://schemas.openxmlformats.org/officeDocument/2006/relationships/chart" Target="/ppt/charts/chart54.xml"/><Relationship Id="rId18" Type="http://schemas.openxmlformats.org/officeDocument/2006/relationships/chart" Target="/ppt/charts/chart55.xml"/><Relationship Id="rId19" Type="http://schemas.openxmlformats.org/officeDocument/2006/relationships/chart" Target="/ppt/charts/chart56.xml"/><Relationship Id="rId20" Type="http://schemas.openxmlformats.org/officeDocument/2006/relationships/chart" Target="/ppt/charts/chart5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10512"/>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697480"/>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584448"/>
            <a:ext cx="3489960" cy="886968"/>
          </a:xfrm>
          <a:prstGeom prst="rect">
            <a:avLst/>
          </a:prstGeom>
          <a:solidFill>
            <a:srgbClr val="F7F7F7"/>
          </a:solidFill>
          <a:ln/>
        </p:spPr>
      </p:sp>
      <p:sp>
        <p:nvSpPr>
          <p:cNvPr id="17"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584448"/>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507992"/>
            <a:ext cx="64008" cy="813816"/>
          </a:xfrm>
          <a:prstGeom prst="rect">
            <a:avLst/>
          </a:prstGeom>
          <a:solidFill>
            <a:srgbClr val="12A566"/>
          </a:solidFill>
          <a:ln/>
        </p:spPr>
      </p:sp>
      <p:sp>
        <p:nvSpPr>
          <p:cNvPr id="21"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471416"/>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358384"/>
            <a:ext cx="3489960" cy="886968"/>
          </a:xfrm>
          <a:prstGeom prst="rect">
            <a:avLst/>
          </a:prstGeom>
          <a:solidFill>
            <a:srgbClr val="F7F7F7"/>
          </a:solidFill>
          <a:ln/>
        </p:spPr>
      </p:sp>
      <p:sp>
        <p:nvSpPr>
          <p:cNvPr id="25" name="Shape 23"/>
          <p:cNvSpPr/>
          <p:nvPr/>
        </p:nvSpPr>
        <p:spPr>
          <a:xfrm>
            <a:off x="4084320" y="5394960"/>
            <a:ext cx="64008" cy="813816"/>
          </a:xfrm>
          <a:prstGeom prst="rect">
            <a:avLst/>
          </a:prstGeom>
          <a:solidFill>
            <a:srgbClr val="12A566"/>
          </a:solidFill>
          <a:ln/>
        </p:spPr>
      </p:sp>
      <p:sp>
        <p:nvSpPr>
          <p:cNvPr id="26"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358384"/>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Shape 29"/>
          <p:cNvSpPr/>
          <p:nvPr/>
        </p:nvSpPr>
        <p:spPr>
          <a:xfrm>
            <a:off x="4349496" y="1810512"/>
            <a:ext cx="3489960" cy="886968"/>
          </a:xfrm>
          <a:prstGeom prst="rect">
            <a:avLst/>
          </a:prstGeom>
          <a:solidFill>
            <a:srgbClr val="F7F7F7"/>
          </a:solidFill>
          <a:ln/>
        </p:spPr>
      </p:sp>
      <p:sp>
        <p:nvSpPr>
          <p:cNvPr id="32" name="Shape 30"/>
          <p:cNvSpPr/>
          <p:nvPr/>
        </p:nvSpPr>
        <p:spPr>
          <a:xfrm>
            <a:off x="7775448" y="1847088"/>
            <a:ext cx="64008" cy="813816"/>
          </a:xfrm>
          <a:prstGeom prst="rect">
            <a:avLst/>
          </a:prstGeom>
          <a:solidFill>
            <a:srgbClr val="2587C5"/>
          </a:solidFill>
          <a:ln/>
        </p:spPr>
      </p:sp>
      <p:sp>
        <p:nvSpPr>
          <p:cNvPr id="33"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1810512"/>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697480"/>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584448"/>
            <a:ext cx="3489960" cy="886968"/>
          </a:xfrm>
          <a:prstGeom prst="rect">
            <a:avLst/>
          </a:prstGeom>
          <a:solidFill>
            <a:srgbClr val="F7F7F7"/>
          </a:solidFill>
          <a:ln/>
        </p:spPr>
      </p:sp>
      <p:sp>
        <p:nvSpPr>
          <p:cNvPr id="40"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584448"/>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471416"/>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358384"/>
            <a:ext cx="3489960" cy="886968"/>
          </a:xfrm>
          <a:prstGeom prst="rect">
            <a:avLst/>
          </a:prstGeom>
          <a:solidFill>
            <a:srgbClr val="F7F7F7"/>
          </a:solidFill>
          <a:ln/>
        </p:spPr>
      </p:sp>
      <p:sp>
        <p:nvSpPr>
          <p:cNvPr id="47"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358384"/>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Shape 50"/>
          <p:cNvSpPr/>
          <p:nvPr/>
        </p:nvSpPr>
        <p:spPr>
          <a:xfrm>
            <a:off x="8040624" y="1810512"/>
            <a:ext cx="3489960" cy="886968"/>
          </a:xfrm>
          <a:prstGeom prst="rect">
            <a:avLst/>
          </a:prstGeom>
          <a:solidFill>
            <a:srgbClr val="F7F7F7"/>
          </a:solidFill>
          <a:ln/>
        </p:spPr>
      </p:sp>
      <p:sp>
        <p:nvSpPr>
          <p:cNvPr id="53" name="Shape 51"/>
          <p:cNvSpPr/>
          <p:nvPr/>
        </p:nvSpPr>
        <p:spPr>
          <a:xfrm>
            <a:off x="11466576" y="1847088"/>
            <a:ext cx="64008" cy="813816"/>
          </a:xfrm>
          <a:prstGeom prst="rect">
            <a:avLst/>
          </a:prstGeom>
          <a:solidFill>
            <a:srgbClr val="12A566"/>
          </a:solidFill>
          <a:ln/>
        </p:spPr>
      </p:sp>
      <p:sp>
        <p:nvSpPr>
          <p:cNvPr id="5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1810512"/>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6"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7" name="Shape 55"/>
          <p:cNvSpPr/>
          <p:nvPr/>
        </p:nvSpPr>
        <p:spPr>
          <a:xfrm>
            <a:off x="11466576" y="2734056"/>
            <a:ext cx="64008" cy="813816"/>
          </a:xfrm>
          <a:prstGeom prst="rect">
            <a:avLst/>
          </a:prstGeom>
          <a:solidFill>
            <a:srgbClr val="12A566"/>
          </a:solidFill>
          <a:ln/>
        </p:spPr>
      </p:sp>
      <p:sp>
        <p:nvSpPr>
          <p:cNvPr id="58"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697480"/>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0"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1" name="Shape 59"/>
          <p:cNvSpPr/>
          <p:nvPr/>
        </p:nvSpPr>
        <p:spPr>
          <a:xfrm>
            <a:off x="8040624" y="3584448"/>
            <a:ext cx="3489960" cy="886968"/>
          </a:xfrm>
          <a:prstGeom prst="rect">
            <a:avLst/>
          </a:prstGeom>
          <a:solidFill>
            <a:srgbClr val="F7F7F7"/>
          </a:solidFill>
          <a:ln/>
        </p:spPr>
      </p:sp>
      <p:sp>
        <p:nvSpPr>
          <p:cNvPr id="62"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584448"/>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4"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5" name="Shape 63"/>
          <p:cNvSpPr/>
          <p:nvPr/>
        </p:nvSpPr>
        <p:spPr>
          <a:xfrm>
            <a:off x="11466576" y="4507992"/>
            <a:ext cx="64008" cy="813816"/>
          </a:xfrm>
          <a:prstGeom prst="rect">
            <a:avLst/>
          </a:prstGeom>
          <a:solidFill>
            <a:srgbClr val="2587C5"/>
          </a:solidFill>
          <a:ln/>
        </p:spPr>
      </p:sp>
      <p:sp>
        <p:nvSpPr>
          <p:cNvPr id="66" name="Text 64"/>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471416"/>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358384"/>
            <a:ext cx="3489960" cy="886968"/>
          </a:xfrm>
          <a:prstGeom prst="rect">
            <a:avLst/>
          </a:prstGeom>
          <a:solidFill>
            <a:srgbClr val="F7F7F7"/>
          </a:solidFill>
          <a:ln/>
        </p:spPr>
      </p:sp>
      <p:sp>
        <p:nvSpPr>
          <p:cNvPr id="70"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358384"/>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4"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2"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2026-10-29T06:37:55Z</dcterms:created>
  <dcterms:modified xsi:type="dcterms:W3CDTF">2026-10-29T06:37:55Z</dcterms:modified>
</cp:coreProperties>
</file>