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parts gross / parts sale, by close month; 2025 January-December, 2026 January-September. Same-store, INEOS excluded (opened 2026). GMC Prescott body shop labor types excluded. Pulled Oct 22 2026.Example for the rate-increase story. The link to the approvals is the point we are making, not something the data proves on its own: 17 of the 19 stores with approvals got a parts markup increase (vendor YTD report), and warranty parts margin rose in every month. Mix of parts and campaigns also moves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$797,928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$419,904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$378,024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62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$463,396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$142,960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$320,436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$343,968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$123,204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$220,764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$325,752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$206,340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$119,412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$292,056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$165,000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$127,056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$283,584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$136,824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$146,760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$225,360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$127,560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$97,800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$209,268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$46,440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$162,828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$146,088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$49,068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$97,020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$94,620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$63,852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$30,768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$93,216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$32,748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$60,468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$90,672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$37,212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$53,460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44.7%, ahead of 2025 in all nine months: approved parts markup increases show up as margin.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 in the six audits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signature on add-ons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added repair approved and signed by a manager before it is claimed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 on in-stock units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and manager signatures on repairs to units in stock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2026-10-22T00:52:29Z</dcterms:created>
  <dcterms:modified xsi:type="dcterms:W3CDTF">2026-10-22T00:52:29Z</dcterms:modified>
</cp:coreProperties>
</file>