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Rate increases: YTD RWR Financials 2026 (warranty rate submission vendor), "YTD revenue secured" = added gross profit from approved increases (labor $1,661,368, parts $2,126,832); 14 stores have no approval yet. Rates: Qlik - Closed Repair Orders, warranty pay type by close month; ELR = warranty labor sale / hours sold; parts margin = warranty parts gross / parts sale. 2025 January-December, 2026 January-September. Same-store.Talk track (Noah, Oct 24-25): rate increases are new money on every warranty claim, and they show up as a higher warranty ELR and parts margin. The factory notices higher rates too: more money in means more scrutiny, so documentation and process on every claim is how we keep what we are owed.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257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167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IN 2026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12801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$3.79M GP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3736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1785323"/>
            <a:ext cx="19659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73736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95537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97480" y="2003335"/>
            <a:ext cx="114173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95537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17338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97480" y="2221347"/>
            <a:ext cx="84747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17338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9139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439359"/>
            <a:ext cx="80259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9139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60940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97480" y="2657372"/>
            <a:ext cx="719577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60940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2742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97480" y="2875384"/>
            <a:ext cx="69870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82742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4543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3093396"/>
            <a:ext cx="55524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304543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6344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97480" y="3311408"/>
            <a:ext cx="5156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6344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8145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697480" y="3529420"/>
            <a:ext cx="359936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8145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9947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97480" y="3747433"/>
            <a:ext cx="329395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9947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748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3965445"/>
            <a:ext cx="23717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748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3549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97480" y="4183457"/>
            <a:ext cx="23312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3549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5350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97480" y="4401469"/>
            <a:ext cx="229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5350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57151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97480" y="4619481"/>
            <a:ext cx="2234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57151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78953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97480" y="4837494"/>
            <a:ext cx="184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78953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0754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97480" y="5055506"/>
            <a:ext cx="151614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0754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22555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697480" y="5273518"/>
            <a:ext cx="8698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22555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44356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697480" y="5491530"/>
            <a:ext cx="374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44356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66158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2697480" y="5709542"/>
            <a:ext cx="1828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709160" y="566158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870448" y="120700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053328" y="12801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4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916168" y="159105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Shape 65"/>
          <p:cNvSpPr/>
          <p:nvPr/>
        </p:nvSpPr>
        <p:spPr>
          <a:xfrm>
            <a:off x="5870448" y="365302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053328" y="372618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GP %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40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5916168" y="403707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1" name="Shape 6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added by rate increases at 19 stores this year. Protect it: higher rates draw more audits, so document every claim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2026-10-28T00:19:30Z</dcterms:created>
  <dcterms:modified xsi:type="dcterms:W3CDTF">2026-10-28T00:19:30Z</dcterms:modified>
</cp:coreProperties>
</file>