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43.5</c:v>
                </c:pt>
                <c:pt idx="1">
                  <c:v>44.2</c:v>
                </c:pt>
                <c:pt idx="2">
                  <c:v>44</c:v>
                </c:pt>
                <c:pt idx="3">
                  <c:v>44.3</c:v>
                </c:pt>
                <c:pt idx="4">
                  <c:v>44.5</c:v>
                </c:pt>
                <c:pt idx="5">
                  <c:v>44.5</c:v>
                </c:pt>
                <c:pt idx="6">
                  <c:v>46</c:v>
                </c:pt>
                <c:pt idx="7">
                  <c:v>45.1</c:v>
                </c:pt>
                <c:pt idx="8">
                  <c:v>45.6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42.3</c:v>
                </c:pt>
                <c:pt idx="1">
                  <c:v>42.4</c:v>
                </c:pt>
                <c:pt idx="2">
                  <c:v>42.7</c:v>
                </c:pt>
                <c:pt idx="3">
                  <c:v>42.7</c:v>
                </c:pt>
                <c:pt idx="4">
                  <c:v>41.8</c:v>
                </c:pt>
                <c:pt idx="5">
                  <c:v>41.7</c:v>
                </c:pt>
                <c:pt idx="6">
                  <c:v>43.3</c:v>
                </c:pt>
                <c:pt idx="7">
                  <c:v>43.1</c:v>
                </c:pt>
                <c:pt idx="8">
                  <c:v>43.2</c:v>
                </c:pt>
                <c:pt idx="9">
                  <c:v>42.5</c:v>
                </c:pt>
                <c:pt idx="10">
                  <c:v>42.9</c:v>
                </c:pt>
                <c:pt idx="11">
                  <c:v>43.1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48"/>
          <c:min val="4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vendor), "YTD revenue secured": the added gross profit from approved increases, as more dollars per warranty labor hour sold or more parts markup. 19 stores have an approval this year; the other 14 have not had one yet. Labor $1,661,368, parts $2,126,832. Honda North uses its labor + parts ($463,396), not the vendor's $463,296 total (Noah, Oct 22: take the higher), so the group is $3,788,200 vs the report's $3,788,100.Talk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Warranty pay type, parts gross / parts sale, by close month; 2025 January-December, 2026 January-September. Same-store, INEOS excluded (opened 2026). GMC Prescott body shop labor types excluded. Pulled Oct 22 2026.Example for the rate-increase story. The link to the approvals is the point we are making, not something the data proves on its own: 17 of the 19 stores with approvals got a parts markup increase (vendor YTD report), and warranty parts margin rose in every month. Mix of parts and campaigns also moves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735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8795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239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95836"/>
            <a:ext cx="548640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7355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$797,928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$419,904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$378,024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218289"/>
            <a:ext cx="31862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7355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$463,396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8795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$142,960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$320,436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640741"/>
            <a:ext cx="23650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355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$343,968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8795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$123,204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$220,764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3063194"/>
            <a:ext cx="22398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7355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$325,752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8795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$206,340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$119,412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485647"/>
            <a:ext cx="20081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7355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$292,056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8795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$165,000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$127,056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908100"/>
            <a:ext cx="19498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7355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$283,584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8795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$136,824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$146,760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330553"/>
            <a:ext cx="154953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7355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$225,360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8795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$127,560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$97,800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753005"/>
            <a:ext cx="1438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7355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$209,268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8795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$46,440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$162,828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5175458"/>
            <a:ext cx="10044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7355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$146,088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$49,068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$97,020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502859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597911"/>
            <a:ext cx="9192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7355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$133,692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8795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$133,692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1795836"/>
            <a:ext cx="661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2396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$96,264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3836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1057960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$96,264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2218289"/>
            <a:ext cx="6505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2396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$94,620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73836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$63,852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7960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$30,768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640741"/>
            <a:ext cx="6409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2396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$93,216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73836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$32,748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7960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$60,468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3063194"/>
            <a:ext cx="6234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2396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$90,672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73836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$37,212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7960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$53,460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3485647"/>
            <a:ext cx="5153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2396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$74,952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73836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$74,952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7960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908100"/>
            <a:ext cx="4231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2396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$61,536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73836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7960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$61,536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4330553"/>
            <a:ext cx="2427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2396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$35,304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73836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$35,304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753005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2396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$15,204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3836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$15,204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5175458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2396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$5,340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73836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$5,340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added gross profit from warranty rate increases approved this year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2.1 pts to 44.7%, ahead of 2025 in all nine months: approved parts markup increases show up as margin.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 in the six audits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signature on add-ons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added repair approved and signed by a manager before it is claimed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 on in-stock units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and manager signatures on repairs to units in stock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2026-10-22T17:55:48Z</dcterms:created>
  <dcterms:modified xsi:type="dcterms:W3CDTF">2026-10-22T17:55:48Z</dcterms:modified>
</cp:coreProperties>
</file>