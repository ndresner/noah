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YTD RWR Financials 2026 (warranty rate submission vendor), "YTD revenue secured": the added gross profit from approved increases, as more dollars per warranty labor hour sold or more parts markup. 19 stores have an approval this year; the other 14 have not had one yet. Labor $1,661,368, parts $2,126,832. Honda North uses its labor + parts ($463,396), not the vendor's $463,296 total (Noah, Oct 22: take the higher), so the group is $3,788,200 vs the report's $3,788,100.Talk track: these approvals are new money on every warranty claim, and they are why warranty ELR is up. The factory notices a higher rate too: more money in means more scrutiny. Every claim debited in an audit gives part of it back.
Vendor store names: Findlay Acura = ACURA; Findlay Audi Reno Tahoe = AUDI RENO; Findlay BGMC Prescott = GMC PRESCOTT; Findlay Chevrolet = CHEVY LV; Findlay Chrysler Post Falls = CDJR POST FALLS; Findlay Honda Flagstaff = HONDA FLAGSTAFF; Findlay Honda Henderson = HONDA HENDERSON; Findlay Honda North = HONDA NORTH; Findlay Honda Spokane = HONDA SPOKANE; Findlay Hyundai Prescott = HYUNDAI PRESCOTT; Findlay Kia St George = KIA ST GEORGE; Findlay Lexus Spokane = LEXUS; Findlay Lincoln = LINCOLN; Findlay Mazda = MAZDA; Findlay Nissan Henderson = NISSAN; Findlay Subaru Prescott = SUBARU PRESCOTT; Land Rover Henderson = LR HENDERSON; Land Rover Las Vegas = LR LV; Land Rover Reno = LR RENO.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Jan 2026 GM meeting (Day 1), slides 13-14: six warranty audits, primary causes and Warranty Compliance steps. Descriptions under each heading drafted for this deck; confirm against each OEM's warranty policy manual.DRAFT. Causes from Jan 2026 GM meeting slide 13. That slide named six stores and their debits; stores are left off here, as on Warranty Compliance. The store amounts on the Jan slide add to $414,000 (headline said $400,000), so the slide says 'over $400,000'.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Jan 2026 GM meeting (Day 1), slides 13-14: six warranty audits, primary causes and Warranty Compliance steps. Descriptions under each heading drafted for this deck; confirm against each OEM's warranty policy manual.DRAFT. Steps from Jan 2026 GM meeting slide 14 (Warranty Compliance); the GM responsibility line from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Rate Increases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73552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 added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87952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23960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 added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738360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79608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700784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70048" y="1795836"/>
            <a:ext cx="548640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73552" y="1700784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$797,928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87952" y="1700784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$419,904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700784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$378,024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123237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70048" y="2218289"/>
            <a:ext cx="318622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73552" y="2123237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$463,396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87952" y="2123237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$142,960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123237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$320,436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545690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70048" y="2640741"/>
            <a:ext cx="236506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73552" y="2545690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$343,968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87952" y="2545690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$123,204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2545690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$220,764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968142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3063194"/>
            <a:ext cx="223981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73552" y="2968142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$325,752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187952" y="2968142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$206,340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968142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$119,412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3390595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670048" y="3485647"/>
            <a:ext cx="200812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73552" y="3390595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$292,056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187952" y="3390595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$165,000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3390595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$127,056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3813048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70048" y="3908100"/>
            <a:ext cx="194987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273552" y="3813048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$283,584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187952" y="3813048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$136,824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0" y="3813048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$146,760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4235501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70048" y="4330553"/>
            <a:ext cx="154953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273552" y="4235501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$225,360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187952" y="4235501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$127,560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0" y="4235501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$97,800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657954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70048" y="4753005"/>
            <a:ext cx="143889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273552" y="4657954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$209,268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187952" y="4657954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$46,440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029200" y="4657954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$162,828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5080406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670048" y="5175458"/>
            <a:ext cx="100447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273552" y="5080406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$146,088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187952" y="5080406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$49,068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029200" y="5080406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$97,020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5502859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670048" y="5597911"/>
            <a:ext cx="91924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273552" y="5502859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$133,692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187952" y="5502859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029200" y="5502859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$133,692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208776" y="1700784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220456" y="1795836"/>
            <a:ext cx="66189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823960" y="1700784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$96,264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9738360" y="1700784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10579608" y="1700784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$96,264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208776" y="2123237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220456" y="2218289"/>
            <a:ext cx="65059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823960" y="2123237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$94,620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9738360" y="2123237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$63,852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10579608" y="2123237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$30,768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208776" y="2545690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220456" y="2640741"/>
            <a:ext cx="64094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823960" y="2545690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$93,216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9738360" y="2545690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$32,748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10579608" y="2545690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$60,468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208776" y="2968142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220456" y="3063194"/>
            <a:ext cx="62344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8823960" y="2968142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$90,672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9738360" y="2968142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$37,212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10579608" y="2968142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$53,460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208776" y="3390595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220456" y="3485647"/>
            <a:ext cx="51536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8823960" y="3390595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$74,952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738360" y="3390595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$74,952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10579608" y="3390595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3813048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8220456" y="3908100"/>
            <a:ext cx="42311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8823960" y="3813048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$61,536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9738360" y="3813048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10579608" y="3813048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$61,536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4235501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8220456" y="4330553"/>
            <a:ext cx="24274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8823960" y="4235501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$35,304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9738360" y="4235501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$35,304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10579608" y="4235501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4657954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220456" y="4753005"/>
            <a:ext cx="18288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8823960" y="4657954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$15,204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9738360" y="4657954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10579608" y="4657954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$15,204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5080406"/>
            <a:ext cx="193852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8220456" y="5175458"/>
            <a:ext cx="18288" cy="23234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8823960" y="5080406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$5,340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9738360" y="5080406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10579608" y="5080406"/>
            <a:ext cx="841248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$5,340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$3,788,200 in added gross profit from warranty rate increases approved this year at 19 stores. Higher rates bring more audits: the process is how we keep it.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Gets Claims Debited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causes in the six audits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865376"/>
            <a:ext cx="3496056" cy="18882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65376"/>
            <a:ext cx="54864" cy="188823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1993392"/>
            <a:ext cx="316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documentation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724912"/>
            <a:ext cx="3166872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Complaint, cause and correction written on the RO, and matching what was claimed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46448" y="1865376"/>
            <a:ext cx="3496056" cy="18882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6448" y="1865376"/>
            <a:ext cx="54864" cy="188823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47616" y="1993392"/>
            <a:ext cx="316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signature on add-ons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47616" y="2724912"/>
            <a:ext cx="3166872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added repair approved and signed by a manager before it is claimed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7096" y="1865376"/>
            <a:ext cx="3496056" cy="18882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7096" y="1865376"/>
            <a:ext cx="54864" cy="188823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08264" y="1993392"/>
            <a:ext cx="316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Signatures on in-stock units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08264" y="2724912"/>
            <a:ext cx="3166872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and manager signatures on repairs to units in stock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3918204"/>
            <a:ext cx="3496056" cy="18882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918204"/>
            <a:ext cx="54864" cy="188823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6968" y="4046220"/>
            <a:ext cx="316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mileage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777740"/>
            <a:ext cx="3166872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on every RO and consistent with the mileage 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46448" y="3918204"/>
            <a:ext cx="3496056" cy="18882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346448" y="3918204"/>
            <a:ext cx="54864" cy="188823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47616" y="4046220"/>
            <a:ext cx="316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Punch times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47616" y="4777740"/>
            <a:ext cx="3166872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clock times on the RO support the hours claimed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07096" y="3918204"/>
            <a:ext cx="3496056" cy="18882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7096" y="3918204"/>
            <a:ext cx="54864" cy="188823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08264" y="4046220"/>
            <a:ext cx="316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Manufacturer authorization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08264" y="4777740"/>
            <a:ext cx="3166872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approval on file wherever the manufacturer requires it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audits took back over $400,000, more than a tenth of what rate increases brought in this year. Every cause here is documentation the store controls.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Claim Paid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compliance, in five steps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865376"/>
            <a:ext cx="2031797" cy="3941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65376"/>
            <a:ext cx="54864" cy="394106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1993392"/>
            <a:ext cx="17026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Documented policies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724912"/>
            <a:ext cx="170261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manufacturer's current warranty policy manual, where the team can reach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82189" y="1865376"/>
            <a:ext cx="2031797" cy="3941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2882189" y="1865376"/>
            <a:ext cx="54864" cy="394106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83357" y="1993392"/>
            <a:ext cx="17026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Defined process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83357" y="2724912"/>
            <a:ext cx="170261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writes, who approves, who submits: every claim handled the same way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78578" y="1865376"/>
            <a:ext cx="2031797" cy="3941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8578" y="1865376"/>
            <a:ext cx="54864" cy="394106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79746" y="1993392"/>
            <a:ext cx="17026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Create awareness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79746" y="2724912"/>
            <a:ext cx="170261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Advisors, technicians and warranty admins know what an auditor checks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74966" y="1865376"/>
            <a:ext cx="2031797" cy="3941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274966" y="1865376"/>
            <a:ext cx="54864" cy="394106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76134" y="1993392"/>
            <a:ext cx="17026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Safety nets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76134" y="2724912"/>
            <a:ext cx="170261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Signatures, out mileage, punch times and authorizations checked before the claim goes 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471355" y="1865376"/>
            <a:ext cx="2031797" cy="3941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9471355" y="1865376"/>
            <a:ext cx="54864" cy="394106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72523" y="1993392"/>
            <a:ext cx="17026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Spot-check and self-audit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72523" y="2724912"/>
            <a:ext cx="170261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warranty ROs every month and audit them the way the factory will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General Manager is responsible for making sure warranty policies and procedures are followed.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2026-10-22T00:22:33Z</dcterms:created>
  <dcterms:modified xsi:type="dcterms:W3CDTF">2026-10-22T00:22:33Z</dcterms:modified>
</cp:coreProperties>
</file>