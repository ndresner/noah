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YTD RWR Financials 2026 (warranty rate submission vendor), "YTD revenue secured": the added gross profit from approved increases, as more dollars per warranty labor hour sold or more parts markup. 19 stores have an approval this year; the other 14 have not had one yet. Labor $1,661,368, parts $2,126,832. Honda North uses its labor + parts ($463,396), not the vendor's $463,296 total (Noah, Oct 22: take the higher), so the group is $3,788,200 vs the report's $3,788,100.Talk track: these approvals are new money on every warranty claim, and they are why warranty ELR is up. The factory notices a higher rate too: more money in means more scrutiny. Every claim debited in an audit gives part of it back.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Warranty pay type, by close month; 2025 shown January-December, 2026 January-September. Warranty ELR = warranty labor sale / warranty hours sold; parts margin = warranty parts gross / parts sale. Same-store, INEOS excluded; GMC Prescott body shop labor types excluded.Talk track (Noah, Oct 24): the point is the direction. Rate increases are lifting both warranty ELR and warranty parts margin. The factory notices higher rates: more money in means more scrutiny, so documentation and process on every claim have to be right. Store detail for warranty ELR is no longer in the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 Increases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1927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33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86968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 added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78408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2532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71216" y="1795836"/>
            <a:ext cx="393192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19272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233672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$420K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$378K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123237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123237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71216" y="2218289"/>
            <a:ext cx="228346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19272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233672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$143K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$320K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545690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545690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871216" y="2640741"/>
            <a:ext cx="169496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19272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233672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07492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$221K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968142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968142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871216" y="3063194"/>
            <a:ext cx="160520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19272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233672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07492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390595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390595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871216" y="3485647"/>
            <a:ext cx="143915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19272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233672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7492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813048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813048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871216" y="3908100"/>
            <a:ext cx="139741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19272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233672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07492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235501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235501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71216" y="4330553"/>
            <a:ext cx="111050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19272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233672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07492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$98K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657954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657954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71216" y="4753005"/>
            <a:ext cx="103120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19272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233672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07492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5080406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5080406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871216" y="5175458"/>
            <a:ext cx="71987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19272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233672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07492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502859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502859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871216" y="5597911"/>
            <a:ext cx="65879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19272" y="5502859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233672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74920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1700784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1700784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421624" y="1795836"/>
            <a:ext cx="47436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9680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978408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10625328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2123237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2123237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8421624" y="2218289"/>
            <a:ext cx="46626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869680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78408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25328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545690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545690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421624" y="2640741"/>
            <a:ext cx="45934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869680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78408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25328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968142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968142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8421624" y="3063194"/>
            <a:ext cx="44680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869680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78408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25328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3390595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3390595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421624" y="3485647"/>
            <a:ext cx="36934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869680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78408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25328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813048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813048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908100"/>
            <a:ext cx="30323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869680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78408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25328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4235501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4235501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421624" y="4330553"/>
            <a:ext cx="18288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869680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78408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25328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657954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657954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753005"/>
            <a:ext cx="18288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869680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78408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25328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5080406"/>
            <a:ext cx="310896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5080406"/>
            <a:ext cx="178308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421624" y="5175458"/>
            <a:ext cx="18288" cy="23234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869680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78408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25328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 in added gross profit from warranty rate increases approved this year at 19 stores. Higher rates bring more audits: the process is how we keep 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35024"/>
            <a:ext cx="5184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64208"/>
            <a:ext cx="5184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 </a:t>
            </a:r>
            <a:pPr indent="0" marL="0">
              <a:buNone/>
            </a:pPr>
            <a:r>
              <a:rPr lang="en-US" sz="2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 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 </a:t>
            </a:r>
            <a:pPr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121408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year to date · ahead of 2025 in all nine months</a:t>
            </a:r>
            <a:endParaRPr lang="en-US" sz="1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2441448"/>
          <a:ext cx="5404104" cy="34564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144768" y="1207008"/>
            <a:ext cx="5586984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345936" y="1335024"/>
            <a:ext cx="5184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 %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345936" y="1664208"/>
            <a:ext cx="5184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 </a:t>
            </a:r>
            <a:pPr indent="0" marL="0">
              <a:buNone/>
            </a:pPr>
            <a:r>
              <a:rPr lang="en-US" sz="2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 </a:t>
            </a:r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 </a:t>
            </a:r>
            <a:pPr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345936" y="2121408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year to date · ahead of 2025 in all nine months</a:t>
            </a:r>
            <a:endParaRPr lang="en-US" sz="14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236208" y="2441448"/>
          <a:ext cx="5404104" cy="34564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is up $17 to $197 and warranty parts margin up 2.1 pts to 44.7%. Higher rates draw more audits: every claim's documentation has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2026-10-24T00:54:31Z</dcterms:created>
  <dcterms:modified xsi:type="dcterms:W3CDTF">2026-10-24T00:54:31Z</dcterms:modified>
</cp:coreProperties>
</file>