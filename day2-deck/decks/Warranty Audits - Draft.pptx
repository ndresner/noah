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YTD RWR Financials 2026 (warranty rate submission vendor): YTD revenue secured from approved warranty labor and parts rate increases, as reported. 19 stores with approvals to date; stores not listed have none reported yet. Labor $1,661,368, parts $2,126,832. Vendor's Honda North total ($463,296) is $100 less than its labor + parts ($463,396), so the report's grand total ($3,788,100) is $100 less than labor + parts ($3,788,200). Slides use the vendor's totals as reported.Talk track: these approvals are new money on every warranty claim, and they are why warranty ELR is up. The factory notices a higher rate too: more money in means more scrutiny. Every claim debited in an audit gives part of it back.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 Increases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2735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18795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8239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738360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579608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95836"/>
            <a:ext cx="548640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73552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$797,928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87952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$419,904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$378,024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23237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218289"/>
            <a:ext cx="318553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273552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$463,296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187952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$142,960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$320,436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545690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640741"/>
            <a:ext cx="236506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73552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$343,968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187952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$123,204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$220,764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968142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3063194"/>
            <a:ext cx="223981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273552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$325,752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187952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$206,340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$119,412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390595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3485647"/>
            <a:ext cx="200812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273552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$292,056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187952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$165,000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02920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$127,056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3813048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3908100"/>
            <a:ext cx="194987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273552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$283,584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187952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$136,824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02920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$146,760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4235501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4330553"/>
            <a:ext cx="154953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273552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$225,360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187952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$127,560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02920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$97,800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65795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4753005"/>
            <a:ext cx="14388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273552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$209,268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187952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$46,440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02920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$162,828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080406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5175458"/>
            <a:ext cx="100447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273552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$146,088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187952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$49,068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02920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$97,020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5502859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5597911"/>
            <a:ext cx="9192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273552" y="5502859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$133,692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187952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029200" y="5502859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$133,692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208776" y="170078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220456" y="1795836"/>
            <a:ext cx="6618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823960" y="170078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$96,264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9738360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10579608" y="170078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$96,264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208776" y="2123237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8220456" y="2218289"/>
            <a:ext cx="65059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8823960" y="2123237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$94,620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9738360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$63,852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10579608" y="2123237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$30,768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2545690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8220456" y="2640741"/>
            <a:ext cx="6409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823960" y="2545690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$93,216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9738360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$32,748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10579608" y="2545690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$60,468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208776" y="2968142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220456" y="3063194"/>
            <a:ext cx="6234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8823960" y="2968142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$90,672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9738360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$37,212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10579608" y="2968142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$53,460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3390595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8220456" y="3485647"/>
            <a:ext cx="51536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8823960" y="3390595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$74,952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9738360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$74,952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579608" y="3390595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3813048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8220456" y="3908100"/>
            <a:ext cx="42311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823960" y="3813048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$61,536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9738360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10579608" y="3813048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$61,536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235501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8220456" y="4330553"/>
            <a:ext cx="24274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8823960" y="4235501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$35,304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9738360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$35,304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10579608" y="4235501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4657954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4753005"/>
            <a:ext cx="18288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823960" y="4657954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$15,204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738360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579608" y="4657954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$15,204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5080406"/>
            <a:ext cx="193852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5175458"/>
            <a:ext cx="18288" cy="23234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8823960" y="5080406"/>
            <a:ext cx="914400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$5,340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738360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579608" y="5080406"/>
            <a:ext cx="841248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$5,340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$3,788,100 secured so far this year from approved warranty rate increases at 19 stores. Higher rates bring more audits: the process is how we keep 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 in the six audits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signature on add-ons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 added repair approved and signed by a manager before it is claimed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 on in-stock units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and manager signatures on repairs to units in stock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2026-10-22T00:17:39Z</dcterms:created>
  <dcterms:modified xsi:type="dcterms:W3CDTF">2026-10-22T00:17:39Z</dcterms:modified>
</cp:coreProperties>
</file>