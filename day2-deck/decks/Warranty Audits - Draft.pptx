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 in the six audits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signature on add-ons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added repair approved and signed by a manager before it is claimed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 on in-stock units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and manager signatures on repairs to units in stock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$400,000. Every cause on this list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2026-10-22T00:12:35Z</dcterms:created>
  <dcterms:modified xsi:type="dcterms:W3CDTF">2026-10-22T00:12:35Z</dcterms:modified>
</cp:coreProperties>
</file>