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parts gross / parts sale, by close month; 2025 January-December, 2026 January-September. Same-store, INEOS excluded (opened 2026). GMC Prescott body shop labor types excluded. Pulled Oct 22 2026.Example for the rate-increase story. The link to the approvals is the point we are making, not something the data proves on its own: 17 of the 19 stores with approvals got a parts markup increase (vendor YTD report), and warranty parts margin rose in every month. Mix of parts and campaigns also moves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62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44.7%, ahead of 2025 in all nine months: approved parts markup increases show up as margin.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 in the six audits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signature on add-ons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added repair approved and signed by a manager before it is claimed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 on in-stock units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and manager signatures on repairs to units in stock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2026-10-22T19:24:26Z</dcterms:created>
  <dcterms:modified xsi:type="dcterms:W3CDTF">2026-10-22T19:24:26Z</dcterms:modified>
</cp:coreProperties>
</file>