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A-E, Internal GP %, CP vs Internal GP % options A-B,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increases, audits and compliance, internal rate.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audits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Internal GP %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2026-10-22T00:18:33Z</dcterms:created>
  <dcterms:modified xsi:type="dcterms:W3CDTF">2026-10-22T00:18:33Z</dcterms:modified>
</cp:coreProperties>
</file>