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pricing and labor mix,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and video, then alignment, balance, brake fluid and fuel.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margin, then tracking and accountability.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increases, warranty rate and parts margin, audits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   ·   Tracking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2026-10-23T19:22:43Z</dcterms:created>
  <dcterms:modified xsi:type="dcterms:W3CDTF">2026-10-23T19:22:43Z</dcterms:modified>
</cp:coreProperties>
</file>