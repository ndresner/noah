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Store Records (five designs), Door Rate option A, CP vs Internal GP % option A, Photo completion % (optional measure), Who's Moving Now alternate versions,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gross, and the store records.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and net to gross.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ROs, hours per RO, rate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and video, then alignment, balance, brake fluid and fuel.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and internal, maintenance and repair mix.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employee, headcount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increases, warranty rate and parts margin, audits and compliance.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commitments.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  ·   Internal rate &amp; margin   ·   Work type   ·   Op code descriptions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   ·   ROs per person   ·   Headcount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ELR   ·   Parts margin   ·   Warranty audits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  ·   Door rate   ·   CP vs internal   ·   Photo %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2026-10-23T15:52:35Z</dcterms:created>
  <dcterms:modified xsi:type="dcterms:W3CDTF">2026-10-23T15:52:35Z</dcterms:modified>
</cp:coreProperties>
</file>