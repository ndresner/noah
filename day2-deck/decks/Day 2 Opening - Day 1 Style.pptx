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review with Tommy, not for the room. Every slide built but not placed in the deck: alternate versions of slides already in it, and slides not yet decided on. In deck order: Gross Trend options A / B / B+Q4, Store Records (six designs), Door Rate options A-E, Internal GP %, CP vs Internal GP % options A-B, Headcount trend, Best Techs option C, Who's Moving Now alternate versions, Most Improved v1. Pick what moves into the deck, then delete this section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gross, and the store records.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and net to gross.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ROs, hours per RO, rate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Express, maintenance and repair mix.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 and fuel.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ROs and rate, internal rate and margin.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employee, headcount and technician proficiency.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commitments.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type   ·   Work type   ·   Op code descriptions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15%   ·   Balance 15%   ·   Brake fluid 10%   ·   Fuel service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72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ROs   ·   Warranty ELR   ·   Internal ELR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   ·   ROs per person   ·   Headcount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Before you leave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PRESENTED · FOR REVIEW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&amp; records   ·   Door rate   ·   Internal GP %   ·   Best techs   ·   Most improved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2026-10-21T23:52:58Z</dcterms:created>
  <dcterms:modified xsi:type="dcterms:W3CDTF">2026-10-21T23:52:58Z</dcterms:modified>
</cp:coreProperties>
</file>