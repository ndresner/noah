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Alternate versions of slides already in the deck, and slides not yet decided on. Door Rate / CP ELR % of Door Rate options A-E, and Your Best Techs Prove It options A-C. Pick one of each (or none),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gross, and the store records.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and net to gross.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ROs, hours per RO, rate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Express, maintenance and repair mix.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 and fuel.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ROs and rate, internal rate and margin.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employee, headcount and technician proficiency.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commitments.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type   ·   Work type   ·   Op code descriptions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15%   ·   Balance 15%   ·   Brake fluid 10%   ·   Fuel service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72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ROs   ·   Warranty ELR   ·   Internal ELR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   ·   ROs per person   ·   Headcount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Before you leave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Door rate: options A–E   ·   Your best techs prove it: options A–C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2026-10-21T22:30:24Z</dcterms:created>
  <dcterms:modified xsi:type="dcterms:W3CDTF">2026-10-21T22:30:24Z</dcterms:modified>
</cp:coreProperties>
</file>