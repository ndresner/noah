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Gross Trend options A / B / B+Q4, Store Records (six designs), Door Rate options A-E, Internal GP %, CP vs Internal GP % options A-B, Headcount trend, Best Techs option C,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audits and compliance, warranty rate and ROs, internal rate.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audits   ·   Warranty ELR   ·   Warranty ROs   ·   Internal ELR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&amp; records   ·   Door rate   ·   Internal GP %   ·   Best techs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2026-10-22T00:11:20Z</dcterms:created>
  <dcterms:modified xsi:type="dcterms:W3CDTF">2026-10-22T00:11:20Z</dcterms:modified>
</cp:coreProperties>
</file>