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review with Tommy, not for the room. Every slide built but not placed in the deck: alternate versions of slides already in it, and slides not yet decided on. In deck order: Store Records (five designs), Door Rate option A, CP vs Internal GP % option A, Photo completion % (optional measure), Productivity slides taken out of the flow (gross per employee gap, 5% more per employee, ROs per advisor, ROs per manager; Oct 23), Who's Moving Now alternate versions and the line-chart versions taken out of the flow (Oct 23), Most Improved v1. Pick what moves into the deck, then delete this section before the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2194560" cy="6675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7512" y="237744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Operations</a:t>
            </a:r>
            <a:endParaRPr lang="en-US" sz="6200" dirty="0"/>
          </a:p>
        </p:txBody>
      </p:sp>
      <p:sp>
        <p:nvSpPr>
          <p:cNvPr id="4" name="Shape 1"/>
          <p:cNvSpPr/>
          <p:nvPr/>
        </p:nvSpPr>
        <p:spPr>
          <a:xfrm>
            <a:off x="713232" y="4224528"/>
            <a:ext cx="1371600" cy="5029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94944" y="44622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General Managers &amp; Service Managers  ·  October 29, 2026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94944" y="49560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South Point, Las Vegas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GENERAL MANAGERS &amp; SERVICE MANAGERS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94944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ops, service and parts gross performance.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4944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keep, and how much of the store's expenses fixed ops covers.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4944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 count, sales per visit, pricing and margin.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94944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703320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Inspections and key services against benchmark.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44768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6144768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82512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059168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9390888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rate and margins.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44768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6144768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82512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059168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390888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Staffing, output and technician proficiency.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44768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6144768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82512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059168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9390888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Rates, margins and compliance: protecting the money.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144768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6144768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82512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7059168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  <p:sp>
        <p:nvSpPr>
          <p:cNvPr id="44" name="Text 42"/>
          <p:cNvSpPr txBox="1"/>
          <p:nvPr/>
        </p:nvSpPr>
        <p:spPr>
          <a:xfrm>
            <a:off x="9390888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changed, where the money is, and prescriptions.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01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  ·   Service   ·   Parts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02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  ·   Service net to gross   ·   Parts net to gross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03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  ·   Hours per RO   ·   Pricing &amp; mix   ·   ELR   ·   $ per RO   ·   Margin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04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90%   ·   Alignment 15%   ·   Balance 15%   ·   Brake fluid 10%   ·   Fuel 7.5%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05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   ·   Internal labor GP %   ·   Internal parts GP 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06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Headcount   ·   Gross per employee   ·   Technician proficiency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07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Rates rising   ·   Warranty gross profit   ·   Claim process: protect the money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08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improved   ·   Where the money is   ·   Store prescriptions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PRESENTED · FOR REVIEW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Decisions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  ·   Door rate   ·   CP vs internal   ·   Photo %   ·   Productivity   ·   Who's moving now   ·   Most improved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2026-10-29T04:39:05Z</dcterms:created>
  <dcterms:modified xsi:type="dcterms:W3CDTF">2026-10-29T04:39:05Z</dcterms:modified>
</cp:coreProperties>
</file>