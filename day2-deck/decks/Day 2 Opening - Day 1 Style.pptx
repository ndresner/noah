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Productivity slides taken out of the flow (gross per employee gap, 5% more per employee, ROs per advisor, ROs per manager; Oct 23),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pricing and labor mix,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service, MPI and video, tracking, then alignment, balance, brake fluid and fuel.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Headcount, gross per employee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increases, warranty rate and parts margin, audits and compliance.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Headcount   ·   Gross per employee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Productivity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2026-10-23T21:37:16Z</dcterms:created>
  <dcterms:modified xsi:type="dcterms:W3CDTF">2026-10-23T21:37:16Z</dcterms:modified>
</cp:coreProperties>
</file>