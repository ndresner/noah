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store's expenses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Rates, margins, compliance, and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prescriptions.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Door rate   ·   Productivity   ·   Proficiency   ·   Who's moving now   ·   Most improved   ·   Before you leave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2026-10-29T06:41:44Z</dcterms:created>
  <dcterms:modified xsi:type="dcterms:W3CDTF">2026-10-29T06:41:44Z</dcterms:modified>
</cp:coreProperties>
</file>