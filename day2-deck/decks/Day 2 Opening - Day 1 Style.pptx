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Gross Trend options A / B / B+Q4, Store Records (six designs), Door Rate options A-B, CP vs Internal GP % options A-B, Headcount trend, Best Techs option C, Who's Moving Now alternate versions,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gross, and the store records.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and net to gross.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hours per RO, rate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and internal, maintenance and repair mix.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increases, warranty rate and parts margin, audits and compliance.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employee, headcount and technician proficiency.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commitments.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  ·   Internal rate &amp; margin   ·   Work type   ·   Op code descriptions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15%   ·   Balance 15%   ·   Brake fluid 10%   ·   Fuel service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 ·   ROs per person   ·   Headcount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&amp; records   ·   Door rate   ·   CP vs internal   ·   Best techs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2026-10-22T17:55:48Z</dcterms:created>
  <dcterms:modified xsi:type="dcterms:W3CDTF">2026-10-22T17:55:48Z</dcterms:modified>
</cp:coreProperties>
</file>