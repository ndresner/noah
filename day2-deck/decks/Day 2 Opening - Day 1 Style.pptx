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Gross Trend options A / B / B+Q4, Store Records (six designs), Door Rate options A-E, Internal GP %, CP vs Internal GP % options A-B, Headcount trend, Best Techs options A-C, Who's Moving Now alternate versions,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Express, maintenance and repair mix.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 and rate, internal rate and margin.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Work type   ·   Op code descriptions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15%   ·   Balance 15%   ·   Brake fluid 10%   ·   Fuel service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72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   ·   Warranty ELR   ·   Internal ELR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&amp; records   ·   Door rate   ·   Internal GP %   ·   Best techs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2026-10-21T23:13:56Z</dcterms:created>
  <dcterms:modified xsi:type="dcterms:W3CDTF">2026-10-21T23:13:56Z</dcterms:modified>
</cp:coreProperties>
</file>