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 A parts table and option B+Q4, Store Records (five designs), Door Rate option A, CP vs Internal GP % option A, Photo completion % (optional measure), Best Techs option C,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and internal,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and video, then 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Internal rate &amp; margin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Trends &amp; records   ·   Door rate   ·   CP vs internal   ·   Photo %   ·   Best techs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2026-10-22T20:48:35Z</dcterms:created>
  <dcterms:modified xsi:type="dcterms:W3CDTF">2026-10-22T20:48:35Z</dcterms:modified>
</cp:coreProperties>
</file>