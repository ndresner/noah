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Productivity slides taken out of the flow (gross per employee gap, 5% more per employee, ROs per advisor, ROs per manager; Oct 23),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 performance.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keep, and how much of the store we cover.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count, sales per visit, pricing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Inspections and key services against benchmark.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Staffing, output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rates, margins and compliance.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what we commit to.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Pricing &amp; mix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  ·   Internal labor GP %   ·   Internal parts GP 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Headcount   ·   Gross per employee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Productivity   ·   Who's moving now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2026-10-25T23:10:58Z</dcterms:created>
  <dcterms:modified xsi:type="dcterms:W3CDTF">2026-10-25T23:10:58Z</dcterms:modified>
</cp:coreProperties>
</file>