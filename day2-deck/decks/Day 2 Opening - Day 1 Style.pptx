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Store Records (five designs), Door Rate option A, CP vs Internal GP % option A, Photo completion % (optional measure), Productivity slides taken out of the flow (gross per employee gap, 5% more per employee, ROs per advisor, ROs per manager; Oct 23), Who's Moving Now alternate versions and the line-chart versions taken out of the flow (Oct 23),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 performance.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keep, and how much of the store we cover.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count, sales per visit, pricing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Inspections and key services against benchmark.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rate and margins.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Staffing, output and technician proficiency.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Rates, margins and compliance: protecting the money.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each store's prescription.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Pricing &amp; mix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  ·   Internal labor GP %   ·   Internal parts GP 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Headcount   ·   Gross per employee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Rates rising   ·   Warranty gross profit   ·   Claim process: protect the money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Store prescriptions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  ·   Door rate   ·   CP vs internal   ·   Photo %   ·   Productivity   ·   Who's moving now   ·   Most improved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2026-10-28T18:18:10Z</dcterms:created>
  <dcterms:modified xsi:type="dcterms:W3CDTF">2026-10-28T18:18:10Z</dcterms:modified>
</cp:coreProperties>
</file>