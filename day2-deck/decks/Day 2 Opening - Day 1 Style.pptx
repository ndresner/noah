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store's expenses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Rates, margins, compliance, and protecting the money.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prescriptions.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 rising   ·   Warranty gross profit   ·   Claim process: protect the money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Store prescriptions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2026-10-29T04:52:04Z</dcterms:created>
  <dcterms:modified xsi:type="dcterms:W3CDTF">2026-10-29T04:52:04Z</dcterms:modified>
</cp:coreProperties>
</file>