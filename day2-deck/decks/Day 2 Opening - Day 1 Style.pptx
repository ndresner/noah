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 for review with Tommy. Alternate designs still to choose between: Door Rate / ELR % of Door Rate options, and Your Best Techs Prove It options A-C. Delete whichever we don't pick.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2194560" cy="6675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7512" y="23774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Operations</a:t>
            </a:r>
            <a:endParaRPr lang="en-US" sz="6200" dirty="0"/>
          </a:p>
        </p:txBody>
      </p:sp>
      <p:sp>
        <p:nvSpPr>
          <p:cNvPr id="4" name="Shape 1"/>
          <p:cNvSpPr/>
          <p:nvPr/>
        </p:nvSpPr>
        <p:spPr>
          <a:xfrm>
            <a:off x="713232" y="4224528"/>
            <a:ext cx="1371600" cy="5029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94944" y="44622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General Managers &amp; Service Managers  ·  October 29, 2026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94944" y="49560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South Point, Las Vegas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GENERAL MANAGERS &amp; SERVICE MANAGERS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ops, service and parts gross, and the store records.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4944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and net to gross.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4944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ROs, hours per RO, rate and margin.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4944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703320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Express, maintenance and repair mix.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44768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6144768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82512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390888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Alignment, balance, brake fluid and fuel.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44768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144768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82512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059168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ROs and rate, internal rate and margin.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44768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6144768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2512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059168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per employee, headcount and technician proficiency.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144768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6144768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82512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7059168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9390888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changed, where the money is, and commitments.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01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  ·   Service   ·   Parts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02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  ·   Service net to gross   ·   Parts net to gross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03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  ·   Hours per RO   ·   ELR   ·   $ per RO   ·   Margin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04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type   ·   Work type   ·   Op code descriptions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05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15%   ·   Balance 15%   ·   Brake fluid 10%   ·   Fuel service 7.5%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06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72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ROs   ·   Warranty ELR   ·   Internal ELR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07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per employee   ·   ROs per person   ·   Headcount   ·   Technician proficiency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08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improved   ·   Where the money is   ·   Before you leave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APPENDIX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Options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Door rate   ·   Your best techs prove it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2026-10-21T21:15:07Z</dcterms:created>
  <dcterms:modified xsi:type="dcterms:W3CDTF">2026-10-21T21:15:07Z</dcterms:modified>
</cp:coreProperties>
</file>