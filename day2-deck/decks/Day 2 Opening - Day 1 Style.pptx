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Who's Moving Now alternate versions,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and internal, maintenance and repair mix.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and video, then alignment, balance, brake fluid and fuel.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increases, warranty rate and parts margin, audits and compliance.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Internal rate &amp; margin   ·   Work type   ·   Op code descriptions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2026-10-22T22:41:36Z</dcterms:created>
  <dcterms:modified xsi:type="dcterms:W3CDTF">2026-10-22T22:41:36Z</dcterms:modified>
</cp:coreProperties>
</file>