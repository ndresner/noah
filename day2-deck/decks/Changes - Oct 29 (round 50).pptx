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Loss, Jan-Sep 2026 vs 2025, same-store (INEOS excluded, opened 2026), as on the Fixed Ops Net Profit slides. Fixed ops = service (Mechanical) + parts (P&amp;A) department profit: department gross less the department's own expenses. Group net = Net Profit Or Loss on the GM statement.PLACE: right after the agenda, before the Gross section. In the deck Oct 24 (Noah): group net profit view replaces the gross / absorption / net-to-gross tiles. Group-level view of fixed ops' weight in the dealership's profit, Jan-Sep. Fixed ops department profit $50,449,894 (2025 $45,336,135); group net profit $82,743,115 (2025 $95,664,709). On the P&amp;L, F&amp;I income, other income and store-level costs are not split by department, so 'the rest of the store' is the group net less fixed ops department profit. Group net = Net Profit Or Loss on the GM statement (P&amp;L summary), same-store: INEOS (opened 2026) is out of both lines, as on the Fixed Ops Net Profit slides (Noah, Oct 29; all stores in, it was $50.19M of $82.24M). Body shop (GMC Prescott) department profit is left out of fixed ops, as everywhere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Are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collaboration, introduce ideas that drive operational excellence, and set a clear path to exceptional service performance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profit-generating activities: the work that brings in incremental dollars, not just the work that fills the day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on the business, not just in it: step out of the day-to-day long enough to fix the process behind the problems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risk of judgement: your success is our success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first, company second, team third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what you tolerate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power in this room: collaboration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group's net profit came from service and parts: $50.45M of $82.74M (47% in 2025).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27¢ vs 7¢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every gross dollar, what service and parts keep after their own expenses vs new, used and F&amp;I.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+$5,113,759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fixed ops profit than 2025, while group net profit fell $12.92M.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leave today with one or two actionable items you will put in place at your store before year end, and hold your team to them.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2026-10-29T06:41:44Z</dcterms:created>
  <dcterms:modified xsi:type="dcterms:W3CDTF">2026-10-29T06:41:44Z</dcterms:modified>
</cp:coreProperties>
</file>