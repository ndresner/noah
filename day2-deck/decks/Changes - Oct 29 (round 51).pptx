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1.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73.xml" ContentType="application/vnd.openxmlformats-officedocument.drawingml.chart+xml"/>
  <Override PartName="/ppt/charts/chart174.xml" ContentType="application/vnd.openxmlformats-officedocument.drawingml.chart+xml"/>
  <Override PartName="/ppt/charts/chart175.xml" ContentType="application/vnd.openxmlformats-officedocument.drawingml.chart+xml"/>
  <Override PartName="/ppt/charts/chart176.xml" ContentType="application/vnd.openxmlformats-officedocument.drawingml.chart+xml"/>
  <Override PartName="/ppt/charts/chart177.xml" ContentType="application/vnd.openxmlformats-officedocument.drawingml.chart+xml"/>
  <Override PartName="/ppt/charts/chart18.xml" ContentType="application/vnd.openxmlformats-officedocument.drawingml.chart+xml"/>
  <Override PartName="/ppt/charts/chart184.xml" ContentType="application/vnd.openxmlformats-officedocument.drawingml.chart+xml"/>
  <Override PartName="/ppt/charts/chart185.xml" ContentType="application/vnd.openxmlformats-officedocument.drawingml.chart+xml"/>
  <Override PartName="/ppt/charts/chart186.xml" ContentType="application/vnd.openxmlformats-officedocument.drawingml.chart+xml"/>
  <Override PartName="/ppt/charts/chart187.xml" ContentType="application/vnd.openxmlformats-officedocument.drawingml.chart+xml"/>
  <Override PartName="/ppt/charts/chart188.xml" ContentType="application/vnd.openxmlformats-officedocument.drawingml.chart+xml"/>
  <Override PartName="/ppt/charts/chart189.xml" ContentType="application/vnd.openxmlformats-officedocument.drawingml.chart+xml"/>
  <Override PartName="/ppt/charts/chart190.xml" ContentType="application/vnd.openxmlformats-officedocument.drawingml.chart+xml"/>
  <Override PartName="/ppt/charts/chart191.xml" ContentType="application/vnd.openxmlformats-officedocument.drawingml.chart+xml"/>
  <Override PartName="/ppt/charts/chart192.xml" ContentType="application/vnd.openxmlformats-officedocument.drawingml.chart+xml"/>
  <Override PartName="/ppt/charts/chart193.xml" ContentType="application/vnd.openxmlformats-officedocument.drawingml.chart+xml"/>
  <Override PartName="/ppt/charts/chart194.xml" ContentType="application/vnd.openxmlformats-officedocument.drawingml.chart+xml"/>
  <Override PartName="/ppt/charts/chart195.xml" ContentType="application/vnd.openxmlformats-officedocument.drawingml.chart+xml"/>
  <Override PartName="/ppt/charts/chart201.xml" ContentType="application/vnd.openxmlformats-officedocument.drawingml.chart+xml"/>
  <Override PartName="/ppt/charts/chart202.xml" ContentType="application/vnd.openxmlformats-officedocument.drawingml.chart+xml"/>
  <Override PartName="/ppt/charts/chart203.xml" ContentType="application/vnd.openxmlformats-officedocument.drawingml.chart+xml"/>
  <Override PartName="/ppt/charts/chart204.xml" ContentType="application/vnd.openxmlformats-officedocument.drawingml.chart+xml"/>
  <Override PartName="/ppt/charts/chart205.xml" ContentType="application/vnd.openxmlformats-officedocument.drawingml.chart+xml"/>
  <Override PartName="/ppt/charts/chart206.xml" ContentType="application/vnd.openxmlformats-officedocument.drawingml.chart+xml"/>
  <Override PartName="/ppt/charts/chart207.xml" ContentType="application/vnd.openxmlformats-officedocument.drawingml.chart+xml"/>
  <Override PartName="/ppt/charts/chart208.xml" ContentType="application/vnd.openxmlformats-officedocument.drawingml.chart+xml"/>
  <Override PartName="/ppt/charts/chart209.xml" ContentType="application/vnd.openxmlformats-officedocument.drawingml.chart+xml"/>
  <Override PartName="/ppt/charts/chart210.xml" ContentType="application/vnd.openxmlformats-officedocument.drawingml.chart+xml"/>
  <Override PartName="/ppt/charts/chart211.xml" ContentType="application/vnd.openxmlformats-officedocument.drawingml.chart+xml"/>
  <Override PartName="/ppt/charts/chart212.xml" ContentType="application/vnd.openxmlformats-officedocument.drawingml.chart+xml"/>
  <Override PartName="/ppt/charts/chart218.xml" ContentType="application/vnd.openxmlformats-officedocument.drawingml.chart+xml"/>
  <Override PartName="/ppt/charts/chart219.xml" ContentType="application/vnd.openxmlformats-officedocument.drawingml.chart+xml"/>
  <Override PartName="/ppt/charts/chart220.xml" ContentType="application/vnd.openxmlformats-officedocument.drawingml.chart+xml"/>
  <Override PartName="/ppt/charts/chart221.xml" ContentType="application/vnd.openxmlformats-officedocument.drawingml.chart+xml"/>
  <Override PartName="/ppt/charts/chart222.xml" ContentType="application/vnd.openxmlformats-officedocument.drawingml.chart+xml"/>
  <Override PartName="/ppt/charts/chart223.xml" ContentType="application/vnd.openxmlformats-officedocument.drawingml.chart+xml"/>
  <Override PartName="/ppt/charts/chart224.xml" ContentType="application/vnd.openxmlformats-officedocument.drawingml.chart+xml"/>
  <Override PartName="/ppt/charts/chart225.xml" ContentType="application/vnd.openxmlformats-officedocument.drawingml.chart+xml"/>
  <Override PartName="/ppt/charts/chart226.xml" ContentType="application/vnd.openxmlformats-officedocument.drawingml.chart+xml"/>
  <Override PartName="/ppt/charts/chart227.xml" ContentType="application/vnd.openxmlformats-officedocument.drawingml.chart+xml"/>
  <Override PartName="/ppt/charts/chart228.xml" ContentType="application/vnd.openxmlformats-officedocument.drawingml.chart+xml"/>
  <Override PartName="/ppt/charts/chart229.xml" ContentType="application/vnd.openxmlformats-officedocument.drawingml.chart+xml"/>
  <Override PartName="/ppt/charts/chart235.xml" ContentType="application/vnd.openxmlformats-officedocument.drawingml.chart+xml"/>
  <Override PartName="/ppt/charts/chart236.xml" ContentType="application/vnd.openxmlformats-officedocument.drawingml.chart+xml"/>
  <Override PartName="/ppt/charts/chart237.xml" ContentType="application/vnd.openxmlformats-officedocument.drawingml.chart+xml"/>
  <Override PartName="/ppt/charts/chart238.xml" ContentType="application/vnd.openxmlformats-officedocument.drawingml.chart+xml"/>
  <Override PartName="/ppt/charts/chart239.xml" ContentType="application/vnd.openxmlformats-officedocument.drawingml.chart+xml"/>
  <Override PartName="/ppt/charts/chart24.xml" ContentType="application/vnd.openxmlformats-officedocument.drawingml.chart+xml"/>
  <Override PartName="/ppt/charts/chart240.xml" ContentType="application/vnd.openxmlformats-officedocument.drawingml.chart+xml"/>
  <Override PartName="/ppt/charts/chart241.xml" ContentType="application/vnd.openxmlformats-officedocument.drawingml.chart+xml"/>
  <Override PartName="/ppt/charts/chart242.xml" ContentType="application/vnd.openxmlformats-officedocument.drawingml.chart+xml"/>
  <Override PartName="/ppt/charts/chart243.xml" ContentType="application/vnd.openxmlformats-officedocument.drawingml.chart+xml"/>
  <Override PartName="/ppt/charts/chart244.xml" ContentType="application/vnd.openxmlformats-officedocument.drawingml.chart+xml"/>
  <Override PartName="/ppt/charts/chart245.xml" ContentType="application/vnd.openxmlformats-officedocument.drawingml.chart+xml"/>
  <Override PartName="/ppt/charts/chart246.xml" ContentType="application/vnd.openxmlformats-officedocument.drawingml.chart+xml"/>
  <Override PartName="/ppt/charts/chart25.xml" ContentType="application/vnd.openxmlformats-officedocument.drawingml.chart+xml"/>
  <Override PartName="/ppt/charts/chart255.xml" ContentType="application/vnd.openxmlformats-officedocument.drawingml.chart+xml"/>
  <Override PartName="/ppt/charts/chart256.xml" ContentType="application/vnd.openxmlformats-officedocument.drawingml.chart+xml"/>
  <Override PartName="/ppt/charts/chart257.xml" ContentType="application/vnd.openxmlformats-officedocument.drawingml.chart+xml"/>
  <Override PartName="/ppt/charts/chart258.xml" ContentType="application/vnd.openxmlformats-officedocument.drawingml.chart+xml"/>
  <Override PartName="/ppt/charts/chart259.xml" ContentType="application/vnd.openxmlformats-officedocument.drawingml.chart+xml"/>
  <Override PartName="/ppt/charts/chart26.xml" ContentType="application/vnd.openxmlformats-officedocument.drawingml.chart+xml"/>
  <Override PartName="/ppt/charts/chart260.xml" ContentType="application/vnd.openxmlformats-officedocument.drawingml.chart+xml"/>
  <Override PartName="/ppt/charts/chart261.xml" ContentType="application/vnd.openxmlformats-officedocument.drawingml.chart+xml"/>
  <Override PartName="/ppt/charts/chart262.xml" ContentType="application/vnd.openxmlformats-officedocument.drawingml.chart+xml"/>
  <Override PartName="/ppt/charts/chart263.xml" ContentType="application/vnd.openxmlformats-officedocument.drawingml.chart+xml"/>
  <Override PartName="/ppt/charts/chart264.xml" ContentType="application/vnd.openxmlformats-officedocument.drawingml.chart+xml"/>
  <Override PartName="/ppt/charts/chart265.xml" ContentType="application/vnd.openxmlformats-officedocument.drawingml.chart+xml"/>
  <Override PartName="/ppt/charts/chart266.xml" ContentType="application/vnd.openxmlformats-officedocument.drawingml.chart+xml"/>
  <Override PartName="/ppt/charts/chart27.xml" ContentType="application/vnd.openxmlformats-officedocument.drawingml.chart+xml"/>
  <Override PartName="/ppt/charts/chart272.xml" ContentType="application/vnd.openxmlformats-officedocument.drawingml.chart+xml"/>
  <Override PartName="/ppt/charts/chart273.xml" ContentType="application/vnd.openxmlformats-officedocument.drawingml.chart+xml"/>
  <Override PartName="/ppt/charts/chart274.xml" ContentType="application/vnd.openxmlformats-officedocument.drawingml.chart+xml"/>
  <Override PartName="/ppt/charts/chart275.xml" ContentType="application/vnd.openxmlformats-officedocument.drawingml.chart+xml"/>
  <Override PartName="/ppt/charts/chart276.xml" ContentType="application/vnd.openxmlformats-officedocument.drawingml.chart+xml"/>
  <Override PartName="/ppt/charts/chart277.xml" ContentType="application/vnd.openxmlformats-officedocument.drawingml.chart+xml"/>
  <Override PartName="/ppt/charts/chart278.xml" ContentType="application/vnd.openxmlformats-officedocument.drawingml.chart+xml"/>
  <Override PartName="/ppt/charts/chart279.xml" ContentType="application/vnd.openxmlformats-officedocument.drawingml.chart+xml"/>
  <Override PartName="/ppt/charts/chart28.xml" ContentType="application/vnd.openxmlformats-officedocument.drawingml.chart+xml"/>
  <Override PartName="/ppt/charts/chart280.xml" ContentType="application/vnd.openxmlformats-officedocument.drawingml.chart+xml"/>
  <Override PartName="/ppt/charts/chart281.xml" ContentType="application/vnd.openxmlformats-officedocument.drawingml.chart+xml"/>
  <Override PartName="/ppt/charts/chart282.xml" ContentType="application/vnd.openxmlformats-officedocument.drawingml.chart+xml"/>
  <Override PartName="/ppt/charts/chart283.xml" ContentType="application/vnd.openxmlformats-officedocument.drawingml.chart+xml"/>
  <Override PartName="/ppt/charts/chart29.xml" ContentType="application/vnd.openxmlformats-officedocument.drawingml.chart+xml"/>
  <Override PartName="/ppt/charts/chart290.xml" ContentType="application/vnd.openxmlformats-officedocument.drawingml.chart+xml"/>
  <Override PartName="/ppt/charts/chart291.xml" ContentType="application/vnd.openxmlformats-officedocument.drawingml.chart+xml"/>
  <Override PartName="/ppt/charts/chart292.xml" ContentType="application/vnd.openxmlformats-officedocument.drawingml.chart+xml"/>
  <Override PartName="/ppt/charts/chart293.xml" ContentType="application/vnd.openxmlformats-officedocument.drawingml.chart+xml"/>
  <Override PartName="/ppt/charts/chart294.xml" ContentType="application/vnd.openxmlformats-officedocument.drawingml.chart+xml"/>
  <Override PartName="/ppt/charts/chart295.xml" ContentType="application/vnd.openxmlformats-officedocument.drawingml.chart+xml"/>
  <Override PartName="/ppt/charts/chart296.xml" ContentType="application/vnd.openxmlformats-officedocument.drawingml.chart+xml"/>
  <Override PartName="/ppt/charts/chart297.xml" ContentType="application/vnd.openxmlformats-officedocument.drawingml.chart+xml"/>
  <Override PartName="/ppt/charts/chart298.xml" ContentType="application/vnd.openxmlformats-officedocument.drawingml.chart+xml"/>
  <Override PartName="/ppt/charts/chart299.xml" ContentType="application/vnd.openxmlformats-officedocument.drawingml.chart+xml"/>
  <Override PartName="/ppt/charts/chart30.xml" ContentType="application/vnd.openxmlformats-officedocument.drawingml.chart+xml"/>
  <Override PartName="/ppt/charts/chart300.xml" ContentType="application/vnd.openxmlformats-officedocument.drawingml.chart+xml"/>
  <Override PartName="/ppt/charts/chart301.xml" ContentType="application/vnd.openxmlformats-officedocument.drawingml.chart+xml"/>
  <Override PartName="/ppt/charts/chart308.xml" ContentType="application/vnd.openxmlformats-officedocument.drawingml.chart+xml"/>
  <Override PartName="/ppt/charts/chart309.xml" ContentType="application/vnd.openxmlformats-officedocument.drawingml.chart+xml"/>
  <Override PartName="/ppt/charts/chart31.xml" ContentType="application/vnd.openxmlformats-officedocument.drawingml.chart+xml"/>
  <Override PartName="/ppt/charts/chart310.xml" ContentType="application/vnd.openxmlformats-officedocument.drawingml.chart+xml"/>
  <Override PartName="/ppt/charts/chart311.xml" ContentType="application/vnd.openxmlformats-officedocument.drawingml.chart+xml"/>
  <Override PartName="/ppt/charts/chart312.xml" ContentType="application/vnd.openxmlformats-officedocument.drawingml.chart+xml"/>
  <Override PartName="/ppt/charts/chart313.xml" ContentType="application/vnd.openxmlformats-officedocument.drawingml.chart+xml"/>
  <Override PartName="/ppt/charts/chart314.xml" ContentType="application/vnd.openxmlformats-officedocument.drawingml.chart+xml"/>
  <Override PartName="/ppt/charts/chart315.xml" ContentType="application/vnd.openxmlformats-officedocument.drawingml.chart+xml"/>
  <Override PartName="/ppt/charts/chart316.xml" ContentType="application/vnd.openxmlformats-officedocument.drawingml.chart+xml"/>
  <Override PartName="/ppt/charts/chart317.xml" ContentType="application/vnd.openxmlformats-officedocument.drawingml.chart+xml"/>
  <Override PartName="/ppt/charts/chart318.xml" ContentType="application/vnd.openxmlformats-officedocument.drawingml.chart+xml"/>
  <Override PartName="/ppt/charts/chart319.xml" ContentType="application/vnd.openxmlformats-officedocument.drawingml.chart+xml"/>
  <Override PartName="/ppt/charts/chart32.xml" ContentType="application/vnd.openxmlformats-officedocument.drawingml.chart+xml"/>
  <Override PartName="/ppt/charts/chart326.xml" ContentType="application/vnd.openxmlformats-officedocument.drawingml.chart+xml"/>
  <Override PartName="/ppt/charts/chart327.xml" ContentType="application/vnd.openxmlformats-officedocument.drawingml.chart+xml"/>
  <Override PartName="/ppt/charts/chart328.xml" ContentType="application/vnd.openxmlformats-officedocument.drawingml.chart+xml"/>
  <Override PartName="/ppt/charts/chart329.xml" ContentType="application/vnd.openxmlformats-officedocument.drawingml.chart+xml"/>
  <Override PartName="/ppt/charts/chart33.xml" ContentType="application/vnd.openxmlformats-officedocument.drawingml.chart+xml"/>
  <Override PartName="/ppt/charts/chart330.xml" ContentType="application/vnd.openxmlformats-officedocument.drawingml.chart+xml"/>
  <Override PartName="/ppt/charts/chart331.xml" ContentType="application/vnd.openxmlformats-officedocument.drawingml.chart+xml"/>
  <Override PartName="/ppt/charts/chart332.xml" ContentType="application/vnd.openxmlformats-officedocument.drawingml.chart+xml"/>
  <Override PartName="/ppt/charts/chart333.xml" ContentType="application/vnd.openxmlformats-officedocument.drawingml.chart+xml"/>
  <Override PartName="/ppt/charts/chart334.xml" ContentType="application/vnd.openxmlformats-officedocument.drawingml.chart+xml"/>
  <Override PartName="/ppt/charts/chart335.xml" ContentType="application/vnd.openxmlformats-officedocument.drawingml.chart+xml"/>
  <Override PartName="/ppt/charts/chart336.xml" ContentType="application/vnd.openxmlformats-officedocument.drawingml.chart+xml"/>
  <Override PartName="/ppt/charts/chart337.xml" ContentType="application/vnd.openxmlformats-officedocument.drawingml.chart+xml"/>
  <Override PartName="/ppt/charts/chart34.xml" ContentType="application/vnd.openxmlformats-officedocument.drawingml.chart+xml"/>
  <Override PartName="/ppt/charts/chart344.xml" ContentType="application/vnd.openxmlformats-officedocument.drawingml.chart+xml"/>
  <Override PartName="/ppt/charts/chart345.xml" ContentType="application/vnd.openxmlformats-officedocument.drawingml.chart+xml"/>
  <Override PartName="/ppt/charts/chart346.xml" ContentType="application/vnd.openxmlformats-officedocument.drawingml.chart+xml"/>
  <Override PartName="/ppt/charts/chart347.xml" ContentType="application/vnd.openxmlformats-officedocument.drawingml.chart+xml"/>
  <Override PartName="/ppt/charts/chart348.xml" ContentType="application/vnd.openxmlformats-officedocument.drawingml.chart+xml"/>
  <Override PartName="/ppt/charts/chart349.xml" ContentType="application/vnd.openxmlformats-officedocument.drawingml.chart+xml"/>
  <Override PartName="/ppt/charts/chart35.xml" ContentType="application/vnd.openxmlformats-officedocument.drawingml.chart+xml"/>
  <Override PartName="/ppt/charts/chart350.xml" ContentType="application/vnd.openxmlformats-officedocument.drawingml.chart+xml"/>
  <Override PartName="/ppt/charts/chart351.xml" ContentType="application/vnd.openxmlformats-officedocument.drawingml.chart+xml"/>
  <Override PartName="/ppt/charts/chart352.xml" ContentType="application/vnd.openxmlformats-officedocument.drawingml.chart+xml"/>
  <Override PartName="/ppt/charts/chart353.xml" ContentType="application/vnd.openxmlformats-officedocument.drawingml.chart+xml"/>
  <Override PartName="/ppt/charts/chart354.xml" ContentType="application/vnd.openxmlformats-officedocument.drawingml.chart+xml"/>
  <Override PartName="/ppt/charts/chart355.xml" ContentType="application/vnd.openxmlformats-officedocument.drawingml.chart+xml"/>
  <Override PartName="/ppt/charts/chart362.xml" ContentType="application/vnd.openxmlformats-officedocument.drawingml.chart+xml"/>
  <Override PartName="/ppt/charts/chart363.xml" ContentType="application/vnd.openxmlformats-officedocument.drawingml.chart+xml"/>
  <Override PartName="/ppt/charts/chart364.xml" ContentType="application/vnd.openxmlformats-officedocument.drawingml.chart+xml"/>
  <Override PartName="/ppt/charts/chart365.xml" ContentType="application/vnd.openxmlformats-officedocument.drawingml.chart+xml"/>
  <Override PartName="/ppt/charts/chart366.xml" ContentType="application/vnd.openxmlformats-officedocument.drawingml.chart+xml"/>
  <Override PartName="/ppt/charts/chart367.xml" ContentType="application/vnd.openxmlformats-officedocument.drawingml.chart+xml"/>
  <Override PartName="/ppt/charts/chart368.xml" ContentType="application/vnd.openxmlformats-officedocument.drawingml.chart+xml"/>
  <Override PartName="/ppt/charts/chart369.xml" ContentType="application/vnd.openxmlformats-officedocument.drawingml.chart+xml"/>
  <Override PartName="/ppt/charts/chart370.xml" ContentType="application/vnd.openxmlformats-officedocument.drawingml.chart+xml"/>
  <Override PartName="/ppt/charts/chart371.xml" ContentType="application/vnd.openxmlformats-officedocument.drawingml.chart+xml"/>
  <Override PartName="/ppt/charts/chart372.xml" ContentType="application/vnd.openxmlformats-officedocument.drawingml.chart+xml"/>
  <Override PartName="/ppt/charts/chart373.xml" ContentType="application/vnd.openxmlformats-officedocument.drawingml.chart+xml"/>
  <Override PartName="/ppt/charts/chart380.xml" ContentType="application/vnd.openxmlformats-officedocument.drawingml.chart+xml"/>
  <Override PartName="/ppt/charts/chart381.xml" ContentType="application/vnd.openxmlformats-officedocument.drawingml.chart+xml"/>
  <Override PartName="/ppt/charts/chart382.xml" ContentType="application/vnd.openxmlformats-officedocument.drawingml.chart+xml"/>
  <Override PartName="/ppt/charts/chart383.xml" ContentType="application/vnd.openxmlformats-officedocument.drawingml.chart+xml"/>
  <Override PartName="/ppt/charts/chart384.xml" ContentType="application/vnd.openxmlformats-officedocument.drawingml.chart+xml"/>
  <Override PartName="/ppt/charts/chart385.xml" ContentType="application/vnd.openxmlformats-officedocument.drawingml.chart+xml"/>
  <Override PartName="/ppt/charts/chart386.xml" ContentType="application/vnd.openxmlformats-officedocument.drawingml.chart+xml"/>
  <Override PartName="/ppt/charts/chart387.xml" ContentType="application/vnd.openxmlformats-officedocument.drawingml.chart+xml"/>
  <Override PartName="/ppt/charts/chart388.xml" ContentType="application/vnd.openxmlformats-officedocument.drawingml.chart+xml"/>
  <Override PartName="/ppt/charts/chart389.xml" ContentType="application/vnd.openxmlformats-officedocument.drawingml.chart+xml"/>
  <Override PartName="/ppt/charts/chart390.xml" ContentType="application/vnd.openxmlformats-officedocument.drawingml.chart+xml"/>
  <Override PartName="/ppt/charts/chart391.xml" ContentType="application/vnd.openxmlformats-officedocument.drawingml.chart+xml"/>
  <Override PartName="/ppt/charts/chart398.xml" ContentType="application/vnd.openxmlformats-officedocument.drawingml.chart+xml"/>
  <Override PartName="/ppt/charts/chart399.xml" ContentType="application/vnd.openxmlformats-officedocument.drawingml.chart+xml"/>
  <Override PartName="/ppt/charts/chart400.xml" ContentType="application/vnd.openxmlformats-officedocument.drawingml.chart+xml"/>
  <Override PartName="/ppt/charts/chart401.xml" ContentType="application/vnd.openxmlformats-officedocument.drawingml.chart+xml"/>
  <Override PartName="/ppt/charts/chart402.xml" ContentType="application/vnd.openxmlformats-officedocument.drawingml.chart+xml"/>
  <Override PartName="/ppt/charts/chart403.xml" ContentType="application/vnd.openxmlformats-officedocument.drawingml.chart+xml"/>
  <Override PartName="/ppt/charts/chart404.xml" ContentType="application/vnd.openxmlformats-officedocument.drawingml.chart+xml"/>
  <Override PartName="/ppt/charts/chart405.xml" ContentType="application/vnd.openxmlformats-officedocument.drawingml.chart+xml"/>
  <Override PartName="/ppt/charts/chart406.xml" ContentType="application/vnd.openxmlformats-officedocument.drawingml.chart+xml"/>
  <Override PartName="/ppt/charts/chart407.xml" ContentType="application/vnd.openxmlformats-officedocument.drawingml.chart+xml"/>
  <Override PartName="/ppt/charts/chart408.xml" ContentType="application/vnd.openxmlformats-officedocument.drawingml.chart+xml"/>
  <Override PartName="/ppt/charts/chart409.xml" ContentType="application/vnd.openxmlformats-officedocument.drawingml.chart+xml"/>
  <Override PartName="/ppt/charts/chart42.xml" ContentType="application/vnd.openxmlformats-officedocument.drawingml.chart+xml"/>
  <Override PartName="/ppt/charts/chart420.xml" ContentType="application/vnd.openxmlformats-officedocument.drawingml.chart+xml"/>
  <Override PartName="/ppt/charts/chart421.xml" ContentType="application/vnd.openxmlformats-officedocument.drawingml.chart+xml"/>
  <Override PartName="/ppt/charts/chart422.xml" ContentType="application/vnd.openxmlformats-officedocument.drawingml.chart+xml"/>
  <Override PartName="/ppt/charts/chart423.xml" ContentType="application/vnd.openxmlformats-officedocument.drawingml.chart+xml"/>
  <Override PartName="/ppt/charts/chart424.xml" ContentType="application/vnd.openxmlformats-officedocument.drawingml.chart+xml"/>
  <Override PartName="/ppt/charts/chart425.xml" ContentType="application/vnd.openxmlformats-officedocument.drawingml.chart+xml"/>
  <Override PartName="/ppt/charts/chart426.xml" ContentType="application/vnd.openxmlformats-officedocument.drawingml.chart+xml"/>
  <Override PartName="/ppt/charts/chart427.xml" ContentType="application/vnd.openxmlformats-officedocument.drawingml.chart+xml"/>
  <Override PartName="/ppt/charts/chart428.xml" ContentType="application/vnd.openxmlformats-officedocument.drawingml.chart+xml"/>
  <Override PartName="/ppt/charts/chart429.xml" ContentType="application/vnd.openxmlformats-officedocument.drawingml.chart+xml"/>
  <Override PartName="/ppt/charts/chart43.xml" ContentType="application/vnd.openxmlformats-officedocument.drawingml.chart+xml"/>
  <Override PartName="/ppt/charts/chart430.xml" ContentType="application/vnd.openxmlformats-officedocument.drawingml.chart+xml"/>
  <Override PartName="/ppt/charts/chart431.xml" ContentType="application/vnd.openxmlformats-officedocument.drawingml.chart+xml"/>
  <Override PartName="/ppt/charts/chart44.xml" ContentType="application/vnd.openxmlformats-officedocument.drawingml.chart+xml"/>
  <Override PartName="/ppt/charts/chart440.xml" ContentType="application/vnd.openxmlformats-officedocument.drawingml.chart+xml"/>
  <Override PartName="/ppt/charts/chart441.xml" ContentType="application/vnd.openxmlformats-officedocument.drawingml.chart+xml"/>
  <Override PartName="/ppt/charts/chart442.xml" ContentType="application/vnd.openxmlformats-officedocument.drawingml.chart+xml"/>
  <Override PartName="/ppt/charts/chart443.xml" ContentType="application/vnd.openxmlformats-officedocument.drawingml.chart+xml"/>
  <Override PartName="/ppt/charts/chart444.xml" ContentType="application/vnd.openxmlformats-officedocument.drawingml.chart+xml"/>
  <Override PartName="/ppt/charts/chart445.xml" ContentType="application/vnd.openxmlformats-officedocument.drawingml.chart+xml"/>
  <Override PartName="/ppt/charts/chart446.xml" ContentType="application/vnd.openxmlformats-officedocument.drawingml.chart+xml"/>
  <Override PartName="/ppt/charts/chart447.xml" ContentType="application/vnd.openxmlformats-officedocument.drawingml.chart+xml"/>
  <Override PartName="/ppt/charts/chart448.xml" ContentType="application/vnd.openxmlformats-officedocument.drawingml.chart+xml"/>
  <Override PartName="/ppt/charts/chart449.xml" ContentType="application/vnd.openxmlformats-officedocument.drawingml.chart+xml"/>
  <Override PartName="/ppt/charts/chart45.xml" ContentType="application/vnd.openxmlformats-officedocument.drawingml.chart+xml"/>
  <Override PartName="/ppt/charts/chart450.xml" ContentType="application/vnd.openxmlformats-officedocument.drawingml.chart+xml"/>
  <Override PartName="/ppt/charts/chart451.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9.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notesSlides/notesSlide115.xml" ContentType="application/vnd.openxmlformats-officedocument.presentationml.notesSlide+xml"/>
  <Override PartName="/ppt/notesSlides/notesSlide119.xml" ContentType="application/vnd.openxmlformats-officedocument.presentationml.notesSlide+xml"/>
  <Override PartName="/ppt/notesSlides/notesSlide123.xml" ContentType="application/vnd.openxmlformats-officedocument.presentationml.notesSlide+xml"/>
  <Override PartName="/ppt/notesSlides/notesSlide130.xml" ContentType="application/vnd.openxmlformats-officedocument.presentationml.notesSlide+xml"/>
  <Override PartName="/ppt/notesSlides/notesSlide134.xml" ContentType="application/vnd.openxmlformats-officedocument.presentationml.notesSlide+xml"/>
  <Override PartName="/ppt/notesSlides/notesSlide138.xml" ContentType="application/vnd.openxmlformats-officedocument.presentationml.notesSlide+xml"/>
  <Override PartName="/ppt/notesSlides/notesSlide146.xml" ContentType="application/vnd.openxmlformats-officedocument.presentationml.notesSlide+xml"/>
  <Override PartName="/ppt/notesSlides/notesSlide165.xml" ContentType="application/vnd.openxmlformats-officedocument.presentationml.notesSlide+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47.xml" ContentType="application/vnd.openxmlformats-officedocument.presentationml.notesSlide+xml"/>
  <Override PartName="/ppt/notesSlides/notesSlide52.xml" ContentType="application/vnd.openxmlformats-officedocument.presentationml.notesSlide+xml"/>
  <Override PartName="/ppt/notesSlides/notesSlide56.xml" ContentType="application/vnd.openxmlformats-officedocument.presentationml.notesSlide+xml"/>
  <Override PartName="/ppt/notesSlides/notesSlide66.xml" ContentType="application/vnd.openxmlformats-officedocument.presentationml.notesSlide+xml"/>
  <Override PartName="/ppt/notesSlides/notesSlide70.xml" ContentType="application/vnd.openxmlformats-officedocument.presentationml.notesSlide+xml"/>
  <Override PartName="/ppt/notesSlides/notesSlide76.xml" ContentType="application/vnd.openxmlformats-officedocument.presentationml.notesSlide+xml"/>
  <Override PartName="/ppt/notesSlides/notesSlide85.xml" ContentType="application/vnd.openxmlformats-officedocument.presentationml.notesSlide+xml"/>
  <Override PartName="/ppt/notesSlides/notesSlide90.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6.xml" ContentType="application/vnd.openxmlformats-officedocument.presentationml.slide+xml"/>
  <Override PartName="/ppt/slides/slide110.xml" ContentType="application/vnd.openxmlformats-officedocument.presentationml.slide+xml"/>
  <Override PartName="/ppt/slides/slide114.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26.xml" ContentType="application/vnd.openxmlformats-officedocument.presentationml.slide+xml"/>
  <Override PartName="/ppt/slides/slide130.xml" ContentType="application/vnd.openxmlformats-officedocument.presentationml.slide+xml"/>
  <Override PartName="/ppt/slides/slide134.xml" ContentType="application/vnd.openxmlformats-officedocument.presentationml.slide+xml"/>
  <Override PartName="/ppt/slides/slide143.xml" ContentType="application/vnd.openxmlformats-officedocument.presentationml.slide+xml"/>
  <Override PartName="/ppt/slides/slide16.xml" ContentType="application/vnd.openxmlformats-officedocument.presentationml.slide+xml"/>
  <Override PartName="/ppt/slides/slide163.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slides/slide34.xml" ContentType="application/vnd.openxmlformats-officedocument.presentationml.slide+xml"/>
  <Override PartName="/ppt/slides/slide40.xml" ContentType="application/vnd.openxmlformats-officedocument.presentationml.slide+xml"/>
  <Override PartName="/ppt/slides/slide45.xml" ContentType="application/vnd.openxmlformats-officedocument.presentationml.slide+xml"/>
  <Override PartName="/ppt/slides/slide49.xml" ContentType="application/vnd.openxmlformats-officedocument.presentationml.slide+xml"/>
  <Override PartName="/ppt/slides/slide60.xml" ContentType="application/vnd.openxmlformats-officedocument.presentationml.slide+xml"/>
  <Override PartName="/ppt/slides/slide64.xml" ContentType="application/vnd.openxmlformats-officedocument.presentationml.slide+xml"/>
  <Override PartName="/ppt/slides/slide70.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89.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276" r:id="rId27"/>
    <p:sldId id="280" r:id="rId31"/>
    <p:sldId id="289" r:id="rId40"/>
    <p:sldId id="293" r:id="rId44"/>
    <p:sldId id="297" r:id="rId48"/>
    <p:sldId id="302" r:id="rId53"/>
    <p:sldId id="307" r:id="rId58"/>
    <p:sldId id="311" r:id="rId62"/>
    <p:sldId id="321" r:id="rId72"/>
    <p:sldId id="325" r:id="rId76"/>
    <p:sldId id="331" r:id="rId82"/>
    <p:sldId id="340" r:id="rId91"/>
    <p:sldId id="345" r:id="rId96"/>
    <p:sldId id="350" r:id="rId101"/>
    <p:sldId id="355" r:id="rId106"/>
    <p:sldId id="366" r:id="rId117"/>
    <p:sldId id="370" r:id="rId121"/>
    <p:sldId id="374" r:id="rId125"/>
    <p:sldId id="378" r:id="rId129"/>
    <p:sldId id="385" r:id="rId136"/>
    <p:sldId id="389" r:id="rId140"/>
    <p:sldId id="393" r:id="rId144"/>
    <p:sldId id="401" r:id="rId152"/>
    <p:sldId id="420" r:id="rId17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27" Type="http://schemas.openxmlformats.org/officeDocument/2006/relationships/slide" Target="slides/slide12.xml"/><Relationship Id="rId31" Type="http://schemas.openxmlformats.org/officeDocument/2006/relationships/slide" Target="slides/slide16.xml"/><Relationship Id="rId40" Type="http://schemas.openxmlformats.org/officeDocument/2006/relationships/slide" Target="slides/slide26.xml"/><Relationship Id="rId44" Type="http://schemas.openxmlformats.org/officeDocument/2006/relationships/slide" Target="slides/slide30.xml"/><Relationship Id="rId48" Type="http://schemas.openxmlformats.org/officeDocument/2006/relationships/slide" Target="slides/slide34.xml"/><Relationship Id="rId53" Type="http://schemas.openxmlformats.org/officeDocument/2006/relationships/slide" Target="slides/slide40.xml"/><Relationship Id="rId58" Type="http://schemas.openxmlformats.org/officeDocument/2006/relationships/slide" Target="slides/slide45.xml"/><Relationship Id="rId62" Type="http://schemas.openxmlformats.org/officeDocument/2006/relationships/slide" Target="slides/slide49.xml"/><Relationship Id="rId72" Type="http://schemas.openxmlformats.org/officeDocument/2006/relationships/slide" Target="slides/slide60.xml"/><Relationship Id="rId76" Type="http://schemas.openxmlformats.org/officeDocument/2006/relationships/slide" Target="slides/slide64.xml"/><Relationship Id="rId82" Type="http://schemas.openxmlformats.org/officeDocument/2006/relationships/slide" Target="slides/slide70.xml"/><Relationship Id="rId91" Type="http://schemas.openxmlformats.org/officeDocument/2006/relationships/slide" Target="slides/slide79.xml"/><Relationship Id="rId96" Type="http://schemas.openxmlformats.org/officeDocument/2006/relationships/slide" Target="slides/slide84.xml"/><Relationship Id="rId101" Type="http://schemas.openxmlformats.org/officeDocument/2006/relationships/slide" Target="slides/slide89.xml"/><Relationship Id="rId106" Type="http://schemas.openxmlformats.org/officeDocument/2006/relationships/slide" Target="slides/slide94.xml"/><Relationship Id="rId117" Type="http://schemas.openxmlformats.org/officeDocument/2006/relationships/slide" Target="slides/slide106.xml"/><Relationship Id="rId121" Type="http://schemas.openxmlformats.org/officeDocument/2006/relationships/slide" Target="slides/slide110.xml"/><Relationship Id="rId125" Type="http://schemas.openxmlformats.org/officeDocument/2006/relationships/slide" Target="slides/slide114.xml"/><Relationship Id="rId129" Type="http://schemas.openxmlformats.org/officeDocument/2006/relationships/slide" Target="slides/slide118.xml"/><Relationship Id="rId136" Type="http://schemas.openxmlformats.org/officeDocument/2006/relationships/slide" Target="slides/slide126.xml"/><Relationship Id="rId140" Type="http://schemas.openxmlformats.org/officeDocument/2006/relationships/slide" Target="slides/slide130.xml"/><Relationship Id="rId144" Type="http://schemas.openxmlformats.org/officeDocument/2006/relationships/slide" Target="slides/slide134.xml"/><Relationship Id="rId152" Type="http://schemas.openxmlformats.org/officeDocument/2006/relationships/slide" Target="slides/slide143.xml"/><Relationship Id="rId171" Type="http://schemas.openxmlformats.org/officeDocument/2006/relationships/slide" Target="slides/slide163.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Work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Work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Work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104.xlsx"/></Relationships>
</file>

<file path=ppt/charts/_rels/chart105.xml.rels><?xml version='1.0' encoding='UTF-8' standalone='yes'?>
<Relationships xmlns="http://schemas.openxmlformats.org/package/2006/relationships"><Relationship Id="rId1" Type="http://schemas.openxmlformats.org/officeDocument/2006/relationships/package" Target="../embeddings/Microsoft_Excel_Worksheet105.xlsx"/></Relationships>
</file>

<file path=ppt/charts/_rels/chart106.xml.rels><?xml version='1.0' encoding='UTF-8' standalone='yes'?>
<Relationships xmlns="http://schemas.openxmlformats.org/package/2006/relationships"><Relationship Id="rId1" Type="http://schemas.openxmlformats.org/officeDocument/2006/relationships/package" Target="../embeddings/Microsoft_Excel_Worksheet106.xlsx"/></Relationships>
</file>

<file path=ppt/charts/_rels/chart113.xml.rels><?xml version='1.0' encoding='UTF-8' standalone='yes'?>
<Relationships xmlns="http://schemas.openxmlformats.org/package/2006/relationships"><Relationship Id="rId1" Type="http://schemas.openxmlformats.org/officeDocument/2006/relationships/package" Target="../embeddings/Microsoft_Excel_Worksheet113.xlsx"/></Relationships>
</file>

<file path=ppt/charts/_rels/chart114.xml.rels><?xml version='1.0' encoding='UTF-8' standalone='yes'?>
<Relationships xmlns="http://schemas.openxmlformats.org/package/2006/relationships"><Relationship Id="rId1" Type="http://schemas.openxmlformats.org/officeDocument/2006/relationships/package" Target="../embeddings/Microsoft_Excel_Worksheet114.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Microsoft_Excel_Worksheet115.xlsx"/></Relationships>
</file>

<file path=ppt/charts/_rels/chart116.xml.rels><?xml version='1.0' encoding='UTF-8' standalone='yes'?>
<Relationships xmlns="http://schemas.openxmlformats.org/package/2006/relationships"><Relationship Id="rId1" Type="http://schemas.openxmlformats.org/officeDocument/2006/relationships/package" Target="../embeddings/Microsoft_Excel_Worksheet116.xlsx"/></Relationships>
</file>

<file path=ppt/charts/_rels/chart117.xml.rels><?xml version='1.0' encoding='UTF-8' standalone='yes'?>
<Relationships xmlns="http://schemas.openxmlformats.org/package/2006/relationships"><Relationship Id="rId1" Type="http://schemas.openxmlformats.org/officeDocument/2006/relationships/package" Target="../embeddings/Microsoft_Excel_Worksheet117.xlsx"/></Relationships>
</file>

<file path=ppt/charts/_rels/chart118.xml.rels><?xml version='1.0' encoding='UTF-8' standalone='yes'?>
<Relationships xmlns="http://schemas.openxmlformats.org/package/2006/relationships"><Relationship Id="rId1" Type="http://schemas.openxmlformats.org/officeDocument/2006/relationships/package" Target="../embeddings/Microsoft_Excel_Worksheet118.xlsx"/></Relationships>
</file>

<file path=ppt/charts/_rels/chart119.xml.rels><?xml version='1.0' encoding='UTF-8' standalone='yes'?>
<Relationships xmlns="http://schemas.openxmlformats.org/package/2006/relationships"><Relationship Id="rId1" Type="http://schemas.openxmlformats.org/officeDocument/2006/relationships/package" Target="../embeddings/Microsoft_Excel_Worksheet119.xlsx"/></Relationships>
</file>

<file path=ppt/charts/_rels/chart120.xml.rels><?xml version='1.0' encoding='UTF-8' standalone='yes'?>
<Relationships xmlns="http://schemas.openxmlformats.org/package/2006/relationships"><Relationship Id="rId1" Type="http://schemas.openxmlformats.org/officeDocument/2006/relationships/package" Target="../embeddings/Microsoft_Excel_Worksheet120.xlsx"/></Relationships>
</file>

<file path=ppt/charts/_rels/chart121.xml.rels><?xml version='1.0' encoding='UTF-8' standalone='yes'?>
<Relationships xmlns="http://schemas.openxmlformats.org/package/2006/relationships"><Relationship Id="rId1" Type="http://schemas.openxmlformats.org/officeDocument/2006/relationships/package" Target="../embeddings/Microsoft_Excel_Worksheet121.xlsx"/></Relationships>
</file>

<file path=ppt/charts/_rels/chart122.xml.rels><?xml version='1.0' encoding='UTF-8' standalone='yes'?>
<Relationships xmlns="http://schemas.openxmlformats.org/package/2006/relationships"><Relationship Id="rId1" Type="http://schemas.openxmlformats.org/officeDocument/2006/relationships/package" Target="../embeddings/Microsoft_Excel_Worksheet122.xlsx"/></Relationships>
</file>

<file path=ppt/charts/_rels/chart123.xml.rels><?xml version='1.0' encoding='UTF-8' standalone='yes'?>
<Relationships xmlns="http://schemas.openxmlformats.org/package/2006/relationships"><Relationship Id="rId1" Type="http://schemas.openxmlformats.org/officeDocument/2006/relationships/package" Target="../embeddings/Microsoft_Excel_Worksheet123.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Worksheet124.xlsx"/></Relationships>
</file>

<file path=ppt/charts/_rels/chart130.xml.rels><?xml version='1.0' encoding='UTF-8' standalone='yes'?>
<Relationships xmlns="http://schemas.openxmlformats.org/package/2006/relationships"><Relationship Id="rId1" Type="http://schemas.openxmlformats.org/officeDocument/2006/relationships/package" Target="../embeddings/Microsoft_Excel_Worksheet130.xlsx"/></Relationships>
</file>

<file path=ppt/charts/_rels/chart131.xml.rels><?xml version='1.0' encoding='UTF-8' standalone='yes'?>
<Relationships xmlns="http://schemas.openxmlformats.org/package/2006/relationships"><Relationship Id="rId1" Type="http://schemas.openxmlformats.org/officeDocument/2006/relationships/package" Target="../embeddings/Microsoft_Excel_Worksheet131.xlsx"/></Relationships>
</file>

<file path=ppt/charts/_rels/chart132.xml.rels><?xml version='1.0' encoding='UTF-8' standalone='yes'?>
<Relationships xmlns="http://schemas.openxmlformats.org/package/2006/relationships"><Relationship Id="rId1" Type="http://schemas.openxmlformats.org/officeDocument/2006/relationships/package" Target="../embeddings/Microsoft_Excel_Worksheet132.xlsx"/></Relationships>
</file>

<file path=ppt/charts/_rels/chart133.xml.rels><?xml version='1.0' encoding='UTF-8' standalone='yes'?>
<Relationships xmlns="http://schemas.openxmlformats.org/package/2006/relationships"><Relationship Id="rId1" Type="http://schemas.openxmlformats.org/officeDocument/2006/relationships/package" Target="../embeddings/Microsoft_Excel_Worksheet133.xlsx"/></Relationships>
</file>

<file path=ppt/charts/_rels/chart134.xml.rels><?xml version='1.0' encoding='UTF-8' standalone='yes'?>
<Relationships xmlns="http://schemas.openxmlformats.org/package/2006/relationships"><Relationship Id="rId1" Type="http://schemas.openxmlformats.org/officeDocument/2006/relationships/package" Target="../embeddings/Microsoft_Excel_Worksheet134.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Microsoft_Excel_Worksheet135.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Microsoft_Excel_Worksheet136.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Microsoft_Excel_Worksheet137.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Microsoft_Excel_Worksheet138.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Microsoft_Excel_Worksheet139.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Microsoft_Excel_Worksheet140.xlsx"/></Relationships>
</file>

<file path=ppt/charts/_rels/chart141.xml.rels><?xml version='1.0' encoding='UTF-8' standalone='yes'?>
<Relationships xmlns="http://schemas.openxmlformats.org/package/2006/relationships"><Relationship Id="rId1" Type="http://schemas.openxmlformats.org/officeDocument/2006/relationships/package" Target="../embeddings/Microsoft_Excel_Worksheet141.xlsx"/></Relationships>
</file>

<file path=ppt/charts/_rels/chart148.xml.rels><?xml version='1.0' encoding='UTF-8' standalone='yes'?>
<Relationships xmlns="http://schemas.openxmlformats.org/package/2006/relationships"><Relationship Id="rId1" Type="http://schemas.openxmlformats.org/officeDocument/2006/relationships/package" Target="../embeddings/Microsoft_Excel_Worksheet148.xlsx"/></Relationships>
</file>

<file path=ppt/charts/_rels/chart149.xml.rels><?xml version='1.0' encoding='UTF-8' standalone='yes'?>
<Relationships xmlns="http://schemas.openxmlformats.org/package/2006/relationships"><Relationship Id="rId1" Type="http://schemas.openxmlformats.org/officeDocument/2006/relationships/package" Target="../embeddings/Microsoft_Excel_Worksheet149.xlsx"/></Relationships>
</file>

<file path=ppt/charts/_rels/chart150.xml.rels><?xml version='1.0' encoding='UTF-8' standalone='yes'?>
<Relationships xmlns="http://schemas.openxmlformats.org/package/2006/relationships"><Relationship Id="rId1" Type="http://schemas.openxmlformats.org/officeDocument/2006/relationships/package" Target="../embeddings/Microsoft_Excel_Worksheet150.xlsx"/></Relationships>
</file>

<file path=ppt/charts/_rels/chart151.xml.rels><?xml version='1.0' encoding='UTF-8' standalone='yes'?>
<Relationships xmlns="http://schemas.openxmlformats.org/package/2006/relationships"><Relationship Id="rId1" Type="http://schemas.openxmlformats.org/officeDocument/2006/relationships/package" Target="../embeddings/Microsoft_Excel_Worksheet151.xlsx"/></Relationships>
</file>

<file path=ppt/charts/_rels/chart152.xml.rels><?xml version='1.0' encoding='UTF-8' standalone='yes'?>
<Relationships xmlns="http://schemas.openxmlformats.org/package/2006/relationships"><Relationship Id="rId1" Type="http://schemas.openxmlformats.org/officeDocument/2006/relationships/package" Target="../embeddings/Microsoft_Excel_Worksheet152.xlsx"/></Relationships>
</file>

<file path=ppt/charts/_rels/chart153.xml.rels><?xml version='1.0' encoding='UTF-8' standalone='yes'?>
<Relationships xmlns="http://schemas.openxmlformats.org/package/2006/relationships"><Relationship Id="rId1" Type="http://schemas.openxmlformats.org/officeDocument/2006/relationships/package" Target="../embeddings/Microsoft_Excel_Worksheet153.xlsx"/></Relationships>
</file>

<file path=ppt/charts/_rels/chart154.xml.rels><?xml version='1.0' encoding='UTF-8' standalone='yes'?>
<Relationships xmlns="http://schemas.openxmlformats.org/package/2006/relationships"><Relationship Id="rId1" Type="http://schemas.openxmlformats.org/officeDocument/2006/relationships/package" Target="../embeddings/Microsoft_Excel_Worksheet154.xlsx"/></Relationships>
</file>

<file path=ppt/charts/_rels/chart155.xml.rels><?xml version='1.0' encoding='UTF-8' standalone='yes'?>
<Relationships xmlns="http://schemas.openxmlformats.org/package/2006/relationships"><Relationship Id="rId1" Type="http://schemas.openxmlformats.org/officeDocument/2006/relationships/package" Target="../embeddings/Microsoft_Excel_Worksheet155.xlsx"/></Relationships>
</file>

<file path=ppt/charts/_rels/chart156.xml.rels><?xml version='1.0' encoding='UTF-8' standalone='yes'?>
<Relationships xmlns="http://schemas.openxmlformats.org/package/2006/relationships"><Relationship Id="rId1" Type="http://schemas.openxmlformats.org/officeDocument/2006/relationships/package" Target="../embeddings/Microsoft_Excel_Worksheet156.xlsx"/></Relationships>
</file>

<file path=ppt/charts/_rels/chart157.xml.rels><?xml version='1.0' encoding='UTF-8' standalone='yes'?>
<Relationships xmlns="http://schemas.openxmlformats.org/package/2006/relationships"><Relationship Id="rId1" Type="http://schemas.openxmlformats.org/officeDocument/2006/relationships/package" Target="../embeddings/Microsoft_Excel_Worksheet157.xlsx"/></Relationships>
</file>

<file path=ppt/charts/_rels/chart158.xml.rels><?xml version='1.0' encoding='UTF-8' standalone='yes'?>
<Relationships xmlns="http://schemas.openxmlformats.org/package/2006/relationships"><Relationship Id="rId1" Type="http://schemas.openxmlformats.org/officeDocument/2006/relationships/package" Target="../embeddings/Microsoft_Excel_Worksheet158.xlsx"/></Relationships>
</file>

<file path=ppt/charts/_rels/chart159.xml.rels><?xml version='1.0' encoding='UTF-8' standalone='yes'?>
<Relationships xmlns="http://schemas.openxmlformats.org/package/2006/relationships"><Relationship Id="rId1" Type="http://schemas.openxmlformats.org/officeDocument/2006/relationships/package" Target="../embeddings/Microsoft_Excel_Worksheet159.xlsx"/></Relationships>
</file>

<file path=ppt/charts/_rels/chart166.xml.rels><?xml version='1.0' encoding='UTF-8' standalone='yes'?>
<Relationships xmlns="http://schemas.openxmlformats.org/package/2006/relationships"><Relationship Id="rId1" Type="http://schemas.openxmlformats.org/officeDocument/2006/relationships/package" Target="../embeddings/Microsoft_Excel_Worksheet166.xlsx"/></Relationships>
</file>

<file path=ppt/charts/_rels/chart167.xml.rels><?xml version='1.0' encoding='UTF-8' standalone='yes'?>
<Relationships xmlns="http://schemas.openxmlformats.org/package/2006/relationships"><Relationship Id="rId1" Type="http://schemas.openxmlformats.org/officeDocument/2006/relationships/package" Target="../embeddings/Microsoft_Excel_Worksheet167.xlsx"/></Relationships>
</file>

<file path=ppt/charts/_rels/chart168.xml.rels><?xml version='1.0' encoding='UTF-8' standalone='yes'?>
<Relationships xmlns="http://schemas.openxmlformats.org/package/2006/relationships"><Relationship Id="rId1" Type="http://schemas.openxmlformats.org/officeDocument/2006/relationships/package" Target="../embeddings/Microsoft_Excel_Worksheet168.xlsx"/></Relationships>
</file>

<file path=ppt/charts/_rels/chart169.xml.rels><?xml version='1.0' encoding='UTF-8' standalone='yes'?>
<Relationships xmlns="http://schemas.openxmlformats.org/package/2006/relationships"><Relationship Id="rId1" Type="http://schemas.openxmlformats.org/officeDocument/2006/relationships/package" Target="../embeddings/Microsoft_Excel_Worksheet169.xlsx"/></Relationships>
</file>

<file path=ppt/charts/_rels/chart170.xml.rels><?xml version='1.0' encoding='UTF-8' standalone='yes'?>
<Relationships xmlns="http://schemas.openxmlformats.org/package/2006/relationships"><Relationship Id="rId1" Type="http://schemas.openxmlformats.org/officeDocument/2006/relationships/package" Target="../embeddings/Microsoft_Excel_Worksheet170.xlsx"/></Relationships>
</file>

<file path=ppt/charts/_rels/chart171.xml.rels><?xml version='1.0' encoding='UTF-8' standalone='yes'?>
<Relationships xmlns="http://schemas.openxmlformats.org/package/2006/relationships"><Relationship Id="rId1" Type="http://schemas.openxmlformats.org/officeDocument/2006/relationships/package" Target="../embeddings/Microsoft_Excel_Worksheet171.xlsx"/></Relationships>
</file>

<file path=ppt/charts/_rels/chart172.xml.rels><?xml version='1.0' encoding='UTF-8' standalone='yes'?>
<Relationships xmlns="http://schemas.openxmlformats.org/package/2006/relationships"><Relationship Id="rId1" Type="http://schemas.openxmlformats.org/officeDocument/2006/relationships/package" Target="../embeddings/Microsoft_Excel_Worksheet172.xlsx"/></Relationships>
</file>

<file path=ppt/charts/_rels/chart173.xml.rels><?xml version='1.0' encoding='UTF-8' standalone='yes'?>
<Relationships xmlns="http://schemas.openxmlformats.org/package/2006/relationships"><Relationship Id="rId1" Type="http://schemas.openxmlformats.org/officeDocument/2006/relationships/package" Target="../embeddings/Microsoft_Excel_Worksheet173.xlsx"/></Relationships>
</file>

<file path=ppt/charts/_rels/chart174.xml.rels><?xml version='1.0' encoding='UTF-8' standalone='yes'?>
<Relationships xmlns="http://schemas.openxmlformats.org/package/2006/relationships"><Relationship Id="rId1" Type="http://schemas.openxmlformats.org/officeDocument/2006/relationships/package" Target="../embeddings/Microsoft_Excel_Worksheet174.xlsx"/></Relationships>
</file>

<file path=ppt/charts/_rels/chart175.xml.rels><?xml version='1.0' encoding='UTF-8' standalone='yes'?>
<Relationships xmlns="http://schemas.openxmlformats.org/package/2006/relationships"><Relationship Id="rId1" Type="http://schemas.openxmlformats.org/officeDocument/2006/relationships/package" Target="../embeddings/Microsoft_Excel_Worksheet175.xlsx"/></Relationships>
</file>

<file path=ppt/charts/_rels/chart176.xml.rels><?xml version='1.0' encoding='UTF-8' standalone='yes'?>
<Relationships xmlns="http://schemas.openxmlformats.org/package/2006/relationships"><Relationship Id="rId1" Type="http://schemas.openxmlformats.org/officeDocument/2006/relationships/package" Target="../embeddings/Microsoft_Excel_Worksheet176.xlsx"/></Relationships>
</file>

<file path=ppt/charts/_rels/chart177.xml.rels><?xml version='1.0' encoding='UTF-8' standalone='yes'?>
<Relationships xmlns="http://schemas.openxmlformats.org/package/2006/relationships"><Relationship Id="rId1" Type="http://schemas.openxmlformats.org/officeDocument/2006/relationships/package" Target="../embeddings/Microsoft_Excel_Worksheet177.xlsx"/></Relationships>
</file>

<file path=ppt/charts/_rels/chart184.xml.rels><?xml version='1.0' encoding='UTF-8' standalone='yes'?>
<Relationships xmlns="http://schemas.openxmlformats.org/package/2006/relationships"><Relationship Id="rId1" Type="http://schemas.openxmlformats.org/officeDocument/2006/relationships/package" Target="../embeddings/Microsoft_Excel_Worksheet184.xlsx"/></Relationships>
</file>

<file path=ppt/charts/_rels/chart185.xml.rels><?xml version='1.0' encoding='UTF-8' standalone='yes'?>
<Relationships xmlns="http://schemas.openxmlformats.org/package/2006/relationships"><Relationship Id="rId1" Type="http://schemas.openxmlformats.org/officeDocument/2006/relationships/package" Target="../embeddings/Microsoft_Excel_Worksheet185.xlsx"/></Relationships>
</file>

<file path=ppt/charts/_rels/chart186.xml.rels><?xml version='1.0' encoding='UTF-8' standalone='yes'?>
<Relationships xmlns="http://schemas.openxmlformats.org/package/2006/relationships"><Relationship Id="rId1" Type="http://schemas.openxmlformats.org/officeDocument/2006/relationships/package" Target="../embeddings/Microsoft_Excel_Worksheet186.xlsx"/></Relationships>
</file>

<file path=ppt/charts/_rels/chart187.xml.rels><?xml version='1.0' encoding='UTF-8' standalone='yes'?>
<Relationships xmlns="http://schemas.openxmlformats.org/package/2006/relationships"><Relationship Id="rId1" Type="http://schemas.openxmlformats.org/officeDocument/2006/relationships/package" Target="../embeddings/Microsoft_Excel_Worksheet187.xlsx"/></Relationships>
</file>

<file path=ppt/charts/_rels/chart188.xml.rels><?xml version='1.0' encoding='UTF-8' standalone='yes'?>
<Relationships xmlns="http://schemas.openxmlformats.org/package/2006/relationships"><Relationship Id="rId1" Type="http://schemas.openxmlformats.org/officeDocument/2006/relationships/package" Target="../embeddings/Microsoft_Excel_Worksheet188.xlsx"/></Relationships>
</file>

<file path=ppt/charts/_rels/chart189.xml.rels><?xml version='1.0' encoding='UTF-8' standalone='yes'?>
<Relationships xmlns="http://schemas.openxmlformats.org/package/2006/relationships"><Relationship Id="rId1" Type="http://schemas.openxmlformats.org/officeDocument/2006/relationships/package" Target="../embeddings/Microsoft_Excel_Worksheet189.xlsx"/></Relationships>
</file>

<file path=ppt/charts/_rels/chart190.xml.rels><?xml version='1.0' encoding='UTF-8' standalone='yes'?>
<Relationships xmlns="http://schemas.openxmlformats.org/package/2006/relationships"><Relationship Id="rId1" Type="http://schemas.openxmlformats.org/officeDocument/2006/relationships/package" Target="../embeddings/Microsoft_Excel_Worksheet190.xlsx"/></Relationships>
</file>

<file path=ppt/charts/_rels/chart191.xml.rels><?xml version='1.0' encoding='UTF-8' standalone='yes'?>
<Relationships xmlns="http://schemas.openxmlformats.org/package/2006/relationships"><Relationship Id="rId1" Type="http://schemas.openxmlformats.org/officeDocument/2006/relationships/package" Target="../embeddings/Microsoft_Excel_Worksheet191.xlsx"/></Relationships>
</file>

<file path=ppt/charts/_rels/chart192.xml.rels><?xml version='1.0' encoding='UTF-8' standalone='yes'?>
<Relationships xmlns="http://schemas.openxmlformats.org/package/2006/relationships"><Relationship Id="rId1" Type="http://schemas.openxmlformats.org/officeDocument/2006/relationships/package" Target="../embeddings/Microsoft_Excel_Worksheet192.xlsx"/></Relationships>
</file>

<file path=ppt/charts/_rels/chart193.xml.rels><?xml version='1.0' encoding='UTF-8' standalone='yes'?>
<Relationships xmlns="http://schemas.openxmlformats.org/package/2006/relationships"><Relationship Id="rId1" Type="http://schemas.openxmlformats.org/officeDocument/2006/relationships/package" Target="../embeddings/Microsoft_Excel_Worksheet193.xlsx"/></Relationships>
</file>

<file path=ppt/charts/_rels/chart194.xml.rels><?xml version='1.0' encoding='UTF-8' standalone='yes'?>
<Relationships xmlns="http://schemas.openxmlformats.org/package/2006/relationships"><Relationship Id="rId1" Type="http://schemas.openxmlformats.org/officeDocument/2006/relationships/package" Target="../embeddings/Microsoft_Excel_Worksheet194.xlsx"/></Relationships>
</file>

<file path=ppt/charts/_rels/chart195.xml.rels><?xml version='1.0' encoding='UTF-8' standalone='yes'?>
<Relationships xmlns="http://schemas.openxmlformats.org/package/2006/relationships"><Relationship Id="rId1" Type="http://schemas.openxmlformats.org/officeDocument/2006/relationships/package" Target="../embeddings/Microsoft_Excel_Worksheet195.xlsx"/></Relationships>
</file>

<file path=ppt/charts/_rels/chart201.xml.rels><?xml version='1.0' encoding='UTF-8' standalone='yes'?>
<Relationships xmlns="http://schemas.openxmlformats.org/package/2006/relationships"><Relationship Id="rId1" Type="http://schemas.openxmlformats.org/officeDocument/2006/relationships/package" Target="../embeddings/Microsoft_Excel_Worksheet201.xlsx"/></Relationships>
</file>

<file path=ppt/charts/_rels/chart202.xml.rels><?xml version='1.0' encoding='UTF-8' standalone='yes'?>
<Relationships xmlns="http://schemas.openxmlformats.org/package/2006/relationships"><Relationship Id="rId1" Type="http://schemas.openxmlformats.org/officeDocument/2006/relationships/package" Target="../embeddings/Microsoft_Excel_Worksheet202.xlsx"/></Relationships>
</file>

<file path=ppt/charts/_rels/chart203.xml.rels><?xml version='1.0' encoding='UTF-8' standalone='yes'?>
<Relationships xmlns="http://schemas.openxmlformats.org/package/2006/relationships"><Relationship Id="rId1" Type="http://schemas.openxmlformats.org/officeDocument/2006/relationships/package" Target="../embeddings/Microsoft_Excel_Worksheet203.xlsx"/></Relationships>
</file>

<file path=ppt/charts/_rels/chart204.xml.rels><?xml version='1.0' encoding='UTF-8' standalone='yes'?>
<Relationships xmlns="http://schemas.openxmlformats.org/package/2006/relationships"><Relationship Id="rId1" Type="http://schemas.openxmlformats.org/officeDocument/2006/relationships/package" Target="../embeddings/Microsoft_Excel_Worksheet204.xlsx"/></Relationships>
</file>

<file path=ppt/charts/_rels/chart205.xml.rels><?xml version='1.0' encoding='UTF-8' standalone='yes'?>
<Relationships xmlns="http://schemas.openxmlformats.org/package/2006/relationships"><Relationship Id="rId1" Type="http://schemas.openxmlformats.org/officeDocument/2006/relationships/package" Target="../embeddings/Microsoft_Excel_Worksheet205.xlsx"/></Relationships>
</file>

<file path=ppt/charts/_rels/chart206.xml.rels><?xml version='1.0' encoding='UTF-8' standalone='yes'?>
<Relationships xmlns="http://schemas.openxmlformats.org/package/2006/relationships"><Relationship Id="rId1" Type="http://schemas.openxmlformats.org/officeDocument/2006/relationships/package" Target="../embeddings/Microsoft_Excel_Worksheet206.xlsx"/></Relationships>
</file>

<file path=ppt/charts/_rels/chart207.xml.rels><?xml version='1.0' encoding='UTF-8' standalone='yes'?>
<Relationships xmlns="http://schemas.openxmlformats.org/package/2006/relationships"><Relationship Id="rId1" Type="http://schemas.openxmlformats.org/officeDocument/2006/relationships/package" Target="../embeddings/Microsoft_Excel_Worksheet207.xlsx"/></Relationships>
</file>

<file path=ppt/charts/_rels/chart208.xml.rels><?xml version='1.0' encoding='UTF-8' standalone='yes'?>
<Relationships xmlns="http://schemas.openxmlformats.org/package/2006/relationships"><Relationship Id="rId1" Type="http://schemas.openxmlformats.org/officeDocument/2006/relationships/package" Target="../embeddings/Microsoft_Excel_Worksheet208.xlsx"/></Relationships>
</file>

<file path=ppt/charts/_rels/chart209.xml.rels><?xml version='1.0' encoding='UTF-8' standalone='yes'?>
<Relationships xmlns="http://schemas.openxmlformats.org/package/2006/relationships"><Relationship Id="rId1" Type="http://schemas.openxmlformats.org/officeDocument/2006/relationships/package" Target="../embeddings/Microsoft_Excel_Worksheet209.xlsx"/></Relationships>
</file>

<file path=ppt/charts/_rels/chart210.xml.rels><?xml version='1.0' encoding='UTF-8' standalone='yes'?>
<Relationships xmlns="http://schemas.openxmlformats.org/package/2006/relationships"><Relationship Id="rId1" Type="http://schemas.openxmlformats.org/officeDocument/2006/relationships/package" Target="../embeddings/Microsoft_Excel_Worksheet210.xlsx"/></Relationships>
</file>

<file path=ppt/charts/_rels/chart211.xml.rels><?xml version='1.0' encoding='UTF-8' standalone='yes'?>
<Relationships xmlns="http://schemas.openxmlformats.org/package/2006/relationships"><Relationship Id="rId1" Type="http://schemas.openxmlformats.org/officeDocument/2006/relationships/package" Target="../embeddings/Microsoft_Excel_Worksheet211.xlsx"/></Relationships>
</file>

<file path=ppt/charts/_rels/chart212.xml.rels><?xml version='1.0' encoding='UTF-8' standalone='yes'?>
<Relationships xmlns="http://schemas.openxmlformats.org/package/2006/relationships"><Relationship Id="rId1" Type="http://schemas.openxmlformats.org/officeDocument/2006/relationships/package" Target="../embeddings/Microsoft_Excel_Worksheet212.xlsx"/></Relationships>
</file>

<file path=ppt/charts/_rels/chart218.xml.rels><?xml version='1.0' encoding='UTF-8' standalone='yes'?>
<Relationships xmlns="http://schemas.openxmlformats.org/package/2006/relationships"><Relationship Id="rId1" Type="http://schemas.openxmlformats.org/officeDocument/2006/relationships/package" Target="../embeddings/Microsoft_Excel_Worksheet218.xlsx"/></Relationships>
</file>

<file path=ppt/charts/_rels/chart219.xml.rels><?xml version='1.0' encoding='UTF-8' standalone='yes'?>
<Relationships xmlns="http://schemas.openxmlformats.org/package/2006/relationships"><Relationship Id="rId1" Type="http://schemas.openxmlformats.org/officeDocument/2006/relationships/package" Target="../embeddings/Microsoft_Excel_Worksheet219.xlsx"/></Relationships>
</file>

<file path=ppt/charts/_rels/chart220.xml.rels><?xml version='1.0' encoding='UTF-8' standalone='yes'?>
<Relationships xmlns="http://schemas.openxmlformats.org/package/2006/relationships"><Relationship Id="rId1" Type="http://schemas.openxmlformats.org/officeDocument/2006/relationships/package" Target="../embeddings/Microsoft_Excel_Worksheet220.xlsx"/></Relationships>
</file>

<file path=ppt/charts/_rels/chart221.xml.rels><?xml version='1.0' encoding='UTF-8' standalone='yes'?>
<Relationships xmlns="http://schemas.openxmlformats.org/package/2006/relationships"><Relationship Id="rId1" Type="http://schemas.openxmlformats.org/officeDocument/2006/relationships/package" Target="../embeddings/Microsoft_Excel_Worksheet221.xlsx"/></Relationships>
</file>

<file path=ppt/charts/_rels/chart222.xml.rels><?xml version='1.0' encoding='UTF-8' standalone='yes'?>
<Relationships xmlns="http://schemas.openxmlformats.org/package/2006/relationships"><Relationship Id="rId1" Type="http://schemas.openxmlformats.org/officeDocument/2006/relationships/package" Target="../embeddings/Microsoft_Excel_Worksheet222.xlsx"/></Relationships>
</file>

<file path=ppt/charts/_rels/chart223.xml.rels><?xml version='1.0' encoding='UTF-8' standalone='yes'?>
<Relationships xmlns="http://schemas.openxmlformats.org/package/2006/relationships"><Relationship Id="rId1" Type="http://schemas.openxmlformats.org/officeDocument/2006/relationships/package" Target="../embeddings/Microsoft_Excel_Worksheet223.xlsx"/></Relationships>
</file>

<file path=ppt/charts/_rels/chart224.xml.rels><?xml version='1.0' encoding='UTF-8' standalone='yes'?>
<Relationships xmlns="http://schemas.openxmlformats.org/package/2006/relationships"><Relationship Id="rId1" Type="http://schemas.openxmlformats.org/officeDocument/2006/relationships/package" Target="../embeddings/Microsoft_Excel_Worksheet224.xlsx"/></Relationships>
</file>

<file path=ppt/charts/_rels/chart225.xml.rels><?xml version='1.0' encoding='UTF-8' standalone='yes'?>
<Relationships xmlns="http://schemas.openxmlformats.org/package/2006/relationships"><Relationship Id="rId1" Type="http://schemas.openxmlformats.org/officeDocument/2006/relationships/package" Target="../embeddings/Microsoft_Excel_Worksheet225.xlsx"/></Relationships>
</file>

<file path=ppt/charts/_rels/chart226.xml.rels><?xml version='1.0' encoding='UTF-8' standalone='yes'?>
<Relationships xmlns="http://schemas.openxmlformats.org/package/2006/relationships"><Relationship Id="rId1" Type="http://schemas.openxmlformats.org/officeDocument/2006/relationships/package" Target="../embeddings/Microsoft_Excel_Worksheet226.xlsx"/></Relationships>
</file>

<file path=ppt/charts/_rels/chart227.xml.rels><?xml version='1.0' encoding='UTF-8' standalone='yes'?>
<Relationships xmlns="http://schemas.openxmlformats.org/package/2006/relationships"><Relationship Id="rId1" Type="http://schemas.openxmlformats.org/officeDocument/2006/relationships/package" Target="../embeddings/Microsoft_Excel_Worksheet227.xlsx"/></Relationships>
</file>

<file path=ppt/charts/_rels/chart228.xml.rels><?xml version='1.0' encoding='UTF-8' standalone='yes'?>
<Relationships xmlns="http://schemas.openxmlformats.org/package/2006/relationships"><Relationship Id="rId1" Type="http://schemas.openxmlformats.org/officeDocument/2006/relationships/package" Target="../embeddings/Microsoft_Excel_Worksheet228.xlsx"/></Relationships>
</file>

<file path=ppt/charts/_rels/chart229.xml.rels><?xml version='1.0' encoding='UTF-8' standalone='yes'?>
<Relationships xmlns="http://schemas.openxmlformats.org/package/2006/relationships"><Relationship Id="rId1" Type="http://schemas.openxmlformats.org/officeDocument/2006/relationships/package" Target="../embeddings/Microsoft_Excel_Worksheet229.xlsx"/></Relationships>
</file>

<file path=ppt/charts/_rels/chart235.xml.rels><?xml version='1.0' encoding='UTF-8' standalone='yes'?>
<Relationships xmlns="http://schemas.openxmlformats.org/package/2006/relationships"><Relationship Id="rId1" Type="http://schemas.openxmlformats.org/officeDocument/2006/relationships/package" Target="../embeddings/Microsoft_Excel_Worksheet235.xlsx"/></Relationships>
</file>

<file path=ppt/charts/_rels/chart236.xml.rels><?xml version='1.0' encoding='UTF-8' standalone='yes'?>
<Relationships xmlns="http://schemas.openxmlformats.org/package/2006/relationships"><Relationship Id="rId1" Type="http://schemas.openxmlformats.org/officeDocument/2006/relationships/package" Target="../embeddings/Microsoft_Excel_Worksheet236.xlsx"/></Relationships>
</file>

<file path=ppt/charts/_rels/chart237.xml.rels><?xml version='1.0' encoding='UTF-8' standalone='yes'?>
<Relationships xmlns="http://schemas.openxmlformats.org/package/2006/relationships"><Relationship Id="rId1" Type="http://schemas.openxmlformats.org/officeDocument/2006/relationships/package" Target="../embeddings/Microsoft_Excel_Worksheet237.xlsx"/></Relationships>
</file>

<file path=ppt/charts/_rels/chart238.xml.rels><?xml version='1.0' encoding='UTF-8' standalone='yes'?>
<Relationships xmlns="http://schemas.openxmlformats.org/package/2006/relationships"><Relationship Id="rId1" Type="http://schemas.openxmlformats.org/officeDocument/2006/relationships/package" Target="../embeddings/Microsoft_Excel_Worksheet238.xlsx"/></Relationships>
</file>

<file path=ppt/charts/_rels/chart239.xml.rels><?xml version='1.0' encoding='UTF-8' standalone='yes'?>
<Relationships xmlns="http://schemas.openxmlformats.org/package/2006/relationships"><Relationship Id="rId1" Type="http://schemas.openxmlformats.org/officeDocument/2006/relationships/package" Target="../embeddings/Microsoft_Excel_Worksheet239.xlsx"/></Relationships>
</file>

<file path=ppt/charts/_rels/chart240.xml.rels><?xml version='1.0' encoding='UTF-8' standalone='yes'?>
<Relationships xmlns="http://schemas.openxmlformats.org/package/2006/relationships"><Relationship Id="rId1" Type="http://schemas.openxmlformats.org/officeDocument/2006/relationships/package" Target="../embeddings/Microsoft_Excel_Worksheet240.xlsx"/></Relationships>
</file>

<file path=ppt/charts/_rels/chart241.xml.rels><?xml version='1.0' encoding='UTF-8' standalone='yes'?>
<Relationships xmlns="http://schemas.openxmlformats.org/package/2006/relationships"><Relationship Id="rId1" Type="http://schemas.openxmlformats.org/officeDocument/2006/relationships/package" Target="../embeddings/Microsoft_Excel_Worksheet241.xlsx"/></Relationships>
</file>

<file path=ppt/charts/_rels/chart242.xml.rels><?xml version='1.0' encoding='UTF-8' standalone='yes'?>
<Relationships xmlns="http://schemas.openxmlformats.org/package/2006/relationships"><Relationship Id="rId1" Type="http://schemas.openxmlformats.org/officeDocument/2006/relationships/package" Target="../embeddings/Microsoft_Excel_Worksheet242.xlsx"/></Relationships>
</file>

<file path=ppt/charts/_rels/chart243.xml.rels><?xml version='1.0' encoding='UTF-8' standalone='yes'?>
<Relationships xmlns="http://schemas.openxmlformats.org/package/2006/relationships"><Relationship Id="rId1" Type="http://schemas.openxmlformats.org/officeDocument/2006/relationships/package" Target="../embeddings/Microsoft_Excel_Worksheet243.xlsx"/></Relationships>
</file>

<file path=ppt/charts/_rels/chart244.xml.rels><?xml version='1.0' encoding='UTF-8' standalone='yes'?>
<Relationships xmlns="http://schemas.openxmlformats.org/package/2006/relationships"><Relationship Id="rId1" Type="http://schemas.openxmlformats.org/officeDocument/2006/relationships/package" Target="../embeddings/Microsoft_Excel_Worksheet244.xlsx"/></Relationships>
</file>

<file path=ppt/charts/_rels/chart245.xml.rels><?xml version='1.0' encoding='UTF-8' standalone='yes'?>
<Relationships xmlns="http://schemas.openxmlformats.org/package/2006/relationships"><Relationship Id="rId1" Type="http://schemas.openxmlformats.org/officeDocument/2006/relationships/package" Target="../embeddings/Microsoft_Excel_Worksheet245.xlsx"/></Relationships>
</file>

<file path=ppt/charts/_rels/chart246.xml.rels><?xml version='1.0' encoding='UTF-8' standalone='yes'?>
<Relationships xmlns="http://schemas.openxmlformats.org/package/2006/relationships"><Relationship Id="rId1" Type="http://schemas.openxmlformats.org/officeDocument/2006/relationships/package" Target="../embeddings/Microsoft_Excel_Worksheet246.xlsx"/></Relationships>
</file>

<file path=ppt/charts/_rels/chart255.xml.rels><?xml version='1.0' encoding='UTF-8' standalone='yes'?>
<Relationships xmlns="http://schemas.openxmlformats.org/package/2006/relationships"><Relationship Id="rId1" Type="http://schemas.openxmlformats.org/officeDocument/2006/relationships/package" Target="../embeddings/Microsoft_Excel_Worksheet255.xlsx"/></Relationships>
</file>

<file path=ppt/charts/_rels/chart256.xml.rels><?xml version='1.0' encoding='UTF-8' standalone='yes'?>
<Relationships xmlns="http://schemas.openxmlformats.org/package/2006/relationships"><Relationship Id="rId1" Type="http://schemas.openxmlformats.org/officeDocument/2006/relationships/package" Target="../embeddings/Microsoft_Excel_Worksheet256.xlsx"/></Relationships>
</file>

<file path=ppt/charts/_rels/chart257.xml.rels><?xml version='1.0' encoding='UTF-8' standalone='yes'?>
<Relationships xmlns="http://schemas.openxmlformats.org/package/2006/relationships"><Relationship Id="rId1" Type="http://schemas.openxmlformats.org/officeDocument/2006/relationships/package" Target="../embeddings/Microsoft_Excel_Worksheet257.xlsx"/></Relationships>
</file>

<file path=ppt/charts/_rels/chart258.xml.rels><?xml version='1.0' encoding='UTF-8' standalone='yes'?>
<Relationships xmlns="http://schemas.openxmlformats.org/package/2006/relationships"><Relationship Id="rId1" Type="http://schemas.openxmlformats.org/officeDocument/2006/relationships/package" Target="../embeddings/Microsoft_Excel_Worksheet258.xlsx"/></Relationships>
</file>

<file path=ppt/charts/_rels/chart259.xml.rels><?xml version='1.0' encoding='UTF-8' standalone='yes'?>
<Relationships xmlns="http://schemas.openxmlformats.org/package/2006/relationships"><Relationship Id="rId1" Type="http://schemas.openxmlformats.org/officeDocument/2006/relationships/package" Target="../embeddings/Microsoft_Excel_Worksheet259.xlsx"/></Relationships>
</file>

<file path=ppt/charts/_rels/chart260.xml.rels><?xml version='1.0' encoding='UTF-8' standalone='yes'?>
<Relationships xmlns="http://schemas.openxmlformats.org/package/2006/relationships"><Relationship Id="rId1" Type="http://schemas.openxmlformats.org/officeDocument/2006/relationships/package" Target="../embeddings/Microsoft_Excel_Worksheet260.xlsx"/></Relationships>
</file>

<file path=ppt/charts/_rels/chart261.xml.rels><?xml version='1.0' encoding='UTF-8' standalone='yes'?>
<Relationships xmlns="http://schemas.openxmlformats.org/package/2006/relationships"><Relationship Id="rId1" Type="http://schemas.openxmlformats.org/officeDocument/2006/relationships/package" Target="../embeddings/Microsoft_Excel_Worksheet261.xlsx"/></Relationships>
</file>

<file path=ppt/charts/_rels/chart262.xml.rels><?xml version='1.0' encoding='UTF-8' standalone='yes'?>
<Relationships xmlns="http://schemas.openxmlformats.org/package/2006/relationships"><Relationship Id="rId1" Type="http://schemas.openxmlformats.org/officeDocument/2006/relationships/package" Target="../embeddings/Microsoft_Excel_Worksheet262.xlsx"/></Relationships>
</file>

<file path=ppt/charts/_rels/chart263.xml.rels><?xml version='1.0' encoding='UTF-8' standalone='yes'?>
<Relationships xmlns="http://schemas.openxmlformats.org/package/2006/relationships"><Relationship Id="rId1" Type="http://schemas.openxmlformats.org/officeDocument/2006/relationships/package" Target="../embeddings/Microsoft_Excel_Worksheet263.xlsx"/></Relationships>
</file>

<file path=ppt/charts/_rels/chart264.xml.rels><?xml version='1.0' encoding='UTF-8' standalone='yes'?>
<Relationships xmlns="http://schemas.openxmlformats.org/package/2006/relationships"><Relationship Id="rId1" Type="http://schemas.openxmlformats.org/officeDocument/2006/relationships/package" Target="../embeddings/Microsoft_Excel_Worksheet264.xlsx"/></Relationships>
</file>

<file path=ppt/charts/_rels/chart265.xml.rels><?xml version='1.0' encoding='UTF-8' standalone='yes'?>
<Relationships xmlns="http://schemas.openxmlformats.org/package/2006/relationships"><Relationship Id="rId1" Type="http://schemas.openxmlformats.org/officeDocument/2006/relationships/package" Target="../embeddings/Microsoft_Excel_Worksheet265.xlsx"/></Relationships>
</file>

<file path=ppt/charts/_rels/chart266.xml.rels><?xml version='1.0' encoding='UTF-8' standalone='yes'?>
<Relationships xmlns="http://schemas.openxmlformats.org/package/2006/relationships"><Relationship Id="rId1" Type="http://schemas.openxmlformats.org/officeDocument/2006/relationships/package" Target="../embeddings/Microsoft_Excel_Worksheet266.xlsx"/></Relationships>
</file>

<file path=ppt/charts/_rels/chart272.xml.rels><?xml version='1.0' encoding='UTF-8' standalone='yes'?>
<Relationships xmlns="http://schemas.openxmlformats.org/package/2006/relationships"><Relationship Id="rId1" Type="http://schemas.openxmlformats.org/officeDocument/2006/relationships/package" Target="../embeddings/Microsoft_Excel_Worksheet272.xlsx"/></Relationships>
</file>

<file path=ppt/charts/_rels/chart273.xml.rels><?xml version='1.0' encoding='UTF-8' standalone='yes'?>
<Relationships xmlns="http://schemas.openxmlformats.org/package/2006/relationships"><Relationship Id="rId1" Type="http://schemas.openxmlformats.org/officeDocument/2006/relationships/package" Target="../embeddings/Microsoft_Excel_Worksheet273.xlsx"/></Relationships>
</file>

<file path=ppt/charts/_rels/chart274.xml.rels><?xml version='1.0' encoding='UTF-8' standalone='yes'?>
<Relationships xmlns="http://schemas.openxmlformats.org/package/2006/relationships"><Relationship Id="rId1" Type="http://schemas.openxmlformats.org/officeDocument/2006/relationships/package" Target="../embeddings/Microsoft_Excel_Worksheet274.xlsx"/></Relationships>
</file>

<file path=ppt/charts/_rels/chart275.xml.rels><?xml version='1.0' encoding='UTF-8' standalone='yes'?>
<Relationships xmlns="http://schemas.openxmlformats.org/package/2006/relationships"><Relationship Id="rId1" Type="http://schemas.openxmlformats.org/officeDocument/2006/relationships/package" Target="../embeddings/Microsoft_Excel_Worksheet275.xlsx"/></Relationships>
</file>

<file path=ppt/charts/_rels/chart276.xml.rels><?xml version='1.0' encoding='UTF-8' standalone='yes'?>
<Relationships xmlns="http://schemas.openxmlformats.org/package/2006/relationships"><Relationship Id="rId1" Type="http://schemas.openxmlformats.org/officeDocument/2006/relationships/package" Target="../embeddings/Microsoft_Excel_Worksheet276.xlsx"/></Relationships>
</file>

<file path=ppt/charts/_rels/chart277.xml.rels><?xml version='1.0' encoding='UTF-8' standalone='yes'?>
<Relationships xmlns="http://schemas.openxmlformats.org/package/2006/relationships"><Relationship Id="rId1" Type="http://schemas.openxmlformats.org/officeDocument/2006/relationships/package" Target="../embeddings/Microsoft_Excel_Worksheet277.xlsx"/></Relationships>
</file>

<file path=ppt/charts/_rels/chart278.xml.rels><?xml version='1.0' encoding='UTF-8' standalone='yes'?>
<Relationships xmlns="http://schemas.openxmlformats.org/package/2006/relationships"><Relationship Id="rId1" Type="http://schemas.openxmlformats.org/officeDocument/2006/relationships/package" Target="../embeddings/Microsoft_Excel_Worksheet278.xlsx"/></Relationships>
</file>

<file path=ppt/charts/_rels/chart279.xml.rels><?xml version='1.0' encoding='UTF-8' standalone='yes'?>
<Relationships xmlns="http://schemas.openxmlformats.org/package/2006/relationships"><Relationship Id="rId1" Type="http://schemas.openxmlformats.org/officeDocument/2006/relationships/package" Target="../embeddings/Microsoft_Excel_Worksheet279.xlsx"/></Relationships>
</file>

<file path=ppt/charts/_rels/chart280.xml.rels><?xml version='1.0' encoding='UTF-8' standalone='yes'?>
<Relationships xmlns="http://schemas.openxmlformats.org/package/2006/relationships"><Relationship Id="rId1" Type="http://schemas.openxmlformats.org/officeDocument/2006/relationships/package" Target="../embeddings/Microsoft_Excel_Worksheet280.xlsx"/></Relationships>
</file>

<file path=ppt/charts/_rels/chart281.xml.rels><?xml version='1.0' encoding='UTF-8' standalone='yes'?>
<Relationships xmlns="http://schemas.openxmlformats.org/package/2006/relationships"><Relationship Id="rId1" Type="http://schemas.openxmlformats.org/officeDocument/2006/relationships/package" Target="../embeddings/Microsoft_Excel_Worksheet281.xlsx"/></Relationships>
</file>

<file path=ppt/charts/_rels/chart282.xml.rels><?xml version='1.0' encoding='UTF-8' standalone='yes'?>
<Relationships xmlns="http://schemas.openxmlformats.org/package/2006/relationships"><Relationship Id="rId1" Type="http://schemas.openxmlformats.org/officeDocument/2006/relationships/package" Target="../embeddings/Microsoft_Excel_Worksheet282.xlsx"/></Relationships>
</file>

<file path=ppt/charts/_rels/chart283.xml.rels><?xml version='1.0' encoding='UTF-8' standalone='yes'?>
<Relationships xmlns="http://schemas.openxmlformats.org/package/2006/relationships"><Relationship Id="rId1" Type="http://schemas.openxmlformats.org/officeDocument/2006/relationships/package" Target="../embeddings/Microsoft_Excel_Worksheet283.xlsx"/></Relationships>
</file>

<file path=ppt/charts/_rels/chart290.xml.rels><?xml version='1.0' encoding='UTF-8' standalone='yes'?>
<Relationships xmlns="http://schemas.openxmlformats.org/package/2006/relationships"><Relationship Id="rId1" Type="http://schemas.openxmlformats.org/officeDocument/2006/relationships/package" Target="../embeddings/Microsoft_Excel_Worksheet290.xlsx"/></Relationships>
</file>

<file path=ppt/charts/_rels/chart291.xml.rels><?xml version='1.0' encoding='UTF-8' standalone='yes'?>
<Relationships xmlns="http://schemas.openxmlformats.org/package/2006/relationships"><Relationship Id="rId1" Type="http://schemas.openxmlformats.org/officeDocument/2006/relationships/package" Target="../embeddings/Microsoft_Excel_Worksheet291.xlsx"/></Relationships>
</file>

<file path=ppt/charts/_rels/chart292.xml.rels><?xml version='1.0' encoding='UTF-8' standalone='yes'?>
<Relationships xmlns="http://schemas.openxmlformats.org/package/2006/relationships"><Relationship Id="rId1" Type="http://schemas.openxmlformats.org/officeDocument/2006/relationships/package" Target="../embeddings/Microsoft_Excel_Worksheet292.xlsx"/></Relationships>
</file>

<file path=ppt/charts/_rels/chart293.xml.rels><?xml version='1.0' encoding='UTF-8' standalone='yes'?>
<Relationships xmlns="http://schemas.openxmlformats.org/package/2006/relationships"><Relationship Id="rId1" Type="http://schemas.openxmlformats.org/officeDocument/2006/relationships/package" Target="../embeddings/Microsoft_Excel_Worksheet293.xlsx"/></Relationships>
</file>

<file path=ppt/charts/_rels/chart294.xml.rels><?xml version='1.0' encoding='UTF-8' standalone='yes'?>
<Relationships xmlns="http://schemas.openxmlformats.org/package/2006/relationships"><Relationship Id="rId1" Type="http://schemas.openxmlformats.org/officeDocument/2006/relationships/package" Target="../embeddings/Microsoft_Excel_Worksheet294.xlsx"/></Relationships>
</file>

<file path=ppt/charts/_rels/chart295.xml.rels><?xml version='1.0' encoding='UTF-8' standalone='yes'?>
<Relationships xmlns="http://schemas.openxmlformats.org/package/2006/relationships"><Relationship Id="rId1" Type="http://schemas.openxmlformats.org/officeDocument/2006/relationships/package" Target="../embeddings/Microsoft_Excel_Worksheet295.xlsx"/></Relationships>
</file>

<file path=ppt/charts/_rels/chart296.xml.rels><?xml version='1.0' encoding='UTF-8' standalone='yes'?>
<Relationships xmlns="http://schemas.openxmlformats.org/package/2006/relationships"><Relationship Id="rId1" Type="http://schemas.openxmlformats.org/officeDocument/2006/relationships/package" Target="../embeddings/Microsoft_Excel_Worksheet296.xlsx"/></Relationships>
</file>

<file path=ppt/charts/_rels/chart297.xml.rels><?xml version='1.0' encoding='UTF-8' standalone='yes'?>
<Relationships xmlns="http://schemas.openxmlformats.org/package/2006/relationships"><Relationship Id="rId1" Type="http://schemas.openxmlformats.org/officeDocument/2006/relationships/package" Target="../embeddings/Microsoft_Excel_Worksheet297.xlsx"/></Relationships>
</file>

<file path=ppt/charts/_rels/chart298.xml.rels><?xml version='1.0' encoding='UTF-8' standalone='yes'?>
<Relationships xmlns="http://schemas.openxmlformats.org/package/2006/relationships"><Relationship Id="rId1" Type="http://schemas.openxmlformats.org/officeDocument/2006/relationships/package" Target="../embeddings/Microsoft_Excel_Worksheet298.xlsx"/></Relationships>
</file>

<file path=ppt/charts/_rels/chart299.xml.rels><?xml version='1.0' encoding='UTF-8' standalone='yes'?>
<Relationships xmlns="http://schemas.openxmlformats.org/package/2006/relationships"><Relationship Id="rId1" Type="http://schemas.openxmlformats.org/officeDocument/2006/relationships/package" Target="../embeddings/Microsoft_Excel_Worksheet299.xlsx"/></Relationships>
</file>

<file path=ppt/charts/_rels/chart300.xml.rels><?xml version='1.0' encoding='UTF-8' standalone='yes'?>
<Relationships xmlns="http://schemas.openxmlformats.org/package/2006/relationships"><Relationship Id="rId1" Type="http://schemas.openxmlformats.org/officeDocument/2006/relationships/package" Target="../embeddings/Microsoft_Excel_Worksheet300.xlsx"/></Relationships>
</file>

<file path=ppt/charts/_rels/chart301.xml.rels><?xml version='1.0' encoding='UTF-8' standalone='yes'?>
<Relationships xmlns="http://schemas.openxmlformats.org/package/2006/relationships"><Relationship Id="rId1" Type="http://schemas.openxmlformats.org/officeDocument/2006/relationships/package" Target="../embeddings/Microsoft_Excel_Worksheet301.xlsx"/></Relationships>
</file>

<file path=ppt/charts/_rels/chart308.xml.rels><?xml version='1.0' encoding='UTF-8' standalone='yes'?>
<Relationships xmlns="http://schemas.openxmlformats.org/package/2006/relationships"><Relationship Id="rId1" Type="http://schemas.openxmlformats.org/officeDocument/2006/relationships/package" Target="../embeddings/Microsoft_Excel_Worksheet308.xlsx"/></Relationships>
</file>

<file path=ppt/charts/_rels/chart309.xml.rels><?xml version='1.0' encoding='UTF-8' standalone='yes'?>
<Relationships xmlns="http://schemas.openxmlformats.org/package/2006/relationships"><Relationship Id="rId1" Type="http://schemas.openxmlformats.org/officeDocument/2006/relationships/package" Target="../embeddings/Microsoft_Excel_Worksheet309.xlsx"/></Relationships>
</file>

<file path=ppt/charts/_rels/chart310.xml.rels><?xml version='1.0' encoding='UTF-8' standalone='yes'?>
<Relationships xmlns="http://schemas.openxmlformats.org/package/2006/relationships"><Relationship Id="rId1" Type="http://schemas.openxmlformats.org/officeDocument/2006/relationships/package" Target="../embeddings/Microsoft_Excel_Worksheet310.xlsx"/></Relationships>
</file>

<file path=ppt/charts/_rels/chart311.xml.rels><?xml version='1.0' encoding='UTF-8' standalone='yes'?>
<Relationships xmlns="http://schemas.openxmlformats.org/package/2006/relationships"><Relationship Id="rId1" Type="http://schemas.openxmlformats.org/officeDocument/2006/relationships/package" Target="../embeddings/Microsoft_Excel_Worksheet311.xlsx"/></Relationships>
</file>

<file path=ppt/charts/_rels/chart312.xml.rels><?xml version='1.0' encoding='UTF-8' standalone='yes'?>
<Relationships xmlns="http://schemas.openxmlformats.org/package/2006/relationships"><Relationship Id="rId1" Type="http://schemas.openxmlformats.org/officeDocument/2006/relationships/package" Target="../embeddings/Microsoft_Excel_Worksheet312.xlsx"/></Relationships>
</file>

<file path=ppt/charts/_rels/chart313.xml.rels><?xml version='1.0' encoding='UTF-8' standalone='yes'?>
<Relationships xmlns="http://schemas.openxmlformats.org/package/2006/relationships"><Relationship Id="rId1" Type="http://schemas.openxmlformats.org/officeDocument/2006/relationships/package" Target="../embeddings/Microsoft_Excel_Worksheet313.xlsx"/></Relationships>
</file>

<file path=ppt/charts/_rels/chart314.xml.rels><?xml version='1.0' encoding='UTF-8' standalone='yes'?>
<Relationships xmlns="http://schemas.openxmlformats.org/package/2006/relationships"><Relationship Id="rId1" Type="http://schemas.openxmlformats.org/officeDocument/2006/relationships/package" Target="../embeddings/Microsoft_Excel_Worksheet314.xlsx"/></Relationships>
</file>

<file path=ppt/charts/_rels/chart315.xml.rels><?xml version='1.0' encoding='UTF-8' standalone='yes'?>
<Relationships xmlns="http://schemas.openxmlformats.org/package/2006/relationships"><Relationship Id="rId1" Type="http://schemas.openxmlformats.org/officeDocument/2006/relationships/package" Target="../embeddings/Microsoft_Excel_Worksheet315.xlsx"/></Relationships>
</file>

<file path=ppt/charts/_rels/chart316.xml.rels><?xml version='1.0' encoding='UTF-8' standalone='yes'?>
<Relationships xmlns="http://schemas.openxmlformats.org/package/2006/relationships"><Relationship Id="rId1" Type="http://schemas.openxmlformats.org/officeDocument/2006/relationships/package" Target="../embeddings/Microsoft_Excel_Worksheet316.xlsx"/></Relationships>
</file>

<file path=ppt/charts/_rels/chart317.xml.rels><?xml version='1.0' encoding='UTF-8' standalone='yes'?>
<Relationships xmlns="http://schemas.openxmlformats.org/package/2006/relationships"><Relationship Id="rId1" Type="http://schemas.openxmlformats.org/officeDocument/2006/relationships/package" Target="../embeddings/Microsoft_Excel_Worksheet317.xlsx"/></Relationships>
</file>

<file path=ppt/charts/_rels/chart318.xml.rels><?xml version='1.0' encoding='UTF-8' standalone='yes'?>
<Relationships xmlns="http://schemas.openxmlformats.org/package/2006/relationships"><Relationship Id="rId1" Type="http://schemas.openxmlformats.org/officeDocument/2006/relationships/package" Target="../embeddings/Microsoft_Excel_Worksheet318.xlsx"/></Relationships>
</file>

<file path=ppt/charts/_rels/chart319.xml.rels><?xml version='1.0' encoding='UTF-8' standalone='yes'?>
<Relationships xmlns="http://schemas.openxmlformats.org/package/2006/relationships"><Relationship Id="rId1" Type="http://schemas.openxmlformats.org/officeDocument/2006/relationships/package" Target="../embeddings/Microsoft_Excel_Worksheet319.xlsx"/></Relationships>
</file>

<file path=ppt/charts/_rels/chart326.xml.rels><?xml version='1.0' encoding='UTF-8' standalone='yes'?>
<Relationships xmlns="http://schemas.openxmlformats.org/package/2006/relationships"><Relationship Id="rId1" Type="http://schemas.openxmlformats.org/officeDocument/2006/relationships/package" Target="../embeddings/Microsoft_Excel_Worksheet326.xlsx"/></Relationships>
</file>

<file path=ppt/charts/_rels/chart327.xml.rels><?xml version='1.0' encoding='UTF-8' standalone='yes'?>
<Relationships xmlns="http://schemas.openxmlformats.org/package/2006/relationships"><Relationship Id="rId1" Type="http://schemas.openxmlformats.org/officeDocument/2006/relationships/package" Target="../embeddings/Microsoft_Excel_Worksheet327.xlsx"/></Relationships>
</file>

<file path=ppt/charts/_rels/chart328.xml.rels><?xml version='1.0' encoding='UTF-8' standalone='yes'?>
<Relationships xmlns="http://schemas.openxmlformats.org/package/2006/relationships"><Relationship Id="rId1" Type="http://schemas.openxmlformats.org/officeDocument/2006/relationships/package" Target="../embeddings/Microsoft_Excel_Worksheet328.xlsx"/></Relationships>
</file>

<file path=ppt/charts/_rels/chart329.xml.rels><?xml version='1.0' encoding='UTF-8' standalone='yes'?>
<Relationships xmlns="http://schemas.openxmlformats.org/package/2006/relationships"><Relationship Id="rId1" Type="http://schemas.openxmlformats.org/officeDocument/2006/relationships/package" Target="../embeddings/Microsoft_Excel_Worksheet329.xlsx"/></Relationships>
</file>

<file path=ppt/charts/_rels/chart330.xml.rels><?xml version='1.0' encoding='UTF-8' standalone='yes'?>
<Relationships xmlns="http://schemas.openxmlformats.org/package/2006/relationships"><Relationship Id="rId1" Type="http://schemas.openxmlformats.org/officeDocument/2006/relationships/package" Target="../embeddings/Microsoft_Excel_Worksheet330.xlsx"/></Relationships>
</file>

<file path=ppt/charts/_rels/chart331.xml.rels><?xml version='1.0' encoding='UTF-8' standalone='yes'?>
<Relationships xmlns="http://schemas.openxmlformats.org/package/2006/relationships"><Relationship Id="rId1" Type="http://schemas.openxmlformats.org/officeDocument/2006/relationships/package" Target="../embeddings/Microsoft_Excel_Worksheet331.xlsx"/></Relationships>
</file>

<file path=ppt/charts/_rels/chart332.xml.rels><?xml version='1.0' encoding='UTF-8' standalone='yes'?>
<Relationships xmlns="http://schemas.openxmlformats.org/package/2006/relationships"><Relationship Id="rId1" Type="http://schemas.openxmlformats.org/officeDocument/2006/relationships/package" Target="../embeddings/Microsoft_Excel_Worksheet332.xlsx"/></Relationships>
</file>

<file path=ppt/charts/_rels/chart333.xml.rels><?xml version='1.0' encoding='UTF-8' standalone='yes'?>
<Relationships xmlns="http://schemas.openxmlformats.org/package/2006/relationships"><Relationship Id="rId1" Type="http://schemas.openxmlformats.org/officeDocument/2006/relationships/package" Target="../embeddings/Microsoft_Excel_Worksheet333.xlsx"/></Relationships>
</file>

<file path=ppt/charts/_rels/chart334.xml.rels><?xml version='1.0' encoding='UTF-8' standalone='yes'?>
<Relationships xmlns="http://schemas.openxmlformats.org/package/2006/relationships"><Relationship Id="rId1" Type="http://schemas.openxmlformats.org/officeDocument/2006/relationships/package" Target="../embeddings/Microsoft_Excel_Worksheet334.xlsx"/></Relationships>
</file>

<file path=ppt/charts/_rels/chart335.xml.rels><?xml version='1.0' encoding='UTF-8' standalone='yes'?>
<Relationships xmlns="http://schemas.openxmlformats.org/package/2006/relationships"><Relationship Id="rId1" Type="http://schemas.openxmlformats.org/officeDocument/2006/relationships/package" Target="../embeddings/Microsoft_Excel_Worksheet335.xlsx"/></Relationships>
</file>

<file path=ppt/charts/_rels/chart336.xml.rels><?xml version='1.0' encoding='UTF-8' standalone='yes'?>
<Relationships xmlns="http://schemas.openxmlformats.org/package/2006/relationships"><Relationship Id="rId1" Type="http://schemas.openxmlformats.org/officeDocument/2006/relationships/package" Target="../embeddings/Microsoft_Excel_Worksheet336.xlsx"/></Relationships>
</file>

<file path=ppt/charts/_rels/chart337.xml.rels><?xml version='1.0' encoding='UTF-8' standalone='yes'?>
<Relationships xmlns="http://schemas.openxmlformats.org/package/2006/relationships"><Relationship Id="rId1" Type="http://schemas.openxmlformats.org/officeDocument/2006/relationships/package" Target="../embeddings/Microsoft_Excel_Worksheet337.xlsx"/></Relationships>
</file>

<file path=ppt/charts/_rels/chart344.xml.rels><?xml version='1.0' encoding='UTF-8' standalone='yes'?>
<Relationships xmlns="http://schemas.openxmlformats.org/package/2006/relationships"><Relationship Id="rId1" Type="http://schemas.openxmlformats.org/officeDocument/2006/relationships/package" Target="../embeddings/Microsoft_Excel_Worksheet344.xlsx"/></Relationships>
</file>

<file path=ppt/charts/_rels/chart345.xml.rels><?xml version='1.0' encoding='UTF-8' standalone='yes'?>
<Relationships xmlns="http://schemas.openxmlformats.org/package/2006/relationships"><Relationship Id="rId1" Type="http://schemas.openxmlformats.org/officeDocument/2006/relationships/package" Target="../embeddings/Microsoft_Excel_Worksheet345.xlsx"/></Relationships>
</file>

<file path=ppt/charts/_rels/chart346.xml.rels><?xml version='1.0' encoding='UTF-8' standalone='yes'?>
<Relationships xmlns="http://schemas.openxmlformats.org/package/2006/relationships"><Relationship Id="rId1" Type="http://schemas.openxmlformats.org/officeDocument/2006/relationships/package" Target="../embeddings/Microsoft_Excel_Worksheet346.xlsx"/></Relationships>
</file>

<file path=ppt/charts/_rels/chart347.xml.rels><?xml version='1.0' encoding='UTF-8' standalone='yes'?>
<Relationships xmlns="http://schemas.openxmlformats.org/package/2006/relationships"><Relationship Id="rId1" Type="http://schemas.openxmlformats.org/officeDocument/2006/relationships/package" Target="../embeddings/Microsoft_Excel_Worksheet347.xlsx"/></Relationships>
</file>

<file path=ppt/charts/_rels/chart348.xml.rels><?xml version='1.0' encoding='UTF-8' standalone='yes'?>
<Relationships xmlns="http://schemas.openxmlformats.org/package/2006/relationships"><Relationship Id="rId1" Type="http://schemas.openxmlformats.org/officeDocument/2006/relationships/package" Target="../embeddings/Microsoft_Excel_Worksheet348.xlsx"/></Relationships>
</file>

<file path=ppt/charts/_rels/chart349.xml.rels><?xml version='1.0' encoding='UTF-8' standalone='yes'?>
<Relationships xmlns="http://schemas.openxmlformats.org/package/2006/relationships"><Relationship Id="rId1" Type="http://schemas.openxmlformats.org/officeDocument/2006/relationships/package" Target="../embeddings/Microsoft_Excel_Worksheet349.xlsx"/></Relationships>
</file>

<file path=ppt/charts/_rels/chart350.xml.rels><?xml version='1.0' encoding='UTF-8' standalone='yes'?>
<Relationships xmlns="http://schemas.openxmlformats.org/package/2006/relationships"><Relationship Id="rId1" Type="http://schemas.openxmlformats.org/officeDocument/2006/relationships/package" Target="../embeddings/Microsoft_Excel_Worksheet350.xlsx"/></Relationships>
</file>

<file path=ppt/charts/_rels/chart351.xml.rels><?xml version='1.0' encoding='UTF-8' standalone='yes'?>
<Relationships xmlns="http://schemas.openxmlformats.org/package/2006/relationships"><Relationship Id="rId1" Type="http://schemas.openxmlformats.org/officeDocument/2006/relationships/package" Target="../embeddings/Microsoft_Excel_Worksheet351.xlsx"/></Relationships>
</file>

<file path=ppt/charts/_rels/chart352.xml.rels><?xml version='1.0' encoding='UTF-8' standalone='yes'?>
<Relationships xmlns="http://schemas.openxmlformats.org/package/2006/relationships"><Relationship Id="rId1" Type="http://schemas.openxmlformats.org/officeDocument/2006/relationships/package" Target="../embeddings/Microsoft_Excel_Worksheet352.xlsx"/></Relationships>
</file>

<file path=ppt/charts/_rels/chart353.xml.rels><?xml version='1.0' encoding='UTF-8' standalone='yes'?>
<Relationships xmlns="http://schemas.openxmlformats.org/package/2006/relationships"><Relationship Id="rId1" Type="http://schemas.openxmlformats.org/officeDocument/2006/relationships/package" Target="../embeddings/Microsoft_Excel_Worksheet353.xlsx"/></Relationships>
</file>

<file path=ppt/charts/_rels/chart354.xml.rels><?xml version='1.0' encoding='UTF-8' standalone='yes'?>
<Relationships xmlns="http://schemas.openxmlformats.org/package/2006/relationships"><Relationship Id="rId1" Type="http://schemas.openxmlformats.org/officeDocument/2006/relationships/package" Target="../embeddings/Microsoft_Excel_Worksheet354.xlsx"/></Relationships>
</file>

<file path=ppt/charts/_rels/chart355.xml.rels><?xml version='1.0' encoding='UTF-8' standalone='yes'?>
<Relationships xmlns="http://schemas.openxmlformats.org/package/2006/relationships"><Relationship Id="rId1" Type="http://schemas.openxmlformats.org/officeDocument/2006/relationships/package" Target="../embeddings/Microsoft_Excel_Worksheet355.xlsx"/></Relationships>
</file>

<file path=ppt/charts/_rels/chart362.xml.rels><?xml version='1.0' encoding='UTF-8' standalone='yes'?>
<Relationships xmlns="http://schemas.openxmlformats.org/package/2006/relationships"><Relationship Id="rId1" Type="http://schemas.openxmlformats.org/officeDocument/2006/relationships/package" Target="../embeddings/Microsoft_Excel_Worksheet362.xlsx"/></Relationships>
</file>

<file path=ppt/charts/_rels/chart363.xml.rels><?xml version='1.0' encoding='UTF-8' standalone='yes'?>
<Relationships xmlns="http://schemas.openxmlformats.org/package/2006/relationships"><Relationship Id="rId1" Type="http://schemas.openxmlformats.org/officeDocument/2006/relationships/package" Target="../embeddings/Microsoft_Excel_Worksheet363.xlsx"/></Relationships>
</file>

<file path=ppt/charts/_rels/chart364.xml.rels><?xml version='1.0' encoding='UTF-8' standalone='yes'?>
<Relationships xmlns="http://schemas.openxmlformats.org/package/2006/relationships"><Relationship Id="rId1" Type="http://schemas.openxmlformats.org/officeDocument/2006/relationships/package" Target="../embeddings/Microsoft_Excel_Worksheet364.xlsx"/></Relationships>
</file>

<file path=ppt/charts/_rels/chart365.xml.rels><?xml version='1.0' encoding='UTF-8' standalone='yes'?>
<Relationships xmlns="http://schemas.openxmlformats.org/package/2006/relationships"><Relationship Id="rId1" Type="http://schemas.openxmlformats.org/officeDocument/2006/relationships/package" Target="../embeddings/Microsoft_Excel_Worksheet365.xlsx"/></Relationships>
</file>

<file path=ppt/charts/_rels/chart366.xml.rels><?xml version='1.0' encoding='UTF-8' standalone='yes'?>
<Relationships xmlns="http://schemas.openxmlformats.org/package/2006/relationships"><Relationship Id="rId1" Type="http://schemas.openxmlformats.org/officeDocument/2006/relationships/package" Target="../embeddings/Microsoft_Excel_Worksheet366.xlsx"/></Relationships>
</file>

<file path=ppt/charts/_rels/chart367.xml.rels><?xml version='1.0' encoding='UTF-8' standalone='yes'?>
<Relationships xmlns="http://schemas.openxmlformats.org/package/2006/relationships"><Relationship Id="rId1" Type="http://schemas.openxmlformats.org/officeDocument/2006/relationships/package" Target="../embeddings/Microsoft_Excel_Worksheet367.xlsx"/></Relationships>
</file>

<file path=ppt/charts/_rels/chart368.xml.rels><?xml version='1.0' encoding='UTF-8' standalone='yes'?>
<Relationships xmlns="http://schemas.openxmlformats.org/package/2006/relationships"><Relationship Id="rId1" Type="http://schemas.openxmlformats.org/officeDocument/2006/relationships/package" Target="../embeddings/Microsoft_Excel_Worksheet368.xlsx"/></Relationships>
</file>

<file path=ppt/charts/_rels/chart369.xml.rels><?xml version='1.0' encoding='UTF-8' standalone='yes'?>
<Relationships xmlns="http://schemas.openxmlformats.org/package/2006/relationships"><Relationship Id="rId1" Type="http://schemas.openxmlformats.org/officeDocument/2006/relationships/package" Target="../embeddings/Microsoft_Excel_Worksheet369.xlsx"/></Relationships>
</file>

<file path=ppt/charts/_rels/chart370.xml.rels><?xml version='1.0' encoding='UTF-8' standalone='yes'?>
<Relationships xmlns="http://schemas.openxmlformats.org/package/2006/relationships"><Relationship Id="rId1" Type="http://schemas.openxmlformats.org/officeDocument/2006/relationships/package" Target="../embeddings/Microsoft_Excel_Worksheet370.xlsx"/></Relationships>
</file>

<file path=ppt/charts/_rels/chart371.xml.rels><?xml version='1.0' encoding='UTF-8' standalone='yes'?>
<Relationships xmlns="http://schemas.openxmlformats.org/package/2006/relationships"><Relationship Id="rId1" Type="http://schemas.openxmlformats.org/officeDocument/2006/relationships/package" Target="../embeddings/Microsoft_Excel_Worksheet371.xlsx"/></Relationships>
</file>

<file path=ppt/charts/_rels/chart372.xml.rels><?xml version='1.0' encoding='UTF-8' standalone='yes'?>
<Relationships xmlns="http://schemas.openxmlformats.org/package/2006/relationships"><Relationship Id="rId1" Type="http://schemas.openxmlformats.org/officeDocument/2006/relationships/package" Target="../embeddings/Microsoft_Excel_Worksheet372.xlsx"/></Relationships>
</file>

<file path=ppt/charts/_rels/chart373.xml.rels><?xml version='1.0' encoding='UTF-8' standalone='yes'?>
<Relationships xmlns="http://schemas.openxmlformats.org/package/2006/relationships"><Relationship Id="rId1" Type="http://schemas.openxmlformats.org/officeDocument/2006/relationships/package" Target="../embeddings/Microsoft_Excel_Worksheet373.xlsx"/></Relationships>
</file>

<file path=ppt/charts/_rels/chart380.xml.rels><?xml version='1.0' encoding='UTF-8' standalone='yes'?>
<Relationships xmlns="http://schemas.openxmlformats.org/package/2006/relationships"><Relationship Id="rId1" Type="http://schemas.openxmlformats.org/officeDocument/2006/relationships/package" Target="../embeddings/Microsoft_Excel_Worksheet380.xlsx"/></Relationships>
</file>

<file path=ppt/charts/_rels/chart381.xml.rels><?xml version='1.0' encoding='UTF-8' standalone='yes'?>
<Relationships xmlns="http://schemas.openxmlformats.org/package/2006/relationships"><Relationship Id="rId1" Type="http://schemas.openxmlformats.org/officeDocument/2006/relationships/package" Target="../embeddings/Microsoft_Excel_Worksheet381.xlsx"/></Relationships>
</file>

<file path=ppt/charts/_rels/chart382.xml.rels><?xml version='1.0' encoding='UTF-8' standalone='yes'?>
<Relationships xmlns="http://schemas.openxmlformats.org/package/2006/relationships"><Relationship Id="rId1" Type="http://schemas.openxmlformats.org/officeDocument/2006/relationships/package" Target="../embeddings/Microsoft_Excel_Worksheet382.xlsx"/></Relationships>
</file>

<file path=ppt/charts/_rels/chart383.xml.rels><?xml version='1.0' encoding='UTF-8' standalone='yes'?>
<Relationships xmlns="http://schemas.openxmlformats.org/package/2006/relationships"><Relationship Id="rId1" Type="http://schemas.openxmlformats.org/officeDocument/2006/relationships/package" Target="../embeddings/Microsoft_Excel_Worksheet383.xlsx"/></Relationships>
</file>

<file path=ppt/charts/_rels/chart384.xml.rels><?xml version='1.0' encoding='UTF-8' standalone='yes'?>
<Relationships xmlns="http://schemas.openxmlformats.org/package/2006/relationships"><Relationship Id="rId1" Type="http://schemas.openxmlformats.org/officeDocument/2006/relationships/package" Target="../embeddings/Microsoft_Excel_Worksheet384.xlsx"/></Relationships>
</file>

<file path=ppt/charts/_rels/chart385.xml.rels><?xml version='1.0' encoding='UTF-8' standalone='yes'?>
<Relationships xmlns="http://schemas.openxmlformats.org/package/2006/relationships"><Relationship Id="rId1" Type="http://schemas.openxmlformats.org/officeDocument/2006/relationships/package" Target="../embeddings/Microsoft_Excel_Worksheet385.xlsx"/></Relationships>
</file>

<file path=ppt/charts/_rels/chart386.xml.rels><?xml version='1.0' encoding='UTF-8' standalone='yes'?>
<Relationships xmlns="http://schemas.openxmlformats.org/package/2006/relationships"><Relationship Id="rId1" Type="http://schemas.openxmlformats.org/officeDocument/2006/relationships/package" Target="../embeddings/Microsoft_Excel_Worksheet386.xlsx"/></Relationships>
</file>

<file path=ppt/charts/_rels/chart387.xml.rels><?xml version='1.0' encoding='UTF-8' standalone='yes'?>
<Relationships xmlns="http://schemas.openxmlformats.org/package/2006/relationships"><Relationship Id="rId1" Type="http://schemas.openxmlformats.org/officeDocument/2006/relationships/package" Target="../embeddings/Microsoft_Excel_Worksheet387.xlsx"/></Relationships>
</file>

<file path=ppt/charts/_rels/chart388.xml.rels><?xml version='1.0' encoding='UTF-8' standalone='yes'?>
<Relationships xmlns="http://schemas.openxmlformats.org/package/2006/relationships"><Relationship Id="rId1" Type="http://schemas.openxmlformats.org/officeDocument/2006/relationships/package" Target="../embeddings/Microsoft_Excel_Worksheet388.xlsx"/></Relationships>
</file>

<file path=ppt/charts/_rels/chart389.xml.rels><?xml version='1.0' encoding='UTF-8' standalone='yes'?>
<Relationships xmlns="http://schemas.openxmlformats.org/package/2006/relationships"><Relationship Id="rId1" Type="http://schemas.openxmlformats.org/officeDocument/2006/relationships/package" Target="../embeddings/Microsoft_Excel_Worksheet389.xlsx"/></Relationships>
</file>

<file path=ppt/charts/_rels/chart390.xml.rels><?xml version='1.0' encoding='UTF-8' standalone='yes'?>
<Relationships xmlns="http://schemas.openxmlformats.org/package/2006/relationships"><Relationship Id="rId1" Type="http://schemas.openxmlformats.org/officeDocument/2006/relationships/package" Target="../embeddings/Microsoft_Excel_Worksheet390.xlsx"/></Relationships>
</file>

<file path=ppt/charts/_rels/chart391.xml.rels><?xml version='1.0' encoding='UTF-8' standalone='yes'?>
<Relationships xmlns="http://schemas.openxmlformats.org/package/2006/relationships"><Relationship Id="rId1" Type="http://schemas.openxmlformats.org/officeDocument/2006/relationships/package" Target="../embeddings/Microsoft_Excel_Worksheet391.xlsx"/></Relationships>
</file>

<file path=ppt/charts/_rels/chart398.xml.rels><?xml version='1.0' encoding='UTF-8' standalone='yes'?>
<Relationships xmlns="http://schemas.openxmlformats.org/package/2006/relationships"><Relationship Id="rId1" Type="http://schemas.openxmlformats.org/officeDocument/2006/relationships/package" Target="../embeddings/Microsoft_Excel_Worksheet398.xlsx"/></Relationships>
</file>

<file path=ppt/charts/_rels/chart399.xml.rels><?xml version='1.0' encoding='UTF-8' standalone='yes'?>
<Relationships xmlns="http://schemas.openxmlformats.org/package/2006/relationships"><Relationship Id="rId1" Type="http://schemas.openxmlformats.org/officeDocument/2006/relationships/package" Target="../embeddings/Microsoft_Excel_Worksheet399.xlsx"/></Relationships>
</file>

<file path=ppt/charts/_rels/chart400.xml.rels><?xml version='1.0' encoding='UTF-8' standalone='yes'?>
<Relationships xmlns="http://schemas.openxmlformats.org/package/2006/relationships"><Relationship Id="rId1" Type="http://schemas.openxmlformats.org/officeDocument/2006/relationships/package" Target="../embeddings/Microsoft_Excel_Worksheet400.xlsx"/></Relationships>
</file>

<file path=ppt/charts/_rels/chart401.xml.rels><?xml version='1.0' encoding='UTF-8' standalone='yes'?>
<Relationships xmlns="http://schemas.openxmlformats.org/package/2006/relationships"><Relationship Id="rId1" Type="http://schemas.openxmlformats.org/officeDocument/2006/relationships/package" Target="../embeddings/Microsoft_Excel_Worksheet401.xlsx"/></Relationships>
</file>

<file path=ppt/charts/_rels/chart402.xml.rels><?xml version='1.0' encoding='UTF-8' standalone='yes'?>
<Relationships xmlns="http://schemas.openxmlformats.org/package/2006/relationships"><Relationship Id="rId1" Type="http://schemas.openxmlformats.org/officeDocument/2006/relationships/package" Target="../embeddings/Microsoft_Excel_Worksheet402.xlsx"/></Relationships>
</file>

<file path=ppt/charts/_rels/chart403.xml.rels><?xml version='1.0' encoding='UTF-8' standalone='yes'?>
<Relationships xmlns="http://schemas.openxmlformats.org/package/2006/relationships"><Relationship Id="rId1" Type="http://schemas.openxmlformats.org/officeDocument/2006/relationships/package" Target="../embeddings/Microsoft_Excel_Worksheet403.xlsx"/></Relationships>
</file>

<file path=ppt/charts/_rels/chart404.xml.rels><?xml version='1.0' encoding='UTF-8' standalone='yes'?>
<Relationships xmlns="http://schemas.openxmlformats.org/package/2006/relationships"><Relationship Id="rId1" Type="http://schemas.openxmlformats.org/officeDocument/2006/relationships/package" Target="../embeddings/Microsoft_Excel_Worksheet404.xlsx"/></Relationships>
</file>

<file path=ppt/charts/_rels/chart405.xml.rels><?xml version='1.0' encoding='UTF-8' standalone='yes'?>
<Relationships xmlns="http://schemas.openxmlformats.org/package/2006/relationships"><Relationship Id="rId1" Type="http://schemas.openxmlformats.org/officeDocument/2006/relationships/package" Target="../embeddings/Microsoft_Excel_Worksheet405.xlsx"/></Relationships>
</file>

<file path=ppt/charts/_rels/chart406.xml.rels><?xml version='1.0' encoding='UTF-8' standalone='yes'?>
<Relationships xmlns="http://schemas.openxmlformats.org/package/2006/relationships"><Relationship Id="rId1" Type="http://schemas.openxmlformats.org/officeDocument/2006/relationships/package" Target="../embeddings/Microsoft_Excel_Worksheet406.xlsx"/></Relationships>
</file>

<file path=ppt/charts/_rels/chart407.xml.rels><?xml version='1.0' encoding='UTF-8' standalone='yes'?>
<Relationships xmlns="http://schemas.openxmlformats.org/package/2006/relationships"><Relationship Id="rId1" Type="http://schemas.openxmlformats.org/officeDocument/2006/relationships/package" Target="../embeddings/Microsoft_Excel_Worksheet407.xlsx"/></Relationships>
</file>

<file path=ppt/charts/_rels/chart408.xml.rels><?xml version='1.0' encoding='UTF-8' standalone='yes'?>
<Relationships xmlns="http://schemas.openxmlformats.org/package/2006/relationships"><Relationship Id="rId1" Type="http://schemas.openxmlformats.org/officeDocument/2006/relationships/package" Target="../embeddings/Microsoft_Excel_Worksheet408.xlsx"/></Relationships>
</file>

<file path=ppt/charts/_rels/chart409.xml.rels><?xml version='1.0' encoding='UTF-8' standalone='yes'?>
<Relationships xmlns="http://schemas.openxmlformats.org/package/2006/relationships"><Relationship Id="rId1" Type="http://schemas.openxmlformats.org/officeDocument/2006/relationships/package" Target="../embeddings/Microsoft_Excel_Worksheet409.xlsx"/></Relationships>
</file>

<file path=ppt/charts/_rels/chart420.xml.rels><?xml version='1.0' encoding='UTF-8' standalone='yes'?>
<Relationships xmlns="http://schemas.openxmlformats.org/package/2006/relationships"><Relationship Id="rId1" Type="http://schemas.openxmlformats.org/officeDocument/2006/relationships/package" Target="../embeddings/Microsoft_Excel_Worksheet420.xlsx"/></Relationships>
</file>

<file path=ppt/charts/_rels/chart421.xml.rels><?xml version='1.0' encoding='UTF-8' standalone='yes'?>
<Relationships xmlns="http://schemas.openxmlformats.org/package/2006/relationships"><Relationship Id="rId1" Type="http://schemas.openxmlformats.org/officeDocument/2006/relationships/package" Target="../embeddings/Microsoft_Excel_Worksheet421.xlsx"/></Relationships>
</file>

<file path=ppt/charts/_rels/chart422.xml.rels><?xml version='1.0' encoding='UTF-8' standalone='yes'?>
<Relationships xmlns="http://schemas.openxmlformats.org/package/2006/relationships"><Relationship Id="rId1" Type="http://schemas.openxmlformats.org/officeDocument/2006/relationships/package" Target="../embeddings/Microsoft_Excel_Worksheet422.xlsx"/></Relationships>
</file>

<file path=ppt/charts/_rels/chart423.xml.rels><?xml version='1.0' encoding='UTF-8' standalone='yes'?>
<Relationships xmlns="http://schemas.openxmlformats.org/package/2006/relationships"><Relationship Id="rId1" Type="http://schemas.openxmlformats.org/officeDocument/2006/relationships/package" Target="../embeddings/Microsoft_Excel_Worksheet423.xlsx"/></Relationships>
</file>

<file path=ppt/charts/_rels/chart424.xml.rels><?xml version='1.0' encoding='UTF-8' standalone='yes'?>
<Relationships xmlns="http://schemas.openxmlformats.org/package/2006/relationships"><Relationship Id="rId1" Type="http://schemas.openxmlformats.org/officeDocument/2006/relationships/package" Target="../embeddings/Microsoft_Excel_Worksheet424.xlsx"/></Relationships>
</file>

<file path=ppt/charts/_rels/chart425.xml.rels><?xml version='1.0' encoding='UTF-8' standalone='yes'?>
<Relationships xmlns="http://schemas.openxmlformats.org/package/2006/relationships"><Relationship Id="rId1" Type="http://schemas.openxmlformats.org/officeDocument/2006/relationships/package" Target="../embeddings/Microsoft_Excel_Worksheet425.xlsx"/></Relationships>
</file>

<file path=ppt/charts/_rels/chart426.xml.rels><?xml version='1.0' encoding='UTF-8' standalone='yes'?>
<Relationships xmlns="http://schemas.openxmlformats.org/package/2006/relationships"><Relationship Id="rId1" Type="http://schemas.openxmlformats.org/officeDocument/2006/relationships/package" Target="../embeddings/Microsoft_Excel_Worksheet426.xlsx"/></Relationships>
</file>

<file path=ppt/charts/_rels/chart427.xml.rels><?xml version='1.0' encoding='UTF-8' standalone='yes'?>
<Relationships xmlns="http://schemas.openxmlformats.org/package/2006/relationships"><Relationship Id="rId1" Type="http://schemas.openxmlformats.org/officeDocument/2006/relationships/package" Target="../embeddings/Microsoft_Excel_Worksheet427.xlsx"/></Relationships>
</file>

<file path=ppt/charts/_rels/chart428.xml.rels><?xml version='1.0' encoding='UTF-8' standalone='yes'?>
<Relationships xmlns="http://schemas.openxmlformats.org/package/2006/relationships"><Relationship Id="rId1" Type="http://schemas.openxmlformats.org/officeDocument/2006/relationships/package" Target="../embeddings/Microsoft_Excel_Worksheet428.xlsx"/></Relationships>
</file>

<file path=ppt/charts/_rels/chart429.xml.rels><?xml version='1.0' encoding='UTF-8' standalone='yes'?>
<Relationships xmlns="http://schemas.openxmlformats.org/package/2006/relationships"><Relationship Id="rId1" Type="http://schemas.openxmlformats.org/officeDocument/2006/relationships/package" Target="../embeddings/Microsoft_Excel_Worksheet429.xlsx"/></Relationships>
</file>

<file path=ppt/charts/_rels/chart430.xml.rels><?xml version='1.0' encoding='UTF-8' standalone='yes'?>
<Relationships xmlns="http://schemas.openxmlformats.org/package/2006/relationships"><Relationship Id="rId1" Type="http://schemas.openxmlformats.org/officeDocument/2006/relationships/package" Target="../embeddings/Microsoft_Excel_Worksheet430.xlsx"/></Relationships>
</file>

<file path=ppt/charts/_rels/chart431.xml.rels><?xml version='1.0' encoding='UTF-8' standalone='yes'?>
<Relationships xmlns="http://schemas.openxmlformats.org/package/2006/relationships"><Relationship Id="rId1" Type="http://schemas.openxmlformats.org/officeDocument/2006/relationships/package" Target="../embeddings/Microsoft_Excel_Worksheet431.xlsx"/></Relationships>
</file>

<file path=ppt/charts/_rels/chart440.xml.rels><?xml version='1.0' encoding='UTF-8' standalone='yes'?>
<Relationships xmlns="http://schemas.openxmlformats.org/package/2006/relationships"><Relationship Id="rId1" Type="http://schemas.openxmlformats.org/officeDocument/2006/relationships/package" Target="../embeddings/Microsoft_Excel_Worksheet440.xlsx"/></Relationships>
</file>

<file path=ppt/charts/_rels/chart441.xml.rels><?xml version='1.0' encoding='UTF-8' standalone='yes'?>
<Relationships xmlns="http://schemas.openxmlformats.org/package/2006/relationships"><Relationship Id="rId1" Type="http://schemas.openxmlformats.org/officeDocument/2006/relationships/package" Target="../embeddings/Microsoft_Excel_Worksheet441.xlsx"/></Relationships>
</file>

<file path=ppt/charts/_rels/chart442.xml.rels><?xml version='1.0' encoding='UTF-8' standalone='yes'?>
<Relationships xmlns="http://schemas.openxmlformats.org/package/2006/relationships"><Relationship Id="rId1" Type="http://schemas.openxmlformats.org/officeDocument/2006/relationships/package" Target="../embeddings/Microsoft_Excel_Worksheet442.xlsx"/></Relationships>
</file>

<file path=ppt/charts/_rels/chart443.xml.rels><?xml version='1.0' encoding='UTF-8' standalone='yes'?>
<Relationships xmlns="http://schemas.openxmlformats.org/package/2006/relationships"><Relationship Id="rId1" Type="http://schemas.openxmlformats.org/officeDocument/2006/relationships/package" Target="../embeddings/Microsoft_Excel_Worksheet443.xlsx"/></Relationships>
</file>

<file path=ppt/charts/_rels/chart444.xml.rels><?xml version='1.0' encoding='UTF-8' standalone='yes'?>
<Relationships xmlns="http://schemas.openxmlformats.org/package/2006/relationships"><Relationship Id="rId1" Type="http://schemas.openxmlformats.org/officeDocument/2006/relationships/package" Target="../embeddings/Microsoft_Excel_Worksheet444.xlsx"/></Relationships>
</file>

<file path=ppt/charts/_rels/chart445.xml.rels><?xml version='1.0' encoding='UTF-8' standalone='yes'?>
<Relationships xmlns="http://schemas.openxmlformats.org/package/2006/relationships"><Relationship Id="rId1" Type="http://schemas.openxmlformats.org/officeDocument/2006/relationships/package" Target="../embeddings/Microsoft_Excel_Worksheet445.xlsx"/></Relationships>
</file>

<file path=ppt/charts/_rels/chart446.xml.rels><?xml version='1.0' encoding='UTF-8' standalone='yes'?>
<Relationships xmlns="http://schemas.openxmlformats.org/package/2006/relationships"><Relationship Id="rId1" Type="http://schemas.openxmlformats.org/officeDocument/2006/relationships/package" Target="../embeddings/Microsoft_Excel_Worksheet446.xlsx"/></Relationships>
</file>

<file path=ppt/charts/_rels/chart447.xml.rels><?xml version='1.0' encoding='UTF-8' standalone='yes'?>
<Relationships xmlns="http://schemas.openxmlformats.org/package/2006/relationships"><Relationship Id="rId1" Type="http://schemas.openxmlformats.org/officeDocument/2006/relationships/package" Target="../embeddings/Microsoft_Excel_Worksheet447.xlsx"/></Relationships>
</file>

<file path=ppt/charts/_rels/chart448.xml.rels><?xml version='1.0' encoding='UTF-8' standalone='yes'?>
<Relationships xmlns="http://schemas.openxmlformats.org/package/2006/relationships"><Relationship Id="rId1" Type="http://schemas.openxmlformats.org/officeDocument/2006/relationships/package" Target="../embeddings/Microsoft_Excel_Worksheet448.xlsx"/></Relationships>
</file>

<file path=ppt/charts/_rels/chart449.xml.rels><?xml version='1.0' encoding='UTF-8' standalone='yes'?>
<Relationships xmlns="http://schemas.openxmlformats.org/package/2006/relationships"><Relationship Id="rId1" Type="http://schemas.openxmlformats.org/officeDocument/2006/relationships/package" Target="../embeddings/Microsoft_Excel_Worksheet449.xlsx"/></Relationships>
</file>

<file path=ppt/charts/_rels/chart450.xml.rels><?xml version='1.0' encoding='UTF-8' standalone='yes'?>
<Relationships xmlns="http://schemas.openxmlformats.org/package/2006/relationships"><Relationship Id="rId1" Type="http://schemas.openxmlformats.org/officeDocument/2006/relationships/package" Target="../embeddings/Microsoft_Excel_Worksheet450.xlsx"/></Relationships>
</file>

<file path=ppt/charts/_rels/chart451.xml.rels><?xml version='1.0' encoding='UTF-8' standalone='yes'?>
<Relationships xmlns="http://schemas.openxmlformats.org/package/2006/relationships"><Relationship Id="rId1" Type="http://schemas.openxmlformats.org/officeDocument/2006/relationships/package" Target="../embeddings/Microsoft_Excel_Worksheet451.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673214.4099999999</c:v>
                </c:pt>
                <c:pt idx="1">
                  <c:v>667043.93</c:v>
                </c:pt>
                <c:pt idx="2">
                  <c:v>660698.5700000001</c:v>
                </c:pt>
                <c:pt idx="3">
                  <c:v>783779.69</c:v>
                </c:pt>
                <c:pt idx="4">
                  <c:v>686251.59</c:v>
                </c:pt>
                <c:pt idx="5">
                  <c:v>762803.78</c:v>
                </c:pt>
                <c:pt idx="6">
                  <c:v>862929.99</c:v>
                </c:pt>
                <c:pt idx="7">
                  <c:v>726104.11</c:v>
                </c:pt>
                <c:pt idx="8">
                  <c:v>591602.85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82933.0308000001"/>
          <c:min val="562615.42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426367.52</c:v>
                </c:pt>
                <c:pt idx="1">
                  <c:v>359449.32999999996</c:v>
                </c:pt>
                <c:pt idx="2">
                  <c:v>344941.30000000005</c:v>
                </c:pt>
                <c:pt idx="3">
                  <c:v>467680.61</c:v>
                </c:pt>
                <c:pt idx="4">
                  <c:v>501380.55</c:v>
                </c:pt>
                <c:pt idx="5">
                  <c:v>528913.37</c:v>
                </c:pt>
                <c:pt idx="6">
                  <c:v>498520.88</c:v>
                </c:pt>
                <c:pt idx="7">
                  <c:v>533962.25</c:v>
                </c:pt>
                <c:pt idx="8">
                  <c:v>445357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631319.72</c:v>
                </c:pt>
                <c:pt idx="1">
                  <c:v>546833.85</c:v>
                </c:pt>
                <c:pt idx="2">
                  <c:v>542606.93</c:v>
                </c:pt>
                <c:pt idx="3">
                  <c:v>590782.32</c:v>
                </c:pt>
                <c:pt idx="4">
                  <c:v>414490.05</c:v>
                </c:pt>
                <c:pt idx="5">
                  <c:v>470078.17000000004</c:v>
                </c:pt>
                <c:pt idx="6">
                  <c:v>746155.96</c:v>
                </c:pt>
                <c:pt idx="7">
                  <c:v>500529.55</c:v>
                </c:pt>
                <c:pt idx="8">
                  <c:v>502102.01999999996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78253.1327999999"/>
          <c:min val="312844.1272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174589.61</c:v>
                </c:pt>
                <c:pt idx="1">
                  <c:v>95405.77</c:v>
                </c:pt>
                <c:pt idx="2">
                  <c:v>140625.01</c:v>
                </c:pt>
                <c:pt idx="3">
                  <c:v>203321.24</c:v>
                </c:pt>
                <c:pt idx="4">
                  <c:v>219850.85</c:v>
                </c:pt>
                <c:pt idx="5">
                  <c:v>252107.89</c:v>
                </c:pt>
                <c:pt idx="6">
                  <c:v>232479.66</c:v>
                </c:pt>
                <c:pt idx="7">
                  <c:v>295546.51</c:v>
                </c:pt>
                <c:pt idx="8">
                  <c:v>218835.64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249580.28</c:v>
                </c:pt>
                <c:pt idx="1">
                  <c:v>274924.13</c:v>
                </c:pt>
                <c:pt idx="2">
                  <c:v>284945.48</c:v>
                </c:pt>
                <c:pt idx="3">
                  <c:v>417111.44</c:v>
                </c:pt>
                <c:pt idx="4">
                  <c:v>224022.98</c:v>
                </c:pt>
                <c:pt idx="5">
                  <c:v>244327.32</c:v>
                </c:pt>
                <c:pt idx="6">
                  <c:v>316671.08999999997</c:v>
                </c:pt>
                <c:pt idx="7">
                  <c:v>338493.80000000005</c:v>
                </c:pt>
                <c:pt idx="8">
                  <c:v>248463.19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2847.8936"/>
          <c:min val="69669.3164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245650.74</c:v>
                </c:pt>
                <c:pt idx="1">
                  <c:v>205123.04</c:v>
                </c:pt>
                <c:pt idx="2">
                  <c:v>363576.81</c:v>
                </c:pt>
                <c:pt idx="3">
                  <c:v>412964.21</c:v>
                </c:pt>
                <c:pt idx="4">
                  <c:v>375704.95</c:v>
                </c:pt>
                <c:pt idx="5">
                  <c:v>294757.57</c:v>
                </c:pt>
                <c:pt idx="6">
                  <c:v>348013.7</c:v>
                </c:pt>
                <c:pt idx="7">
                  <c:v>340023.29000000004</c:v>
                </c:pt>
                <c:pt idx="8">
                  <c:v>324492.52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6252.89080000005"/>
          <c:min val="98567.01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120502.33</c:v>
                </c:pt>
                <c:pt idx="1">
                  <c:v>137723.4</c:v>
                </c:pt>
                <c:pt idx="2">
                  <c:v>146104.6</c:v>
                </c:pt>
                <c:pt idx="3">
                  <c:v>105201.39</c:v>
                </c:pt>
                <c:pt idx="4">
                  <c:v>223669.27000000002</c:v>
                </c:pt>
                <c:pt idx="5">
                  <c:v>209534.28999999998</c:v>
                </c:pt>
                <c:pt idx="6">
                  <c:v>220370.36000000002</c:v>
                </c:pt>
                <c:pt idx="7">
                  <c:v>220706.81</c:v>
                </c:pt>
                <c:pt idx="8">
                  <c:v>164187.72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140485.17</c:v>
                </c:pt>
                <c:pt idx="1">
                  <c:v>80036.92</c:v>
                </c:pt>
                <c:pt idx="2">
                  <c:v>90158.89</c:v>
                </c:pt>
                <c:pt idx="3">
                  <c:v>132751.79</c:v>
                </c:pt>
                <c:pt idx="4">
                  <c:v>138796.77</c:v>
                </c:pt>
                <c:pt idx="5">
                  <c:v>130956.01000000001</c:v>
                </c:pt>
                <c:pt idx="6">
                  <c:v>162421.52</c:v>
                </c:pt>
                <c:pt idx="7">
                  <c:v>120607.87</c:v>
                </c:pt>
                <c:pt idx="8">
                  <c:v>94286.11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159.858"/>
          <c:min val="68546.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170486.2</c:v>
                </c:pt>
                <c:pt idx="1">
                  <c:v>142584.58</c:v>
                </c:pt>
                <c:pt idx="2">
                  <c:v>169880.13</c:v>
                </c:pt>
                <c:pt idx="3">
                  <c:v>98520.33</c:v>
                </c:pt>
                <c:pt idx="4">
                  <c:v>128191.81</c:v>
                </c:pt>
                <c:pt idx="5">
                  <c:v>56035.07000000001</c:v>
                </c:pt>
                <c:pt idx="6">
                  <c:v>114671.90000000001</c:v>
                </c:pt>
                <c:pt idx="7">
                  <c:v>49038.1900000001</c:v>
                </c:pt>
                <c:pt idx="8">
                  <c:v>37765.13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48124.9100000001</c:v>
                </c:pt>
                <c:pt idx="1">
                  <c:v>67628.62</c:v>
                </c:pt>
                <c:pt idx="2">
                  <c:v>85568.91</c:v>
                </c:pt>
                <c:pt idx="3">
                  <c:v>74715.74</c:v>
                </c:pt>
                <c:pt idx="4">
                  <c:v>77653.98000000001</c:v>
                </c:pt>
                <c:pt idx="5">
                  <c:v>96905.8</c:v>
                </c:pt>
                <c:pt idx="6">
                  <c:v>150361.94</c:v>
                </c:pt>
                <c:pt idx="7">
                  <c:v>56361.46</c:v>
                </c:pt>
                <c:pt idx="8">
                  <c:v>42003.899999999994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1103.8856"/>
          <c:min val="27147.4443999999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585853.4766666667</c:v>
                </c:pt>
                <c:pt idx="1">
                  <c:v>585853.4766666667</c:v>
                </c:pt>
                <c:pt idx="2">
                  <c:v>585853.4766666667</c:v>
                </c:pt>
                <c:pt idx="3">
                  <c:v>585853.4766666667</c:v>
                </c:pt>
                <c:pt idx="4">
                  <c:v>585853.4766666667</c:v>
                </c:pt>
                <c:pt idx="5">
                  <c:v>585853.4766666667</c:v>
                </c:pt>
                <c:pt idx="6">
                  <c:v>585853.4766666667</c:v>
                </c:pt>
                <c:pt idx="7">
                  <c:v>585853.4766666667</c:v>
                </c:pt>
                <c:pt idx="8">
                  <c:v>585853.4766666667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573373.03</c:v>
                </c:pt>
                <c:pt idx="1">
                  <c:v>430536.70999999996</c:v>
                </c:pt>
                <c:pt idx="2">
                  <c:v>753650.69</c:v>
                </c:pt>
                <c:pt idx="3">
                  <c:v>652757.3</c:v>
                </c:pt>
                <c:pt idx="4">
                  <c:v>679631.37</c:v>
                </c:pt>
                <c:pt idx="5">
                  <c:v>813403.42</c:v>
                </c:pt>
                <c:pt idx="6">
                  <c:v>825379.6699999999</c:v>
                </c:pt>
                <c:pt idx="7">
                  <c:v>692141.1499999999</c:v>
                </c:pt>
                <c:pt idx="8">
                  <c:v>657769.0599999999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795469.33</c:v>
                </c:pt>
                <c:pt idx="1">
                  <c:v>795469.33</c:v>
                </c:pt>
                <c:pt idx="2">
                  <c:v>795469.33</c:v>
                </c:pt>
                <c:pt idx="3">
                  <c:v>795469.33</c:v>
                </c:pt>
                <c:pt idx="4">
                  <c:v>795469.33</c:v>
                </c:pt>
                <c:pt idx="5">
                  <c:v>795469.33</c:v>
                </c:pt>
                <c:pt idx="6">
                  <c:v>795469.33</c:v>
                </c:pt>
                <c:pt idx="7">
                  <c:v>795469.33</c:v>
                </c:pt>
                <c:pt idx="8">
                  <c:v>795469.33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181033.52666666667</c:v>
                </c:pt>
                <c:pt idx="1">
                  <c:v>181033.52666666667</c:v>
                </c:pt>
                <c:pt idx="2">
                  <c:v>181033.52666666667</c:v>
                </c:pt>
                <c:pt idx="3">
                  <c:v>181033.52666666667</c:v>
                </c:pt>
                <c:pt idx="4">
                  <c:v>181033.52666666667</c:v>
                </c:pt>
                <c:pt idx="5">
                  <c:v>181033.52666666667</c:v>
                </c:pt>
                <c:pt idx="6">
                  <c:v>181033.52666666667</c:v>
                </c:pt>
                <c:pt idx="7">
                  <c:v>181033.52666666667</c:v>
                </c:pt>
                <c:pt idx="8">
                  <c:v>181033.52666666667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420311.04</c:v>
                </c:pt>
                <c:pt idx="1">
                  <c:v>443850.03</c:v>
                </c:pt>
                <c:pt idx="2">
                  <c:v>481215.75</c:v>
                </c:pt>
                <c:pt idx="3">
                  <c:v>565861.32</c:v>
                </c:pt>
                <c:pt idx="4">
                  <c:v>490645.94</c:v>
                </c:pt>
                <c:pt idx="5">
                  <c:v>524829.12</c:v>
                </c:pt>
                <c:pt idx="6">
                  <c:v>566182.44</c:v>
                </c:pt>
                <c:pt idx="7">
                  <c:v>535834.87</c:v>
                </c:pt>
                <c:pt idx="8">
                  <c:v>437745.3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553633.61</c:v>
                </c:pt>
                <c:pt idx="1">
                  <c:v>608333.29</c:v>
                </c:pt>
                <c:pt idx="2">
                  <c:v>625121.69</c:v>
                </c:pt>
                <c:pt idx="3">
                  <c:v>667375.92</c:v>
                </c:pt>
                <c:pt idx="4">
                  <c:v>600165.72</c:v>
                </c:pt>
                <c:pt idx="5">
                  <c:v>599891.5</c:v>
                </c:pt>
                <c:pt idx="6">
                  <c:v>691962.43</c:v>
                </c:pt>
                <c:pt idx="7">
                  <c:v>639472.55</c:v>
                </c:pt>
                <c:pt idx="8">
                  <c:v>605568.27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13694.5412000001"/>
          <c:min val="398578.92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255579.1</c:v>
                </c:pt>
                <c:pt idx="1">
                  <c:v>228168.27</c:v>
                </c:pt>
                <c:pt idx="2">
                  <c:v>205339.01</c:v>
                </c:pt>
                <c:pt idx="3">
                  <c:v>258930.11</c:v>
                </c:pt>
                <c:pt idx="4">
                  <c:v>356753.68</c:v>
                </c:pt>
                <c:pt idx="5">
                  <c:v>297535.47</c:v>
                </c:pt>
                <c:pt idx="6">
                  <c:v>328532.84</c:v>
                </c:pt>
                <c:pt idx="7">
                  <c:v>355085.85</c:v>
                </c:pt>
                <c:pt idx="8">
                  <c:v>260044.02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498948.03</c:v>
                </c:pt>
                <c:pt idx="1">
                  <c:v>427496.06</c:v>
                </c:pt>
                <c:pt idx="2">
                  <c:v>390054.7</c:v>
                </c:pt>
                <c:pt idx="3">
                  <c:v>404876.48</c:v>
                </c:pt>
                <c:pt idx="4">
                  <c:v>355183.56</c:v>
                </c:pt>
                <c:pt idx="5">
                  <c:v>295898.63</c:v>
                </c:pt>
                <c:pt idx="6">
                  <c:v>412806.33</c:v>
                </c:pt>
                <c:pt idx="7">
                  <c:v>320824.74</c:v>
                </c:pt>
                <c:pt idx="8">
                  <c:v>289173.41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2436.7516"/>
          <c:min val="181850.288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450275.31</c:v>
                </c:pt>
                <c:pt idx="1">
                  <c:v>421950.15</c:v>
                </c:pt>
                <c:pt idx="2">
                  <c:v>561761.94</c:v>
                </c:pt>
                <c:pt idx="3">
                  <c:v>443687.47</c:v>
                </c:pt>
                <c:pt idx="4">
                  <c:v>531557.8</c:v>
                </c:pt>
                <c:pt idx="5">
                  <c:v>468094.37</c:v>
                </c:pt>
                <c:pt idx="6">
                  <c:v>419038.53</c:v>
                </c:pt>
                <c:pt idx="7">
                  <c:v>442095.45</c:v>
                </c:pt>
                <c:pt idx="8">
                  <c:v>318567.12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2601.5936"/>
          <c:min val="294564.56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77073.67</c:v>
                </c:pt>
                <c:pt idx="1">
                  <c:v>92099.54</c:v>
                </c:pt>
                <c:pt idx="2">
                  <c:v>101048.2</c:v>
                </c:pt>
                <c:pt idx="3">
                  <c:v>91691.08</c:v>
                </c:pt>
                <c:pt idx="4">
                  <c:v>160169.22</c:v>
                </c:pt>
                <c:pt idx="5">
                  <c:v>156997.96</c:v>
                </c:pt>
                <c:pt idx="6">
                  <c:v>195935.67</c:v>
                </c:pt>
                <c:pt idx="7">
                  <c:v>188134.48</c:v>
                </c:pt>
                <c:pt idx="8">
                  <c:v>122728.94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121150.3</c:v>
                </c:pt>
                <c:pt idx="1">
                  <c:v>72302.37</c:v>
                </c:pt>
                <c:pt idx="2">
                  <c:v>81362.06</c:v>
                </c:pt>
                <c:pt idx="3">
                  <c:v>116810.07</c:v>
                </c:pt>
                <c:pt idx="4">
                  <c:v>126484.37</c:v>
                </c:pt>
                <c:pt idx="5">
                  <c:v>105855.38</c:v>
                </c:pt>
                <c:pt idx="6">
                  <c:v>118014.29</c:v>
                </c:pt>
                <c:pt idx="7">
                  <c:v>82291.05</c:v>
                </c:pt>
                <c:pt idx="8">
                  <c:v>62780.89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588.05240000002"/>
          <c:min val="52128.50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55703.02</c:v>
                </c:pt>
                <c:pt idx="1">
                  <c:v>42892.19</c:v>
                </c:pt>
                <c:pt idx="2">
                  <c:v>185253.56</c:v>
                </c:pt>
                <c:pt idx="3">
                  <c:v>204317.42</c:v>
                </c:pt>
                <c:pt idx="4">
                  <c:v>118792.69</c:v>
                </c:pt>
                <c:pt idx="5">
                  <c:v>114030.87</c:v>
                </c:pt>
                <c:pt idx="6">
                  <c:v>146466.73</c:v>
                </c:pt>
                <c:pt idx="7">
                  <c:v>142291.26</c:v>
                </c:pt>
                <c:pt idx="8">
                  <c:v>93156.07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-21041.08</c:v>
                </c:pt>
                <c:pt idx="1">
                  <c:v>64465.27</c:v>
                </c:pt>
                <c:pt idx="2">
                  <c:v>136919.07</c:v>
                </c:pt>
                <c:pt idx="3">
                  <c:v>123213.89</c:v>
                </c:pt>
                <c:pt idx="4">
                  <c:v>73519.73</c:v>
                </c:pt>
                <c:pt idx="5">
                  <c:v>137496.64</c:v>
                </c:pt>
                <c:pt idx="6">
                  <c:v>181851.9</c:v>
                </c:pt>
                <c:pt idx="7">
                  <c:v>92517.45</c:v>
                </c:pt>
                <c:pt idx="8">
                  <c:v>34879.4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46.1"/>
          <c:min val="-39069.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80976.61</c:v>
                </c:pt>
                <c:pt idx="1">
                  <c:v>52092.09</c:v>
                </c:pt>
                <c:pt idx="2">
                  <c:v>113452.64</c:v>
                </c:pt>
                <c:pt idx="3">
                  <c:v>95194.01</c:v>
                </c:pt>
                <c:pt idx="4">
                  <c:v>78321.3</c:v>
                </c:pt>
                <c:pt idx="5">
                  <c:v>101763.43</c:v>
                </c:pt>
                <c:pt idx="6">
                  <c:v>85370.55</c:v>
                </c:pt>
                <c:pt idx="7">
                  <c:v>62712.59</c:v>
                </c:pt>
                <c:pt idx="8">
                  <c:v>70875.08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38432.31</c:v>
                </c:pt>
                <c:pt idx="1">
                  <c:v>17846.53</c:v>
                </c:pt>
                <c:pt idx="2">
                  <c:v>72981.94</c:v>
                </c:pt>
                <c:pt idx="3">
                  <c:v>61396.62</c:v>
                </c:pt>
                <c:pt idx="4">
                  <c:v>43998.15</c:v>
                </c:pt>
                <c:pt idx="5">
                  <c:v>56554.72</c:v>
                </c:pt>
                <c:pt idx="6">
                  <c:v>73289.44</c:v>
                </c:pt>
                <c:pt idx="7">
                  <c:v>109514.2</c:v>
                </c:pt>
                <c:pt idx="8">
                  <c:v>99458.85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1101.1288"/>
          <c:min val="10198.04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437574.73</c:v>
                </c:pt>
                <c:pt idx="1">
                  <c:v>437574.73</c:v>
                </c:pt>
                <c:pt idx="2">
                  <c:v>437574.73</c:v>
                </c:pt>
                <c:pt idx="3">
                  <c:v>437574.73</c:v>
                </c:pt>
                <c:pt idx="4">
                  <c:v>437574.73</c:v>
                </c:pt>
                <c:pt idx="5">
                  <c:v>437574.73</c:v>
                </c:pt>
                <c:pt idx="6">
                  <c:v>437574.73</c:v>
                </c:pt>
                <c:pt idx="7">
                  <c:v>437574.73</c:v>
                </c:pt>
                <c:pt idx="8">
                  <c:v>437574.73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416148.62</c:v>
                </c:pt>
                <c:pt idx="1">
                  <c:v>327970.12</c:v>
                </c:pt>
                <c:pt idx="2">
                  <c:v>568605.45</c:v>
                </c:pt>
                <c:pt idx="3">
                  <c:v>513625.8</c:v>
                </c:pt>
                <c:pt idx="4">
                  <c:v>529901.62</c:v>
                </c:pt>
                <c:pt idx="5">
                  <c:v>618599.04</c:v>
                </c:pt>
                <c:pt idx="6">
                  <c:v>599612.12</c:v>
                </c:pt>
                <c:pt idx="7">
                  <c:v>497375.1</c:v>
                </c:pt>
                <c:pt idx="8">
                  <c:v>471532.6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41849.3536"/>
          <c:min val="304719.80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61295.403333333335</c:v>
                </c:pt>
                <c:pt idx="1">
                  <c:v>61295.403333333335</c:v>
                </c:pt>
                <c:pt idx="2">
                  <c:v>61295.403333333335</c:v>
                </c:pt>
                <c:pt idx="3">
                  <c:v>61295.403333333335</c:v>
                </c:pt>
                <c:pt idx="4">
                  <c:v>61295.403333333335</c:v>
                </c:pt>
                <c:pt idx="5">
                  <c:v>61295.403333333335</c:v>
                </c:pt>
                <c:pt idx="6">
                  <c:v>61295.403333333335</c:v>
                </c:pt>
                <c:pt idx="7">
                  <c:v>61295.403333333335</c:v>
                </c:pt>
                <c:pt idx="8">
                  <c:v>61295.403333333335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45312.53</c:v>
                </c:pt>
                <c:pt idx="1">
                  <c:v>62279.61</c:v>
                </c:pt>
                <c:pt idx="2">
                  <c:v>76294.07</c:v>
                </c:pt>
                <c:pt idx="3">
                  <c:v>101804.04</c:v>
                </c:pt>
                <c:pt idx="4">
                  <c:v>66569.66</c:v>
                </c:pt>
                <c:pt idx="5">
                  <c:v>73044.97</c:v>
                </c:pt>
                <c:pt idx="6">
                  <c:v>163992.25</c:v>
                </c:pt>
                <c:pt idx="7">
                  <c:v>135186.96</c:v>
                </c:pt>
                <c:pt idx="8">
                  <c:v>66862.41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486.6276"/>
          <c:min val="35818.15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217765.1433333333</c:v>
                </c:pt>
                <c:pt idx="1">
                  <c:v>217765.1433333333</c:v>
                </c:pt>
                <c:pt idx="2">
                  <c:v>217765.1433333333</c:v>
                </c:pt>
                <c:pt idx="3">
                  <c:v>217765.1433333333</c:v>
                </c:pt>
                <c:pt idx="4">
                  <c:v>217765.1433333333</c:v>
                </c:pt>
                <c:pt idx="5">
                  <c:v>217765.1433333333</c:v>
                </c:pt>
                <c:pt idx="6">
                  <c:v>217765.1433333333</c:v>
                </c:pt>
                <c:pt idx="7">
                  <c:v>217765.1433333333</c:v>
                </c:pt>
                <c:pt idx="8">
                  <c:v>217765.1433333333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180454.42</c:v>
                </c:pt>
                <c:pt idx="1">
                  <c:v>215415.4</c:v>
                </c:pt>
                <c:pt idx="2">
                  <c:v>257425.61</c:v>
                </c:pt>
                <c:pt idx="3">
                  <c:v>227801.37</c:v>
                </c:pt>
                <c:pt idx="4">
                  <c:v>273946.79</c:v>
                </c:pt>
                <c:pt idx="5">
                  <c:v>290689.48</c:v>
                </c:pt>
                <c:pt idx="6">
                  <c:v>255919.96</c:v>
                </c:pt>
                <c:pt idx="7">
                  <c:v>288607.42</c:v>
                </c:pt>
                <c:pt idx="8">
                  <c:v>270576.38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508.28479999996"/>
          <c:min val="171635.6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123215.66</c:v>
                </c:pt>
                <c:pt idx="1">
                  <c:v>110010.36</c:v>
                </c:pt>
                <c:pt idx="2">
                  <c:v>96829.34</c:v>
                </c:pt>
                <c:pt idx="3">
                  <c:v>95331.84</c:v>
                </c:pt>
                <c:pt idx="4">
                  <c:v>110877.46</c:v>
                </c:pt>
                <c:pt idx="5">
                  <c:v>102619.21</c:v>
                </c:pt>
                <c:pt idx="6">
                  <c:v>90650.85</c:v>
                </c:pt>
                <c:pt idx="7">
                  <c:v>85532.76</c:v>
                </c:pt>
                <c:pt idx="8">
                  <c:v>100726.47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148016.81</c:v>
                </c:pt>
                <c:pt idx="1">
                  <c:v>159327.37</c:v>
                </c:pt>
                <c:pt idx="2">
                  <c:v>128970.55</c:v>
                </c:pt>
                <c:pt idx="3">
                  <c:v>179906.37</c:v>
                </c:pt>
                <c:pt idx="4">
                  <c:v>145330.98</c:v>
                </c:pt>
                <c:pt idx="5">
                  <c:v>138184.45</c:v>
                </c:pt>
                <c:pt idx="6">
                  <c:v>173029.51</c:v>
                </c:pt>
                <c:pt idx="7">
                  <c:v>147169.38</c:v>
                </c:pt>
                <c:pt idx="8">
                  <c:v>152825.04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456.2588"/>
          <c:min val="77982.8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252903.37</c:v>
                </c:pt>
                <c:pt idx="1">
                  <c:v>223193.9</c:v>
                </c:pt>
                <c:pt idx="2">
                  <c:v>179482.82</c:v>
                </c:pt>
                <c:pt idx="3">
                  <c:v>217918.37</c:v>
                </c:pt>
                <c:pt idx="4">
                  <c:v>195605.65</c:v>
                </c:pt>
                <c:pt idx="5">
                  <c:v>237974.66</c:v>
                </c:pt>
                <c:pt idx="6">
                  <c:v>296747.55</c:v>
                </c:pt>
                <c:pt idx="7">
                  <c:v>190269.24</c:v>
                </c:pt>
                <c:pt idx="8">
                  <c:v>153857.55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6477.83879999997"/>
          <c:min val="140330.1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43201.78</c:v>
                </c:pt>
                <c:pt idx="1">
                  <c:v>44815.95</c:v>
                </c:pt>
                <c:pt idx="2">
                  <c:v>55934.55</c:v>
                </c:pt>
                <c:pt idx="3">
                  <c:v>29188.55</c:v>
                </c:pt>
                <c:pt idx="4">
                  <c:v>31503.8</c:v>
                </c:pt>
                <c:pt idx="5">
                  <c:v>20986.14</c:v>
                </c:pt>
                <c:pt idx="6">
                  <c:v>46723.29</c:v>
                </c:pt>
                <c:pt idx="7">
                  <c:v>20430.16</c:v>
                </c:pt>
                <c:pt idx="8">
                  <c:v>14569.03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30131.57</c:v>
                </c:pt>
                <c:pt idx="1">
                  <c:v>40975.9</c:v>
                </c:pt>
                <c:pt idx="2">
                  <c:v>54618.91</c:v>
                </c:pt>
                <c:pt idx="3">
                  <c:v>63568.61</c:v>
                </c:pt>
                <c:pt idx="4">
                  <c:v>51049.48</c:v>
                </c:pt>
                <c:pt idx="5">
                  <c:v>67600.24</c:v>
                </c:pt>
                <c:pt idx="6">
                  <c:v>88176.2</c:v>
                </c:pt>
                <c:pt idx="7">
                  <c:v>61545.37</c:v>
                </c:pt>
                <c:pt idx="8">
                  <c:v>65597.54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4064.7736"/>
          <c:min val="8680.456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189947.72</c:v>
                </c:pt>
                <c:pt idx="1">
                  <c:v>162230.85</c:v>
                </c:pt>
                <c:pt idx="2">
                  <c:v>178323.25</c:v>
                </c:pt>
                <c:pt idx="3">
                  <c:v>208646.79</c:v>
                </c:pt>
                <c:pt idx="4">
                  <c:v>256912.26</c:v>
                </c:pt>
                <c:pt idx="5">
                  <c:v>180726.7</c:v>
                </c:pt>
                <c:pt idx="6">
                  <c:v>201546.97</c:v>
                </c:pt>
                <c:pt idx="7">
                  <c:v>197732.03</c:v>
                </c:pt>
                <c:pt idx="8">
                  <c:v>231336.45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0096.64"/>
          <c:min val="78923.12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235100.17</c:v>
                </c:pt>
                <c:pt idx="1">
                  <c:v>223369.51</c:v>
                </c:pt>
                <c:pt idx="2">
                  <c:v>198683.97</c:v>
                </c:pt>
                <c:pt idx="3">
                  <c:v>203999.16</c:v>
                </c:pt>
                <c:pt idx="4">
                  <c:v>193727.9</c:v>
                </c:pt>
                <c:pt idx="5">
                  <c:v>214511.09</c:v>
                </c:pt>
                <c:pt idx="6">
                  <c:v>266254.12</c:v>
                </c:pt>
                <c:pt idx="7">
                  <c:v>224751.57</c:v>
                </c:pt>
                <c:pt idx="8">
                  <c:v>219517.46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154695.8</c:v>
                </c:pt>
                <c:pt idx="1">
                  <c:v>211049.3</c:v>
                </c:pt>
                <c:pt idx="2">
                  <c:v>233643.92</c:v>
                </c:pt>
                <c:pt idx="3">
                  <c:v>196463.73</c:v>
                </c:pt>
                <c:pt idx="4">
                  <c:v>176540.16</c:v>
                </c:pt>
                <c:pt idx="5">
                  <c:v>176088.02</c:v>
                </c:pt>
                <c:pt idx="6">
                  <c:v>194226.98</c:v>
                </c:pt>
                <c:pt idx="7">
                  <c:v>220020.33</c:v>
                </c:pt>
                <c:pt idx="8">
                  <c:v>171512.83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5178.7856"/>
          <c:min val="145771.1343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125680</c:v>
                </c:pt>
                <c:pt idx="1">
                  <c:v>107016.81</c:v>
                </c:pt>
                <c:pt idx="2">
                  <c:v>117943.74</c:v>
                </c:pt>
                <c:pt idx="3">
                  <c:v>96609.31</c:v>
                </c:pt>
                <c:pt idx="4">
                  <c:v>101029.54</c:v>
                </c:pt>
                <c:pt idx="5">
                  <c:v>58681.66</c:v>
                </c:pt>
                <c:pt idx="6">
                  <c:v>112248.66</c:v>
                </c:pt>
                <c:pt idx="7">
                  <c:v>43704.85</c:v>
                </c:pt>
                <c:pt idx="8">
                  <c:v>48775.59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56609.46</c:v>
                </c:pt>
                <c:pt idx="1">
                  <c:v>55714.53</c:v>
                </c:pt>
                <c:pt idx="2">
                  <c:v>60023.65</c:v>
                </c:pt>
                <c:pt idx="3">
                  <c:v>56589.33</c:v>
                </c:pt>
                <c:pt idx="4">
                  <c:v>48530.9</c:v>
                </c:pt>
                <c:pt idx="5">
                  <c:v>61490.04</c:v>
                </c:pt>
                <c:pt idx="6">
                  <c:v>101592.87</c:v>
                </c:pt>
                <c:pt idx="7">
                  <c:v>64314.52</c:v>
                </c:pt>
                <c:pt idx="8">
                  <c:v>63921.71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2238.012"/>
          <c:min val="37146.837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134753.90333333335</c:v>
                </c:pt>
                <c:pt idx="1">
                  <c:v>134753.90333333335</c:v>
                </c:pt>
                <c:pt idx="2">
                  <c:v>134753.90333333335</c:v>
                </c:pt>
                <c:pt idx="3">
                  <c:v>134753.90333333335</c:v>
                </c:pt>
                <c:pt idx="4">
                  <c:v>134753.90333333335</c:v>
                </c:pt>
                <c:pt idx="5">
                  <c:v>134753.90333333335</c:v>
                </c:pt>
                <c:pt idx="6">
                  <c:v>134753.90333333335</c:v>
                </c:pt>
                <c:pt idx="7">
                  <c:v>134753.90333333335</c:v>
                </c:pt>
                <c:pt idx="8">
                  <c:v>134753.90333333335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132371.69</c:v>
                </c:pt>
                <c:pt idx="1">
                  <c:v>119337.79</c:v>
                </c:pt>
                <c:pt idx="2">
                  <c:v>152552.23</c:v>
                </c:pt>
                <c:pt idx="3">
                  <c:v>185905.84</c:v>
                </c:pt>
                <c:pt idx="4">
                  <c:v>59306.49</c:v>
                </c:pt>
                <c:pt idx="5">
                  <c:v>174179.54</c:v>
                </c:pt>
                <c:pt idx="6">
                  <c:v>333349.63</c:v>
                </c:pt>
                <c:pt idx="7">
                  <c:v>179704.81</c:v>
                </c:pt>
                <c:pt idx="8">
                  <c:v>212928.61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5273.0812"/>
          <c:min val="37383.0387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199773.1333333333</c:v>
                </c:pt>
                <c:pt idx="1">
                  <c:v>199773.1333333333</c:v>
                </c:pt>
                <c:pt idx="2">
                  <c:v>199773.1333333333</c:v>
                </c:pt>
                <c:pt idx="3">
                  <c:v>199773.1333333333</c:v>
                </c:pt>
                <c:pt idx="4">
                  <c:v>199773.1333333333</c:v>
                </c:pt>
                <c:pt idx="5">
                  <c:v>199773.1333333333</c:v>
                </c:pt>
                <c:pt idx="6">
                  <c:v>199773.1333333333</c:v>
                </c:pt>
                <c:pt idx="7">
                  <c:v>199773.1333333333</c:v>
                </c:pt>
                <c:pt idx="8">
                  <c:v>199773.1333333333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192210.48</c:v>
                </c:pt>
                <c:pt idx="1">
                  <c:v>178646.09</c:v>
                </c:pt>
                <c:pt idx="2">
                  <c:v>228462.83</c:v>
                </c:pt>
                <c:pt idx="3">
                  <c:v>218643.28</c:v>
                </c:pt>
                <c:pt idx="4">
                  <c:v>248224.17</c:v>
                </c:pt>
                <c:pt idx="5">
                  <c:v>308083.82</c:v>
                </c:pt>
                <c:pt idx="6">
                  <c:v>261983.18</c:v>
                </c:pt>
                <c:pt idx="7">
                  <c:v>279538.54</c:v>
                </c:pt>
                <c:pt idx="8">
                  <c:v>322950.41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494.7556"/>
          <c:min val="167101.7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120919.10666666666</c:v>
                </c:pt>
                <c:pt idx="1">
                  <c:v>120919.10666666666</c:v>
                </c:pt>
                <c:pt idx="2">
                  <c:v>120919.10666666666</c:v>
                </c:pt>
                <c:pt idx="3">
                  <c:v>120919.10666666666</c:v>
                </c:pt>
                <c:pt idx="4">
                  <c:v>120919.10666666666</c:v>
                </c:pt>
                <c:pt idx="5">
                  <c:v>120919.10666666666</c:v>
                </c:pt>
                <c:pt idx="6">
                  <c:v>120919.10666666666</c:v>
                </c:pt>
                <c:pt idx="7">
                  <c:v>120919.10666666666</c:v>
                </c:pt>
                <c:pt idx="8">
                  <c:v>120919.10666666666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142896.78</c:v>
                </c:pt>
                <c:pt idx="1">
                  <c:v>92107.51</c:v>
                </c:pt>
                <c:pt idx="2">
                  <c:v>127753.03</c:v>
                </c:pt>
                <c:pt idx="3">
                  <c:v>216989.45</c:v>
                </c:pt>
                <c:pt idx="4">
                  <c:v>141674.57</c:v>
                </c:pt>
                <c:pt idx="5">
                  <c:v>149404.88</c:v>
                </c:pt>
                <c:pt idx="6">
                  <c:v>225880.72</c:v>
                </c:pt>
                <c:pt idx="7">
                  <c:v>152011.84</c:v>
                </c:pt>
                <c:pt idx="8">
                  <c:v>194426.91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582.5768"/>
          <c:min val="81405.65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313194.3666666667</c:v>
                </c:pt>
                <c:pt idx="1">
                  <c:v>313194.3666666667</c:v>
                </c:pt>
                <c:pt idx="2">
                  <c:v>313194.3666666667</c:v>
                </c:pt>
                <c:pt idx="3">
                  <c:v>313194.3666666667</c:v>
                </c:pt>
                <c:pt idx="4">
                  <c:v>313194.3666666667</c:v>
                </c:pt>
                <c:pt idx="5">
                  <c:v>313194.3666666667</c:v>
                </c:pt>
                <c:pt idx="6">
                  <c:v>313194.3666666667</c:v>
                </c:pt>
                <c:pt idx="7">
                  <c:v>313194.3666666667</c:v>
                </c:pt>
                <c:pt idx="8">
                  <c:v>313194.3666666667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312195.81</c:v>
                </c:pt>
                <c:pt idx="1">
                  <c:v>244144.63</c:v>
                </c:pt>
                <c:pt idx="2">
                  <c:v>383242.66000000003</c:v>
                </c:pt>
                <c:pt idx="3">
                  <c:v>370587.38</c:v>
                </c:pt>
                <c:pt idx="4">
                  <c:v>346514.70999999996</c:v>
                </c:pt>
                <c:pt idx="5">
                  <c:v>373696.75</c:v>
                </c:pt>
                <c:pt idx="6">
                  <c:v>354810.52</c:v>
                </c:pt>
                <c:pt idx="7">
                  <c:v>417024.20999999996</c:v>
                </c:pt>
                <c:pt idx="8">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227106.68333333335</c:v>
                </c:pt>
                <c:pt idx="1">
                  <c:v>227106.68333333335</c:v>
                </c:pt>
                <c:pt idx="2">
                  <c:v>227106.68333333335</c:v>
                </c:pt>
                <c:pt idx="3">
                  <c:v>227106.68333333335</c:v>
                </c:pt>
                <c:pt idx="4">
                  <c:v>227106.68333333335</c:v>
                </c:pt>
                <c:pt idx="5">
                  <c:v>227106.68333333335</c:v>
                </c:pt>
                <c:pt idx="6">
                  <c:v>227106.68333333335</c:v>
                </c:pt>
                <c:pt idx="7">
                  <c:v>227106.68333333335</c:v>
                </c:pt>
                <c:pt idx="8">
                  <c:v>227106.68333333335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220126.35</c:v>
                </c:pt>
                <c:pt idx="1">
                  <c:v>225929.27000000002</c:v>
                </c:pt>
                <c:pt idx="2">
                  <c:v>235264.43</c:v>
                </c:pt>
                <c:pt idx="3">
                  <c:v>268052.81</c:v>
                </c:pt>
                <c:pt idx="4">
                  <c:v>236399.33000000002</c:v>
                </c:pt>
                <c:pt idx="5">
                  <c:v>246286.1</c:v>
                </c:pt>
                <c:pt idx="6">
                  <c:v>321089.49</c:v>
                </c:pt>
                <c:pt idx="7">
                  <c:v>286186.58</c:v>
                </c:pt>
                <c:pt idx="8">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332331.74333333335</c:v>
                </c:pt>
                <c:pt idx="1">
                  <c:v>332331.74333333335</c:v>
                </c:pt>
                <c:pt idx="2">
                  <c:v>332331.74333333335</c:v>
                </c:pt>
                <c:pt idx="3">
                  <c:v>332331.74333333335</c:v>
                </c:pt>
                <c:pt idx="4">
                  <c:v>332331.74333333335</c:v>
                </c:pt>
                <c:pt idx="5">
                  <c:v>332331.74333333335</c:v>
                </c:pt>
                <c:pt idx="6">
                  <c:v>332331.74333333335</c:v>
                </c:pt>
                <c:pt idx="7">
                  <c:v>332331.74333333335</c:v>
                </c:pt>
                <c:pt idx="8">
                  <c:v>332331.74333333335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319902.05</c:v>
                </c:pt>
                <c:pt idx="1">
                  <c:v>332719.38</c:v>
                </c:pt>
                <c:pt idx="2">
                  <c:v>344373.8</c:v>
                </c:pt>
                <c:pt idx="3">
                  <c:v>411838.2</c:v>
                </c:pt>
                <c:pt idx="4">
                  <c:v>359315.94</c:v>
                </c:pt>
                <c:pt idx="5">
                  <c:v>360807.55</c:v>
                </c:pt>
                <c:pt idx="6">
                  <c:v>433946.57999999996</c:v>
                </c:pt>
                <c:pt idx="7">
                  <c:v>424949.79000000004</c:v>
                </c:pt>
                <c:pt idx="8">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199414.9533333333</c:v>
                </c:pt>
                <c:pt idx="1">
                  <c:v>199414.9533333333</c:v>
                </c:pt>
                <c:pt idx="2">
                  <c:v>199414.9533333333</c:v>
                </c:pt>
                <c:pt idx="3">
                  <c:v>199414.9533333333</c:v>
                </c:pt>
                <c:pt idx="4">
                  <c:v>199414.9533333333</c:v>
                </c:pt>
                <c:pt idx="5">
                  <c:v>199414.9533333333</c:v>
                </c:pt>
                <c:pt idx="6">
                  <c:v>199414.9533333333</c:v>
                </c:pt>
                <c:pt idx="7">
                  <c:v>199414.9533333333</c:v>
                </c:pt>
                <c:pt idx="8">
                  <c:v>199414.9533333333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200653.06</c:v>
                </c:pt>
                <c:pt idx="1">
                  <c:v>158543.21</c:v>
                </c:pt>
                <c:pt idx="2">
                  <c:v>239048.59</c:v>
                </c:pt>
                <c:pt idx="3">
                  <c:v>229696.39</c:v>
                </c:pt>
                <c:pt idx="4">
                  <c:v>230043.21</c:v>
                </c:pt>
                <c:pt idx="5">
                  <c:v>228281.59</c:v>
                </c:pt>
                <c:pt idx="6">
                  <c:v>237882.27</c:v>
                </c:pt>
                <c:pt idx="7">
                  <c:v>285444.13</c:v>
                </c:pt>
                <c:pt idx="8">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132477.43333333335</c:v>
                </c:pt>
                <c:pt idx="1">
                  <c:v>132477.43333333335</c:v>
                </c:pt>
                <c:pt idx="2">
                  <c:v>132477.43333333335</c:v>
                </c:pt>
                <c:pt idx="3">
                  <c:v>132477.43333333335</c:v>
                </c:pt>
                <c:pt idx="4">
                  <c:v>132477.43333333335</c:v>
                </c:pt>
                <c:pt idx="5">
                  <c:v>132477.43333333335</c:v>
                </c:pt>
                <c:pt idx="6">
                  <c:v>132477.43333333335</c:v>
                </c:pt>
                <c:pt idx="7">
                  <c:v>132477.43333333335</c:v>
                </c:pt>
                <c:pt idx="8">
                  <c:v>132477.43333333335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125432.41</c:v>
                </c:pt>
                <c:pt idx="1">
                  <c:v>134497.26</c:v>
                </c:pt>
                <c:pt idx="2">
                  <c:v>137502.63</c:v>
                </c:pt>
                <c:pt idx="3">
                  <c:v>157909.72</c:v>
                </c:pt>
                <c:pt idx="4">
                  <c:v>150491.06</c:v>
                </c:pt>
                <c:pt idx="5">
                  <c:v>154136.1</c:v>
                </c:pt>
                <c:pt idx="6">
                  <c:v>187252.61</c:v>
                </c:pt>
                <c:pt idx="7">
                  <c:v>171149.75</c:v>
                </c:pt>
                <c:pt idx="8">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95711.04000000001</c:v>
                </c:pt>
                <c:pt idx="1">
                  <c:v>95711.04000000001</c:v>
                </c:pt>
                <c:pt idx="2">
                  <c:v>95711.04000000001</c:v>
                </c:pt>
                <c:pt idx="3">
                  <c:v>95711.04000000001</c:v>
                </c:pt>
                <c:pt idx="4">
                  <c:v>95711.04000000001</c:v>
                </c:pt>
                <c:pt idx="5">
                  <c:v>95711.04000000001</c:v>
                </c:pt>
                <c:pt idx="6">
                  <c:v>95711.04000000001</c:v>
                </c:pt>
                <c:pt idx="7">
                  <c:v>95711.04000000001</c:v>
                </c:pt>
                <c:pt idx="8">
                  <c:v>95711.04000000001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338994.64333333337</c:v>
                </c:pt>
                <c:pt idx="1">
                  <c:v>338994.64333333337</c:v>
                </c:pt>
                <c:pt idx="2">
                  <c:v>338994.64333333337</c:v>
                </c:pt>
                <c:pt idx="3">
                  <c:v>338994.64333333337</c:v>
                </c:pt>
                <c:pt idx="4">
                  <c:v>338994.64333333337</c:v>
                </c:pt>
                <c:pt idx="5">
                  <c:v>338994.64333333337</c:v>
                </c:pt>
                <c:pt idx="6">
                  <c:v>338994.64333333337</c:v>
                </c:pt>
                <c:pt idx="7">
                  <c:v>338994.64333333337</c:v>
                </c:pt>
                <c:pt idx="8">
                  <c:v>338994.64333333337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330069.84</c:v>
                </c:pt>
                <c:pt idx="1">
                  <c:v>328865.04</c:v>
                </c:pt>
                <c:pt idx="2">
                  <c:v>358049.05</c:v>
                </c:pt>
                <c:pt idx="3">
                  <c:v>400948.54</c:v>
                </c:pt>
                <c:pt idx="4">
                  <c:v>270315.59</c:v>
                </c:pt>
                <c:pt idx="5">
                  <c:v>392703.12</c:v>
                </c:pt>
                <c:pt idx="6">
                  <c:v>591001.29</c:v>
                </c:pt>
                <c:pt idx="7">
                  <c:v>406582.71</c:v>
                </c:pt>
                <c:pt idx="8">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113779.41333333333</c:v>
                </c:pt>
                <c:pt idx="1">
                  <c:v>113779.41333333333</c:v>
                </c:pt>
                <c:pt idx="2">
                  <c:v>113779.41333333333</c:v>
                </c:pt>
                <c:pt idx="3">
                  <c:v>113779.41333333333</c:v>
                </c:pt>
                <c:pt idx="4">
                  <c:v>113779.41333333333</c:v>
                </c:pt>
                <c:pt idx="5">
                  <c:v>113779.41333333333</c:v>
                </c:pt>
                <c:pt idx="6">
                  <c:v>113779.41333333333</c:v>
                </c:pt>
                <c:pt idx="7">
                  <c:v>113779.41333333333</c:v>
                </c:pt>
                <c:pt idx="8">
                  <c:v>113779.41333333333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111542.75</c:v>
                </c:pt>
                <c:pt idx="1">
                  <c:v>85601.42</c:v>
                </c:pt>
                <c:pt idx="2">
                  <c:v>144194.07</c:v>
                </c:pt>
                <c:pt idx="3">
                  <c:v>140890.99</c:v>
                </c:pt>
                <c:pt idx="4">
                  <c:v>116471.5</c:v>
                </c:pt>
                <c:pt idx="5">
                  <c:v>145415.16</c:v>
                </c:pt>
                <c:pt idx="6">
                  <c:v>116928.25</c:v>
                </c:pt>
                <c:pt idx="7">
                  <c:v>131580.08</c:v>
                </c:pt>
                <c:pt idx="8">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51867.87666666666</c:v>
                </c:pt>
                <c:pt idx="1">
                  <c:v>51867.87666666666</c:v>
                </c:pt>
                <c:pt idx="2">
                  <c:v>51867.87666666666</c:v>
                </c:pt>
                <c:pt idx="3">
                  <c:v>51867.87666666666</c:v>
                </c:pt>
                <c:pt idx="4">
                  <c:v>51867.87666666666</c:v>
                </c:pt>
                <c:pt idx="5">
                  <c:v>51867.87666666666</c:v>
                </c:pt>
                <c:pt idx="6">
                  <c:v>51867.87666666666</c:v>
                </c:pt>
                <c:pt idx="7">
                  <c:v>51867.87666666666</c:v>
                </c:pt>
                <c:pt idx="8">
                  <c:v>51867.87666666666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46596.07</c:v>
                </c:pt>
                <c:pt idx="1">
                  <c:v>46285.16</c:v>
                </c:pt>
                <c:pt idx="2">
                  <c:v>62722.4</c:v>
                </c:pt>
                <c:pt idx="3">
                  <c:v>61451.27</c:v>
                </c:pt>
                <c:pt idx="4">
                  <c:v>59931.85</c:v>
                </c:pt>
                <c:pt idx="5">
                  <c:v>66637.27</c:v>
                </c:pt>
                <c:pt idx="6">
                  <c:v>67929.32</c:v>
                </c:pt>
                <c:pt idx="7">
                  <c:v>65180.57</c:v>
                </c:pt>
                <c:pt idx="8">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0.5007084766066044</c:v>
                </c:pt>
                <c:pt idx="1">
                  <c:v>0.4658918838951703</c:v>
                </c:pt>
                <c:pt idx="2">
                  <c:v>0.5175516423135714</c:v>
                </c:pt>
                <c:pt idx="3">
                  <c:v>0.39273961070513336</c:v>
                </c:pt>
                <c:pt idx="4">
                  <c:v>0.3799231348939657</c:v>
                </c:pt>
                <c:pt idx="5">
                  <c:v>0.4223488830238979</c:v>
                </c:pt>
                <c:pt idx="6">
                  <c:v>0.4417183644449401</c:v>
                </c:pt>
                <c:pt idx="7">
                  <c:v>0.49519175604866505</c:v>
                </c:pt>
                <c:pt idx="8">
                  <c:v>0.35446641609125773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0.5599060855951783</c:v>
                </c:pt>
                <c:pt idx="1">
                  <c:v>0.5953764289456657</c:v>
                </c:pt>
                <c:pt idx="2">
                  <c:v>0.6207784036759297</c:v>
                </c:pt>
                <c:pt idx="3">
                  <c:v>0.5641788497037027</c:v>
                </c:pt>
                <c:pt idx="4">
                  <c:v>0.5359691971939233</c:v>
                </c:pt>
                <c:pt idx="5">
                  <c:v>0.5256899089127502</c:v>
                </c:pt>
                <c:pt idx="6">
                  <c:v>0.6374969342654748</c:v>
                </c:pt>
                <c:pt idx="7">
                  <c:v>0.6639569377993084</c:v>
                </c:pt>
                <c:pt idx="8">
                  <c:v>0.6993705794894085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269629125612606"/>
          <c:min val="0.32687408301940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0.7391248471009725</c:v>
                </c:pt>
                <c:pt idx="1">
                  <c:v>0.7409028682892094</c:v>
                </c:pt>
                <c:pt idx="2">
                  <c:v>0.7035773620438628</c:v>
                </c:pt>
                <c:pt idx="3">
                  <c:v>0.7356171923561571</c:v>
                </c:pt>
                <c:pt idx="4">
                  <c:v>0.754332313805736</c:v>
                </c:pt>
                <c:pt idx="5">
                  <c:v>0.8437802736400347</c:v>
                </c:pt>
                <c:pt idx="6">
                  <c:v>0.826037384399677</c:v>
                </c:pt>
                <c:pt idx="7">
                  <c:v>0.8069663483423346</c:v>
                </c:pt>
                <c:pt idx="8">
                  <c:v>0.7428055066420377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0.8612503909127255</c:v>
                </c:pt>
                <c:pt idx="1">
                  <c:v>0.8502138452203871</c:v>
                </c:pt>
                <c:pt idx="2">
                  <c:v>0.8613062091675363</c:v>
                </c:pt>
                <c:pt idx="3">
                  <c:v>0.9594634463474739</c:v>
                </c:pt>
                <c:pt idx="4">
                  <c:v>0.8094036988521878</c:v>
                </c:pt>
                <c:pt idx="5">
                  <c:v>0.8474203476103612</c:v>
                </c:pt>
                <c:pt idx="6">
                  <c:v>0.8973011578897543</c:v>
                </c:pt>
                <c:pt idx="7">
                  <c:v>0.8703770629958808</c:v>
                </c:pt>
                <c:pt idx="8">
                  <c:v>0.7888740877263815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799343330917628"/>
          <c:min val="0.68310647529957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0.7780011942718925</c:v>
                </c:pt>
                <c:pt idx="1">
                  <c:v>0.6249344609333205</c:v>
                </c:pt>
                <c:pt idx="2">
                  <c:v>0.6079602160245704</c:v>
                </c:pt>
                <c:pt idx="3">
                  <c:v>0.7126662465412464</c:v>
                </c:pt>
                <c:pt idx="4">
                  <c:v>0.7391488656869744</c:v>
                </c:pt>
                <c:pt idx="5">
                  <c:v>0.7520176048780929</c:v>
                </c:pt>
                <c:pt idx="6">
                  <c:v>0.824033006206738</c:v>
                </c:pt>
                <c:pt idx="7">
                  <c:v>0.41598321657633663</c:v>
                </c:pt>
                <c:pt idx="8">
                  <c:v>0.6166608020266906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0.7149519115439406</c:v>
                </c:pt>
                <c:pt idx="1">
                  <c:v>0.5658488336093703</c:v>
                </c:pt>
                <c:pt idx="2">
                  <c:v>0.8028068820195635</c:v>
                </c:pt>
                <c:pt idx="3">
                  <c:v>0.8955068367926623</c:v>
                </c:pt>
                <c:pt idx="4">
                  <c:v>0.6926436435486412</c:v>
                </c:pt>
                <c:pt idx="5">
                  <c:v>0.7527979568294318</c:v>
                </c:pt>
                <c:pt idx="6">
                  <c:v>0.8121987387827239</c:v>
                </c:pt>
                <c:pt idx="7">
                  <c:v>1.0061459927467944</c:v>
                </c:pt>
                <c:pt idx="8">
                  <c:v>0.728444370250533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3359014840431"/>
          <c:min val="0.3687701944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0.853378636833553</c:v>
                </c:pt>
                <c:pt idx="1">
                  <c:v>0.6247038023296071</c:v>
                </c:pt>
                <c:pt idx="2">
                  <c:v>0.6792670837409984</c:v>
                </c:pt>
                <c:pt idx="3">
                  <c:v>0.878644639780231</c:v>
                </c:pt>
                <c:pt idx="4">
                  <c:v>0.7451530183571232</c:v>
                </c:pt>
                <c:pt idx="5">
                  <c:v>0.6576100477351875</c:v>
                </c:pt>
                <c:pt idx="6">
                  <c:v>0.6750289266701013</c:v>
                </c:pt>
                <c:pt idx="7">
                  <c:v>0.7202130547063254</c:v>
                </c:pt>
                <c:pt idx="8">
                  <c:v>0.5956656780653243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0.6171481379522767</c:v>
                </c:pt>
                <c:pt idx="1">
                  <c:v>0.46277890535786437</c:v>
                </c:pt>
                <c:pt idx="2">
                  <c:v>0.5529485629230996</c:v>
                </c:pt>
                <c:pt idx="3">
                  <c:v>0.5744854953580403</c:v>
                </c:pt>
                <c:pt idx="4">
                  <c:v>0.4429815006198323</c:v>
                </c:pt>
                <c:pt idx="5">
                  <c:v>0.6297826593153499</c:v>
                </c:pt>
                <c:pt idx="6">
                  <c:v>0.6161366435109226</c:v>
                </c:pt>
                <c:pt idx="7">
                  <c:v>0.44810640749418146</c:v>
                </c:pt>
                <c:pt idx="8">
                  <c:v>0.5271088831058458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134976909130629"/>
          <c:min val="0.40812844948700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0.7599768626538274</c:v>
                </c:pt>
                <c:pt idx="1">
                  <c:v>0.7830798437816583</c:v>
                </c:pt>
                <c:pt idx="2">
                  <c:v>0.7626795993431513</c:v>
                </c:pt>
                <c:pt idx="3">
                  <c:v>0.7688698524518264</c:v>
                </c:pt>
                <c:pt idx="4">
                  <c:v>0.7495697281542794</c:v>
                </c:pt>
                <c:pt idx="5">
                  <c:v>0.7963416143072259</c:v>
                </c:pt>
                <c:pt idx="6">
                  <c:v>0.736251369774425</c:v>
                </c:pt>
                <c:pt idx="7">
                  <c:v>0.6800766854095037</c:v>
                </c:pt>
                <c:pt idx="8">
                  <c:v>0.8021539845867794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0.6241018800200733</c:v>
                </c:pt>
                <c:pt idx="1">
                  <c:v>0.6291925628435708</c:v>
                </c:pt>
                <c:pt idx="2">
                  <c:v>0.6072420314663973</c:v>
                </c:pt>
                <c:pt idx="3">
                  <c:v>0.6422654132499127</c:v>
                </c:pt>
                <c:pt idx="4">
                  <c:v>0.6114912306114826</c:v>
                </c:pt>
                <c:pt idx="5">
                  <c:v>0.60193276537458</c:v>
                </c:pt>
                <c:pt idx="6">
                  <c:v>0.7934726472426145</c:v>
                </c:pt>
                <c:pt idx="7">
                  <c:v>0.7122729918478748</c:v>
                </c:pt>
                <c:pt idx="8">
                  <c:v>0.6898987062321641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81716821237554"/>
          <c:min val="0.5859150678376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0.8085933842189513</c:v>
                </c:pt>
                <c:pt idx="1">
                  <c:v>0.8349538745023005</c:v>
                </c:pt>
                <c:pt idx="2">
                  <c:v>0.8737701164417023</c:v>
                </c:pt>
                <c:pt idx="3">
                  <c:v>0.8527346062964446</c:v>
                </c:pt>
                <c:pt idx="4">
                  <c:v>1.0582330985943935</c:v>
                </c:pt>
                <c:pt idx="5">
                  <c:v>1.028016161351654</c:v>
                </c:pt>
                <c:pt idx="6">
                  <c:v>1.0058575078440883</c:v>
                </c:pt>
                <c:pt idx="7">
                  <c:v>1.0234746382890063</c:v>
                </c:pt>
                <c:pt idx="8">
                  <c:v>0.9356321144067818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0.9009653319121848</c:v>
                </c:pt>
                <c:pt idx="1">
                  <c:v>0.8131285211419739</c:v>
                </c:pt>
                <c:pt idx="2">
                  <c:v>0.8066254594530933</c:v>
                </c:pt>
                <c:pt idx="3">
                  <c:v>0.8626575968564566</c:v>
                </c:pt>
                <c:pt idx="4">
                  <c:v>0.8454990906402006</c:v>
                </c:pt>
                <c:pt idx="5">
                  <c:v>0.8299379831261204</c:v>
                </c:pt>
                <c:pt idx="6">
                  <c:v>0.8713143037970473</c:v>
                </c:pt>
                <c:pt idx="7">
                  <c:v>0.8286440545521533</c:v>
                </c:pt>
                <c:pt idx="8">
                  <c:v>0.78232146024707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803060296621794"/>
          <c:min val="0.76024852917928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0.6667101490374474</c:v>
                </c:pt>
                <c:pt idx="1">
                  <c:v>0.6667101490374474</c:v>
                </c:pt>
                <c:pt idx="2">
                  <c:v>0.6667101490374474</c:v>
                </c:pt>
                <c:pt idx="3">
                  <c:v>0.6667101490374474</c:v>
                </c:pt>
                <c:pt idx="4">
                  <c:v>0.6667101490374474</c:v>
                </c:pt>
                <c:pt idx="5">
                  <c:v>0.6667101490374474</c:v>
                </c:pt>
                <c:pt idx="6">
                  <c:v>0.6667101490374474</c:v>
                </c:pt>
                <c:pt idx="7">
                  <c:v>0.6667101490374474</c:v>
                </c:pt>
                <c:pt idx="8">
                  <c:v>0.6667101490374474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17156298575043"/>
          <c:min val="0.62385024647826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0.6416340660216564</c:v>
                </c:pt>
                <c:pt idx="1">
                  <c:v>0.6879866984579203</c:v>
                </c:pt>
                <c:pt idx="2">
                  <c:v>0.6710215851370895</c:v>
                </c:pt>
                <c:pt idx="3">
                  <c:v>0.8146457262660504</c:v>
                </c:pt>
                <c:pt idx="4">
                  <c:v>0.6633982076488285</c:v>
                </c:pt>
                <c:pt idx="5">
                  <c:v>0.7216184194447294</c:v>
                </c:pt>
                <c:pt idx="6">
                  <c:v>0.7962932865515217</c:v>
                </c:pt>
                <c:pt idx="7">
                  <c:v>0.8310729032296043</c:v>
                </c:pt>
                <c:pt idx="8">
                  <c:v>0.8639318103141082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17156298575043"/>
          <c:min val="0.62385024647826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0.6953218301011714</c:v>
                </c:pt>
                <c:pt idx="1">
                  <c:v>0.6953218301011714</c:v>
                </c:pt>
                <c:pt idx="2">
                  <c:v>0.6953218301011714</c:v>
                </c:pt>
                <c:pt idx="3">
                  <c:v>0.6953218301011714</c:v>
                </c:pt>
                <c:pt idx="4">
                  <c:v>0.6953218301011714</c:v>
                </c:pt>
                <c:pt idx="5">
                  <c:v>0.6953218301011714</c:v>
                </c:pt>
                <c:pt idx="6">
                  <c:v>0.6953218301011714</c:v>
                </c:pt>
                <c:pt idx="7">
                  <c:v>0.6953218301011714</c:v>
                </c:pt>
                <c:pt idx="8">
                  <c:v>0.6953218301011714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413697654777883"/>
          <c:min val="0.5306250608783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0.7149519115439406</c:v>
                </c:pt>
                <c:pt idx="1">
                  <c:v>0.5658488336093703</c:v>
                </c:pt>
                <c:pt idx="2">
                  <c:v>0.8028068820195635</c:v>
                </c:pt>
                <c:pt idx="3">
                  <c:v>0.8955068367926623</c:v>
                </c:pt>
                <c:pt idx="4">
                  <c:v>0.6926436435486412</c:v>
                </c:pt>
                <c:pt idx="5">
                  <c:v>0.7527979568294318</c:v>
                </c:pt>
                <c:pt idx="6">
                  <c:v>0.8121987387827239</c:v>
                </c:pt>
                <c:pt idx="7">
                  <c:v>1.0061459927467944</c:v>
                </c:pt>
                <c:pt idx="8">
                  <c:v>0.728444370250533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413697654777883"/>
          <c:min val="0.5306250608783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0.6198224052282543</c:v>
                </c:pt>
                <c:pt idx="1">
                  <c:v>0.6198224052282543</c:v>
                </c:pt>
                <c:pt idx="2">
                  <c:v>0.6198224052282543</c:v>
                </c:pt>
                <c:pt idx="3">
                  <c:v>0.6198224052282543</c:v>
                </c:pt>
                <c:pt idx="4">
                  <c:v>0.6198224052282543</c:v>
                </c:pt>
                <c:pt idx="5">
                  <c:v>0.6198224052282543</c:v>
                </c:pt>
                <c:pt idx="6">
                  <c:v>0.6198224052282543</c:v>
                </c:pt>
                <c:pt idx="7">
                  <c:v>0.6198224052282543</c:v>
                </c:pt>
                <c:pt idx="8">
                  <c:v>0.6198224052282543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87958377920572"/>
          <c:min val="0.58660957482513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0.6241018800200733</c:v>
                </c:pt>
                <c:pt idx="1">
                  <c:v>0.6291925628435708</c:v>
                </c:pt>
                <c:pt idx="2">
                  <c:v>0.6072420314663973</c:v>
                </c:pt>
                <c:pt idx="3">
                  <c:v>0.6422654132499127</c:v>
                </c:pt>
                <c:pt idx="4">
                  <c:v>0.6114912306114826</c:v>
                </c:pt>
                <c:pt idx="5">
                  <c:v>0.60193276537458</c:v>
                </c:pt>
                <c:pt idx="6">
                  <c:v>0.7934726472426145</c:v>
                </c:pt>
                <c:pt idx="7">
                  <c:v>0.7122729918478748</c:v>
                </c:pt>
                <c:pt idx="8">
                  <c:v>0.6898987062321641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87958377920572"/>
          <c:min val="0.58660957482513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-0.5686827588607907</c:v>
                </c:pt>
                <c:pt idx="1">
                  <c:v>-0.21640515305861333</c:v>
                </c:pt>
                <c:pt idx="2">
                  <c:v>-0.5010258887230374</c:v>
                </c:pt>
                <c:pt idx="3">
                  <c:v>0.020036439834512355</c:v>
                </c:pt>
                <c:pt idx="4">
                  <c:v>-0.5551277962549547</c:v>
                </c:pt>
                <c:pt idx="5">
                  <c:v>-1.043289815031404</c:v>
                </c:pt>
                <c:pt idx="6">
                  <c:v>-0.43700864305120807</c:v>
                </c:pt>
                <c:pt idx="7">
                  <c:v>-0.8198436289605565</c:v>
                </c:pt>
                <c:pt idx="8">
                  <c:v>-0.9277138934612698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-0.688980188831012</c:v>
                </c:pt>
                <c:pt idx="1">
                  <c:v>-0.48762848286745186</c:v>
                </c:pt>
                <c:pt idx="2">
                  <c:v>0.009288642442946355</c:v>
                </c:pt>
                <c:pt idx="3">
                  <c:v>-0.44395618345867127</c:v>
                </c:pt>
                <c:pt idx="4">
                  <c:v>-0.15070373288497496</c:v>
                </c:pt>
                <c:pt idx="5">
                  <c:v>-0.06949989405927927</c:v>
                </c:pt>
                <c:pt idx="6">
                  <c:v>-0.02764679365648572</c:v>
                </c:pt>
                <c:pt idx="7">
                  <c:v>-0.013964302456237882</c:v>
                </c:pt>
                <c:pt idx="8">
                  <c:v>-0.22064758414685792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510254022378566"/>
          <c:min val="-1.12835591542067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-0.16088902116997236</c:v>
                </c:pt>
                <c:pt idx="1">
                  <c:v>-0.21520608469900315</c:v>
                </c:pt>
                <c:pt idx="2">
                  <c:v>-0.07862350375250017</c:v>
                </c:pt>
                <c:pt idx="3">
                  <c:v>-0.19928126894081516</c:v>
                </c:pt>
                <c:pt idx="4">
                  <c:v>-0.15813975747406558</c:v>
                </c:pt>
                <c:pt idx="5">
                  <c:v>-0.40171309037710323</c:v>
                </c:pt>
                <c:pt idx="6">
                  <c:v>-0.3785704453058477</c:v>
                </c:pt>
                <c:pt idx="7">
                  <c:v>-0.23715561637553315</c:v>
                </c:pt>
                <c:pt idx="8">
                  <c:v>-0.6283735504004846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-0.11420475715326887</c:v>
                </c:pt>
                <c:pt idx="1">
                  <c:v>-0.08616050481691429</c:v>
                </c:pt>
                <c:pt idx="2">
                  <c:v>-0.0074135897320772295</c:v>
                </c:pt>
                <c:pt idx="3">
                  <c:v>-0.05213712457988357</c:v>
                </c:pt>
                <c:pt idx="4">
                  <c:v>-0.11480290690999262</c:v>
                </c:pt>
                <c:pt idx="5">
                  <c:v>-0.11471039993672502</c:v>
                </c:pt>
                <c:pt idx="6">
                  <c:v>0.03697365572366996</c:v>
                </c:pt>
                <c:pt idx="7">
                  <c:v>0.05535724206787893</c:v>
                </c:pt>
                <c:pt idx="8">
                  <c:v>0.07097435698920437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692218958037949"/>
          <c:min val="-0.6843213829916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0.19073581415503624</c:v>
                </c:pt>
                <c:pt idx="1">
                  <c:v>-0.09482884404710147</c:v>
                </c:pt>
                <c:pt idx="2">
                  <c:v>-0.07923748967010867</c:v>
                </c:pt>
                <c:pt idx="3">
                  <c:v>0.03100531914859389</c:v>
                </c:pt>
                <c:pt idx="4">
                  <c:v>0.002445552508567806</c:v>
                </c:pt>
                <c:pt idx="5">
                  <c:v>0.033769739655606104</c:v>
                </c:pt>
                <c:pt idx="6">
                  <c:v>0.02122288658942832</c:v>
                </c:pt>
                <c:pt idx="7">
                  <c:v>-0.728898343026288</c:v>
                </c:pt>
                <c:pt idx="8">
                  <c:v>-0.1695181947766519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0.08765446120418573</c:v>
                </c:pt>
                <c:pt idx="1">
                  <c:v>-0.13907562970383783</c:v>
                </c:pt>
                <c:pt idx="2">
                  <c:v>0.15433312239519317</c:v>
                </c:pt>
                <c:pt idx="3">
                  <c:v>0.3269022584611513</c:v>
                </c:pt>
                <c:pt idx="4">
                  <c:v>0.15941971721152334</c:v>
                </c:pt>
                <c:pt idx="5">
                  <c:v>0.0879362065438371</c:v>
                </c:pt>
                <c:pt idx="6">
                  <c:v>0.15724543966181995</c:v>
                </c:pt>
                <c:pt idx="7">
                  <c:v>0.34214191912152975</c:v>
                </c:pt>
                <c:pt idx="8">
                  <c:v>0.10861721821029051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782514009335515"/>
          <c:min val="-0.81458156399811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0.11544436183560457</c:v>
                </c:pt>
                <c:pt idx="1">
                  <c:v>-0.06631758746613263</c:v>
                </c:pt>
                <c:pt idx="2">
                  <c:v>-0.0234549948345081</c:v>
                </c:pt>
                <c:pt idx="3">
                  <c:v>0.2017034924118726</c:v>
                </c:pt>
                <c:pt idx="4">
                  <c:v>0.016618815486759874</c:v>
                </c:pt>
                <c:pt idx="5">
                  <c:v>0.002315798179225444</c:v>
                </c:pt>
                <c:pt idx="6">
                  <c:v>-0.11689105121802629</c:v>
                </c:pt>
                <c:pt idx="7">
                  <c:v>0.04727296036846859</c:v>
                </c:pt>
                <c:pt idx="8">
                  <c:v>-0.14997668141985984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-0.04134314976329328</c:v>
                </c:pt>
                <c:pt idx="1">
                  <c:v>-0.43848086239975703</c:v>
                </c:pt>
                <c:pt idx="2">
                  <c:v>-0.06674784783358878</c:v>
                </c:pt>
                <c:pt idx="3">
                  <c:v>-0.11159858679392061</c:v>
                </c:pt>
                <c:pt idx="4">
                  <c:v>-0.6608435740521793</c:v>
                </c:pt>
                <c:pt idx="5">
                  <c:v>-0.03425020964822147</c:v>
                </c:pt>
                <c:pt idx="6">
                  <c:v>-0.15894095735827188</c:v>
                </c:pt>
                <c:pt idx="7">
                  <c:v>-0.7170716061650543</c:v>
                </c:pt>
                <c:pt idx="8">
                  <c:v>-0.29102711626934785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7520550029802676"/>
          <c:min val="-0.79057361405120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0.07743202013331102</c:v>
                </c:pt>
                <c:pt idx="1">
                  <c:v>0.19089457679130983</c:v>
                </c:pt>
                <c:pt idx="2">
                  <c:v>0.22723282113629445</c:v>
                </c:pt>
                <c:pt idx="3">
                  <c:v>0.1548873567041565</c:v>
                </c:pt>
                <c:pt idx="4">
                  <c:v>0.2209480307483303</c:v>
                </c:pt>
                <c:pt idx="5">
                  <c:v>0.1794010879752614</c:v>
                </c:pt>
                <c:pt idx="6">
                  <c:v>0.25050997066878383</c:v>
                </c:pt>
                <c:pt idx="7">
                  <c:v>0.11994303962108095</c:v>
                </c:pt>
                <c:pt idx="8">
                  <c:v>0.041419723019555044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-0.029915872620162525</c:v>
                </c:pt>
                <c:pt idx="1">
                  <c:v>-0.024313134706238623</c:v>
                </c:pt>
                <c:pt idx="2">
                  <c:v>-0.008477001494444142</c:v>
                </c:pt>
                <c:pt idx="3">
                  <c:v>0.09114549756658424</c:v>
                </c:pt>
                <c:pt idx="4">
                  <c:v>0.09633143656506905</c:v>
                </c:pt>
                <c:pt idx="5">
                  <c:v>0.07994039034333943</c:v>
                </c:pt>
                <c:pt idx="6">
                  <c:v>0.18092511500907785</c:v>
                </c:pt>
                <c:pt idx="7">
                  <c:v>0.02254651263002137</c:v>
                </c:pt>
                <c:pt idx="8">
                  <c:v>0.0060572564713424785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7294403813189955"/>
          <c:min val="-0.0523499400832782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0.3668387033117843</c:v>
                </c:pt>
                <c:pt idx="1">
                  <c:v>0.27817082121713677</c:v>
                </c:pt>
                <c:pt idx="2">
                  <c:v>0.4424800960742535</c:v>
                </c:pt>
                <c:pt idx="3">
                  <c:v>0.38996894963610984</c:v>
                </c:pt>
                <c:pt idx="4">
                  <c:v>0.35711022376104146</c:v>
                </c:pt>
                <c:pt idx="5">
                  <c:v>0.42349841765665863</c:v>
                </c:pt>
                <c:pt idx="6">
                  <c:v>0.33905831280872795</c:v>
                </c:pt>
                <c:pt idx="7">
                  <c:v>0.26759622110514336</c:v>
                </c:pt>
                <c:pt idx="8">
                  <c:v>0.31278561100432156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0.19153612708423184</c:v>
                </c:pt>
                <c:pt idx="1">
                  <c:v>0.1125657163116604</c:v>
                </c:pt>
                <c:pt idx="2">
                  <c:v>0.3053016961949033</c:v>
                </c:pt>
                <c:pt idx="3">
                  <c:v>0.26729466666846613</c:v>
                </c:pt>
                <c:pt idx="4">
                  <c:v>0.19126037234483037</c:v>
                </c:pt>
                <c:pt idx="5">
                  <c:v>0.24774104648561454</c:v>
                </c:pt>
                <c:pt idx="6">
                  <c:v>0.30809122512577336</c:v>
                </c:pt>
                <c:pt idx="7">
                  <c:v>0.38366247013031934</c:v>
                </c:pt>
                <c:pt idx="8">
                  <c:v>0.32883555853147206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88732464552609"/>
          <c:min val="0.086172565930652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-0.31985697087121123</c:v>
                </c:pt>
                <c:pt idx="1">
                  <c:v>-0.31985697087121123</c:v>
                </c:pt>
                <c:pt idx="2">
                  <c:v>-0.31985697087121123</c:v>
                </c:pt>
                <c:pt idx="3">
                  <c:v>-0.31985697087121123</c:v>
                </c:pt>
                <c:pt idx="4">
                  <c:v>-0.31985697087121123</c:v>
                </c:pt>
                <c:pt idx="5">
                  <c:v>-0.31985697087121123</c:v>
                </c:pt>
                <c:pt idx="6">
                  <c:v>-0.31985697087121123</c:v>
                </c:pt>
                <c:pt idx="7">
                  <c:v>-0.31985697087121123</c:v>
                </c:pt>
                <c:pt idx="8">
                  <c:v>-0.31985697087121123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515014894486303"/>
          <c:min val="-0.7448416953329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-0.688980188831012</c:v>
                </c:pt>
                <c:pt idx="1">
                  <c:v>-0.48762848286745186</c:v>
                </c:pt>
                <c:pt idx="2">
                  <c:v>0.009288642442946355</c:v>
                </c:pt>
                <c:pt idx="3">
                  <c:v>-0.44395618345867127</c:v>
                </c:pt>
                <c:pt idx="4">
                  <c:v>-0.15070373288497496</c:v>
                </c:pt>
                <c:pt idx="5">
                  <c:v>-0.06949989405927927</c:v>
                </c:pt>
                <c:pt idx="6">
                  <c:v>-0.02764679365648572</c:v>
                </c:pt>
                <c:pt idx="7">
                  <c:v>-0.013964302456237882</c:v>
                </c:pt>
                <c:pt idx="8">
                  <c:v>-0.22064758414685792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515014894486303"/>
          <c:min val="-0.7448416953329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-0.044793139836889664</c:v>
                </c:pt>
                <c:pt idx="1">
                  <c:v>-0.044793139836889664</c:v>
                </c:pt>
                <c:pt idx="2">
                  <c:v>-0.044793139836889664</c:v>
                </c:pt>
                <c:pt idx="3">
                  <c:v>-0.044793139836889664</c:v>
                </c:pt>
                <c:pt idx="4">
                  <c:v>-0.044793139836889664</c:v>
                </c:pt>
                <c:pt idx="5">
                  <c:v>-0.044793139836889664</c:v>
                </c:pt>
                <c:pt idx="6">
                  <c:v>-0.044793139836889664</c:v>
                </c:pt>
                <c:pt idx="7">
                  <c:v>-0.044793139836889664</c:v>
                </c:pt>
                <c:pt idx="8">
                  <c:v>-0.044793139836889664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356950741470751"/>
          <c:min val="-0.132867183276424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-0.05447804732239696</c:v>
                </c:pt>
                <c:pt idx="1">
                  <c:v>0.03264451964570743</c:v>
                </c:pt>
                <c:pt idx="2">
                  <c:v>-0.1074490965575623</c:v>
                </c:pt>
                <c:pt idx="3">
                  <c:v>0.07847639310634129</c:v>
                </c:pt>
                <c:pt idx="4">
                  <c:v>-0.025021254011407555</c:v>
                </c:pt>
                <c:pt idx="5">
                  <c:v>-0.056317572181302296</c:v>
                </c:pt>
                <c:pt idx="6">
                  <c:v>0.015325823041029368</c:v>
                </c:pt>
                <c:pt idx="7">
                  <c:v>0.15331788274455688</c:v>
                </c:pt>
                <c:pt idx="8">
                  <c:v>0.21027698742821307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356950741470751"/>
          <c:min val="-0.132867183276424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0.04796827900924639</c:v>
                </c:pt>
                <c:pt idx="1">
                  <c:v>0.04796827900924639</c:v>
                </c:pt>
                <c:pt idx="2">
                  <c:v>0.04796827900924639</c:v>
                </c:pt>
                <c:pt idx="3">
                  <c:v>0.04796827900924639</c:v>
                </c:pt>
                <c:pt idx="4">
                  <c:v>0.04796827900924639</c:v>
                </c:pt>
                <c:pt idx="5">
                  <c:v>0.04796827900924639</c:v>
                </c:pt>
                <c:pt idx="6">
                  <c:v>0.04796827900924639</c:v>
                </c:pt>
                <c:pt idx="7">
                  <c:v>0.04796827900924639</c:v>
                </c:pt>
                <c:pt idx="8">
                  <c:v>0.04796827900924639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063932302755915"/>
          <c:min val="-0.177573033609867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0.08765446120418573</c:v>
                </c:pt>
                <c:pt idx="1">
                  <c:v>-0.13907562970383783</c:v>
                </c:pt>
                <c:pt idx="2">
                  <c:v>0.15433312239519317</c:v>
                </c:pt>
                <c:pt idx="3">
                  <c:v>0.3269022584611513</c:v>
                </c:pt>
                <c:pt idx="4">
                  <c:v>0.15941971721152334</c:v>
                </c:pt>
                <c:pt idx="5">
                  <c:v>0.0879362065438371</c:v>
                </c:pt>
                <c:pt idx="6">
                  <c:v>0.15724543966181995</c:v>
                </c:pt>
                <c:pt idx="7">
                  <c:v>0.34214191912152975</c:v>
                </c:pt>
                <c:pt idx="8">
                  <c:v>0.10861721821029051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063932302755915"/>
          <c:min val="-0.177573033609867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0.07905057382264888</c:v>
                </c:pt>
                <c:pt idx="1">
                  <c:v>-0.0760049520508818</c:v>
                </c:pt>
                <c:pt idx="2">
                  <c:v>0.04567775400084998</c:v>
                </c:pt>
                <c:pt idx="3">
                  <c:v>0.06399112842456917</c:v>
                </c:pt>
                <c:pt idx="4">
                  <c:v>-0.01828219094433665</c:v>
                </c:pt>
                <c:pt idx="5">
                  <c:v>-0.045427487294004844</c:v>
                </c:pt>
                <c:pt idx="6">
                  <c:v>0.13815167011275684</c:v>
                </c:pt>
                <c:pt idx="7">
                  <c:v>0.1652464750351222</c:v>
                </c:pt>
                <c:pt idx="8">
                  <c:v>-0.13002049484345665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0.18996256677633971</c:v>
                </c:pt>
                <c:pt idx="1">
                  <c:v>0.13898877360379536</c:v>
                </c:pt>
                <c:pt idx="2">
                  <c:v>0.24801479712720978</c:v>
                </c:pt>
                <c:pt idx="3">
                  <c:v>0.1336779250041133</c:v>
                </c:pt>
                <c:pt idx="4">
                  <c:v>0.0016154009705438655</c:v>
                </c:pt>
                <c:pt idx="5">
                  <c:v>0.10975567902190309</c:v>
                </c:pt>
                <c:pt idx="6">
                  <c:v>0.24238636646722342</c:v>
                </c:pt>
                <c:pt idx="7">
                  <c:v>0.2570640794263215</c:v>
                </c:pt>
                <c:pt idx="8">
                  <c:v>0.225187934748232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803084536790374"/>
          <c:min val="-0.160987260785038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0.3572101834897656</c:v>
                </c:pt>
                <c:pt idx="1">
                  <c:v>0.3504575347717104</c:v>
                </c:pt>
                <c:pt idx="2">
                  <c:v>0.24726798843767067</c:v>
                </c:pt>
                <c:pt idx="3">
                  <c:v>-0.12478043896559973</c:v>
                </c:pt>
                <c:pt idx="4">
                  <c:v>-0.2547139438531676</c:v>
                </c:pt>
                <c:pt idx="5">
                  <c:v>-0.5118558364159164</c:v>
                </c:pt>
                <c:pt idx="6">
                  <c:v>-0.08870081471753104</c:v>
                </c:pt>
                <c:pt idx="7">
                  <c:v>0.12350605494815609</c:v>
                </c:pt>
                <c:pt idx="8">
                  <c:v>0.06740212146099062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0.18912828441509996</c:v>
                </c:pt>
                <c:pt idx="1">
                  <c:v>0.0789152201044408</c:v>
                </c:pt>
                <c:pt idx="2">
                  <c:v>0.19421912777298275</c:v>
                </c:pt>
                <c:pt idx="3">
                  <c:v>0.21755680646027714</c:v>
                </c:pt>
                <c:pt idx="4">
                  <c:v>0.1990275835406029</c:v>
                </c:pt>
                <c:pt idx="5">
                  <c:v>0.39519895839390207</c:v>
                </c:pt>
                <c:pt idx="6">
                  <c:v>0.14290647733464382</c:v>
                </c:pt>
                <c:pt idx="7">
                  <c:v>0.3485632509404335</c:v>
                </c:pt>
                <c:pt idx="8">
                  <c:v>0.4146013991091939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871797795120275"/>
          <c:min val="-0.5859724152579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0.26714885873391747</c:v>
                </c:pt>
                <c:pt idx="1">
                  <c:v>0.29218416907165573</c:v>
                </c:pt>
                <c:pt idx="2">
                  <c:v>0.3364487448529274</c:v>
                </c:pt>
                <c:pt idx="3">
                  <c:v>0.20117672519851593</c:v>
                </c:pt>
                <c:pt idx="4">
                  <c:v>0.19497353259576625</c:v>
                </c:pt>
                <c:pt idx="5">
                  <c:v>0.15207617816403263</c:v>
                </c:pt>
                <c:pt idx="6">
                  <c:v>0.2845824488215541</c:v>
                </c:pt>
                <c:pt idx="7">
                  <c:v>0.1405442203826185</c:v>
                </c:pt>
                <c:pt idx="8">
                  <c:v>0.09951158212297814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0.20967206575997677</c:v>
                </c:pt>
                <c:pt idx="1">
                  <c:v>0.27288855329754347</c:v>
                </c:pt>
                <c:pt idx="2">
                  <c:v>0.3181237036651762</c:v>
                </c:pt>
                <c:pt idx="3">
                  <c:v>0.35368249277889413</c:v>
                </c:pt>
                <c:pt idx="4">
                  <c:v>0.3140671139651349</c:v>
                </c:pt>
                <c:pt idx="5">
                  <c:v>0.3547191861889211</c:v>
                </c:pt>
                <c:pt idx="6">
                  <c:v>0.41948048970106755</c:v>
                </c:pt>
                <c:pt idx="7">
                  <c:v>0.33507334139420925</c:v>
                </c:pt>
                <c:pt idx="8">
                  <c:v>0.327364904637173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50780023073147"/>
          <c:min val="0.07391406951673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0.41247107696657953</c:v>
                </c:pt>
                <c:pt idx="1">
                  <c:v>0.13689265343427875</c:v>
                </c:pt>
                <c:pt idx="2">
                  <c:v>0.3398155178958078</c:v>
                </c:pt>
                <c:pt idx="3">
                  <c:v>0.32791677194920893</c:v>
                </c:pt>
                <c:pt idx="4">
                  <c:v>-0.0009045418483624139</c:v>
                </c:pt>
                <c:pt idx="5">
                  <c:v>0.08675737883549421</c:v>
                </c:pt>
                <c:pt idx="6">
                  <c:v>0.3228444415024582</c:v>
                </c:pt>
                <c:pt idx="7">
                  <c:v>0.14136468807791713</c:v>
                </c:pt>
                <c:pt idx="8">
                  <c:v>0.1097685930909959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-0.021637253568333733</c:v>
                </c:pt>
                <c:pt idx="1">
                  <c:v>0.28688062853724633</c:v>
                </c:pt>
                <c:pt idx="2">
                  <c:v>-0.013275557904842365</c:v>
                </c:pt>
                <c:pt idx="3">
                  <c:v>0.16249716866181238</c:v>
                </c:pt>
                <c:pt idx="4">
                  <c:v>-0.007031034319714161</c:v>
                </c:pt>
                <c:pt idx="5">
                  <c:v>0.14879454639417744</c:v>
                </c:pt>
                <c:pt idx="6">
                  <c:v>0.07839589377885028</c:v>
                </c:pt>
                <c:pt idx="7">
                  <c:v>0.051653514521827766</c:v>
                </c:pt>
                <c:pt idx="8">
                  <c:v>0.11543456537581386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71997434093726"/>
          <c:min val="-0.056365920011126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0.5389438142456224</c:v>
                </c:pt>
                <c:pt idx="1">
                  <c:v>0.4154070369265624</c:v>
                </c:pt>
                <c:pt idx="2">
                  <c:v>0.40898836431506697</c:v>
                </c:pt>
                <c:pt idx="3">
                  <c:v>0.44910711388469343</c:v>
                </c:pt>
                <c:pt idx="4">
                  <c:v>0.6092948269828378</c:v>
                </c:pt>
                <c:pt idx="5">
                  <c:v>0.4592973553219096</c:v>
                </c:pt>
                <c:pt idx="6">
                  <c:v>0.48364714206158954</c:v>
                </c:pt>
                <c:pt idx="7">
                  <c:v>0.4886442016103326</c:v>
                </c:pt>
                <c:pt idx="8">
                  <c:v>0.5183136364312517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0.4124586466071866</c:v>
                </c:pt>
                <c:pt idx="1">
                  <c:v>0.2940014867164353</c:v>
                </c:pt>
                <c:pt idx="2">
                  <c:v>0.375067368143895</c:v>
                </c:pt>
                <c:pt idx="3">
                  <c:v>0.4607117718858795</c:v>
                </c:pt>
                <c:pt idx="4">
                  <c:v>0.4209857907783481</c:v>
                </c:pt>
                <c:pt idx="5">
                  <c:v>0.26820915870066414</c:v>
                </c:pt>
                <c:pt idx="6">
                  <c:v>0.24501349158446756</c:v>
                </c:pt>
                <c:pt idx="7">
                  <c:v>0.4188294795136823</c:v>
                </c:pt>
                <c:pt idx="8">
                  <c:v>0.4079217127724491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6384373338147074"/>
          <c:min val="0.21587098475259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0.4475876590522234</c:v>
                </c:pt>
                <c:pt idx="1">
                  <c:v>0.24819369075044914</c:v>
                </c:pt>
                <c:pt idx="2">
                  <c:v>0.30457946640266564</c:v>
                </c:pt>
                <c:pt idx="3">
                  <c:v>0.4874227464262222</c:v>
                </c:pt>
                <c:pt idx="4">
                  <c:v>0.4085958585523327</c:v>
                </c:pt>
                <c:pt idx="5">
                  <c:v>0.26191913500751235</c:v>
                </c:pt>
                <c:pt idx="6">
                  <c:v>0.3680905355108436</c:v>
                </c:pt>
                <c:pt idx="7">
                  <c:v>0.2834789378700642</c:v>
                </c:pt>
                <c:pt idx="8">
                  <c:v>0.21331922073209797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0.2785898284651188</c:v>
                </c:pt>
                <c:pt idx="1">
                  <c:v>0.11119310631333164</c:v>
                </c:pt>
                <c:pt idx="2">
                  <c:v>0.11065903229486401</c:v>
                </c:pt>
                <c:pt idx="3">
                  <c:v>0.194890664562165</c:v>
                </c:pt>
                <c:pt idx="4">
                  <c:v>0.08323891520243629</c:v>
                </c:pt>
                <c:pt idx="5">
                  <c:v>0.23549832645011717</c:v>
                </c:pt>
                <c:pt idx="6">
                  <c:v>0.40146073948667305</c:v>
                </c:pt>
                <c:pt idx="7">
                  <c:v>0.27156672242754143</c:v>
                </c:pt>
                <c:pt idx="8">
                  <c:v>0.3311726647551768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9757452924125"/>
          <c:min val="0.050904208704533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0.15664789459525832</c:v>
                </c:pt>
                <c:pt idx="1">
                  <c:v>0.15664789459525832</c:v>
                </c:pt>
                <c:pt idx="2">
                  <c:v>0.15664789459525832</c:v>
                </c:pt>
                <c:pt idx="3">
                  <c:v>0.15664789459525832</c:v>
                </c:pt>
                <c:pt idx="4">
                  <c:v>0.15664789459525832</c:v>
                </c:pt>
                <c:pt idx="5">
                  <c:v>0.15664789459525832</c:v>
                </c:pt>
                <c:pt idx="6">
                  <c:v>0.15664789459525832</c:v>
                </c:pt>
                <c:pt idx="7">
                  <c:v>0.15664789459525832</c:v>
                </c:pt>
                <c:pt idx="8">
                  <c:v>0.15664789459525832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002439062028507"/>
          <c:min val="-0.185314038000039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0.14091781354071506</c:v>
                </c:pt>
                <c:pt idx="1">
                  <c:v>-0.13942862912967197</c:v>
                </c:pt>
                <c:pt idx="2">
                  <c:v>0.33670839550788934</c:v>
                </c:pt>
                <c:pt idx="3">
                  <c:v>0.2577790909118599</c:v>
                </c:pt>
                <c:pt idx="4">
                  <c:v>0.1695474739260496</c:v>
                </c:pt>
                <c:pt idx="5">
                  <c:v>0.2736052705665371</c:v>
                </c:pt>
                <c:pt idx="6">
                  <c:v>0.4040565582889985</c:v>
                </c:pt>
                <c:pt idx="7">
                  <c:v>0.4341389817499179</c:v>
                </c:pt>
                <c:pt idx="8">
                  <c:v>0.18281142983865897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002439062028507"/>
          <c:min val="-0.185314038000039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0.17250313460543393</c:v>
                </c:pt>
                <c:pt idx="1">
                  <c:v>0.17250313460543393</c:v>
                </c:pt>
                <c:pt idx="2">
                  <c:v>0.17250313460543393</c:v>
                </c:pt>
                <c:pt idx="3">
                  <c:v>0.17250313460543393</c:v>
                </c:pt>
                <c:pt idx="4">
                  <c:v>0.17250313460543393</c:v>
                </c:pt>
                <c:pt idx="5">
                  <c:v>0.17250313460543393</c:v>
                </c:pt>
                <c:pt idx="6">
                  <c:v>0.17250313460543393</c:v>
                </c:pt>
                <c:pt idx="7">
                  <c:v>0.17250313460543393</c:v>
                </c:pt>
                <c:pt idx="8">
                  <c:v>0.17250313460543393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691848542941196"/>
          <c:min val="0.057781169259697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0.2785898284651188</c:v>
                </c:pt>
                <c:pt idx="1">
                  <c:v>0.11119310631333164</c:v>
                </c:pt>
                <c:pt idx="2">
                  <c:v>0.11065903229486401</c:v>
                </c:pt>
                <c:pt idx="3">
                  <c:v>0.194890664562165</c:v>
                </c:pt>
                <c:pt idx="4">
                  <c:v>0.08323891520243629</c:v>
                </c:pt>
                <c:pt idx="5">
                  <c:v>0.23549832645011717</c:v>
                </c:pt>
                <c:pt idx="6">
                  <c:v>0.40146073948667305</c:v>
                </c:pt>
                <c:pt idx="7">
                  <c:v>0.27156672242754143</c:v>
                </c:pt>
                <c:pt idx="8">
                  <c:v>0.3311726647551768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691848542941196"/>
          <c:min val="0.057781169259697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0.24182631866854415</c:v>
                </c:pt>
                <c:pt idx="1">
                  <c:v>0.24182631866854415</c:v>
                </c:pt>
                <c:pt idx="2">
                  <c:v>0.24182631866854415</c:v>
                </c:pt>
                <c:pt idx="3">
                  <c:v>0.24182631866854415</c:v>
                </c:pt>
                <c:pt idx="4">
                  <c:v>0.24182631866854415</c:v>
                </c:pt>
                <c:pt idx="5">
                  <c:v>0.24182631866854415</c:v>
                </c:pt>
                <c:pt idx="6">
                  <c:v>0.24182631866854415</c:v>
                </c:pt>
                <c:pt idx="7">
                  <c:v>0.24182631866854415</c:v>
                </c:pt>
                <c:pt idx="8">
                  <c:v>0.24182631866854415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419383703063755"/>
          <c:min val="0.04366766128316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0.07803115845718345</c:v>
                </c:pt>
                <c:pt idx="1">
                  <c:v>0.1046142692492718</c:v>
                </c:pt>
                <c:pt idx="2">
                  <c:v>0.4499881999308293</c:v>
                </c:pt>
                <c:pt idx="3">
                  <c:v>0.3602813778226699</c:v>
                </c:pt>
                <c:pt idx="4">
                  <c:v>0.33477056619001216</c:v>
                </c:pt>
                <c:pt idx="5">
                  <c:v>0.39148428540738117</c:v>
                </c:pt>
                <c:pt idx="6">
                  <c:v>0.3325913968608955</c:v>
                </c:pt>
                <c:pt idx="7">
                  <c:v>0.318159177285802</c:v>
                </c:pt>
                <c:pt idx="8">
                  <c:v>0.5075748731323613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419383703063755"/>
          <c:min val="0.04366766128316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764</c:v>
                </c:pt>
                <c:pt idx="1">
                  <c:v>719</c:v>
                </c:pt>
                <c:pt idx="2">
                  <c:v>885</c:v>
                </c:pt>
                <c:pt idx="3">
                  <c:v>827</c:v>
                </c:pt>
                <c:pt idx="4">
                  <c:v>799</c:v>
                </c:pt>
                <c:pt idx="5">
                  <c:v>788</c:v>
                </c:pt>
                <c:pt idx="6">
                  <c:v>776</c:v>
                </c:pt>
                <c:pt idx="7">
                  <c:v>835</c:v>
                </c:pt>
                <c:pt idx="8">
                  <c:v>763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927</c:v>
                </c:pt>
                <c:pt idx="1">
                  <c:v>787</c:v>
                </c:pt>
                <c:pt idx="2">
                  <c:v>924</c:v>
                </c:pt>
                <c:pt idx="3">
                  <c:v>944</c:v>
                </c:pt>
                <c:pt idx="4">
                  <c:v>915</c:v>
                </c:pt>
                <c:pt idx="5">
                  <c:v>936</c:v>
                </c:pt>
                <c:pt idx="6">
                  <c:v>960</c:v>
                </c:pt>
                <c:pt idx="7">
                  <c:v>881</c:v>
                </c:pt>
                <c:pt idx="8">
                  <c:v>859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9.28"/>
          <c:min val="699.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178</c:v>
                </c:pt>
                <c:pt idx="1">
                  <c:v>152</c:v>
                </c:pt>
                <c:pt idx="2">
                  <c:v>182</c:v>
                </c:pt>
                <c:pt idx="3">
                  <c:v>193</c:v>
                </c:pt>
                <c:pt idx="4">
                  <c:v>190</c:v>
                </c:pt>
                <c:pt idx="5">
                  <c:v>175</c:v>
                </c:pt>
                <c:pt idx="6">
                  <c:v>236</c:v>
                </c:pt>
                <c:pt idx="7">
                  <c:v>254</c:v>
                </c:pt>
                <c:pt idx="8">
                  <c:v>224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212</c:v>
                </c:pt>
                <c:pt idx="1">
                  <c:v>194</c:v>
                </c:pt>
                <c:pt idx="2">
                  <c:v>221</c:v>
                </c:pt>
                <c:pt idx="3">
                  <c:v>236</c:v>
                </c:pt>
                <c:pt idx="4">
                  <c:v>230</c:v>
                </c:pt>
                <c:pt idx="5">
                  <c:v>252</c:v>
                </c:pt>
                <c:pt idx="6">
                  <c:v>232</c:v>
                </c:pt>
                <c:pt idx="7">
                  <c:v>202</c:v>
                </c:pt>
                <c:pt idx="8">
                  <c:v>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2.16"/>
          <c:min val="14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323</c:v>
                </c:pt>
                <c:pt idx="1">
                  <c:v>298</c:v>
                </c:pt>
                <c:pt idx="2">
                  <c:v>294</c:v>
                </c:pt>
                <c:pt idx="3">
                  <c:v>334</c:v>
                </c:pt>
                <c:pt idx="4">
                  <c:v>327</c:v>
                </c:pt>
                <c:pt idx="5">
                  <c:v>304</c:v>
                </c:pt>
                <c:pt idx="6">
                  <c:v>295</c:v>
                </c:pt>
                <c:pt idx="7">
                  <c:v>311</c:v>
                </c:pt>
                <c:pt idx="8">
                  <c:v>324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311</c:v>
                </c:pt>
                <c:pt idx="1">
                  <c:v>327</c:v>
                </c:pt>
                <c:pt idx="2">
                  <c:v>353</c:v>
                </c:pt>
                <c:pt idx="3">
                  <c:v>344</c:v>
                </c:pt>
                <c:pt idx="4">
                  <c:v>308</c:v>
                </c:pt>
                <c:pt idx="5">
                  <c:v>355</c:v>
                </c:pt>
                <c:pt idx="6">
                  <c:v>370</c:v>
                </c:pt>
                <c:pt idx="7">
                  <c:v>382</c:v>
                </c:pt>
                <c:pt idx="8">
                  <c:v>357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9.04"/>
          <c:min val="28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250</c:v>
                </c:pt>
                <c:pt idx="1">
                  <c:v>227</c:v>
                </c:pt>
                <c:pt idx="2">
                  <c:v>227</c:v>
                </c:pt>
                <c:pt idx="3">
                  <c:v>273</c:v>
                </c:pt>
                <c:pt idx="4">
                  <c:v>248</c:v>
                </c:pt>
                <c:pt idx="5">
                  <c:v>241</c:v>
                </c:pt>
                <c:pt idx="6">
                  <c:v>266</c:v>
                </c:pt>
                <c:pt idx="7">
                  <c:v>271</c:v>
                </c:pt>
                <c:pt idx="8">
                  <c:v>248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230</c:v>
                </c:pt>
                <c:pt idx="1">
                  <c:v>185</c:v>
                </c:pt>
                <c:pt idx="2">
                  <c:v>207</c:v>
                </c:pt>
                <c:pt idx="3">
                  <c:v>226</c:v>
                </c:pt>
                <c:pt idx="4">
                  <c:v>213</c:v>
                </c:pt>
                <c:pt idx="5">
                  <c:v>249</c:v>
                </c:pt>
                <c:pt idx="6">
                  <c:v>210</c:v>
                </c:pt>
                <c:pt idx="7">
                  <c:v>217</c:v>
                </c:pt>
                <c:pt idx="8">
                  <c:v>182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0.28"/>
          <c:min val="174.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407</c:v>
                </c:pt>
                <c:pt idx="1">
                  <c:v>370</c:v>
                </c:pt>
                <c:pt idx="2">
                  <c:v>420</c:v>
                </c:pt>
                <c:pt idx="3">
                  <c:v>449</c:v>
                </c:pt>
                <c:pt idx="4">
                  <c:v>427</c:v>
                </c:pt>
                <c:pt idx="5">
                  <c:v>458</c:v>
                </c:pt>
                <c:pt idx="6">
                  <c:v>438</c:v>
                </c:pt>
                <c:pt idx="7">
                  <c:v>419</c:v>
                </c:pt>
                <c:pt idx="8">
                  <c:v>396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412</c:v>
                </c:pt>
                <c:pt idx="1">
                  <c:v>346</c:v>
                </c:pt>
                <c:pt idx="2">
                  <c:v>372</c:v>
                </c:pt>
                <c:pt idx="3">
                  <c:v>394</c:v>
                </c:pt>
                <c:pt idx="4">
                  <c:v>326</c:v>
                </c:pt>
                <c:pt idx="5">
                  <c:v>404</c:v>
                </c:pt>
                <c:pt idx="6">
                  <c:v>377</c:v>
                </c:pt>
                <c:pt idx="7">
                  <c:v>344</c:v>
                </c:pt>
                <c:pt idx="8">
                  <c:v>374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8.56"/>
          <c:min val="31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528</c:v>
                </c:pt>
                <c:pt idx="1">
                  <c:v>413</c:v>
                </c:pt>
                <c:pt idx="2">
                  <c:v>439</c:v>
                </c:pt>
                <c:pt idx="3">
                  <c:v>488</c:v>
                </c:pt>
                <c:pt idx="4">
                  <c:v>485</c:v>
                </c:pt>
                <c:pt idx="5">
                  <c:v>506</c:v>
                </c:pt>
                <c:pt idx="6">
                  <c:v>550</c:v>
                </c:pt>
                <c:pt idx="7">
                  <c:v>502</c:v>
                </c:pt>
                <c:pt idx="8">
                  <c:v>468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447</c:v>
                </c:pt>
                <c:pt idx="1">
                  <c:v>375</c:v>
                </c:pt>
                <c:pt idx="2">
                  <c:v>463</c:v>
                </c:pt>
                <c:pt idx="3">
                  <c:v>429</c:v>
                </c:pt>
                <c:pt idx="4">
                  <c:v>456</c:v>
                </c:pt>
                <c:pt idx="5">
                  <c:v>460</c:v>
                </c:pt>
                <c:pt idx="6">
                  <c:v>431</c:v>
                </c:pt>
                <c:pt idx="7">
                  <c:v>444</c:v>
                </c:pt>
                <c:pt idx="8">
                  <c:v>412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64"/>
          <c:min val="3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425.33333333333326</c:v>
                </c:pt>
                <c:pt idx="1">
                  <c:v>425.33333333333326</c:v>
                </c:pt>
                <c:pt idx="2">
                  <c:v>425.33333333333326</c:v>
                </c:pt>
                <c:pt idx="3">
                  <c:v>425.33333333333326</c:v>
                </c:pt>
                <c:pt idx="4">
                  <c:v>425.33333333333326</c:v>
                </c:pt>
                <c:pt idx="5">
                  <c:v>425.33333333333326</c:v>
                </c:pt>
                <c:pt idx="6">
                  <c:v>425.33333333333326</c:v>
                </c:pt>
                <c:pt idx="7">
                  <c:v>425.33333333333326</c:v>
                </c:pt>
                <c:pt idx="8">
                  <c:v>425.33333333333326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96"/>
          <c:min val="375.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395</c:v>
                </c:pt>
                <c:pt idx="1">
                  <c:v>390</c:v>
                </c:pt>
                <c:pt idx="2">
                  <c:v>491</c:v>
                </c:pt>
                <c:pt idx="3">
                  <c:v>543</c:v>
                </c:pt>
                <c:pt idx="4">
                  <c:v>485</c:v>
                </c:pt>
                <c:pt idx="5">
                  <c:v>553</c:v>
                </c:pt>
                <c:pt idx="6">
                  <c:v>564</c:v>
                </c:pt>
                <c:pt idx="7">
                  <c:v>577</c:v>
                </c:pt>
                <c:pt idx="8">
                  <c:v>569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96"/>
          <c:min val="375.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543.3333333333334</c:v>
                </c:pt>
                <c:pt idx="1">
                  <c:v>543.3333333333334</c:v>
                </c:pt>
                <c:pt idx="2">
                  <c:v>543.3333333333334</c:v>
                </c:pt>
                <c:pt idx="3">
                  <c:v>543.3333333333334</c:v>
                </c:pt>
                <c:pt idx="4">
                  <c:v>543.3333333333334</c:v>
                </c:pt>
                <c:pt idx="5">
                  <c:v>543.3333333333334</c:v>
                </c:pt>
                <c:pt idx="6">
                  <c:v>543.3333333333334</c:v>
                </c:pt>
                <c:pt idx="7">
                  <c:v>543.3333333333334</c:v>
                </c:pt>
                <c:pt idx="8">
                  <c:v>543.3333333333334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2.24"/>
          <c:min val="496.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567</c:v>
                </c:pt>
                <c:pt idx="1">
                  <c:v>513</c:v>
                </c:pt>
                <c:pt idx="2">
                  <c:v>550</c:v>
                </c:pt>
                <c:pt idx="3">
                  <c:v>539</c:v>
                </c:pt>
                <c:pt idx="4">
                  <c:v>538</c:v>
                </c:pt>
                <c:pt idx="5">
                  <c:v>649</c:v>
                </c:pt>
                <c:pt idx="6">
                  <c:v>716</c:v>
                </c:pt>
                <c:pt idx="7">
                  <c:v>663</c:v>
                </c:pt>
                <c:pt idx="8">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2.24"/>
          <c:min val="496.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350</c:v>
                </c:pt>
                <c:pt idx="1">
                  <c:v>350</c:v>
                </c:pt>
                <c:pt idx="2">
                  <c:v>350</c:v>
                </c:pt>
                <c:pt idx="3">
                  <c:v>350</c:v>
                </c:pt>
                <c:pt idx="4">
                  <c:v>350</c:v>
                </c:pt>
                <c:pt idx="5">
                  <c:v>350</c:v>
                </c:pt>
                <c:pt idx="6">
                  <c:v>350</c:v>
                </c:pt>
                <c:pt idx="7">
                  <c:v>350</c:v>
                </c:pt>
                <c:pt idx="8">
                  <c:v>350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8.04"/>
          <c:min val="32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352</c:v>
                </c:pt>
                <c:pt idx="1">
                  <c:v>362</c:v>
                </c:pt>
                <c:pt idx="2">
                  <c:v>336</c:v>
                </c:pt>
                <c:pt idx="3">
                  <c:v>402</c:v>
                </c:pt>
                <c:pt idx="4">
                  <c:v>356</c:v>
                </c:pt>
                <c:pt idx="5">
                  <c:v>442</c:v>
                </c:pt>
                <c:pt idx="6">
                  <c:v>449</c:v>
                </c:pt>
                <c:pt idx="7">
                  <c:v>396</c:v>
                </c:pt>
                <c:pt idx="8">
                  <c:v>401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8.04"/>
          <c:min val="32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834.06</c:v>
                </c:pt>
                <c:pt idx="1">
                  <c:v>966.61</c:v>
                </c:pt>
                <c:pt idx="2">
                  <c:v>918.5</c:v>
                </c:pt>
                <c:pt idx="3">
                  <c:v>952.81</c:v>
                </c:pt>
                <c:pt idx="4">
                  <c:v>930.11</c:v>
                </c:pt>
                <c:pt idx="5">
                  <c:v>946.3</c:v>
                </c:pt>
                <c:pt idx="6">
                  <c:v>1110.1</c:v>
                </c:pt>
                <c:pt idx="7">
                  <c:v>1128.62</c:v>
                </c:pt>
                <c:pt idx="8">
                  <c:v>1039.8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1458.9</c:v>
                </c:pt>
                <c:pt idx="1">
                  <c:v>1286.83</c:v>
                </c:pt>
                <c:pt idx="2">
                  <c:v>1497.81</c:v>
                </c:pt>
                <c:pt idx="3">
                  <c:v>1454.95</c:v>
                </c:pt>
                <c:pt idx="4">
                  <c:v>1380.55</c:v>
                </c:pt>
                <c:pt idx="5">
                  <c:v>1459</c:v>
                </c:pt>
                <c:pt idx="6">
                  <c:v>1432.46</c:v>
                </c:pt>
                <c:pt idx="7">
                  <c:v>1480.1</c:v>
                </c:pt>
                <c:pt idx="8">
                  <c:v>1315.5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50.9099999999999"/>
          <c:min val="780.95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1148.2</c:v>
                </c:pt>
                <c:pt idx="1">
                  <c:v>1014.02</c:v>
                </c:pt>
                <c:pt idx="2">
                  <c:v>1265.65</c:v>
                </c:pt>
                <c:pt idx="3">
                  <c:v>958.6</c:v>
                </c:pt>
                <c:pt idx="4">
                  <c:v>954.25</c:v>
                </c:pt>
                <c:pt idx="5">
                  <c:v>891.25</c:v>
                </c:pt>
                <c:pt idx="6">
                  <c:v>834.15</c:v>
                </c:pt>
                <c:pt idx="7">
                  <c:v>1116.05</c:v>
                </c:pt>
                <c:pt idx="8">
                  <c:v>1271.13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1489.2</c:v>
                </c:pt>
                <c:pt idx="1">
                  <c:v>1206.8</c:v>
                </c:pt>
                <c:pt idx="2">
                  <c:v>1350</c:v>
                </c:pt>
                <c:pt idx="3">
                  <c:v>1525.73</c:v>
                </c:pt>
                <c:pt idx="4">
                  <c:v>1346.7</c:v>
                </c:pt>
                <c:pt idx="5">
                  <c:v>1546.97</c:v>
                </c:pt>
                <c:pt idx="6">
                  <c:v>1632.9</c:v>
                </c:pt>
                <c:pt idx="7">
                  <c:v>1330.6</c:v>
                </c:pt>
                <c:pt idx="8">
                  <c:v>1328.59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96.8000000000002"/>
          <c:min val="770.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402.05</c:v>
                </c:pt>
                <c:pt idx="1">
                  <c:v>373.7</c:v>
                </c:pt>
                <c:pt idx="2">
                  <c:v>425.45</c:v>
                </c:pt>
                <c:pt idx="3">
                  <c:v>440.55</c:v>
                </c:pt>
                <c:pt idx="4">
                  <c:v>433</c:v>
                </c:pt>
                <c:pt idx="5">
                  <c:v>388.1</c:v>
                </c:pt>
                <c:pt idx="6">
                  <c:v>428.8</c:v>
                </c:pt>
                <c:pt idx="7">
                  <c:v>457.55</c:v>
                </c:pt>
                <c:pt idx="8">
                  <c:v>419.2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507.4</c:v>
                </c:pt>
                <c:pt idx="1">
                  <c:v>510.5</c:v>
                </c:pt>
                <c:pt idx="2">
                  <c:v>528.35</c:v>
                </c:pt>
                <c:pt idx="3">
                  <c:v>553</c:v>
                </c:pt>
                <c:pt idx="4">
                  <c:v>514.85</c:v>
                </c:pt>
                <c:pt idx="5">
                  <c:v>527.25</c:v>
                </c:pt>
                <c:pt idx="6">
                  <c:v>681.4</c:v>
                </c:pt>
                <c:pt idx="7">
                  <c:v>662.8</c:v>
                </c:pt>
                <c:pt idx="8">
                  <c:v>559.15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6.016"/>
          <c:min val="349.0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514.9</c:v>
                </c:pt>
                <c:pt idx="1">
                  <c:v>461.37</c:v>
                </c:pt>
                <c:pt idx="2">
                  <c:v>473.9</c:v>
                </c:pt>
                <c:pt idx="3">
                  <c:v>610.15</c:v>
                </c:pt>
                <c:pt idx="4">
                  <c:v>521.65</c:v>
                </c:pt>
                <c:pt idx="5">
                  <c:v>415.75</c:v>
                </c:pt>
                <c:pt idx="6">
                  <c:v>451.5</c:v>
                </c:pt>
                <c:pt idx="7">
                  <c:v>537.17</c:v>
                </c:pt>
                <c:pt idx="8">
                  <c:v>408.05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404.58</c:v>
                </c:pt>
                <c:pt idx="1">
                  <c:v>339</c:v>
                </c:pt>
                <c:pt idx="2">
                  <c:v>326.09</c:v>
                </c:pt>
                <c:pt idx="3">
                  <c:v>347.55</c:v>
                </c:pt>
                <c:pt idx="4">
                  <c:v>335.7</c:v>
                </c:pt>
                <c:pt idx="5">
                  <c:v>465.65</c:v>
                </c:pt>
                <c:pt idx="6">
                  <c:v>413.05</c:v>
                </c:pt>
                <c:pt idx="7">
                  <c:v>336.05</c:v>
                </c:pt>
                <c:pt idx="8">
                  <c:v>308.7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34.266"/>
          <c:min val="284.5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1486</c:v>
                </c:pt>
                <c:pt idx="1">
                  <c:v>1254.22</c:v>
                </c:pt>
                <c:pt idx="2">
                  <c:v>1465.55</c:v>
                </c:pt>
                <c:pt idx="3">
                  <c:v>1476.75</c:v>
                </c:pt>
                <c:pt idx="4">
                  <c:v>1319.27</c:v>
                </c:pt>
                <c:pt idx="5">
                  <c:v>1394.79</c:v>
                </c:pt>
                <c:pt idx="6">
                  <c:v>1544.84</c:v>
                </c:pt>
                <c:pt idx="7">
                  <c:v>1347.65</c:v>
                </c:pt>
                <c:pt idx="8">
                  <c:v>1321.81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1164.35</c:v>
                </c:pt>
                <c:pt idx="1">
                  <c:v>864.55</c:v>
                </c:pt>
                <c:pt idx="2">
                  <c:v>1311.7</c:v>
                </c:pt>
                <c:pt idx="3">
                  <c:v>1200.65</c:v>
                </c:pt>
                <c:pt idx="4">
                  <c:v>1174</c:v>
                </c:pt>
                <c:pt idx="5">
                  <c:v>1459.3</c:v>
                </c:pt>
                <c:pt idx="6">
                  <c:v>1164.64</c:v>
                </c:pt>
                <c:pt idx="7">
                  <c:v>1277.86</c:v>
                </c:pt>
                <c:pt idx="8">
                  <c:v>1066.5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99.2631999999999"/>
          <c:min val="810.12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903.15</c:v>
                </c:pt>
                <c:pt idx="1">
                  <c:v>797.1</c:v>
                </c:pt>
                <c:pt idx="2">
                  <c:v>1105.2</c:v>
                </c:pt>
                <c:pt idx="3">
                  <c:v>900.6</c:v>
                </c:pt>
                <c:pt idx="4">
                  <c:v>947</c:v>
                </c:pt>
                <c:pt idx="5">
                  <c:v>1066.7</c:v>
                </c:pt>
                <c:pt idx="6">
                  <c:v>951.2</c:v>
                </c:pt>
                <c:pt idx="7">
                  <c:v>1100.42</c:v>
                </c:pt>
                <c:pt idx="8">
                  <c:v>887.8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854.3</c:v>
                </c:pt>
                <c:pt idx="1">
                  <c:v>691.1</c:v>
                </c:pt>
                <c:pt idx="2">
                  <c:v>798</c:v>
                </c:pt>
                <c:pt idx="3">
                  <c:v>972.9</c:v>
                </c:pt>
                <c:pt idx="4">
                  <c:v>913.5</c:v>
                </c:pt>
                <c:pt idx="5">
                  <c:v>1044.22</c:v>
                </c:pt>
                <c:pt idx="6">
                  <c:v>782.45</c:v>
                </c:pt>
                <c:pt idx="7">
                  <c:v>919.6</c:v>
                </c:pt>
                <c:pt idx="8">
                  <c:v>773.3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38.328"/>
          <c:min val="657.9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779</c:v>
                </c:pt>
                <c:pt idx="1">
                  <c:v>779</c:v>
                </c:pt>
                <c:pt idx="2">
                  <c:v>779</c:v>
                </c:pt>
                <c:pt idx="3">
                  <c:v>779</c:v>
                </c:pt>
                <c:pt idx="4">
                  <c:v>779</c:v>
                </c:pt>
                <c:pt idx="5">
                  <c:v>779</c:v>
                </c:pt>
                <c:pt idx="6">
                  <c:v>779</c:v>
                </c:pt>
                <c:pt idx="7">
                  <c:v>779</c:v>
                </c:pt>
                <c:pt idx="8">
                  <c:v>779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808"/>
          <c:min val="630.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691.4</c:v>
                </c:pt>
                <c:pt idx="1">
                  <c:v>674.7</c:v>
                </c:pt>
                <c:pt idx="2">
                  <c:v>970.9</c:v>
                </c:pt>
                <c:pt idx="3">
                  <c:v>902.3</c:v>
                </c:pt>
                <c:pt idx="4">
                  <c:v>935.1</c:v>
                </c:pt>
                <c:pt idx="5">
                  <c:v>817.5</c:v>
                </c:pt>
                <c:pt idx="6">
                  <c:v>890.1</c:v>
                </c:pt>
                <c:pt idx="7">
                  <c:v>1191.6</c:v>
                </c:pt>
                <c:pt idx="8">
                  <c:v>1224.8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808"/>
          <c:min val="630.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1192.55</c:v>
                </c:pt>
                <c:pt idx="1">
                  <c:v>1192.55</c:v>
                </c:pt>
                <c:pt idx="2">
                  <c:v>1192.55</c:v>
                </c:pt>
                <c:pt idx="3">
                  <c:v>1192.55</c:v>
                </c:pt>
                <c:pt idx="4">
                  <c:v>1192.55</c:v>
                </c:pt>
                <c:pt idx="5">
                  <c:v>1192.55</c:v>
                </c:pt>
                <c:pt idx="6">
                  <c:v>1192.55</c:v>
                </c:pt>
                <c:pt idx="7">
                  <c:v>1192.55</c:v>
                </c:pt>
                <c:pt idx="8">
                  <c:v>1192.55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39.2152"/>
          <c:min val="1026.80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1259.71</c:v>
                </c:pt>
                <c:pt idx="1">
                  <c:v>1069.04</c:v>
                </c:pt>
                <c:pt idx="2">
                  <c:v>1248.9</c:v>
                </c:pt>
                <c:pt idx="3">
                  <c:v>1199.41</c:v>
                </c:pt>
                <c:pt idx="4">
                  <c:v>1159.59</c:v>
                </c:pt>
                <c:pt idx="5">
                  <c:v>1248.23</c:v>
                </c:pt>
                <c:pt idx="6">
                  <c:v>1596.98</c:v>
                </c:pt>
                <c:pt idx="7">
                  <c:v>1486.91</c:v>
                </c:pt>
                <c:pt idx="8">
                  <c:v>1525.73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39.2152"/>
          <c:min val="1026.80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922.0333333333333</c:v>
                </c:pt>
                <c:pt idx="1">
                  <c:v>922.0333333333333</c:v>
                </c:pt>
                <c:pt idx="2">
                  <c:v>922.0333333333333</c:v>
                </c:pt>
                <c:pt idx="3">
                  <c:v>922.0333333333333</c:v>
                </c:pt>
                <c:pt idx="4">
                  <c:v>922.0333333333333</c:v>
                </c:pt>
                <c:pt idx="5">
                  <c:v>922.0333333333333</c:v>
                </c:pt>
                <c:pt idx="6">
                  <c:v>922.0333333333333</c:v>
                </c:pt>
                <c:pt idx="7">
                  <c:v>922.0333333333333</c:v>
                </c:pt>
                <c:pt idx="8">
                  <c:v>922.0333333333333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7.1599999999999"/>
          <c:min val="797.93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833</c:v>
                </c:pt>
                <c:pt idx="1">
                  <c:v>830.3</c:v>
                </c:pt>
                <c:pt idx="2">
                  <c:v>1102.8</c:v>
                </c:pt>
                <c:pt idx="3">
                  <c:v>1057</c:v>
                </c:pt>
                <c:pt idx="4">
                  <c:v>1118.6</c:v>
                </c:pt>
                <c:pt idx="5">
                  <c:v>1134.2</c:v>
                </c:pt>
                <c:pt idx="6">
                  <c:v>1065.6</c:v>
                </c:pt>
                <c:pt idx="7">
                  <c:v>1137.7</c:v>
                </c:pt>
                <c:pt idx="8">
                  <c:v>1234.8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7.1599999999999"/>
          <c:min val="797.93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0.8095331695331696</c:v>
                </c:pt>
                <c:pt idx="1">
                  <c:v>1.0185135135135135</c:v>
                </c:pt>
                <c:pt idx="2">
                  <c:v>0.9882380952380952</c:v>
                </c:pt>
                <c:pt idx="3">
                  <c:v>1.0098218262806236</c:v>
                </c:pt>
                <c:pt idx="4">
                  <c:v>1.1224824355971896</c:v>
                </c:pt>
                <c:pt idx="5">
                  <c:v>1.0800655021834062</c:v>
                </c:pt>
                <c:pt idx="6">
                  <c:v>1.1494292237442922</c:v>
                </c:pt>
                <c:pt idx="7">
                  <c:v>0.916109785202864</c:v>
                </c:pt>
                <c:pt idx="8">
                  <c:v>1.132070707070707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24364090623393"/>
          <c:min val="0.74176791611907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1.547421150278293</c:v>
                </c:pt>
                <c:pt idx="1">
                  <c:v>1.844675572519084</c:v>
                </c:pt>
                <c:pt idx="2">
                  <c:v>1.716822429906542</c:v>
                </c:pt>
                <c:pt idx="3">
                  <c:v>1.7136870503597121</c:v>
                </c:pt>
                <c:pt idx="4">
                  <c:v>1.6204006968641116</c:v>
                </c:pt>
                <c:pt idx="5">
                  <c:v>1.6689594356261022</c:v>
                </c:pt>
                <c:pt idx="6">
                  <c:v>1.9205882352941175</c:v>
                </c:pt>
                <c:pt idx="7">
                  <c:v>1.9292649572649572</c:v>
                </c:pt>
                <c:pt idx="8">
                  <c:v>1.7804794520547944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2.37219512195122</c:v>
                </c:pt>
                <c:pt idx="1">
                  <c:v>2.4557824427480917</c:v>
                </c:pt>
                <c:pt idx="2">
                  <c:v>2.4675617792421747</c:v>
                </c:pt>
                <c:pt idx="3">
                  <c:v>2.3930098684210526</c:v>
                </c:pt>
                <c:pt idx="4">
                  <c:v>2.160485133020344</c:v>
                </c:pt>
                <c:pt idx="5">
                  <c:v>2.290423861852433</c:v>
                </c:pt>
                <c:pt idx="6">
                  <c:v>2.2665506329113922</c:v>
                </c:pt>
                <c:pt idx="7">
                  <c:v>2.3419303797468354</c:v>
                </c:pt>
                <c:pt idx="8">
                  <c:v>1.9962063732928679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411730295592854"/>
          <c:min val="1.4738098999611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0.9854166666666667</c:v>
                </c:pt>
                <c:pt idx="1">
                  <c:v>1.0497191011235956</c:v>
                </c:pt>
                <c:pt idx="2">
                  <c:v>0.9802995391705069</c:v>
                </c:pt>
                <c:pt idx="3">
                  <c:v>1.0718978102189782</c:v>
                </c:pt>
                <c:pt idx="4">
                  <c:v>0.9774266365688488</c:v>
                </c:pt>
                <c:pt idx="5">
                  <c:v>0.9004640371229699</c:v>
                </c:pt>
                <c:pt idx="6">
                  <c:v>0.9281385281385282</c:v>
                </c:pt>
                <c:pt idx="7">
                  <c:v>1.0842417061611376</c:v>
                </c:pt>
                <c:pt idx="8">
                  <c:v>0.9233480176211454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7474189247357"/>
          <c:min val="0.852537359187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4.693251533742331</c:v>
                </c:pt>
                <c:pt idx="1">
                  <c:v>3.9916666666666667</c:v>
                </c:pt>
                <c:pt idx="2">
                  <c:v>3.7259541984732825</c:v>
                </c:pt>
                <c:pt idx="3">
                  <c:v>4.5065034965034965</c:v>
                </c:pt>
                <c:pt idx="4">
                  <c:v>3.981161290322581</c:v>
                </c:pt>
                <c:pt idx="5">
                  <c:v>4.063872832369942</c:v>
                </c:pt>
                <c:pt idx="6">
                  <c:v>3.8731707317073174</c:v>
                </c:pt>
                <c:pt idx="7">
                  <c:v>3.154736842105263</c:v>
                </c:pt>
                <c:pt idx="8">
                  <c:v>3.9435374149659865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3.5072</c:v>
                </c:pt>
                <c:pt idx="1">
                  <c:v>2.8326470588235293</c:v>
                </c:pt>
                <c:pt idx="2">
                  <c:v>3.3393630573248405</c:v>
                </c:pt>
                <c:pt idx="3">
                  <c:v>3.9942944785276078</c:v>
                </c:pt>
                <c:pt idx="4">
                  <c:v>4.023714285714286</c:v>
                </c:pt>
                <c:pt idx="5">
                  <c:v>3.3935403726708073</c:v>
                </c:pt>
                <c:pt idx="6">
                  <c:v>3.0639884393063586</c:v>
                </c:pt>
                <c:pt idx="7">
                  <c:v>3.7738297872340425</c:v>
                </c:pt>
                <c:pt idx="8">
                  <c:v>3.325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8420998917358355"/>
          <c:min val="2.6837987008300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2.0596</c:v>
                </c:pt>
                <c:pt idx="1">
                  <c:v>2.032466960352423</c:v>
                </c:pt>
                <c:pt idx="2">
                  <c:v>2.0876651982378855</c:v>
                </c:pt>
                <c:pt idx="3">
                  <c:v>2.234981684981685</c:v>
                </c:pt>
                <c:pt idx="4">
                  <c:v>2.103427419354839</c:v>
                </c:pt>
                <c:pt idx="5">
                  <c:v>1.7251037344398341</c:v>
                </c:pt>
                <c:pt idx="6">
                  <c:v>1.6973684210526316</c:v>
                </c:pt>
                <c:pt idx="7">
                  <c:v>1.9821771217712176</c:v>
                </c:pt>
                <c:pt idx="8">
                  <c:v>1.6453629032258066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1.7590434782608695</c:v>
                </c:pt>
                <c:pt idx="1">
                  <c:v>1.8324324324324324</c:v>
                </c:pt>
                <c:pt idx="2">
                  <c:v>1.5753140096618357</c:v>
                </c:pt>
                <c:pt idx="3">
                  <c:v>1.5378318584070796</c:v>
                </c:pt>
                <c:pt idx="4">
                  <c:v>1.576056338028169</c:v>
                </c:pt>
                <c:pt idx="5">
                  <c:v>1.8700803212851405</c:v>
                </c:pt>
                <c:pt idx="6">
                  <c:v>1.966904761904762</c:v>
                </c:pt>
                <c:pt idx="7">
                  <c:v>1.5486175115207375</c:v>
                </c:pt>
                <c:pt idx="8">
                  <c:v>1.6961538461538461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907536711076535"/>
          <c:min val="1.48205987228111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2.4811813186813185</c:v>
                </c:pt>
                <c:pt idx="1">
                  <c:v>2.5224683544303796</c:v>
                </c:pt>
                <c:pt idx="2">
                  <c:v>2.8484536082474228</c:v>
                </c:pt>
                <c:pt idx="3">
                  <c:v>2.212776412776413</c:v>
                </c:pt>
                <c:pt idx="4">
                  <c:v>2.608815426997245</c:v>
                </c:pt>
                <c:pt idx="5">
                  <c:v>2.821957671957672</c:v>
                </c:pt>
                <c:pt idx="6">
                  <c:v>2.5031578947368422</c:v>
                </c:pt>
                <c:pt idx="7">
                  <c:v>2.6452403846153847</c:v>
                </c:pt>
                <c:pt idx="8">
                  <c:v>2.580813953488372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2.248157894736842</c:v>
                </c:pt>
                <c:pt idx="1">
                  <c:v>2.0753753753753754</c:v>
                </c:pt>
                <c:pt idx="2">
                  <c:v>2.241573033707865</c:v>
                </c:pt>
                <c:pt idx="3">
                  <c:v>2.333093525179856</c:v>
                </c:pt>
                <c:pt idx="4">
                  <c:v>2.475609756097561</c:v>
                </c:pt>
                <c:pt idx="5">
                  <c:v>2.4686052009456265</c:v>
                </c:pt>
                <c:pt idx="6">
                  <c:v>2.1033602150537636</c:v>
                </c:pt>
                <c:pt idx="7">
                  <c:v>2.4010443864229765</c:v>
                </c:pt>
                <c:pt idx="8">
                  <c:v>2.0956639566395663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102998668771867"/>
          <c:min val="2.0135291167456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1.3477508650519032</c:v>
                </c:pt>
                <c:pt idx="1">
                  <c:v>1.3477508650519032</c:v>
                </c:pt>
                <c:pt idx="2">
                  <c:v>1.3477508650519032</c:v>
                </c:pt>
                <c:pt idx="3">
                  <c:v>1.3477508650519032</c:v>
                </c:pt>
                <c:pt idx="4">
                  <c:v>1.3477508650519032</c:v>
                </c:pt>
                <c:pt idx="5">
                  <c:v>1.3477508650519032</c:v>
                </c:pt>
                <c:pt idx="6">
                  <c:v>1.3477508650519032</c:v>
                </c:pt>
                <c:pt idx="7">
                  <c:v>1.3477508650519032</c:v>
                </c:pt>
                <c:pt idx="8">
                  <c:v>1.3477508650519032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176743612835947"/>
          <c:min val="1.14275076498501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1.1961937716262976</c:v>
                </c:pt>
                <c:pt idx="1">
                  <c:v>1.3</c:v>
                </c:pt>
                <c:pt idx="2">
                  <c:v>1.524175824175824</c:v>
                </c:pt>
                <c:pt idx="3">
                  <c:v>1.4054517133956386</c:v>
                </c:pt>
                <c:pt idx="4">
                  <c:v>1.4104072398190046</c:v>
                </c:pt>
                <c:pt idx="5">
                  <c:v>1.25</c:v>
                </c:pt>
                <c:pt idx="6">
                  <c:v>1.3206231454005934</c:v>
                </c:pt>
                <c:pt idx="7">
                  <c:v>1.7601181683899556</c:v>
                </c:pt>
                <c:pt idx="8">
                  <c:v>1.8642313546423135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176743612835947"/>
          <c:min val="1.14275076498501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1.5588516746411485</c:v>
                </c:pt>
                <c:pt idx="1">
                  <c:v>1.5588516746411485</c:v>
                </c:pt>
                <c:pt idx="2">
                  <c:v>1.5588516746411485</c:v>
                </c:pt>
                <c:pt idx="3">
                  <c:v>1.5588516746411485</c:v>
                </c:pt>
                <c:pt idx="4">
                  <c:v>1.5588516746411485</c:v>
                </c:pt>
                <c:pt idx="5">
                  <c:v>1.5588516746411485</c:v>
                </c:pt>
                <c:pt idx="6">
                  <c:v>1.5588516746411485</c:v>
                </c:pt>
                <c:pt idx="7">
                  <c:v>1.5588516746411485</c:v>
                </c:pt>
                <c:pt idx="8">
                  <c:v>1.5588516746411485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9683523238381"/>
          <c:min val="1.4111474362818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1.4608490566037735</c:v>
                </c:pt>
                <c:pt idx="1">
                  <c:v>1.4711340206185566</c:v>
                </c:pt>
                <c:pt idx="2">
                  <c:v>1.7298642533936652</c:v>
                </c:pt>
                <c:pt idx="3">
                  <c:v>1.7783898305084744</c:v>
                </c:pt>
                <c:pt idx="4">
                  <c:v>1.441391304347826</c:v>
                </c:pt>
                <c:pt idx="5">
                  <c:v>1.5297619047619047</c:v>
                </c:pt>
                <c:pt idx="6">
                  <c:v>1.819439655172414</c:v>
                </c:pt>
                <c:pt idx="7">
                  <c:v>1.7451485148514851</c:v>
                </c:pt>
                <c:pt idx="8">
                  <c:v>1.725108225108225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9683523238381"/>
          <c:min val="1.4111474362818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1.374734513274336</c:v>
                </c:pt>
                <c:pt idx="1">
                  <c:v>1.374734513274336</c:v>
                </c:pt>
                <c:pt idx="2">
                  <c:v>1.374734513274336</c:v>
                </c:pt>
                <c:pt idx="3">
                  <c:v>1.374734513274336</c:v>
                </c:pt>
                <c:pt idx="4">
                  <c:v>1.374734513274336</c:v>
                </c:pt>
                <c:pt idx="5">
                  <c:v>1.374734513274336</c:v>
                </c:pt>
                <c:pt idx="6">
                  <c:v>1.374734513274336</c:v>
                </c:pt>
                <c:pt idx="7">
                  <c:v>1.374734513274336</c:v>
                </c:pt>
                <c:pt idx="8">
                  <c:v>1.374734513274336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872960693394208"/>
          <c:min val="1.24218620345270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872960693394208"/>
          <c:min val="1.24218620345270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115.0490765117863</c:v>
                </c:pt>
                <c:pt idx="1">
                  <c:v>115.42740201932472</c:v>
                </c:pt>
                <c:pt idx="2">
                  <c:v>113.74017173105446</c:v>
                </c:pt>
                <c:pt idx="3">
                  <c:v>112.06231482851163</c:v>
                </c:pt>
                <c:pt idx="4">
                  <c:v>116.89331309553924</c:v>
                </c:pt>
                <c:pt idx="5">
                  <c:v>120.40416426193119</c:v>
                </c:pt>
                <c:pt idx="6">
                  <c:v>124.99917591125198</c:v>
                </c:pt>
                <c:pt idx="7">
                  <c:v>117.80952859055269</c:v>
                </c:pt>
                <c:pt idx="8">
                  <c:v>116.92744389759336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1.92777533976658"/>
          <c:min val="109.109317753603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182.378309250955</c:v>
                </c:pt>
                <c:pt idx="1">
                  <c:v>185.81206874921588</c:v>
                </c:pt>
                <c:pt idx="2">
                  <c:v>185.37376040535648</c:v>
                </c:pt>
                <c:pt idx="3">
                  <c:v>172.41419053964023</c:v>
                </c:pt>
                <c:pt idx="4">
                  <c:v>177.73820485744454</c:v>
                </c:pt>
                <c:pt idx="5">
                  <c:v>178.48273178963157</c:v>
                </c:pt>
                <c:pt idx="6">
                  <c:v>172.32784903280066</c:v>
                </c:pt>
                <c:pt idx="7">
                  <c:v>184.52138274477016</c:v>
                </c:pt>
                <c:pt idx="8">
                  <c:v>195.6911579184501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208.9492918178626</c:v>
                </c:pt>
                <c:pt idx="1">
                  <c:v>217.9379829257705</c:v>
                </c:pt>
                <c:pt idx="2">
                  <c:v>223.98379699248122</c:v>
                </c:pt>
                <c:pt idx="3">
                  <c:v>226.2475382875938</c:v>
                </c:pt>
                <c:pt idx="4">
                  <c:v>219.74642583470168</c:v>
                </c:pt>
                <c:pt idx="5">
                  <c:v>224.43341441458693</c:v>
                </c:pt>
                <c:pt idx="6">
                  <c:v>228.6857179372484</c:v>
                </c:pt>
                <c:pt idx="7">
                  <c:v>221.59294258373205</c:v>
                </c:pt>
                <c:pt idx="8">
                  <c:v>226.9213371266003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3.1943474496042"/>
          <c:min val="167.81921952044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135.9761581587489</c:v>
                </c:pt>
                <c:pt idx="1">
                  <c:v>145.32653160453808</c:v>
                </c:pt>
                <c:pt idx="2">
                  <c:v>152.08800410617394</c:v>
                </c:pt>
                <c:pt idx="3">
                  <c:v>135.25783423218846</c:v>
                </c:pt>
                <c:pt idx="4">
                  <c:v>150.41921044451354</c:v>
                </c:pt>
                <c:pt idx="5">
                  <c:v>129.6778671403431</c:v>
                </c:pt>
                <c:pt idx="6">
                  <c:v>146.4719536903039</c:v>
                </c:pt>
                <c:pt idx="7">
                  <c:v>129.1160210605491</c:v>
                </c:pt>
                <c:pt idx="8">
                  <c:v>122.60498273310311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157.13454336399474</c:v>
                </c:pt>
                <c:pt idx="1">
                  <c:v>170.8547540513409</c:v>
                </c:pt>
                <c:pt idx="2">
                  <c:v>178.13305744286595</c:v>
                </c:pt>
                <c:pt idx="3">
                  <c:v>176.06865429917548</c:v>
                </c:pt>
                <c:pt idx="4">
                  <c:v>162.57445162926334</c:v>
                </c:pt>
                <c:pt idx="5">
                  <c:v>161.11247646541983</c:v>
                </c:pt>
                <c:pt idx="6">
                  <c:v>166.88648570603522</c:v>
                </c:pt>
                <c:pt idx="7">
                  <c:v>177.20261660978383</c:v>
                </c:pt>
                <c:pt idx="8">
                  <c:v>158.27184222676607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2.57530341964699"/>
          <c:min val="118.1627367563220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189.671764500958</c:v>
                </c:pt>
                <c:pt idx="1">
                  <c:v>190.39173783554565</c:v>
                </c:pt>
                <c:pt idx="2">
                  <c:v>186.32210326709594</c:v>
                </c:pt>
                <c:pt idx="3">
                  <c:v>189.28632380554976</c:v>
                </c:pt>
                <c:pt idx="4">
                  <c:v>187.42900707361804</c:v>
                </c:pt>
                <c:pt idx="5">
                  <c:v>190.19035063113603</c:v>
                </c:pt>
                <c:pt idx="6">
                  <c:v>188.12056584547142</c:v>
                </c:pt>
                <c:pt idx="7">
                  <c:v>185.7948927019399</c:v>
                </c:pt>
                <c:pt idx="8">
                  <c:v>158.9534508665518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7826347160375"/>
          <c:min val="135.223641748761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149.05162698127234</c:v>
                </c:pt>
                <c:pt idx="1">
                  <c:v>150.05470665521773</c:v>
                </c:pt>
                <c:pt idx="2">
                  <c:v>145.77087642896024</c:v>
                </c:pt>
                <c:pt idx="3">
                  <c:v>145.12440045759388</c:v>
                </c:pt>
                <c:pt idx="4">
                  <c:v>146.24468073668706</c:v>
                </c:pt>
                <c:pt idx="5">
                  <c:v>148.79892211772167</c:v>
                </c:pt>
                <c:pt idx="6">
                  <c:v>151.5719754977029</c:v>
                </c:pt>
                <c:pt idx="7">
                  <c:v>152.7365543761408</c:v>
                </c:pt>
                <c:pt idx="8">
                  <c:v>148.8406328140027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139.5087531701967</c:v>
                </c:pt>
                <c:pt idx="1">
                  <c:v>141.1091985732381</c:v>
                </c:pt>
                <c:pt idx="2">
                  <c:v>142.5638498875024</c:v>
                </c:pt>
                <c:pt idx="3">
                  <c:v>135.65051719990376</c:v>
                </c:pt>
                <c:pt idx="4">
                  <c:v>135.4198399188729</c:v>
                </c:pt>
                <c:pt idx="5">
                  <c:v>141.8193831391364</c:v>
                </c:pt>
                <c:pt idx="6">
                  <c:v>137.29292964550493</c:v>
                </c:pt>
                <c:pt idx="7">
                  <c:v>138.06952908587257</c:v>
                </c:pt>
                <c:pt idx="8">
                  <c:v>134.5364728240213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19256090031035"/>
          <c:min val="133.080466299851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210.02027815163748</c:v>
                </c:pt>
                <c:pt idx="1">
                  <c:v>222.79977355553197</c:v>
                </c:pt>
                <c:pt idx="2">
                  <c:v>225.26684543761638</c:v>
                </c:pt>
                <c:pt idx="3">
                  <c:v>227.9249692496925</c:v>
                </c:pt>
                <c:pt idx="4">
                  <c:v>223.36578823084912</c:v>
                </c:pt>
                <c:pt idx="5">
                  <c:v>218.08357952593607</c:v>
                </c:pt>
                <c:pt idx="6">
                  <c:v>218.64701325529353</c:v>
                </c:pt>
                <c:pt idx="7">
                  <c:v>231.49782975212543</c:v>
                </c:pt>
                <c:pt idx="8">
                  <c:v>221.1602813990173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233.40259197324417</c:v>
                </c:pt>
                <c:pt idx="1">
                  <c:v>234.50396825396825</c:v>
                </c:pt>
                <c:pt idx="2">
                  <c:v>228.27734493192133</c:v>
                </c:pt>
                <c:pt idx="3">
                  <c:v>220.45446566560454</c:v>
                </c:pt>
                <c:pt idx="4">
                  <c:v>197.96650892948708</c:v>
                </c:pt>
                <c:pt idx="5">
                  <c:v>195.17352900794802</c:v>
                </c:pt>
                <c:pt idx="6">
                  <c:v>195.53025739102716</c:v>
                </c:pt>
                <c:pt idx="7">
                  <c:v>200.40652989960716</c:v>
                </c:pt>
                <c:pt idx="8">
                  <c:v>201.48198896932092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7.65040339364987"/>
          <c:min val="192.02709386826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128.27146690100687</c:v>
                </c:pt>
                <c:pt idx="1">
                  <c:v>128.27146690100687</c:v>
                </c:pt>
                <c:pt idx="2">
                  <c:v>128.27146690100687</c:v>
                </c:pt>
                <c:pt idx="3">
                  <c:v>128.27146690100687</c:v>
                </c:pt>
                <c:pt idx="4">
                  <c:v>128.27146690100687</c:v>
                </c:pt>
                <c:pt idx="5">
                  <c:v>128.27146690100687</c:v>
                </c:pt>
                <c:pt idx="6">
                  <c:v>128.27146690100687</c:v>
                </c:pt>
                <c:pt idx="7">
                  <c:v>128.27146690100687</c:v>
                </c:pt>
                <c:pt idx="8">
                  <c:v>128.27146690100687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3.9701108146142"/>
          <c:min val="123.088977916277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133.50852736170845</c:v>
                </c:pt>
                <c:pt idx="1">
                  <c:v>124.52905604719764</c:v>
                </c:pt>
                <c:pt idx="2">
                  <c:v>125.66441779876723</c:v>
                </c:pt>
                <c:pt idx="3">
                  <c:v>131.4519062005467</c:v>
                </c:pt>
                <c:pt idx="4">
                  <c:v>132.6886803693774</c:v>
                </c:pt>
                <c:pt idx="5">
                  <c:v>140.1975303339418</c:v>
                </c:pt>
                <c:pt idx="6">
                  <c:v>142.53003268369446</c:v>
                </c:pt>
                <c:pt idx="7">
                  <c:v>141.47412587412586</c:v>
                </c:pt>
                <c:pt idx="8">
                  <c:v>141.50217039196633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3.9701108146142"/>
          <c:min val="123.088977916277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227.33972938993</c:v>
                </c:pt>
                <c:pt idx="1">
                  <c:v>227.33972938993</c:v>
                </c:pt>
                <c:pt idx="2">
                  <c:v>227.33972938993</c:v>
                </c:pt>
                <c:pt idx="3">
                  <c:v>227.33972938993</c:v>
                </c:pt>
                <c:pt idx="4">
                  <c:v>227.33972938993</c:v>
                </c:pt>
                <c:pt idx="5">
                  <c:v>227.33972938993</c:v>
                </c:pt>
                <c:pt idx="6">
                  <c:v>227.33972938993</c:v>
                </c:pt>
                <c:pt idx="7">
                  <c:v>227.33972938993</c:v>
                </c:pt>
                <c:pt idx="8">
                  <c:v>227.33972938993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10724380275198"/>
          <c:min val="218.166695060436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226.99655601837938</c:v>
                </c:pt>
                <c:pt idx="1">
                  <c:v>230.6832340523972</c:v>
                </c:pt>
                <c:pt idx="2">
                  <c:v>225.44062666768312</c:v>
                </c:pt>
                <c:pt idx="3">
                  <c:v>220.3694915254237</c:v>
                </c:pt>
                <c:pt idx="4">
                  <c:v>229.04754684838161</c:v>
                </c:pt>
                <c:pt idx="5">
                  <c:v>247.9044473377647</c:v>
                </c:pt>
                <c:pt idx="6">
                  <c:v>243.19138102761363</c:v>
                </c:pt>
                <c:pt idx="7">
                  <c:v>243.7889909692768</c:v>
                </c:pt>
                <c:pt idx="8">
                  <c:v>245.53794655414907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10724380275198"/>
          <c:min val="218.166695060436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139.3981819539261</c:v>
                </c:pt>
                <c:pt idx="1">
                  <c:v>139.3981819539261</c:v>
                </c:pt>
                <c:pt idx="2">
                  <c:v>139.3981819539261</c:v>
                </c:pt>
                <c:pt idx="3">
                  <c:v>139.3981819539261</c:v>
                </c:pt>
                <c:pt idx="4">
                  <c:v>139.3981819539261</c:v>
                </c:pt>
                <c:pt idx="5">
                  <c:v>139.3981819539261</c:v>
                </c:pt>
                <c:pt idx="6">
                  <c:v>139.3981819539261</c:v>
                </c:pt>
                <c:pt idx="7">
                  <c:v>139.3981819539261</c:v>
                </c:pt>
                <c:pt idx="8">
                  <c:v>139.3981819539261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0522654055815"/>
          <c:min val="134.428701865102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0522654055815"/>
          <c:min val="134.428701865102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129.88619164619163</c:v>
                </c:pt>
                <c:pt idx="1">
                  <c:v>169.77989189189188</c:v>
                </c:pt>
                <c:pt idx="2">
                  <c:v>165.71442857142856</c:v>
                </c:pt>
                <c:pt idx="3">
                  <c:v>168.16574610244987</c:v>
                </c:pt>
                <c:pt idx="4">
                  <c:v>186.088149882904</c:v>
                </c:pt>
                <c:pt idx="5">
                  <c:v>186.8659170305677</c:v>
                </c:pt>
                <c:pt idx="6">
                  <c:v>197.29289954337898</c:v>
                </c:pt>
                <c:pt idx="7">
                  <c:v>153.2679952267303</c:v>
                </c:pt>
                <c:pt idx="8">
                  <c:v>185.71292929292932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210.5308009708738</c:v>
                </c:pt>
                <c:pt idx="1">
                  <c:v>236.76679190751443</c:v>
                </c:pt>
                <c:pt idx="2">
                  <c:v>242.74465053763439</c:v>
                </c:pt>
                <c:pt idx="3">
                  <c:v>227.9738578680203</c:v>
                </c:pt>
                <c:pt idx="4">
                  <c:v>215.10911042944787</c:v>
                </c:pt>
                <c:pt idx="5">
                  <c:v>240.19306930693068</c:v>
                </c:pt>
                <c:pt idx="6">
                  <c:v>256.0121485411141</c:v>
                </c:pt>
                <c:pt idx="7">
                  <c:v>286.0521511627907</c:v>
                </c:pt>
                <c:pt idx="8">
                  <c:v>228.38080213903743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8.54542792411866"/>
          <c:min val="117.39291488486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292.58615873015873</c:v>
                </c:pt>
                <c:pt idx="1">
                  <c:v>337.091992481203</c:v>
                </c:pt>
                <c:pt idx="2">
                  <c:v>362.6182167832168</c:v>
                </c:pt>
                <c:pt idx="3">
                  <c:v>295.9710248447205</c:v>
                </c:pt>
                <c:pt idx="4">
                  <c:v>329.18272108843536</c:v>
                </c:pt>
                <c:pt idx="5">
                  <c:v>294.19940298507464</c:v>
                </c:pt>
                <c:pt idx="6">
                  <c:v>344.25891156462586</c:v>
                </c:pt>
                <c:pt idx="7">
                  <c:v>261.07946768060833</c:v>
                </c:pt>
                <c:pt idx="8">
                  <c:v>217.04829694323143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335.6614385964912</c:v>
                </c:pt>
                <c:pt idx="1">
                  <c:v>461.77139534883725</c:v>
                </c:pt>
                <c:pt idx="2">
                  <c:v>468.17762987012986</c:v>
                </c:pt>
                <c:pt idx="3">
                  <c:v>431.71779783393504</c:v>
                </c:pt>
                <c:pt idx="4">
                  <c:v>453.08293286219083</c:v>
                </c:pt>
                <c:pt idx="5">
                  <c:v>383.1591343283582</c:v>
                </c:pt>
                <c:pt idx="6">
                  <c:v>364.6232807570978</c:v>
                </c:pt>
                <c:pt idx="7">
                  <c:v>475.6064122137405</c:v>
                </c:pt>
                <c:pt idx="8">
                  <c:v>393.37039344262297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6.2910614353812"/>
          <c:min val="196.363647721590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162.29102333931777</c:v>
                </c:pt>
                <c:pt idx="1">
                  <c:v>155.0486128364389</c:v>
                </c:pt>
                <c:pt idx="2">
                  <c:v>147.5827470355731</c:v>
                </c:pt>
                <c:pt idx="3">
                  <c:v>165.31442273534637</c:v>
                </c:pt>
                <c:pt idx="4">
                  <c:v>149.77101243339254</c:v>
                </c:pt>
                <c:pt idx="5">
                  <c:v>159.39569811320754</c:v>
                </c:pt>
                <c:pt idx="6">
                  <c:v>173.36541509433962</c:v>
                </c:pt>
                <c:pt idx="7">
                  <c:v>189.70228174603173</c:v>
                </c:pt>
                <c:pt idx="8">
                  <c:v>167.92956175298804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211.2088788426763</c:v>
                </c:pt>
                <c:pt idx="1">
                  <c:v>240.61326171875</c:v>
                </c:pt>
                <c:pt idx="2">
                  <c:v>217.03684640522874</c:v>
                </c:pt>
                <c:pt idx="3">
                  <c:v>229.33828618968386</c:v>
                </c:pt>
                <c:pt idx="4">
                  <c:v>225.96749084249083</c:v>
                </c:pt>
                <c:pt idx="5">
                  <c:v>204.90637606837606</c:v>
                </c:pt>
                <c:pt idx="6">
                  <c:v>226.83740802675584</c:v>
                </c:pt>
                <c:pt idx="7">
                  <c:v>213.96110905730131</c:v>
                </c:pt>
                <c:pt idx="8">
                  <c:v>231.98551166965888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8.05570289340417"/>
          <c:min val="140.140305860918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290.62976000000003</c:v>
                </c:pt>
                <c:pt idx="1">
                  <c:v>285.3950220264317</c:v>
                </c:pt>
                <c:pt idx="2">
                  <c:v>280.42502202643175</c:v>
                </c:pt>
                <c:pt idx="3">
                  <c:v>321.4882417582417</c:v>
                </c:pt>
                <c:pt idx="4">
                  <c:v>292.63350806451615</c:v>
                </c:pt>
                <c:pt idx="5">
                  <c:v>220.18556016597512</c:v>
                </c:pt>
                <c:pt idx="6">
                  <c:v>226.89375939849623</c:v>
                </c:pt>
                <c:pt idx="7">
                  <c:v>267.67158671586714</c:v>
                </c:pt>
                <c:pt idx="8">
                  <c:v>223.76415322580647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234.84730434782608</c:v>
                </c:pt>
                <c:pt idx="1">
                  <c:v>228.19108108108108</c:v>
                </c:pt>
                <c:pt idx="2">
                  <c:v>197.96091787439616</c:v>
                </c:pt>
                <c:pt idx="3">
                  <c:v>202.15092920353982</c:v>
                </c:pt>
                <c:pt idx="4">
                  <c:v>209.12483568075115</c:v>
                </c:pt>
                <c:pt idx="5">
                  <c:v>262.1806425702811</c:v>
                </c:pt>
                <c:pt idx="6">
                  <c:v>280.343</c:v>
                </c:pt>
                <c:pt idx="7">
                  <c:v>219.08930875576036</c:v>
                </c:pt>
                <c:pt idx="8">
                  <c:v>240.00945054945055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1.37042766894933"/>
          <c:min val="188.07873196368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972.3704294478528</c:v>
                </c:pt>
                <c:pt idx="1">
                  <c:v>869.7270454545454</c:v>
                </c:pt>
                <c:pt idx="2">
                  <c:v>807.1629770992367</c:v>
                </c:pt>
                <c:pt idx="3">
                  <c:v>969.2566433566434</c:v>
                </c:pt>
                <c:pt idx="4">
                  <c:v>876.5754838709678</c:v>
                </c:pt>
                <c:pt idx="5">
                  <c:v>884.1474566473989</c:v>
                </c:pt>
                <c:pt idx="6">
                  <c:v>856.0540853658537</c:v>
                </c:pt>
                <c:pt idx="7">
                  <c:v>699.5857894736841</c:v>
                </c:pt>
                <c:pt idx="8">
                  <c:v>875.0613605442177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812.2049142857142</c:v>
                </c:pt>
                <c:pt idx="1">
                  <c:v>667.2275</c:v>
                </c:pt>
                <c:pt idx="2">
                  <c:v>778.788025477707</c:v>
                </c:pt>
                <c:pt idx="3">
                  <c:v>963.4282208588957</c:v>
                </c:pt>
                <c:pt idx="4">
                  <c:v>925.1539285714285</c:v>
                </c:pt>
                <c:pt idx="5">
                  <c:v>756.4858385093167</c:v>
                </c:pt>
                <c:pt idx="6">
                  <c:v>715.80774566474</c:v>
                </c:pt>
                <c:pt idx="7">
                  <c:v>914.5150531914893</c:v>
                </c:pt>
                <c:pt idx="8">
                  <c:v>793.52921875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96.781863803681"/>
          <c:min val="642.81606564417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285.0538219895288</c:v>
                </c:pt>
                <c:pt idx="1">
                  <c:v>268.5132545201669</c:v>
                </c:pt>
                <c:pt idx="2">
                  <c:v>266.46166101694917</c:v>
                </c:pt>
                <c:pt idx="3">
                  <c:v>219.40733978234582</c:v>
                </c:pt>
                <c:pt idx="4">
                  <c:v>223.84747183979977</c:v>
                </c:pt>
                <c:pt idx="5">
                  <c:v>215.1105964467005</c:v>
                </c:pt>
                <c:pt idx="6">
                  <c:v>202.21748711340206</c:v>
                </c:pt>
                <c:pt idx="7">
                  <c:v>248.33100598802397</c:v>
                </c:pt>
                <c:pt idx="8">
                  <c:v>264.8106159895151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234.72037756202806</c:v>
                </c:pt>
                <c:pt idx="1">
                  <c:v>213.6207242693774</c:v>
                </c:pt>
                <c:pt idx="2">
                  <c:v>206.78852813852814</c:v>
                </c:pt>
                <c:pt idx="3">
                  <c:v>240.97129237288135</c:v>
                </c:pt>
                <c:pt idx="4">
                  <c:v>232.34234972677595</c:v>
                </c:pt>
                <c:pt idx="5">
                  <c:v>256.4467948717949</c:v>
                </c:pt>
                <c:pt idx="6">
                  <c:v>248.00236458333333</c:v>
                </c:pt>
                <c:pt idx="7">
                  <c:v>223.34906923950058</c:v>
                </c:pt>
                <c:pt idx="8">
                  <c:v>246.87454016298022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1.6807287796189"/>
          <c:min val="195.59058032331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223.94994809688583</c:v>
                </c:pt>
                <c:pt idx="1">
                  <c:v>223.94994809688583</c:v>
                </c:pt>
                <c:pt idx="2">
                  <c:v>223.94994809688583</c:v>
                </c:pt>
                <c:pt idx="3">
                  <c:v>223.94994809688583</c:v>
                </c:pt>
                <c:pt idx="4">
                  <c:v>223.94994809688583</c:v>
                </c:pt>
                <c:pt idx="5">
                  <c:v>223.94994809688583</c:v>
                </c:pt>
                <c:pt idx="6">
                  <c:v>223.94994809688583</c:v>
                </c:pt>
                <c:pt idx="7">
                  <c:v>223.94994809688583</c:v>
                </c:pt>
                <c:pt idx="8">
                  <c:v>223.94994809688583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7.99051456579116"/>
          <c:min val="189.618106634270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204.29401384083044</c:v>
                </c:pt>
                <c:pt idx="1">
                  <c:v>212.2406936416185</c:v>
                </c:pt>
                <c:pt idx="2">
                  <c:v>251.32551020408164</c:v>
                </c:pt>
                <c:pt idx="3">
                  <c:v>223.57593457943926</c:v>
                </c:pt>
                <c:pt idx="4">
                  <c:v>223.97177978883863</c:v>
                </c:pt>
                <c:pt idx="5">
                  <c:v>198.471376146789</c:v>
                </c:pt>
                <c:pt idx="6">
                  <c:v>209.48700296735905</c:v>
                </c:pt>
                <c:pt idx="7">
                  <c:v>300.557976366322</c:v>
                </c:pt>
                <c:pt idx="8">
                  <c:v>309.13724505327247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7.99051456579116"/>
          <c:min val="189.618106634270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171.36392828685263</c:v>
                </c:pt>
                <c:pt idx="1">
                  <c:v>171.36392828685263</c:v>
                </c:pt>
                <c:pt idx="2">
                  <c:v>171.36392828685263</c:v>
                </c:pt>
                <c:pt idx="3">
                  <c:v>171.36392828685263</c:v>
                </c:pt>
                <c:pt idx="4">
                  <c:v>171.36392828685263</c:v>
                </c:pt>
                <c:pt idx="5">
                  <c:v>171.36392828685263</c:v>
                </c:pt>
                <c:pt idx="6">
                  <c:v>171.36392828685263</c:v>
                </c:pt>
                <c:pt idx="7">
                  <c:v>171.36392828685263</c:v>
                </c:pt>
                <c:pt idx="8">
                  <c:v>171.36392828685263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624078709498"/>
          <c:min val="159.768523153942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170.70264285714285</c:v>
                </c:pt>
                <c:pt idx="1">
                  <c:v>177.0144226044226</c:v>
                </c:pt>
                <c:pt idx="2">
                  <c:v>166.6396028037383</c:v>
                </c:pt>
                <c:pt idx="3">
                  <c:v>170.2187899543379</c:v>
                </c:pt>
                <c:pt idx="4">
                  <c:v>164.08534278959812</c:v>
                </c:pt>
                <c:pt idx="5">
                  <c:v>180.7369082125604</c:v>
                </c:pt>
                <c:pt idx="6">
                  <c:v>201.44026476578412</c:v>
                </c:pt>
                <c:pt idx="7">
                  <c:v>218.0455882352941</c:v>
                </c:pt>
                <c:pt idx="8">
                  <c:v>184.16329621380848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624078709498"/>
          <c:min val="159.768523153942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206.5082456140351</c:v>
                </c:pt>
                <c:pt idx="1">
                  <c:v>206.5082456140351</c:v>
                </c:pt>
                <c:pt idx="2">
                  <c:v>206.5082456140351</c:v>
                </c:pt>
                <c:pt idx="3">
                  <c:v>206.5082456140351</c:v>
                </c:pt>
                <c:pt idx="4">
                  <c:v>206.5082456140351</c:v>
                </c:pt>
                <c:pt idx="5">
                  <c:v>206.5082456140351</c:v>
                </c:pt>
                <c:pt idx="6">
                  <c:v>206.5082456140351</c:v>
                </c:pt>
                <c:pt idx="7">
                  <c:v>206.5082456140351</c:v>
                </c:pt>
                <c:pt idx="8">
                  <c:v>206.5082456140351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7.44730120364346"/>
          <c:min val="169.794558750813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175.8395754716981</c:v>
                </c:pt>
                <c:pt idx="1">
                  <c:v>205.67309278350515</c:v>
                </c:pt>
                <c:pt idx="2">
                  <c:v>236.66108597285069</c:v>
                </c:pt>
                <c:pt idx="3">
                  <c:v>196.78334745762712</c:v>
                </c:pt>
                <c:pt idx="4">
                  <c:v>191.7835652173913</c:v>
                </c:pt>
                <c:pt idx="5">
                  <c:v>194.92579365079365</c:v>
                </c:pt>
                <c:pt idx="6">
                  <c:v>251.40228448275863</c:v>
                </c:pt>
                <c:pt idx="7">
                  <c:v>239.65767326732671</c:v>
                </c:pt>
                <c:pt idx="8">
                  <c:v>229.23376623376623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7.44730120364346"/>
          <c:min val="169.794558750813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0.7623867954096765</c:v>
                </c:pt>
                <c:pt idx="1">
                  <c:v>0.7283105545936978</c:v>
                </c:pt>
                <c:pt idx="2">
                  <c:v>0.7275508965482076</c:v>
                </c:pt>
                <c:pt idx="3">
                  <c:v>0.7286792157632688</c:v>
                </c:pt>
                <c:pt idx="4">
                  <c:v>0.7300987979982152</c:v>
                </c:pt>
                <c:pt idx="5">
                  <c:v>0.7404397892279457</c:v>
                </c:pt>
                <c:pt idx="6">
                  <c:v>0.7202287044743452</c:v>
                </c:pt>
                <c:pt idx="7">
                  <c:v>0.7135118519284841</c:v>
                </c:pt>
                <c:pt idx="8">
                  <c:v>0.7973842466572788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0.7845832953998858</c:v>
                </c:pt>
                <c:pt idx="1">
                  <c:v>0.7839019320361219</c:v>
                </c:pt>
                <c:pt idx="2">
                  <c:v>0.7847969951286465</c:v>
                </c:pt>
                <c:pt idx="3">
                  <c:v>0.7835326313091308</c:v>
                </c:pt>
                <c:pt idx="4">
                  <c:v>0.7879104683381316</c:v>
                </c:pt>
                <c:pt idx="5">
                  <c:v>0.7856818427604036</c:v>
                </c:pt>
                <c:pt idx="6">
                  <c:v>0.7848019193580452</c:v>
                </c:pt>
                <c:pt idx="7">
                  <c:v>0.7815144356429409</c:v>
                </c:pt>
                <c:pt idx="8">
                  <c:v>0.7846073375768934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40940382355823"/>
          <c:min val="0.70680206035018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0.7553894030517089</c:v>
                </c:pt>
                <c:pt idx="1">
                  <c:v>0.7542145809008224</c:v>
                </c:pt>
                <c:pt idx="2">
                  <c:v>0.7509814449869179</c:v>
                </c:pt>
                <c:pt idx="3">
                  <c:v>0.7406926789956169</c:v>
                </c:pt>
                <c:pt idx="4">
                  <c:v>0.7526470566593986</c:v>
                </c:pt>
                <c:pt idx="5">
                  <c:v>0.7581010726801828</c:v>
                </c:pt>
                <c:pt idx="6">
                  <c:v>0.7659387783874183</c:v>
                </c:pt>
                <c:pt idx="7">
                  <c:v>0.7523318921469268</c:v>
                </c:pt>
                <c:pt idx="8">
                  <c:v>0.7483136436815667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0.791851624704491</c:v>
                </c:pt>
                <c:pt idx="1">
                  <c:v>0.7905926629474995</c:v>
                </c:pt>
                <c:pt idx="2">
                  <c:v>0.799717991772953</c:v>
                </c:pt>
                <c:pt idx="3">
                  <c:v>0.8003526290628066</c:v>
                </c:pt>
                <c:pt idx="4">
                  <c:v>0.7977448721810654</c:v>
                </c:pt>
                <c:pt idx="5">
                  <c:v>0.7977533817736701</c:v>
                </c:pt>
                <c:pt idx="6">
                  <c:v>0.8025133361607193</c:v>
                </c:pt>
                <c:pt idx="7">
                  <c:v>0.7996666748879707</c:v>
                </c:pt>
                <c:pt idx="8">
                  <c:v>0.7997363431961929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74589887339275"/>
          <c:min val="0.73574702642240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0.7524644413565905</c:v>
                </c:pt>
                <c:pt idx="1">
                  <c:v>0.7653892502655335</c:v>
                </c:pt>
                <c:pt idx="2">
                  <c:v>0.751502125156779</c:v>
                </c:pt>
                <c:pt idx="3">
                  <c:v>0.7697394979325205</c:v>
                </c:pt>
                <c:pt idx="4">
                  <c:v>0.7617088478087821</c:v>
                </c:pt>
                <c:pt idx="5">
                  <c:v>0.7471534759817822</c:v>
                </c:pt>
                <c:pt idx="6">
                  <c:v>0.7817972838137289</c:v>
                </c:pt>
                <c:pt idx="7">
                  <c:v>0.7737071092791464</c:v>
                </c:pt>
                <c:pt idx="8">
                  <c:v>0.7832301470928763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0.7859402816409109</c:v>
                </c:pt>
                <c:pt idx="1">
                  <c:v>0.7477931605446834</c:v>
                </c:pt>
                <c:pt idx="2">
                  <c:v>0.8005413160407644</c:v>
                </c:pt>
                <c:pt idx="3">
                  <c:v>0.79125821830749</c:v>
                </c:pt>
                <c:pt idx="4">
                  <c:v>0.8004224625810359</c:v>
                </c:pt>
                <c:pt idx="5">
                  <c:v>0.8212325785373156</c:v>
                </c:pt>
                <c:pt idx="6">
                  <c:v>0.7969298833418857</c:v>
                </c:pt>
                <c:pt idx="7">
                  <c:v>0.7970158414450433</c:v>
                </c:pt>
                <c:pt idx="8">
                  <c:v>0.795839083259542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71589067417583"/>
          <c:min val="0.7412271477773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0.7434848689227614</c:v>
                </c:pt>
                <c:pt idx="1">
                  <c:v>0.7580726110989965</c:v>
                </c:pt>
                <c:pt idx="2">
                  <c:v>0.7355831782631782</c:v>
                </c:pt>
                <c:pt idx="3">
                  <c:v>0.773266246206966</c:v>
                </c:pt>
                <c:pt idx="4">
                  <c:v>0.753970124990633</c:v>
                </c:pt>
                <c:pt idx="5">
                  <c:v>0.7395115681148063</c:v>
                </c:pt>
                <c:pt idx="6">
                  <c:v>0.7087019381041484</c:v>
                </c:pt>
                <c:pt idx="7">
                  <c:v>0.7138388001738364</c:v>
                </c:pt>
                <c:pt idx="8">
                  <c:v>0.6449339668868249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0.6588147590575565</c:v>
                </c:pt>
                <c:pt idx="1">
                  <c:v>0.7002123778651839</c:v>
                </c:pt>
                <c:pt idx="2">
                  <c:v>0.6849552886021785</c:v>
                </c:pt>
                <c:pt idx="3">
                  <c:v>0.611096863603115</c:v>
                </c:pt>
                <c:pt idx="4">
                  <c:v>0.6889859084810731</c:v>
                </c:pt>
                <c:pt idx="5">
                  <c:v>0.6679648136348183</c:v>
                </c:pt>
                <c:pt idx="6">
                  <c:v>0.6895302606946244</c:v>
                </c:pt>
                <c:pt idx="7">
                  <c:v>0.698565507525689</c:v>
                </c:pt>
                <c:pt idx="8">
                  <c:v>0.6892300719505977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862397968152741"/>
          <c:min val="0.59812331299480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0.7973937673454071</c:v>
                </c:pt>
                <c:pt idx="1">
                  <c:v>0.8040004351467674</c:v>
                </c:pt>
                <c:pt idx="2">
                  <c:v>0.8032328451524336</c:v>
                </c:pt>
                <c:pt idx="3">
                  <c:v>0.8078235455903459</c:v>
                </c:pt>
                <c:pt idx="4">
                  <c:v>0.7820698539556623</c:v>
                </c:pt>
                <c:pt idx="5">
                  <c:v>0.7787112435413373</c:v>
                </c:pt>
                <c:pt idx="6">
                  <c:v>0.7370465665152814</c:v>
                </c:pt>
                <c:pt idx="7">
                  <c:v>0.7024049253373219</c:v>
                </c:pt>
                <c:pt idx="8">
                  <c:v>0.7111389113674759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0.7240688483145926</c:v>
                </c:pt>
                <c:pt idx="1">
                  <c:v>0.7197196604671536</c:v>
                </c:pt>
                <c:pt idx="2">
                  <c:v>0.719781949445566</c:v>
                </c:pt>
                <c:pt idx="3">
                  <c:v>0.7221777470481148</c:v>
                </c:pt>
                <c:pt idx="4">
                  <c:v>0.7219424568942449</c:v>
                </c:pt>
                <c:pt idx="5">
                  <c:v>0.729639430104598</c:v>
                </c:pt>
                <c:pt idx="6">
                  <c:v>0.7086468860746036</c:v>
                </c:pt>
                <c:pt idx="7">
                  <c:v>0.7183993189212642</c:v>
                </c:pt>
                <c:pt idx="8">
                  <c:v>0.7346655496055636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62570352105878"/>
          <c:min val="0.693971435717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0.8117776789504294</c:v>
                </c:pt>
                <c:pt idx="1">
                  <c:v>0.8158996601757975</c:v>
                </c:pt>
                <c:pt idx="2">
                  <c:v>0.8190941354283671</c:v>
                </c:pt>
                <c:pt idx="3">
                  <c:v>0.8148733686895823</c:v>
                </c:pt>
                <c:pt idx="4">
                  <c:v>0.813879647264967</c:v>
                </c:pt>
                <c:pt idx="5">
                  <c:v>0.8090986397619949</c:v>
                </c:pt>
                <c:pt idx="6">
                  <c:v>0.8326149070983642</c:v>
                </c:pt>
                <c:pt idx="7">
                  <c:v>0.8194693445308031</c:v>
                </c:pt>
                <c:pt idx="8">
                  <c:v>0.8126594966723104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0.7881337072268148</c:v>
                </c:pt>
                <c:pt idx="1">
                  <c:v>0.7854703027053279</c:v>
                </c:pt>
                <c:pt idx="2">
                  <c:v>0.7843830149132022</c:v>
                </c:pt>
                <c:pt idx="3">
                  <c:v>0.7720839862543319</c:v>
                </c:pt>
                <c:pt idx="4">
                  <c:v>0.7813311564793425</c:v>
                </c:pt>
                <c:pt idx="5">
                  <c:v>0.7988869685611975</c:v>
                </c:pt>
                <c:pt idx="6">
                  <c:v>0.7973986974068216</c:v>
                </c:pt>
                <c:pt idx="7">
                  <c:v>0.7945466253135349</c:v>
                </c:pt>
                <c:pt idx="8">
                  <c:v>0.7809914161513463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374573807658867"/>
          <c:min val="0.76724151258680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0.769365288747561</c:v>
                </c:pt>
                <c:pt idx="1">
                  <c:v>0.769365288747561</c:v>
                </c:pt>
                <c:pt idx="2">
                  <c:v>0.769365288747561</c:v>
                </c:pt>
                <c:pt idx="3">
                  <c:v>0.769365288747561</c:v>
                </c:pt>
                <c:pt idx="4">
                  <c:v>0.769365288747561</c:v>
                </c:pt>
                <c:pt idx="5">
                  <c:v>0.769365288747561</c:v>
                </c:pt>
                <c:pt idx="6">
                  <c:v>0.769365288747561</c:v>
                </c:pt>
                <c:pt idx="7">
                  <c:v>0.769365288747561</c:v>
                </c:pt>
                <c:pt idx="8">
                  <c:v>0.769365288747561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99779043986936"/>
          <c:min val="0.764154404079449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0.7717557027250533</c:v>
                </c:pt>
                <c:pt idx="1">
                  <c:v>0.7680043006531901</c:v>
                </c:pt>
                <c:pt idx="2">
                  <c:v>0.7683371482051408</c:v>
                </c:pt>
                <c:pt idx="3">
                  <c:v>0.7853232939664141</c:v>
                </c:pt>
                <c:pt idx="4">
                  <c:v>0.794487963220431</c:v>
                </c:pt>
                <c:pt idx="5">
                  <c:v>0.8105775496665022</c:v>
                </c:pt>
                <c:pt idx="6">
                  <c:v>0.8093667021308971</c:v>
                </c:pt>
                <c:pt idx="7">
                  <c:v>0.8068183881593113</c:v>
                </c:pt>
                <c:pt idx="8">
                  <c:v>0.8161280078249525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99779043986936"/>
          <c:min val="0.764154404079449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0.7722319818788754</c:v>
                </c:pt>
                <c:pt idx="1">
                  <c:v>0.7722319818788754</c:v>
                </c:pt>
                <c:pt idx="2">
                  <c:v>0.7722319818788754</c:v>
                </c:pt>
                <c:pt idx="3">
                  <c:v>0.7722319818788754</c:v>
                </c:pt>
                <c:pt idx="4">
                  <c:v>0.7722319818788754</c:v>
                </c:pt>
                <c:pt idx="5">
                  <c:v>0.7722319818788754</c:v>
                </c:pt>
                <c:pt idx="6">
                  <c:v>0.7722319818788754</c:v>
                </c:pt>
                <c:pt idx="7">
                  <c:v>0.7722319818788754</c:v>
                </c:pt>
                <c:pt idx="8">
                  <c:v>0.7722319818788754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43395656393047"/>
          <c:min val="0.76627674551336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0.7725314244502147</c:v>
                </c:pt>
                <c:pt idx="1">
                  <c:v>0.769591422763434</c:v>
                </c:pt>
                <c:pt idx="2">
                  <c:v>0.7744341830121779</c:v>
                </c:pt>
                <c:pt idx="3">
                  <c:v>0.7827573931956922</c:v>
                </c:pt>
                <c:pt idx="4">
                  <c:v>0.8011860041738821</c:v>
                </c:pt>
                <c:pt idx="5">
                  <c:v>0.8081676153017628</c:v>
                </c:pt>
                <c:pt idx="6">
                  <c:v>0.8067207801152638</c:v>
                </c:pt>
                <c:pt idx="7">
                  <c:v>0.8110248883892401</c:v>
                </c:pt>
                <c:pt idx="8">
                  <c:v>0.8103440680206176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43395656393047"/>
          <c:min val="0.76627674551336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0.7779644896197645</c:v>
                </c:pt>
                <c:pt idx="1">
                  <c:v>0.7779644896197645</c:v>
                </c:pt>
                <c:pt idx="2">
                  <c:v>0.7779644896197645</c:v>
                </c:pt>
                <c:pt idx="3">
                  <c:v>0.7779644896197645</c:v>
                </c:pt>
                <c:pt idx="4">
                  <c:v>0.7779644896197645</c:v>
                </c:pt>
                <c:pt idx="5">
                  <c:v>0.7779644896197645</c:v>
                </c:pt>
                <c:pt idx="6">
                  <c:v>0.7779644896197645</c:v>
                </c:pt>
                <c:pt idx="7">
                  <c:v>0.7779644896197645</c:v>
                </c:pt>
                <c:pt idx="8">
                  <c:v>0.7779644896197645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17621088629585"/>
          <c:min val="0.76067734027058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0.7808908831590161</c:v>
                </c:pt>
                <c:pt idx="1">
                  <c:v>0.7798183229244784</c:v>
                </c:pt>
                <c:pt idx="2">
                  <c:v>0.7732970892962546</c:v>
                </c:pt>
                <c:pt idx="3">
                  <c:v>0.7976647011189412</c:v>
                </c:pt>
                <c:pt idx="4">
                  <c:v>0.7642004277597164</c:v>
                </c:pt>
                <c:pt idx="5">
                  <c:v>0.7712413192023965</c:v>
                </c:pt>
                <c:pt idx="6">
                  <c:v>0.8082390213738295</c:v>
                </c:pt>
                <c:pt idx="7">
                  <c:v>0.8065895099348631</c:v>
                </c:pt>
                <c:pt idx="8">
                  <c:v>0.7973717799981831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17621088629585"/>
          <c:min val="0.76067734027058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0.38598311904886695</c:v>
                </c:pt>
                <c:pt idx="1">
                  <c:v>0.39047524838116304</c:v>
                </c:pt>
                <c:pt idx="2">
                  <c:v>0.3904826897502513</c:v>
                </c:pt>
                <c:pt idx="3">
                  <c:v>0.3840915627162889</c:v>
                </c:pt>
                <c:pt idx="4">
                  <c:v>0.38143870903785965</c:v>
                </c:pt>
                <c:pt idx="5">
                  <c:v>0.38818740059658835</c:v>
                </c:pt>
                <c:pt idx="6">
                  <c:v>0.3940797315339646</c:v>
                </c:pt>
                <c:pt idx="7">
                  <c:v>0.379869697933222</c:v>
                </c:pt>
                <c:pt idx="8">
                  <c:v>0.3908087333712784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4277171664967"/>
          <c:min val="0.370717252064090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0.3783426164529417</c:v>
                </c:pt>
                <c:pt idx="1">
                  <c:v>0.353286305518064</c:v>
                </c:pt>
                <c:pt idx="2">
                  <c:v>0.38461412980780885</c:v>
                </c:pt>
                <c:pt idx="3">
                  <c:v>0.39021763707490936</c:v>
                </c:pt>
                <c:pt idx="4">
                  <c:v>0.37138689412260545</c:v>
                </c:pt>
                <c:pt idx="5">
                  <c:v>0.3936901947139535</c:v>
                </c:pt>
                <c:pt idx="6">
                  <c:v>0.37227942129576247</c:v>
                </c:pt>
                <c:pt idx="7">
                  <c:v>0.39091747680451056</c:v>
                </c:pt>
                <c:pt idx="8">
                  <c:v>0.4017764416963742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0.43991634620573283</c:v>
                </c:pt>
                <c:pt idx="1">
                  <c:v>0.41940433366580826</c:v>
                </c:pt>
                <c:pt idx="2">
                  <c:v>0.46993478895809015</c:v>
                </c:pt>
                <c:pt idx="3">
                  <c:v>0.3965659134580282</c:v>
                </c:pt>
                <c:pt idx="4">
                  <c:v>0.43081675540105374</c:v>
                </c:pt>
                <c:pt idx="5">
                  <c:v>0.44225263307265883</c:v>
                </c:pt>
                <c:pt idx="6">
                  <c:v>0.4305364772422386</c:v>
                </c:pt>
                <c:pt idx="7">
                  <c:v>0.40180744273547314</c:v>
                </c:pt>
                <c:pt idx="8">
                  <c:v>0.40612586262448785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926666763329223"/>
          <c:min val="0.3439544268428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0.30572379931499233</c:v>
                </c:pt>
                <c:pt idx="1">
                  <c:v>0.3069211093203133</c:v>
                </c:pt>
                <c:pt idx="2">
                  <c:v>0.30832588425810964</c:v>
                </c:pt>
                <c:pt idx="3">
                  <c:v>0.30307894275388275</c:v>
                </c:pt>
                <c:pt idx="4">
                  <c:v>0.3056908164087092</c:v>
                </c:pt>
                <c:pt idx="5">
                  <c:v>0.3269570579019263</c:v>
                </c:pt>
                <c:pt idx="6">
                  <c:v>0.3122645038412601</c:v>
                </c:pt>
                <c:pt idx="7">
                  <c:v>0.31297898396665813</c:v>
                </c:pt>
                <c:pt idx="8">
                  <c:v>0.30425150757924574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0.3480620576215342</c:v>
                </c:pt>
                <c:pt idx="1">
                  <c:v>0.3315448617572928</c:v>
                </c:pt>
                <c:pt idx="2">
                  <c:v>0.3680607954397946</c:v>
                </c:pt>
                <c:pt idx="3">
                  <c:v>0.35237770058422485</c:v>
                </c:pt>
                <c:pt idx="4">
                  <c:v>0.34150232163749217</c:v>
                </c:pt>
                <c:pt idx="5">
                  <c:v>0.3406943420615374</c:v>
                </c:pt>
                <c:pt idx="6">
                  <c:v>0.3542177192673228</c:v>
                </c:pt>
                <c:pt idx="7">
                  <c:v>0.344199988019082</c:v>
                </c:pt>
                <c:pt idx="8">
                  <c:v>0.34671938106160266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732593436546675"/>
          <c:min val="0.297880394539009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0.35891582168831787</c:v>
                </c:pt>
                <c:pt idx="1">
                  <c:v>0.3877162161882417</c:v>
                </c:pt>
                <c:pt idx="2">
                  <c:v>0.3688960228207055</c:v>
                </c:pt>
                <c:pt idx="3">
                  <c:v>0.3664660094532402</c:v>
                </c:pt>
                <c:pt idx="4">
                  <c:v>0.3567442950806059</c:v>
                </c:pt>
                <c:pt idx="5">
                  <c:v>0.39011413937187595</c:v>
                </c:pt>
                <c:pt idx="6">
                  <c:v>0.34319556493387793</c:v>
                </c:pt>
                <c:pt idx="7">
                  <c:v>0.32585569070783</c:v>
                </c:pt>
                <c:pt idx="8">
                  <c:v>0.3216628322280271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0.3175921874084342</c:v>
                </c:pt>
                <c:pt idx="1">
                  <c:v>0.3373250226922007</c:v>
                </c:pt>
                <c:pt idx="2">
                  <c:v>0.3110132050701796</c:v>
                </c:pt>
                <c:pt idx="3">
                  <c:v>0.3689196586190935</c:v>
                </c:pt>
                <c:pt idx="4">
                  <c:v>0.3494274729186284</c:v>
                </c:pt>
                <c:pt idx="5">
                  <c:v>0.34200113696976503</c:v>
                </c:pt>
                <c:pt idx="6">
                  <c:v>0.32818155757111384</c:v>
                </c:pt>
                <c:pt idx="7">
                  <c:v>0.36072685718821257</c:v>
                </c:pt>
                <c:pt idx="8">
                  <c:v>0.31782468388300855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644221411601166"/>
          <c:min val="0.30468513032604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0.4511964303790522</c:v>
                </c:pt>
                <c:pt idx="1">
                  <c:v>0.45917908486545506</c:v>
                </c:pt>
                <c:pt idx="2">
                  <c:v>0.4333346409546394</c:v>
                </c:pt>
                <c:pt idx="3">
                  <c:v>0.4318358038132894</c:v>
                </c:pt>
                <c:pt idx="4">
                  <c:v>0.45094178147628905</c:v>
                </c:pt>
                <c:pt idx="5">
                  <c:v>0.4714642271434733</c:v>
                </c:pt>
                <c:pt idx="6">
                  <c:v>0.4775370414508386</c:v>
                </c:pt>
                <c:pt idx="7">
                  <c:v>0.4626710062466195</c:v>
                </c:pt>
                <c:pt idx="8">
                  <c:v>0.45093622282894874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0.4451627596167185</c:v>
                </c:pt>
                <c:pt idx="1">
                  <c:v>0.4535565283960975</c:v>
                </c:pt>
                <c:pt idx="2">
                  <c:v>0.46462367301298946</c:v>
                </c:pt>
                <c:pt idx="3">
                  <c:v>0.4004745250593397</c:v>
                </c:pt>
                <c:pt idx="4">
                  <c:v>0.43126958726457587</c:v>
                </c:pt>
                <c:pt idx="5">
                  <c:v>0.46510139556723706</c:v>
                </c:pt>
                <c:pt idx="6">
                  <c:v>0.44535624033322224</c:v>
                </c:pt>
                <c:pt idx="7">
                  <c:v>0.4509975715436039</c:v>
                </c:pt>
                <c:pt idx="8">
                  <c:v>0.4550153510800876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37020427621585"/>
          <c:min val="0.39430952374801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0.41095136837093743</c:v>
                </c:pt>
                <c:pt idx="1">
                  <c:v>0.4360727867074892</c:v>
                </c:pt>
                <c:pt idx="2">
                  <c:v>0.3891742480811233</c:v>
                </c:pt>
                <c:pt idx="3">
                  <c:v>0.39575949223677154</c:v>
                </c:pt>
                <c:pt idx="4">
                  <c:v>0.44235396407140803</c:v>
                </c:pt>
                <c:pt idx="5">
                  <c:v>0.4023732126598505</c:v>
                </c:pt>
                <c:pt idx="6">
                  <c:v>0.38370564500650006</c:v>
                </c:pt>
                <c:pt idx="7">
                  <c:v>0.3929434912018038</c:v>
                </c:pt>
                <c:pt idx="8">
                  <c:v>0.37130834362660076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0.3960316815661207</c:v>
                </c:pt>
                <c:pt idx="1">
                  <c:v>0.41640512700560156</c:v>
                </c:pt>
                <c:pt idx="2">
                  <c:v>0.40079876985314605</c:v>
                </c:pt>
                <c:pt idx="3">
                  <c:v>0.3583092085006641</c:v>
                </c:pt>
                <c:pt idx="4">
                  <c:v>0.3834062210436125</c:v>
                </c:pt>
                <c:pt idx="5">
                  <c:v>0.3758122273755331</c:v>
                </c:pt>
                <c:pt idx="6">
                  <c:v>0.3912563036795523</c:v>
                </c:pt>
                <c:pt idx="7">
                  <c:v>0.4044373851272572</c:v>
                </c:pt>
                <c:pt idx="8">
                  <c:v>0.42482025329747247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907754451706755"/>
          <c:min val="0.35158562805500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0.3936303485160775</c:v>
                </c:pt>
                <c:pt idx="1">
                  <c:v>0.3936303485160775</c:v>
                </c:pt>
                <c:pt idx="2">
                  <c:v>0.3936303485160775</c:v>
                </c:pt>
                <c:pt idx="3">
                  <c:v>0.3936303485160775</c:v>
                </c:pt>
                <c:pt idx="4">
                  <c:v>0.3936303485160775</c:v>
                </c:pt>
                <c:pt idx="5">
                  <c:v>0.3936303485160775</c:v>
                </c:pt>
                <c:pt idx="6">
                  <c:v>0.3936303485160775</c:v>
                </c:pt>
                <c:pt idx="7">
                  <c:v>0.3936303485160775</c:v>
                </c:pt>
                <c:pt idx="8">
                  <c:v>0.3936303485160775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1119312049639"/>
          <c:min val="0.374980362544784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1119312049639"/>
          <c:min val="0.374980362544784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0.3913678558815367</c:v>
                </c:pt>
                <c:pt idx="1">
                  <c:v>0.3913678558815367</c:v>
                </c:pt>
                <c:pt idx="2">
                  <c:v>0.3913678558815367</c:v>
                </c:pt>
                <c:pt idx="3">
                  <c:v>0.3913678558815367</c:v>
                </c:pt>
                <c:pt idx="4">
                  <c:v>0.3913678558815367</c:v>
                </c:pt>
                <c:pt idx="5">
                  <c:v>0.3913678558815367</c:v>
                </c:pt>
                <c:pt idx="6">
                  <c:v>0.3913678558815367</c:v>
                </c:pt>
                <c:pt idx="7">
                  <c:v>0.3913678558815367</c:v>
                </c:pt>
                <c:pt idx="8">
                  <c:v>0.3913678558815367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679275696861905"/>
          <c:min val="0.3650569857093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0.40001902646023274</c:v>
                </c:pt>
                <c:pt idx="1">
                  <c:v>0.3720732457962403</c:v>
                </c:pt>
                <c:pt idx="2">
                  <c:v>0.4018829925450841</c:v>
                </c:pt>
                <c:pt idx="3">
                  <c:v>0.40962760928027814</c:v>
                </c:pt>
                <c:pt idx="4">
                  <c:v>0.4597764968817762</c:v>
                </c:pt>
                <c:pt idx="5">
                  <c:v>0.40350076249992856</c:v>
                </c:pt>
                <c:pt idx="6">
                  <c:v>0.45445150808341633</c:v>
                </c:pt>
                <c:pt idx="7">
                  <c:v>0.42913664813449875</c:v>
                </c:pt>
                <c:pt idx="8">
                  <c:v>0.425523613232545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679275696861905"/>
          <c:min val="0.3650569857093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0.3526553480578478</c:v>
                </c:pt>
                <c:pt idx="1">
                  <c:v>0.3526553480578478</c:v>
                </c:pt>
                <c:pt idx="2">
                  <c:v>0.3526553480578478</c:v>
                </c:pt>
                <c:pt idx="3">
                  <c:v>0.3526553480578478</c:v>
                </c:pt>
                <c:pt idx="4">
                  <c:v>0.3526553480578478</c:v>
                </c:pt>
                <c:pt idx="5">
                  <c:v>0.3526553480578478</c:v>
                </c:pt>
                <c:pt idx="6">
                  <c:v>0.3526553480578478</c:v>
                </c:pt>
                <c:pt idx="7">
                  <c:v>0.3526553480578478</c:v>
                </c:pt>
                <c:pt idx="8">
                  <c:v>0.3526553480578478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64410424444459"/>
          <c:min val="0.33743681406171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0.34774542164070493</c:v>
                </c:pt>
                <c:pt idx="1">
                  <c:v>0.3428853815363897</c:v>
                </c:pt>
                <c:pt idx="2">
                  <c:v>0.3678319883700978</c:v>
                </c:pt>
                <c:pt idx="3">
                  <c:v>0.3451036516062462</c:v>
                </c:pt>
                <c:pt idx="4">
                  <c:v>0.37383512874032615</c:v>
                </c:pt>
                <c:pt idx="5">
                  <c:v>0.37442614515827255</c:v>
                </c:pt>
                <c:pt idx="6">
                  <c:v>0.3765012914668214</c:v>
                </c:pt>
                <c:pt idx="7">
                  <c:v>0.4109924749697751</c:v>
                </c:pt>
                <c:pt idx="8">
                  <c:v>0.39565037718326934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64410424444459"/>
          <c:min val="0.33743681406171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0.04668304668304668</c:v>
                </c:pt>
                <c:pt idx="1">
                  <c:v>0.08648648648648649</c:v>
                </c:pt>
                <c:pt idx="2">
                  <c:v>0.05476190476190476</c:v>
                </c:pt>
                <c:pt idx="3">
                  <c:v>0.060133630289532294</c:v>
                </c:pt>
                <c:pt idx="4">
                  <c:v>0.05152224824355972</c:v>
                </c:pt>
                <c:pt idx="5">
                  <c:v>0.06331877729257641</c:v>
                </c:pt>
                <c:pt idx="6">
                  <c:v>0.02968036529680365</c:v>
                </c:pt>
                <c:pt idx="7">
                  <c:v>0.03818615751789976</c:v>
                </c:pt>
                <c:pt idx="8">
                  <c:v>0.03787878787878788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0.15048543689320387</c:v>
                </c:pt>
                <c:pt idx="1">
                  <c:v>0.13583815028901733</c:v>
                </c:pt>
                <c:pt idx="2">
                  <c:v>0.0967741935483871</c:v>
                </c:pt>
                <c:pt idx="3">
                  <c:v>0.1116751269035533</c:v>
                </c:pt>
                <c:pt idx="4">
                  <c:v>0.11042944785276074</c:v>
                </c:pt>
                <c:pt idx="5">
                  <c:v>0.1485148514851485</c:v>
                </c:pt>
                <c:pt idx="6">
                  <c:v>0.19363395225464192</c:v>
                </c:pt>
                <c:pt idx="7">
                  <c:v>0.19186046511627908</c:v>
                </c:pt>
                <c:pt idx="8">
                  <c:v>0.19518716577540107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842770981368886"/>
          <c:min val="0.0164398212585158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0.0898876404494382</c:v>
                </c:pt>
                <c:pt idx="1">
                  <c:v>0.046052631578947366</c:v>
                </c:pt>
                <c:pt idx="2">
                  <c:v>0.09340659340659341</c:v>
                </c:pt>
                <c:pt idx="3">
                  <c:v>0.11917098445595854</c:v>
                </c:pt>
                <c:pt idx="4">
                  <c:v>0.14736842105263157</c:v>
                </c:pt>
                <c:pt idx="5">
                  <c:v>0.11428571428571428</c:v>
                </c:pt>
                <c:pt idx="6">
                  <c:v>0.19915254237288135</c:v>
                </c:pt>
                <c:pt idx="7">
                  <c:v>0.2440944881889764</c:v>
                </c:pt>
                <c:pt idx="8">
                  <c:v>0.20982142857142858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0.16037735849056603</c:v>
                </c:pt>
                <c:pt idx="1">
                  <c:v>0.15463917525773196</c:v>
                </c:pt>
                <c:pt idx="2">
                  <c:v>0.23076923076923078</c:v>
                </c:pt>
                <c:pt idx="3">
                  <c:v>0.23728813559322035</c:v>
                </c:pt>
                <c:pt idx="4">
                  <c:v>0.1826086956521739</c:v>
                </c:pt>
                <c:pt idx="5">
                  <c:v>0.21428571428571427</c:v>
                </c:pt>
                <c:pt idx="6">
                  <c:v>0.24568965517241378</c:v>
                </c:pt>
                <c:pt idx="7">
                  <c:v>0.24752475247524752</c:v>
                </c:pt>
                <c:pt idx="8">
                  <c:v>0.27705627705627706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553656869446343"/>
          <c:min val="0.02757233994076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0.018575851393188854</c:v>
                </c:pt>
                <c:pt idx="1">
                  <c:v>0.03691275167785235</c:v>
                </c:pt>
                <c:pt idx="2">
                  <c:v>0.04778156996587031</c:v>
                </c:pt>
                <c:pt idx="3">
                  <c:v>0.03303303303303303</c:v>
                </c:pt>
                <c:pt idx="4">
                  <c:v>0.0581039755351682</c:v>
                </c:pt>
                <c:pt idx="5">
                  <c:v>0.1118421052631579</c:v>
                </c:pt>
                <c:pt idx="6">
                  <c:v>0.02040816326530612</c:v>
                </c:pt>
                <c:pt idx="7">
                  <c:v>0.0707395498392283</c:v>
                </c:pt>
                <c:pt idx="8">
                  <c:v>0.05263157894736842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0.05466237942122187</c:v>
                </c:pt>
                <c:pt idx="1">
                  <c:v>0.13149847094801223</c:v>
                </c:pt>
                <c:pt idx="2">
                  <c:v>0.12464589235127478</c:v>
                </c:pt>
                <c:pt idx="3">
                  <c:v>0.14244186046511628</c:v>
                </c:pt>
                <c:pt idx="4">
                  <c:v>0.14935064935064934</c:v>
                </c:pt>
                <c:pt idx="5">
                  <c:v>0.10704225352112676</c:v>
                </c:pt>
                <c:pt idx="6">
                  <c:v>0.10540540540540541</c:v>
                </c:pt>
                <c:pt idx="7">
                  <c:v>0.1256544502617801</c:v>
                </c:pt>
                <c:pt idx="8">
                  <c:v>0.11484593837535013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981263318724617"/>
          <c:min val="0.008113867556592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0.1656441717791411</c:v>
                </c:pt>
                <c:pt idx="1">
                  <c:v>0.16666666666666666</c:v>
                </c:pt>
                <c:pt idx="2">
                  <c:v>0.17557251908396945</c:v>
                </c:pt>
                <c:pt idx="3">
                  <c:v>0.23076923076923078</c:v>
                </c:pt>
                <c:pt idx="4">
                  <c:v>0.18064516129032257</c:v>
                </c:pt>
                <c:pt idx="5">
                  <c:v>0.15606936416184972</c:v>
                </c:pt>
                <c:pt idx="6">
                  <c:v>0.18902439024390244</c:v>
                </c:pt>
                <c:pt idx="7">
                  <c:v>0.14736842105263157</c:v>
                </c:pt>
                <c:pt idx="8">
                  <c:v>0.17687074829931973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0.14857142857142858</c:v>
                </c:pt>
                <c:pt idx="1">
                  <c:v>0.10294117647058823</c:v>
                </c:pt>
                <c:pt idx="2">
                  <c:v>0.1464968152866242</c:v>
                </c:pt>
                <c:pt idx="3">
                  <c:v>0.15337423312883436</c:v>
                </c:pt>
                <c:pt idx="4">
                  <c:v>0.14285714285714285</c:v>
                </c:pt>
                <c:pt idx="5">
                  <c:v>0.11801242236024845</c:v>
                </c:pt>
                <c:pt idx="6">
                  <c:v>0.09826589595375723</c:v>
                </c:pt>
                <c:pt idx="7">
                  <c:v>0.11702127659574468</c:v>
                </c:pt>
                <c:pt idx="8">
                  <c:v>0.1328125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4136949755446865"/>
          <c:min val="0.087665629168519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0.18586387434554974</c:v>
                </c:pt>
                <c:pt idx="1">
                  <c:v>0.2086230876216968</c:v>
                </c:pt>
                <c:pt idx="2">
                  <c:v>0.14350282485875707</c:v>
                </c:pt>
                <c:pt idx="3">
                  <c:v>0.10640870616686819</c:v>
                </c:pt>
                <c:pt idx="4">
                  <c:v>0.11264080100125157</c:v>
                </c:pt>
                <c:pt idx="5">
                  <c:v>0.08375634517766498</c:v>
                </c:pt>
                <c:pt idx="6">
                  <c:v>0.06572164948453608</c:v>
                </c:pt>
                <c:pt idx="7">
                  <c:v>0.11616766467065869</c:v>
                </c:pt>
                <c:pt idx="8">
                  <c:v>0.18479685452162517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0.07551240560949299</c:v>
                </c:pt>
                <c:pt idx="1">
                  <c:v>0.06607369758576874</c:v>
                </c:pt>
                <c:pt idx="2">
                  <c:v>0.06277056277056277</c:v>
                </c:pt>
                <c:pt idx="3">
                  <c:v>0.09216101694915255</c:v>
                </c:pt>
                <c:pt idx="4">
                  <c:v>0.06885245901639345</c:v>
                </c:pt>
                <c:pt idx="5">
                  <c:v>0.11217948717948718</c:v>
                </c:pt>
                <c:pt idx="6">
                  <c:v>0.16770833333333332</c:v>
                </c:pt>
                <c:pt idx="7">
                  <c:v>0.1271282633371169</c:v>
                </c:pt>
                <c:pt idx="8">
                  <c:v>0.10011641443538999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02912896097875"/>
          <c:min val="0.0511023607824720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0.18887530562347188</c:v>
                </c:pt>
                <c:pt idx="1">
                  <c:v>0.1809775429326288</c:v>
                </c:pt>
                <c:pt idx="2">
                  <c:v>0.16234567901234567</c:v>
                </c:pt>
                <c:pt idx="3">
                  <c:v>0.15448968209704406</c:v>
                </c:pt>
                <c:pt idx="4">
                  <c:v>0.15730337078651685</c:v>
                </c:pt>
                <c:pt idx="5">
                  <c:v>0.14933837429111532</c:v>
                </c:pt>
                <c:pt idx="6">
                  <c:v>0.1404526987811956</c:v>
                </c:pt>
                <c:pt idx="7">
                  <c:v>0.1642567958357432</c:v>
                </c:pt>
                <c:pt idx="8">
                  <c:v>0.15218811234487264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0.13295526149968495</c:v>
                </c:pt>
                <c:pt idx="1">
                  <c:v>0.16447823082239116</c:v>
                </c:pt>
                <c:pt idx="2">
                  <c:v>0.14106395696353854</c:v>
                </c:pt>
                <c:pt idx="3">
                  <c:v>0.1444141689373297</c:v>
                </c:pt>
                <c:pt idx="4">
                  <c:v>0.13690476190476192</c:v>
                </c:pt>
                <c:pt idx="5">
                  <c:v>0.13560334528076465</c:v>
                </c:pt>
                <c:pt idx="6">
                  <c:v>0.14783139890042762</c:v>
                </c:pt>
                <c:pt idx="7">
                  <c:v>0.15158636897767333</c:v>
                </c:pt>
                <c:pt idx="8">
                  <c:v>0.15741935483870967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334890915337483"/>
          <c:min val="0.128481657969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0.21052631578947367</c:v>
                </c:pt>
                <c:pt idx="1">
                  <c:v>0.21052631578947367</c:v>
                </c:pt>
                <c:pt idx="2">
                  <c:v>0.21052631578947367</c:v>
                </c:pt>
                <c:pt idx="3">
                  <c:v>0.21052631578947367</c:v>
                </c:pt>
                <c:pt idx="4">
                  <c:v>0.21052631578947367</c:v>
                </c:pt>
                <c:pt idx="5">
                  <c:v>0.21052631578947367</c:v>
                </c:pt>
                <c:pt idx="6">
                  <c:v>0.21052631578947367</c:v>
                </c:pt>
                <c:pt idx="7">
                  <c:v>0.21052631578947367</c:v>
                </c:pt>
                <c:pt idx="8">
                  <c:v>0.21052631578947367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6835699081533"/>
          <c:min val="0.1673863088448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0.23308270676691728</c:v>
                </c:pt>
                <c:pt idx="1">
                  <c:v>0.18114143920595532</c:v>
                </c:pt>
                <c:pt idx="2">
                  <c:v>0.21772151898734177</c:v>
                </c:pt>
                <c:pt idx="3">
                  <c:v>0.20243902439024392</c:v>
                </c:pt>
                <c:pt idx="4">
                  <c:v>0.33410672853828305</c:v>
                </c:pt>
                <c:pt idx="5">
                  <c:v>0.33638443935926776</c:v>
                </c:pt>
                <c:pt idx="6">
                  <c:v>0.31072210065645517</c:v>
                </c:pt>
                <c:pt idx="7">
                  <c:v>0.28941176470588237</c:v>
                </c:pt>
                <c:pt idx="8">
                  <c:v>0.35308056872037913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6835699081533"/>
          <c:min val="0.1673863088448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0.12629757785467127</c:v>
                </c:pt>
                <c:pt idx="1">
                  <c:v>0.12629757785467127</c:v>
                </c:pt>
                <c:pt idx="2">
                  <c:v>0.12629757785467127</c:v>
                </c:pt>
                <c:pt idx="3">
                  <c:v>0.12629757785467127</c:v>
                </c:pt>
                <c:pt idx="4">
                  <c:v>0.12629757785467127</c:v>
                </c:pt>
                <c:pt idx="5">
                  <c:v>0.12629757785467127</c:v>
                </c:pt>
                <c:pt idx="6">
                  <c:v>0.12629757785467127</c:v>
                </c:pt>
                <c:pt idx="7">
                  <c:v>0.12629757785467127</c:v>
                </c:pt>
                <c:pt idx="8">
                  <c:v>0.12629757785467127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336351139972504"/>
          <c:min val="0.058915274946938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0.07439446366782007</c:v>
                </c:pt>
                <c:pt idx="1">
                  <c:v>0.16377649325626203</c:v>
                </c:pt>
                <c:pt idx="2">
                  <c:v>0.14285714285714285</c:v>
                </c:pt>
                <c:pt idx="3">
                  <c:v>0.16510903426791276</c:v>
                </c:pt>
                <c:pt idx="4">
                  <c:v>0.1493212669683258</c:v>
                </c:pt>
                <c:pt idx="5">
                  <c:v>0.10703363914373089</c:v>
                </c:pt>
                <c:pt idx="6">
                  <c:v>0.16468842729970326</c:v>
                </c:pt>
                <c:pt idx="7">
                  <c:v>0.25258493353028066</c:v>
                </c:pt>
                <c:pt idx="8">
                  <c:v>0.2678843226788432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336351139972504"/>
          <c:min val="0.058915274946938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0.040637450199203194</c:v>
                </c:pt>
                <c:pt idx="1">
                  <c:v>0.040637450199203194</c:v>
                </c:pt>
                <c:pt idx="2">
                  <c:v>0.040637450199203194</c:v>
                </c:pt>
                <c:pt idx="3">
                  <c:v>0.040637450199203194</c:v>
                </c:pt>
                <c:pt idx="4">
                  <c:v>0.040637450199203194</c:v>
                </c:pt>
                <c:pt idx="5">
                  <c:v>0.040637450199203194</c:v>
                </c:pt>
                <c:pt idx="6">
                  <c:v>0.040637450199203194</c:v>
                </c:pt>
                <c:pt idx="7">
                  <c:v>0.040637450199203194</c:v>
                </c:pt>
                <c:pt idx="8">
                  <c:v>0.040637450199203194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855530809205643"/>
          <c:min val="0.0083786191536748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0.016666666666666666</c:v>
                </c:pt>
                <c:pt idx="1">
                  <c:v>0.04176904176904177</c:v>
                </c:pt>
                <c:pt idx="2">
                  <c:v>0.0630841121495327</c:v>
                </c:pt>
                <c:pt idx="3">
                  <c:v>0.06621004566210045</c:v>
                </c:pt>
                <c:pt idx="4">
                  <c:v>0.08983451536643026</c:v>
                </c:pt>
                <c:pt idx="5">
                  <c:v>0.07729468599033816</c:v>
                </c:pt>
                <c:pt idx="6">
                  <c:v>0.11608961303462322</c:v>
                </c:pt>
                <c:pt idx="7">
                  <c:v>0.11764705882352941</c:v>
                </c:pt>
                <c:pt idx="8">
                  <c:v>0.12026726057906459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855530809205643"/>
          <c:min val="0.0083786191536748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0.001976284584980237</c:v>
                </c:pt>
                <c:pt idx="3">
                  <c:v>0</c:v>
                </c:pt>
                <c:pt idx="4">
                  <c:v>0.0017761989342806395</c:v>
                </c:pt>
                <c:pt idx="5">
                  <c:v>0.0018867924528301887</c:v>
                </c:pt>
                <c:pt idx="6">
                  <c:v>0.0037735849056603774</c:v>
                </c:pt>
                <c:pt idx="7">
                  <c:v>0</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0.003616636528028933</c:v>
                </c:pt>
                <c:pt idx="1">
                  <c:v>0.24609375</c:v>
                </c:pt>
                <c:pt idx="2">
                  <c:v>0.16339869281045752</c:v>
                </c:pt>
                <c:pt idx="3">
                  <c:v>0.16306156405990016</c:v>
                </c:pt>
                <c:pt idx="4">
                  <c:v>0.1684981684981685</c:v>
                </c:pt>
                <c:pt idx="5">
                  <c:v>0.14188034188034188</c:v>
                </c:pt>
                <c:pt idx="6">
                  <c:v>0.16387959866220736</c:v>
                </c:pt>
                <c:pt idx="7">
                  <c:v>0.13863216266173753</c:v>
                </c:pt>
                <c:pt idx="8">
                  <c:v>0.16337522441651706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6578125"/>
          <c:min val="-0.01968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0.018779342723004695</c:v>
                </c:pt>
                <c:pt idx="1">
                  <c:v>0.034229828850855744</c:v>
                </c:pt>
                <c:pt idx="2">
                  <c:v>0.015503875968992248</c:v>
                </c:pt>
                <c:pt idx="3">
                  <c:v>0.07671957671957672</c:v>
                </c:pt>
                <c:pt idx="4">
                  <c:v>0.042328042328042326</c:v>
                </c:pt>
                <c:pt idx="5">
                  <c:v>0.03523035230352303</c:v>
                </c:pt>
                <c:pt idx="6">
                  <c:v>0.044444444444444446</c:v>
                </c:pt>
                <c:pt idx="7">
                  <c:v>0.011267605633802818</c:v>
                </c:pt>
                <c:pt idx="8">
                  <c:v>0.031791907514450865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0.1534090909090909</c:v>
                </c:pt>
                <c:pt idx="1">
                  <c:v>0.15469613259668508</c:v>
                </c:pt>
                <c:pt idx="2">
                  <c:v>0.15178571428571427</c:v>
                </c:pt>
                <c:pt idx="3">
                  <c:v>0.19900497512437812</c:v>
                </c:pt>
                <c:pt idx="4">
                  <c:v>0.23876404494382023</c:v>
                </c:pt>
                <c:pt idx="5">
                  <c:v>0.17194570135746606</c:v>
                </c:pt>
                <c:pt idx="6">
                  <c:v>0.16481069042316257</c:v>
                </c:pt>
                <c:pt idx="7">
                  <c:v>0.16161616161616163</c:v>
                </c:pt>
                <c:pt idx="8">
                  <c:v>0.13466334164588528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69637600886216"/>
          <c:min val="-0.0069321095109985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0.09627329192546584</c:v>
                </c:pt>
                <c:pt idx="1">
                  <c:v>0.0831758034026465</c:v>
                </c:pt>
                <c:pt idx="2">
                  <c:v>0.08681672025723473</c:v>
                </c:pt>
                <c:pt idx="3">
                  <c:v>0.054365733113673806</c:v>
                </c:pt>
                <c:pt idx="4">
                  <c:v>0.06598984771573604</c:v>
                </c:pt>
                <c:pt idx="5">
                  <c:v>0.0515625</c:v>
                </c:pt>
                <c:pt idx="6">
                  <c:v>0.06222222222222222</c:v>
                </c:pt>
                <c:pt idx="7">
                  <c:v>0.03273322422258593</c:v>
                </c:pt>
                <c:pt idx="8">
                  <c:v>0.053156146179401995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38196982265767"/>
          <c:min val="0.0163564483704384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0.03710575139146568</c:v>
                </c:pt>
                <c:pt idx="1">
                  <c:v>0.03435114503816794</c:v>
                </c:pt>
                <c:pt idx="2">
                  <c:v>0.0616822429906542</c:v>
                </c:pt>
                <c:pt idx="3">
                  <c:v>0.06654676258992806</c:v>
                </c:pt>
                <c:pt idx="4">
                  <c:v>0.05400696864111498</c:v>
                </c:pt>
                <c:pt idx="5">
                  <c:v>0.05291005291005291</c:v>
                </c:pt>
                <c:pt idx="6">
                  <c:v>0.06228373702422145</c:v>
                </c:pt>
                <c:pt idx="7">
                  <c:v>0.05982905982905983</c:v>
                </c:pt>
                <c:pt idx="8">
                  <c:v>0.04965753424657534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0.05203252032520325</c:v>
                </c:pt>
                <c:pt idx="1">
                  <c:v>0.04198473282442748</c:v>
                </c:pt>
                <c:pt idx="2">
                  <c:v>0.03130148270181219</c:v>
                </c:pt>
                <c:pt idx="3">
                  <c:v>0.03289473684210526</c:v>
                </c:pt>
                <c:pt idx="4">
                  <c:v>0.026604068857589983</c:v>
                </c:pt>
                <c:pt idx="5">
                  <c:v>0.03453689167974882</c:v>
                </c:pt>
                <c:pt idx="6">
                  <c:v>0.04113924050632911</c:v>
                </c:pt>
                <c:pt idx="7">
                  <c:v>0.0379746835443038</c:v>
                </c:pt>
                <c:pt idx="8">
                  <c:v>0.03490136570561457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97421780885151"/>
          <c:min val="0.0234086533590029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0.05275498241500586</c:v>
                </c:pt>
                <c:pt idx="1">
                  <c:v>0.03636363636363636</c:v>
                </c:pt>
                <c:pt idx="2">
                  <c:v>0.055288461538461536</c:v>
                </c:pt>
                <c:pt idx="3">
                  <c:v>0.04199772985244041</c:v>
                </c:pt>
                <c:pt idx="4">
                  <c:v>0.023837902264600714</c:v>
                </c:pt>
                <c:pt idx="5">
                  <c:v>0.005194805194805195</c:v>
                </c:pt>
                <c:pt idx="6">
                  <c:v>0.007380073800738007</c:v>
                </c:pt>
                <c:pt idx="7">
                  <c:v>0.0011641443538998836</c:v>
                </c:pt>
                <c:pt idx="8">
                  <c:v>0.007633587786259542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0.00902061855670103</c:v>
                </c:pt>
                <c:pt idx="1">
                  <c:v>0.007587253414264037</c:v>
                </c:pt>
                <c:pt idx="2">
                  <c:v>0.007228915662650603</c:v>
                </c:pt>
                <c:pt idx="3">
                  <c:v>0.011673151750972763</c:v>
                </c:pt>
                <c:pt idx="4">
                  <c:v>0.008674101610904586</c:v>
                </c:pt>
                <c:pt idx="5">
                  <c:v>0.02278481012658228</c:v>
                </c:pt>
                <c:pt idx="6">
                  <c:v>0.008674101610904586</c:v>
                </c:pt>
                <c:pt idx="7">
                  <c:v>0.013613861386138614</c:v>
                </c:pt>
                <c:pt idx="8">
                  <c:v>0.005517241379310344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9618406913226465"/>
          <c:min val="-0.00316580102086504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0.10340314136125654</c:v>
                </c:pt>
                <c:pt idx="1">
                  <c:v>0.06815020862308763</c:v>
                </c:pt>
                <c:pt idx="2">
                  <c:v>0.07457627118644068</c:v>
                </c:pt>
                <c:pt idx="3">
                  <c:v>0.06771463119709795</c:v>
                </c:pt>
                <c:pt idx="4">
                  <c:v>0.08135168961201501</c:v>
                </c:pt>
                <c:pt idx="5">
                  <c:v>0.06472081218274112</c:v>
                </c:pt>
                <c:pt idx="6">
                  <c:v>0.028350515463917526</c:v>
                </c:pt>
                <c:pt idx="7">
                  <c:v>0.0562874251497006</c:v>
                </c:pt>
                <c:pt idx="8">
                  <c:v>0.04849279161205767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0.06796116504854369</c:v>
                </c:pt>
                <c:pt idx="1">
                  <c:v>0.06734434561626429</c:v>
                </c:pt>
                <c:pt idx="2">
                  <c:v>0.06818181818181818</c:v>
                </c:pt>
                <c:pt idx="3">
                  <c:v>0.06885593220338983</c:v>
                </c:pt>
                <c:pt idx="4">
                  <c:v>0.02841530054644809</c:v>
                </c:pt>
                <c:pt idx="5">
                  <c:v>0.03739316239316239</c:v>
                </c:pt>
                <c:pt idx="6">
                  <c:v>0.058333333333333334</c:v>
                </c:pt>
                <c:pt idx="7">
                  <c:v>0.039727582292849034</c:v>
                </c:pt>
                <c:pt idx="8">
                  <c:v>0.034924330616996506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940735143304367"/>
          <c:min val="0.0223463053921304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0.10149942329873127</c:v>
                </c:pt>
                <c:pt idx="1">
                  <c:v>0.10149942329873127</c:v>
                </c:pt>
                <c:pt idx="2">
                  <c:v>0.10149942329873127</c:v>
                </c:pt>
                <c:pt idx="3">
                  <c:v>0.10149942329873127</c:v>
                </c:pt>
                <c:pt idx="4">
                  <c:v>0.10149942329873127</c:v>
                </c:pt>
                <c:pt idx="5">
                  <c:v>0.10149942329873127</c:v>
                </c:pt>
                <c:pt idx="6">
                  <c:v>0.10149942329873127</c:v>
                </c:pt>
                <c:pt idx="7">
                  <c:v>0.10149942329873127</c:v>
                </c:pt>
                <c:pt idx="8">
                  <c:v>0.10149942329873127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20092904204389"/>
          <c:min val="0.04079695375329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20092904204389"/>
          <c:min val="0.04079695375329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0.10845295055821372</c:v>
                </c:pt>
                <c:pt idx="1">
                  <c:v>0.10845295055821372</c:v>
                </c:pt>
                <c:pt idx="2">
                  <c:v>0.10845295055821372</c:v>
                </c:pt>
                <c:pt idx="3">
                  <c:v>0.10845295055821372</c:v>
                </c:pt>
                <c:pt idx="4">
                  <c:v>0.10845295055821372</c:v>
                </c:pt>
                <c:pt idx="5">
                  <c:v>0.10845295055821372</c:v>
                </c:pt>
                <c:pt idx="6">
                  <c:v>0.10845295055821372</c:v>
                </c:pt>
                <c:pt idx="7">
                  <c:v>0.10845295055821372</c:v>
                </c:pt>
                <c:pt idx="8">
                  <c:v>0.10845295055821372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154373927958834"/>
          <c:min val="0.084917095483133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0.09433962264150944</c:v>
                </c:pt>
                <c:pt idx="1">
                  <c:v>0.11855670103092783</c:v>
                </c:pt>
                <c:pt idx="2">
                  <c:v>0.11312217194570136</c:v>
                </c:pt>
                <c:pt idx="3">
                  <c:v>0.1440677966101695</c:v>
                </c:pt>
                <c:pt idx="4">
                  <c:v>0.12173913043478261</c:v>
                </c:pt>
                <c:pt idx="5">
                  <c:v>0.1388888888888889</c:v>
                </c:pt>
                <c:pt idx="6">
                  <c:v>0.125</c:v>
                </c:pt>
                <c:pt idx="7">
                  <c:v>0.14356435643564355</c:v>
                </c:pt>
                <c:pt idx="8">
                  <c:v>0.21212121212121213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154373927958834"/>
          <c:min val="0.084917095483133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0.007407407407407408</c:v>
                </c:pt>
                <c:pt idx="1">
                  <c:v>0.007407407407407408</c:v>
                </c:pt>
                <c:pt idx="2">
                  <c:v>0.007407407407407408</c:v>
                </c:pt>
                <c:pt idx="3">
                  <c:v>0.007407407407407408</c:v>
                </c:pt>
                <c:pt idx="4">
                  <c:v>0.007407407407407408</c:v>
                </c:pt>
                <c:pt idx="5">
                  <c:v>0.007407407407407408</c:v>
                </c:pt>
                <c:pt idx="6">
                  <c:v>0.007407407407407408</c:v>
                </c:pt>
                <c:pt idx="7">
                  <c:v>0.007407407407407408</c:v>
                </c:pt>
                <c:pt idx="8">
                  <c:v>0.007407407407407408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502648780376705"/>
          <c:min val="-0.0027819709841255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0.004873294346978557</c:v>
                </c:pt>
                <c:pt idx="1">
                  <c:v>0.0012048192771084338</c:v>
                </c:pt>
                <c:pt idx="2">
                  <c:v>0.015321756894790603</c:v>
                </c:pt>
                <c:pt idx="3">
                  <c:v>0.011099899091826439</c:v>
                </c:pt>
                <c:pt idx="4">
                  <c:v>0.003972194637537239</c:v>
                </c:pt>
                <c:pt idx="5">
                  <c:v>0.03501945525291829</c:v>
                </c:pt>
                <c:pt idx="6">
                  <c:v>0.05103969754253308</c:v>
                </c:pt>
                <c:pt idx="7">
                  <c:v>0.04133064516129032</c:v>
                </c:pt>
                <c:pt idx="8">
                  <c:v>0.02747791952894995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502648780376705"/>
          <c:min val="-0.0027819709841255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0.02813599062133646</c:v>
                </c:pt>
                <c:pt idx="1">
                  <c:v>0.02987012987012987</c:v>
                </c:pt>
                <c:pt idx="2">
                  <c:v>0.042067307692307696</c:v>
                </c:pt>
                <c:pt idx="3">
                  <c:v>0.032917139614074914</c:v>
                </c:pt>
                <c:pt idx="4">
                  <c:v>0.03456495828367104</c:v>
                </c:pt>
                <c:pt idx="5">
                  <c:v>0.02987012987012987</c:v>
                </c:pt>
                <c:pt idx="6">
                  <c:v>0.03198031980319803</c:v>
                </c:pt>
                <c:pt idx="7">
                  <c:v>0.051222351571594875</c:v>
                </c:pt>
                <c:pt idx="8">
                  <c:v>0.05979643765903308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0.10051546391752578</c:v>
                </c:pt>
                <c:pt idx="1">
                  <c:v>0.1411229135053111</c:v>
                </c:pt>
                <c:pt idx="2">
                  <c:v>0.12771084337349398</c:v>
                </c:pt>
                <c:pt idx="3">
                  <c:v>0.10635538261997406</c:v>
                </c:pt>
                <c:pt idx="4">
                  <c:v>0.12639405204460966</c:v>
                </c:pt>
                <c:pt idx="5">
                  <c:v>0.14556962025316456</c:v>
                </c:pt>
                <c:pt idx="6">
                  <c:v>0.10408921933085502</c:v>
                </c:pt>
                <c:pt idx="7">
                  <c:v>0.09158415841584158</c:v>
                </c:pt>
                <c:pt idx="8">
                  <c:v>0.10758620689655173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49643106237108"/>
          <c:min val="0.018741300250790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0.14788732394366197</c:v>
                </c:pt>
                <c:pt idx="1">
                  <c:v>0.17114914425427874</c:v>
                </c:pt>
                <c:pt idx="2">
                  <c:v>0.17571059431524547</c:v>
                </c:pt>
                <c:pt idx="3">
                  <c:v>0.12962962962962962</c:v>
                </c:pt>
                <c:pt idx="4">
                  <c:v>0.15079365079365079</c:v>
                </c:pt>
                <c:pt idx="5">
                  <c:v>0.16531165311653118</c:v>
                </c:pt>
                <c:pt idx="6">
                  <c:v>0.15</c:v>
                </c:pt>
                <c:pt idx="7">
                  <c:v>0.16338028169014085</c:v>
                </c:pt>
                <c:pt idx="8">
                  <c:v>0.1069364161849711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0.20454545454545456</c:v>
                </c:pt>
                <c:pt idx="1">
                  <c:v>0.1878453038674033</c:v>
                </c:pt>
                <c:pt idx="2">
                  <c:v>0.19642857142857142</c:v>
                </c:pt>
                <c:pt idx="3">
                  <c:v>0.2462686567164179</c:v>
                </c:pt>
                <c:pt idx="4">
                  <c:v>0.22752808988764045</c:v>
                </c:pt>
                <c:pt idx="5">
                  <c:v>0.2149321266968326</c:v>
                </c:pt>
                <c:pt idx="6">
                  <c:v>0.18485523385300667</c:v>
                </c:pt>
                <c:pt idx="7">
                  <c:v>0.20202020202020202</c:v>
                </c:pt>
                <c:pt idx="8">
                  <c:v>0.19451371571072318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74152359589336"/>
          <c:min val="0.095789836942455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0.1111111111111111</c:v>
                </c:pt>
                <c:pt idx="1">
                  <c:v>0.07386363636363637</c:v>
                </c:pt>
                <c:pt idx="2">
                  <c:v>0.09883720930232558</c:v>
                </c:pt>
                <c:pt idx="3">
                  <c:v>0.08620689655172414</c:v>
                </c:pt>
                <c:pt idx="4">
                  <c:v>0.09146341463414634</c:v>
                </c:pt>
                <c:pt idx="5">
                  <c:v>0.06493506493506493</c:v>
                </c:pt>
                <c:pt idx="6">
                  <c:v>0.04516129032258064</c:v>
                </c:pt>
                <c:pt idx="7">
                  <c:v>0.1111111111111111</c:v>
                </c:pt>
                <c:pt idx="8">
                  <c:v>0.11875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0.09815950920245399</c:v>
                </c:pt>
                <c:pt idx="1">
                  <c:v>0.13496932515337423</c:v>
                </c:pt>
                <c:pt idx="2">
                  <c:v>0.16770186335403728</c:v>
                </c:pt>
                <c:pt idx="3">
                  <c:v>0.12857142857142856</c:v>
                </c:pt>
                <c:pt idx="4">
                  <c:v>0.13333333333333333</c:v>
                </c:pt>
                <c:pt idx="5">
                  <c:v>0.16374269005847952</c:v>
                </c:pt>
                <c:pt idx="6">
                  <c:v>0.13333333333333333</c:v>
                </c:pt>
                <c:pt idx="7">
                  <c:v>0.18333333333333332</c:v>
                </c:pt>
                <c:pt idx="8">
                  <c:v>0.14457831325301204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438709677419352"/>
          <c:min val="0.034107526881720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0.049069373942470386</c:v>
                </c:pt>
                <c:pt idx="1">
                  <c:v>0.05736137667304015</c:v>
                </c:pt>
                <c:pt idx="2">
                  <c:v>0.06491499227202473</c:v>
                </c:pt>
                <c:pt idx="3">
                  <c:v>0.07281553398058252</c:v>
                </c:pt>
                <c:pt idx="4">
                  <c:v>0.05143721633888049</c:v>
                </c:pt>
                <c:pt idx="5">
                  <c:v>0.06129032258064516</c:v>
                </c:pt>
                <c:pt idx="6">
                  <c:v>0.06921944035346098</c:v>
                </c:pt>
                <c:pt idx="7">
                  <c:v>0.05465288035450517</c:v>
                </c:pt>
                <c:pt idx="8">
                  <c:v>0.05815831987075929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0.04938271604938271</c:v>
                </c:pt>
                <c:pt idx="1">
                  <c:v>0.04678362573099415</c:v>
                </c:pt>
                <c:pt idx="2">
                  <c:v>0.04727272727272727</c:v>
                </c:pt>
                <c:pt idx="3">
                  <c:v>0.03339517625231911</c:v>
                </c:pt>
                <c:pt idx="4">
                  <c:v>0.04275092936802974</c:v>
                </c:pt>
                <c:pt idx="5">
                  <c:v>0.04160246533127889</c:v>
                </c:pt>
                <c:pt idx="6">
                  <c:v>0.030726256983240222</c:v>
                </c:pt>
                <c:pt idx="7">
                  <c:v>0.03619909502262444</c:v>
                </c:pt>
                <c:pt idx="8">
                  <c:v>0.056179775280898875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61826761403699"/>
          <c:min val="0.0273591148234528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0.11815754339118825</c:v>
                </c:pt>
                <c:pt idx="1">
                  <c:v>0.1358515573227303</c:v>
                </c:pt>
                <c:pt idx="2">
                  <c:v>0.1411901983663944</c:v>
                </c:pt>
                <c:pt idx="3">
                  <c:v>0.14045991298943444</c:v>
                </c:pt>
                <c:pt idx="4">
                  <c:v>0.12407932011331445</c:v>
                </c:pt>
                <c:pt idx="5">
                  <c:v>0.13613159387407828</c:v>
                </c:pt>
                <c:pt idx="6">
                  <c:v>0.13336904124263524</c:v>
                </c:pt>
                <c:pt idx="7">
                  <c:v>0.13967723984418476</c:v>
                </c:pt>
                <c:pt idx="8">
                  <c:v>0.10747663551401869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0.12626903553299493</c:v>
                </c:pt>
                <c:pt idx="1">
                  <c:v>0.10968178740690589</c:v>
                </c:pt>
                <c:pt idx="2">
                  <c:v>0.1213979153893317</c:v>
                </c:pt>
                <c:pt idx="3">
                  <c:v>0.1341614906832298</c:v>
                </c:pt>
                <c:pt idx="4">
                  <c:v>0.1276595744680851</c:v>
                </c:pt>
                <c:pt idx="5">
                  <c:v>0.12945914844649023</c:v>
                </c:pt>
                <c:pt idx="6">
                  <c:v>0.1073708647707487</c:v>
                </c:pt>
                <c:pt idx="7">
                  <c:v>0.11733333333333333</c:v>
                </c:pt>
                <c:pt idx="8">
                  <c:v>0.11554496724240619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389574505404606"/>
          <c:min val="0.104665318083097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0.12430426716141002</c:v>
                </c:pt>
                <c:pt idx="1">
                  <c:v>0.10877862595419847</c:v>
                </c:pt>
                <c:pt idx="2">
                  <c:v>0.10654205607476636</c:v>
                </c:pt>
                <c:pt idx="3">
                  <c:v>0.1079136690647482</c:v>
                </c:pt>
                <c:pt idx="4">
                  <c:v>0.12020905923344948</c:v>
                </c:pt>
                <c:pt idx="5">
                  <c:v>0.09700176366843033</c:v>
                </c:pt>
                <c:pt idx="6">
                  <c:v>0.10899653979238755</c:v>
                </c:pt>
                <c:pt idx="7">
                  <c:v>0.11282051282051282</c:v>
                </c:pt>
                <c:pt idx="8">
                  <c:v>0.10616438356164383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0.11544715447154472</c:v>
                </c:pt>
                <c:pt idx="1">
                  <c:v>0.10877862595419847</c:v>
                </c:pt>
                <c:pt idx="2">
                  <c:v>0.10543657331136738</c:v>
                </c:pt>
                <c:pt idx="3">
                  <c:v>0.1069078947368421</c:v>
                </c:pt>
                <c:pt idx="4">
                  <c:v>0.11424100156494522</c:v>
                </c:pt>
                <c:pt idx="5">
                  <c:v>0.11459968602825746</c:v>
                </c:pt>
                <c:pt idx="6">
                  <c:v>0.11234177215189874</c:v>
                </c:pt>
                <c:pt idx="7">
                  <c:v>0.09177215189873418</c:v>
                </c:pt>
                <c:pt idx="8">
                  <c:v>0.09863429438543247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69068363824241"/>
          <c:min val="0.089169582677720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0.05190311418685121</c:v>
                </c:pt>
                <c:pt idx="1">
                  <c:v>0.05190311418685121</c:v>
                </c:pt>
                <c:pt idx="2">
                  <c:v>0.05190311418685121</c:v>
                </c:pt>
                <c:pt idx="3">
                  <c:v>0.05190311418685121</c:v>
                </c:pt>
                <c:pt idx="4">
                  <c:v>0.05190311418685121</c:v>
                </c:pt>
                <c:pt idx="5">
                  <c:v>0.05190311418685121</c:v>
                </c:pt>
                <c:pt idx="6">
                  <c:v>0.05190311418685121</c:v>
                </c:pt>
                <c:pt idx="7">
                  <c:v>0.05190311418685121</c:v>
                </c:pt>
                <c:pt idx="8">
                  <c:v>0.05190311418685121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01924444233776"/>
          <c:min val="0.031492102615959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0.04325259515570934</c:v>
                </c:pt>
                <c:pt idx="1">
                  <c:v>0.05009633911368015</c:v>
                </c:pt>
                <c:pt idx="2">
                  <c:v>0.061224489795918366</c:v>
                </c:pt>
                <c:pt idx="3">
                  <c:v>0.06542056074766354</c:v>
                </c:pt>
                <c:pt idx="4">
                  <c:v>0.058823529411764705</c:v>
                </c:pt>
                <c:pt idx="5">
                  <c:v>0.04434250764525994</c:v>
                </c:pt>
                <c:pt idx="6">
                  <c:v>0.057863501483679525</c:v>
                </c:pt>
                <c:pt idx="7">
                  <c:v>0.17725258493353027</c:v>
                </c:pt>
                <c:pt idx="8">
                  <c:v>0.1902587519025875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01924444233776"/>
          <c:min val="0.031492102615959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0.005249343832020997</c:v>
                </c:pt>
                <c:pt idx="1">
                  <c:v>0.005249343832020997</c:v>
                </c:pt>
                <c:pt idx="2">
                  <c:v>0.005249343832020997</c:v>
                </c:pt>
                <c:pt idx="3">
                  <c:v>0.005249343832020997</c:v>
                </c:pt>
                <c:pt idx="4">
                  <c:v>0.005249343832020997</c:v>
                </c:pt>
                <c:pt idx="5">
                  <c:v>0.005249343832020997</c:v>
                </c:pt>
                <c:pt idx="6">
                  <c:v>0.005249343832020997</c:v>
                </c:pt>
                <c:pt idx="7">
                  <c:v>0.005249343832020997</c:v>
                </c:pt>
                <c:pt idx="8">
                  <c:v>0.005249343832020997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482758620689655"/>
          <c:min val="-0.008505747126436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0.007444168734491315</c:v>
                </c:pt>
                <c:pt idx="1">
                  <c:v>0.0030959752321981426</c:v>
                </c:pt>
                <c:pt idx="2">
                  <c:v>0.004796163069544364</c:v>
                </c:pt>
                <c:pt idx="3">
                  <c:v>0</c:v>
                </c:pt>
                <c:pt idx="4">
                  <c:v>0</c:v>
                </c:pt>
                <c:pt idx="5">
                  <c:v>0</c:v>
                </c:pt>
                <c:pt idx="6">
                  <c:v>0</c:v>
                </c:pt>
                <c:pt idx="7">
                  <c:v>0.05952380952380952</c:v>
                </c:pt>
                <c:pt idx="8">
                  <c:v>0.10632183908045977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482758620689655"/>
          <c:min val="-0.008505747126436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0.03904382470119523</c:v>
                </c:pt>
                <c:pt idx="1">
                  <c:v>0.03904382470119523</c:v>
                </c:pt>
                <c:pt idx="2">
                  <c:v>0.03904382470119523</c:v>
                </c:pt>
                <c:pt idx="3">
                  <c:v>0.03904382470119523</c:v>
                </c:pt>
                <c:pt idx="4">
                  <c:v>0.03904382470119523</c:v>
                </c:pt>
                <c:pt idx="5">
                  <c:v>0.03904382470119523</c:v>
                </c:pt>
                <c:pt idx="6">
                  <c:v>0.03904382470119523</c:v>
                </c:pt>
                <c:pt idx="7">
                  <c:v>0.03904382470119523</c:v>
                </c:pt>
                <c:pt idx="8">
                  <c:v>0.03904382470119523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114179658500371"/>
          <c:min val="0.029051224944320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0.03333333333333333</c:v>
                </c:pt>
                <c:pt idx="1">
                  <c:v>0.044226044226044224</c:v>
                </c:pt>
                <c:pt idx="2">
                  <c:v>0.0397196261682243</c:v>
                </c:pt>
                <c:pt idx="3">
                  <c:v>0.0684931506849315</c:v>
                </c:pt>
                <c:pt idx="4">
                  <c:v>0.05200945626477541</c:v>
                </c:pt>
                <c:pt idx="5">
                  <c:v>0.05555555555555555</c:v>
                </c:pt>
                <c:pt idx="6">
                  <c:v>0.06720977596741344</c:v>
                </c:pt>
                <c:pt idx="7">
                  <c:v>0.083710407239819</c:v>
                </c:pt>
                <c:pt idx="8">
                  <c:v>0.08685968819599109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114179658500371"/>
          <c:min val="0.029051224944320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0.1967479674796748</c:v>
                </c:pt>
                <c:pt idx="1">
                  <c:v>0.15839694656488548</c:v>
                </c:pt>
                <c:pt idx="2">
                  <c:v>0.17627677100494235</c:v>
                </c:pt>
                <c:pt idx="3">
                  <c:v>0.16282894736842105</c:v>
                </c:pt>
                <c:pt idx="4">
                  <c:v>0.1486697965571205</c:v>
                </c:pt>
                <c:pt idx="5">
                  <c:v>0.09733124018838304</c:v>
                </c:pt>
                <c:pt idx="6">
                  <c:v>0.12183544303797468</c:v>
                </c:pt>
                <c:pt idx="7">
                  <c:v>0.11075949367088607</c:v>
                </c:pt>
                <c:pt idx="8">
                  <c:v>0.0834597875569044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248780487804877"/>
          <c:min val="-0.0157398373983739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0.022222222222222223</c:v>
                </c:pt>
                <c:pt idx="1">
                  <c:v>0.03383458646616541</c:v>
                </c:pt>
                <c:pt idx="2">
                  <c:v>0.01048951048951049</c:v>
                </c:pt>
                <c:pt idx="3">
                  <c:v>0.003105590062111801</c:v>
                </c:pt>
                <c:pt idx="4">
                  <c:v>0.006802721088435374</c:v>
                </c:pt>
                <c:pt idx="5">
                  <c:v>0.041044776119402986</c:v>
                </c:pt>
                <c:pt idx="6">
                  <c:v>0.04421768707482993</c:v>
                </c:pt>
                <c:pt idx="7">
                  <c:v>0.026615969581749048</c:v>
                </c:pt>
                <c:pt idx="8">
                  <c:v>0.004366812227074236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0.04912280701754386</c:v>
                </c:pt>
                <c:pt idx="1">
                  <c:v>0.08914728682170543</c:v>
                </c:pt>
                <c:pt idx="2">
                  <c:v>0.06493506493506493</c:v>
                </c:pt>
                <c:pt idx="3">
                  <c:v>0.06498194945848375</c:v>
                </c:pt>
                <c:pt idx="4">
                  <c:v>0.06007067137809187</c:v>
                </c:pt>
                <c:pt idx="5">
                  <c:v>0.1044776119402985</c:v>
                </c:pt>
                <c:pt idx="6">
                  <c:v>0.11987381703470032</c:v>
                </c:pt>
                <c:pt idx="7">
                  <c:v>0.11450381679389313</c:v>
                </c:pt>
                <c:pt idx="8">
                  <c:v>0.06885245901639345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92152751925074"/>
          <c:min val="-0.00623586809569528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0.0024449877750611247</c:v>
                </c:pt>
                <c:pt idx="2">
                  <c:v>0.002583979328165375</c:v>
                </c:pt>
                <c:pt idx="3">
                  <c:v>0.005291005291005291</c:v>
                </c:pt>
                <c:pt idx="4">
                  <c:v>0.0026455026455026454</c:v>
                </c:pt>
                <c:pt idx="5">
                  <c:v>0</c:v>
                </c:pt>
                <c:pt idx="6">
                  <c:v>0.002777777777777778</c:v>
                </c:pt>
                <c:pt idx="7">
                  <c:v>0.005633802816901409</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0.03125</c:v>
                </c:pt>
                <c:pt idx="1">
                  <c:v>0.03591160220994475</c:v>
                </c:pt>
                <c:pt idx="2">
                  <c:v>0.08333333333333333</c:v>
                </c:pt>
                <c:pt idx="3">
                  <c:v>0.05472636815920398</c:v>
                </c:pt>
                <c:pt idx="4">
                  <c:v>0.08146067415730338</c:v>
                </c:pt>
                <c:pt idx="5">
                  <c:v>0.04751131221719457</c:v>
                </c:pt>
                <c:pt idx="6">
                  <c:v>0.06904231625835189</c:v>
                </c:pt>
                <c:pt idx="7">
                  <c:v>0.06313131313131314</c:v>
                </c:pt>
                <c:pt idx="8">
                  <c:v>0.032418952618453865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
          <c:min val="-0.0066666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0.10574572127139364</c:v>
                </c:pt>
                <c:pt idx="1">
                  <c:v>0.09709379128137384</c:v>
                </c:pt>
                <c:pt idx="2">
                  <c:v>0.08765432098765433</c:v>
                </c:pt>
                <c:pt idx="3">
                  <c:v>0.08421639709983268</c:v>
                </c:pt>
                <c:pt idx="4">
                  <c:v>0.0833826138379657</c:v>
                </c:pt>
                <c:pt idx="5">
                  <c:v>0.08191556395715185</c:v>
                </c:pt>
                <c:pt idx="6">
                  <c:v>0.05861868833430064</c:v>
                </c:pt>
                <c:pt idx="7">
                  <c:v>0.07576633892423366</c:v>
                </c:pt>
                <c:pt idx="8">
                  <c:v>0.06792945787067277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0.06868304977945809</c:v>
                </c:pt>
                <c:pt idx="1">
                  <c:v>0.06565307532826538</c:v>
                </c:pt>
                <c:pt idx="2">
                  <c:v>0.06634787806335923</c:v>
                </c:pt>
                <c:pt idx="3">
                  <c:v>0.07220708446866485</c:v>
                </c:pt>
                <c:pt idx="4">
                  <c:v>0.06746031746031746</c:v>
                </c:pt>
                <c:pt idx="5">
                  <c:v>0.07108721624850657</c:v>
                </c:pt>
                <c:pt idx="6">
                  <c:v>0.07758094074526573</c:v>
                </c:pt>
                <c:pt idx="7">
                  <c:v>0.08049353701527615</c:v>
                </c:pt>
                <c:pt idx="8">
                  <c:v>0.06709677419354838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951588390636109"/>
          <c:min val="0.0548485256993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0.04060913705583756</c:v>
                </c:pt>
                <c:pt idx="1">
                  <c:v>0.04397705544933078</c:v>
                </c:pt>
                <c:pt idx="2">
                  <c:v>0.06027820710973725</c:v>
                </c:pt>
                <c:pt idx="3">
                  <c:v>0.05016181229773463</c:v>
                </c:pt>
                <c:pt idx="4">
                  <c:v>0.03479576399394856</c:v>
                </c:pt>
                <c:pt idx="5">
                  <c:v>0.041935483870967745</c:v>
                </c:pt>
                <c:pt idx="6">
                  <c:v>0.023564064801178203</c:v>
                </c:pt>
                <c:pt idx="7">
                  <c:v>0.028064992614475627</c:v>
                </c:pt>
                <c:pt idx="8">
                  <c:v>0.035541195476575124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0.02821869488536155</c:v>
                </c:pt>
                <c:pt idx="1">
                  <c:v>0.017543859649122806</c:v>
                </c:pt>
                <c:pt idx="2">
                  <c:v>0.03636363636363636</c:v>
                </c:pt>
                <c:pt idx="3">
                  <c:v>0.027829313543599257</c:v>
                </c:pt>
                <c:pt idx="4">
                  <c:v>0.02973977695167286</c:v>
                </c:pt>
                <c:pt idx="5">
                  <c:v>0.026194144838212634</c:v>
                </c:pt>
                <c:pt idx="6">
                  <c:v>0.030726256983240222</c:v>
                </c:pt>
                <c:pt idx="7">
                  <c:v>0.030165912518853696</c:v>
                </c:pt>
                <c:pt idx="8">
                  <c:v>0.04173354735152488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36969549065864"/>
          <c:min val="0.014125111852273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0.07032590051457976</c:v>
                </c:pt>
                <c:pt idx="1">
                  <c:v>0.0689869484151647</c:v>
                </c:pt>
                <c:pt idx="2">
                  <c:v>0.06353443673251469</c:v>
                </c:pt>
                <c:pt idx="3">
                  <c:v>0.054153522607781286</c:v>
                </c:pt>
                <c:pt idx="4">
                  <c:v>0.064259160913436</c:v>
                </c:pt>
                <c:pt idx="5">
                  <c:v>0.05628415300546448</c:v>
                </c:pt>
                <c:pt idx="6">
                  <c:v>0.05860612460401267</c:v>
                </c:pt>
                <c:pt idx="7">
                  <c:v>0.050112612612612614</c:v>
                </c:pt>
                <c:pt idx="8">
                  <c:v>0.05993520518358531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0.04591836734693878</c:v>
                </c:pt>
                <c:pt idx="1">
                  <c:v>0.06164789567279194</c:v>
                </c:pt>
                <c:pt idx="2">
                  <c:v>0.07105538140020899</c:v>
                </c:pt>
                <c:pt idx="3">
                  <c:v>0.056878949927078266</c:v>
                </c:pt>
                <c:pt idx="4">
                  <c:v>0.062402496099843996</c:v>
                </c:pt>
                <c:pt idx="5">
                  <c:v>0.06420233463035019</c:v>
                </c:pt>
                <c:pt idx="6">
                  <c:v>0.06300715990453461</c:v>
                </c:pt>
                <c:pt idx="7">
                  <c:v>0.044633368756641874</c:v>
                </c:pt>
                <c:pt idx="8">
                  <c:v>0.053553553553553554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316914241169437"/>
          <c:min val="0.0425196077451565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0.025374855824682813</c:v>
                </c:pt>
                <c:pt idx="1">
                  <c:v>0.025374855824682813</c:v>
                </c:pt>
                <c:pt idx="2">
                  <c:v>0.025374855824682813</c:v>
                </c:pt>
                <c:pt idx="3">
                  <c:v>0.025374855824682813</c:v>
                </c:pt>
                <c:pt idx="4">
                  <c:v>0.025374855824682813</c:v>
                </c:pt>
                <c:pt idx="5">
                  <c:v>0.025374855824682813</c:v>
                </c:pt>
                <c:pt idx="6">
                  <c:v>0.025374855824682813</c:v>
                </c:pt>
                <c:pt idx="7">
                  <c:v>0.025374855824682813</c:v>
                </c:pt>
                <c:pt idx="8">
                  <c:v>0.025374855824682813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8570231661849"/>
          <c:min val="-0.001887925376677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0.02249134948096886</c:v>
                </c:pt>
                <c:pt idx="1">
                  <c:v>0.030828516377649325</c:v>
                </c:pt>
                <c:pt idx="2">
                  <c:v>0.023547880690737835</c:v>
                </c:pt>
                <c:pt idx="3">
                  <c:v>0.020249221183800622</c:v>
                </c:pt>
                <c:pt idx="4">
                  <c:v>0.027149321266968326</c:v>
                </c:pt>
                <c:pt idx="5">
                  <c:v>0.012232415902140673</c:v>
                </c:pt>
                <c:pt idx="6">
                  <c:v>0.026706231454005934</c:v>
                </c:pt>
                <c:pt idx="7">
                  <c:v>0.10635155096011817</c:v>
                </c:pt>
                <c:pt idx="8">
                  <c:v>0.1887366818873668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8570231661849"/>
          <c:min val="-0.001887925376677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0.0415929203539823</c:v>
                </c:pt>
                <c:pt idx="1">
                  <c:v>0.0415929203539823</c:v>
                </c:pt>
                <c:pt idx="2">
                  <c:v>0.0415929203539823</c:v>
                </c:pt>
                <c:pt idx="3">
                  <c:v>0.0415929203539823</c:v>
                </c:pt>
                <c:pt idx="4">
                  <c:v>0.0415929203539823</c:v>
                </c:pt>
                <c:pt idx="5">
                  <c:v>0.0415929203539823</c:v>
                </c:pt>
                <c:pt idx="6">
                  <c:v>0.0415929203539823</c:v>
                </c:pt>
                <c:pt idx="7">
                  <c:v>0.0415929203539823</c:v>
                </c:pt>
                <c:pt idx="8">
                  <c:v>0.0415929203539823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434037692747002"/>
          <c:min val="0.0272872644203312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0.03398058252427184</c:v>
                </c:pt>
                <c:pt idx="1">
                  <c:v>0.04335260115606936</c:v>
                </c:pt>
                <c:pt idx="2">
                  <c:v>0.04838709677419355</c:v>
                </c:pt>
                <c:pt idx="3">
                  <c:v>0.04060913705583756</c:v>
                </c:pt>
                <c:pt idx="4">
                  <c:v>0.06134969325153374</c:v>
                </c:pt>
                <c:pt idx="5">
                  <c:v>0.06188118811881188</c:v>
                </c:pt>
                <c:pt idx="6">
                  <c:v>0.0636604774535809</c:v>
                </c:pt>
                <c:pt idx="7">
                  <c:v>0.061046511627906974</c:v>
                </c:pt>
                <c:pt idx="8">
                  <c:v>0.11764705882352941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434037692747002"/>
          <c:min val="0.0272872644203312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0.01199294532627866</c:v>
                </c:pt>
                <c:pt idx="1">
                  <c:v>0.01199294532627866</c:v>
                </c:pt>
                <c:pt idx="2">
                  <c:v>0.01199294532627866</c:v>
                </c:pt>
                <c:pt idx="3">
                  <c:v>0.01199294532627866</c:v>
                </c:pt>
                <c:pt idx="4">
                  <c:v>0.01199294532627866</c:v>
                </c:pt>
                <c:pt idx="5">
                  <c:v>0.01199294532627866</c:v>
                </c:pt>
                <c:pt idx="6">
                  <c:v>0.01199294532627866</c:v>
                </c:pt>
                <c:pt idx="7">
                  <c:v>0.01199294532627866</c:v>
                </c:pt>
                <c:pt idx="8">
                  <c:v>0.01199294532627866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29244357212954"/>
          <c:min val="-0.0043179587831207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0.0012048192771084338</c:v>
                </c:pt>
                <c:pt idx="2">
                  <c:v>0.033707865168539325</c:v>
                </c:pt>
                <c:pt idx="3">
                  <c:v>0.028254288597376387</c:v>
                </c:pt>
                <c:pt idx="4">
                  <c:v>0.030784508440913606</c:v>
                </c:pt>
                <c:pt idx="5">
                  <c:v>0.04377431906614786</c:v>
                </c:pt>
                <c:pt idx="6">
                  <c:v>0.04158790170132325</c:v>
                </c:pt>
                <c:pt idx="7">
                  <c:v>0.05141129032258065</c:v>
                </c:pt>
                <c:pt idx="8">
                  <c:v>0.053974484789008834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29244357212954"/>
          <c:min val="-0.0043179587831207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174.38803526448365</c:v>
                </c:pt>
                <c:pt idx="1">
                  <c:v>155.40462692788662</c:v>
                </c:pt>
                <c:pt idx="2">
                  <c:v>157.178566256336</c:v>
                </c:pt>
                <c:pt idx="3">
                  <c:v>167.77336193447738</c:v>
                </c:pt>
                <c:pt idx="4">
                  <c:v>155.3153262803108</c:v>
                </c:pt>
                <c:pt idx="5">
                  <c:v>157.53557336621455</c:v>
                </c:pt>
                <c:pt idx="6">
                  <c:v>150.69488745419648</c:v>
                </c:pt>
                <c:pt idx="7">
                  <c:v>159.21100507614213</c:v>
                </c:pt>
                <c:pt idx="8">
                  <c:v>150.49119190404798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178.05296922410056</c:v>
                </c:pt>
                <c:pt idx="1">
                  <c:v>160.21677304964538</c:v>
                </c:pt>
                <c:pt idx="2">
                  <c:v>191.89693103448275</c:v>
                </c:pt>
                <c:pt idx="3">
                  <c:v>209.60167838512137</c:v>
                </c:pt>
                <c:pt idx="4">
                  <c:v>197.62391593796107</c:v>
                </c:pt>
                <c:pt idx="5">
                  <c:v>205.25217777777777</c:v>
                </c:pt>
                <c:pt idx="6">
                  <c:v>218.43707991038087</c:v>
                </c:pt>
                <c:pt idx="7">
                  <c:v>219.43117424242425</c:v>
                </c:pt>
                <c:pt idx="8">
                  <c:v>256.0428263546798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4.4869571107303"/>
          <c:min val="142.0470611479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192.45955849889623</c:v>
                </c:pt>
                <c:pt idx="1">
                  <c:v>163.1255167498218</c:v>
                </c:pt>
                <c:pt idx="2">
                  <c:v>186.59958100558663</c:v>
                </c:pt>
                <c:pt idx="3">
                  <c:v>164.87568577801892</c:v>
                </c:pt>
                <c:pt idx="4">
                  <c:v>156.55868351454598</c:v>
                </c:pt>
                <c:pt idx="5">
                  <c:v>173.93430114787304</c:v>
                </c:pt>
                <c:pt idx="6">
                  <c:v>156.8232884097035</c:v>
                </c:pt>
                <c:pt idx="7">
                  <c:v>164.90077030812324</c:v>
                </c:pt>
                <c:pt idx="8">
                  <c:v>143.5186921296296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184.7164980500763</c:v>
                </c:pt>
                <c:pt idx="1">
                  <c:v>223.62025547445256</c:v>
                </c:pt>
                <c:pt idx="2">
                  <c:v>223.18226620884667</c:v>
                </c:pt>
                <c:pt idx="3">
                  <c:v>210.9834523036989</c:v>
                </c:pt>
                <c:pt idx="4">
                  <c:v>261.6163382072473</c:v>
                </c:pt>
                <c:pt idx="5">
                  <c:v>167.6960537021969</c:v>
                </c:pt>
                <c:pt idx="6">
                  <c:v>164.572911656245</c:v>
                </c:pt>
                <c:pt idx="7">
                  <c:v>183.99331470010577</c:v>
                </c:pt>
                <c:pt idx="8">
                  <c:v>288.0587732160313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6219797029434"/>
          <c:min val="131.95548564271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150.9563117453348</c:v>
                </c:pt>
                <c:pt idx="1">
                  <c:v>142.04798368826462</c:v>
                </c:pt>
                <c:pt idx="2">
                  <c:v>128.7344332855093</c:v>
                </c:pt>
                <c:pt idx="3">
                  <c:v>135.34032205060794</c:v>
                </c:pt>
                <c:pt idx="4">
                  <c:v>139.49756690997566</c:v>
                </c:pt>
                <c:pt idx="5">
                  <c:v>138.1369610935857</c:v>
                </c:pt>
                <c:pt idx="6">
                  <c:v>131.53535714285715</c:v>
                </c:pt>
                <c:pt idx="7">
                  <c:v>135.33781773093614</c:v>
                </c:pt>
                <c:pt idx="8">
                  <c:v>145.10995113282985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159.4314230521571</c:v>
                </c:pt>
                <c:pt idx="1">
                  <c:v>159.60374125874125</c:v>
                </c:pt>
                <c:pt idx="2">
                  <c:v>153.66641791044776</c:v>
                </c:pt>
                <c:pt idx="3">
                  <c:v>164.2155411655874</c:v>
                </c:pt>
                <c:pt idx="4">
                  <c:v>165.55831754452444</c:v>
                </c:pt>
                <c:pt idx="5">
                  <c:v>173.33435843054085</c:v>
                </c:pt>
                <c:pt idx="6">
                  <c:v>170.62600596125188</c:v>
                </c:pt>
                <c:pt idx="7">
                  <c:v>173.8277404036407</c:v>
                </c:pt>
                <c:pt idx="8">
                  <c:v>173.4787518142235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4352049730912"/>
          <c:min val="125.1269687160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143.41632193963633</c:v>
                </c:pt>
                <c:pt idx="1">
                  <c:v>137.3487265917603</c:v>
                </c:pt>
                <c:pt idx="2">
                  <c:v>155.6923861870637</c:v>
                </c:pt>
                <c:pt idx="3">
                  <c:v>130.1777800511509</c:v>
                </c:pt>
                <c:pt idx="4">
                  <c:v>107.49428444180522</c:v>
                </c:pt>
                <c:pt idx="5">
                  <c:v>99.00991464958972</c:v>
                </c:pt>
                <c:pt idx="6">
                  <c:v>109.15019552509574</c:v>
                </c:pt>
                <c:pt idx="7">
                  <c:v>101.812531179475</c:v>
                </c:pt>
                <c:pt idx="8">
                  <c:v>111.88819898004832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94.34418299222939</c:v>
                </c:pt>
                <c:pt idx="1">
                  <c:v>87.40689620956539</c:v>
                </c:pt>
                <c:pt idx="2">
                  <c:v>89.59074165840767</c:v>
                </c:pt>
                <c:pt idx="3">
                  <c:v>88.27070541943087</c:v>
                </c:pt>
                <c:pt idx="4">
                  <c:v>91.91285089463221</c:v>
                </c:pt>
                <c:pt idx="5">
                  <c:v>85.26126510912741</c:v>
                </c:pt>
                <c:pt idx="6">
                  <c:v>79.93511894859424</c:v>
                </c:pt>
                <c:pt idx="7">
                  <c:v>74.42129447804572</c:v>
                </c:pt>
                <c:pt idx="8">
                  <c:v>93.86721714465806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2.19407352378514"/>
          <c:min val="67.9196071413242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247.51648005498126</c:v>
                </c:pt>
                <c:pt idx="1">
                  <c:v>242.9926990941687</c:v>
                </c:pt>
                <c:pt idx="2">
                  <c:v>229.56736699665265</c:v>
                </c:pt>
                <c:pt idx="3">
                  <c:v>235.1071239706882</c:v>
                </c:pt>
                <c:pt idx="4">
                  <c:v>215.03272381509655</c:v>
                </c:pt>
                <c:pt idx="5">
                  <c:v>226.64854946048976</c:v>
                </c:pt>
                <c:pt idx="6">
                  <c:v>230.3340022296544</c:v>
                </c:pt>
                <c:pt idx="7">
                  <c:v>235.68966622474105</c:v>
                </c:pt>
                <c:pt idx="8">
                  <c:v>186.11508221899877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169.52408694754814</c:v>
                </c:pt>
                <c:pt idx="1">
                  <c:v>167.78464393947337</c:v>
                </c:pt>
                <c:pt idx="2">
                  <c:v>174.54432014552071</c:v>
                </c:pt>
                <c:pt idx="3">
                  <c:v>168.43185776815127</c:v>
                </c:pt>
                <c:pt idx="4">
                  <c:v>164.9412937148447</c:v>
                </c:pt>
                <c:pt idx="5">
                  <c:v>161.08077401692384</c:v>
                </c:pt>
                <c:pt idx="6">
                  <c:v>156.68231533280056</c:v>
                </c:pt>
                <c:pt idx="7">
                  <c:v>174.21928828097833</c:v>
                </c:pt>
                <c:pt idx="8">
                  <c:v>162.21129385964915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4.7832132327557"/>
          <c:min val="149.41558215502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184.16574312289728</c:v>
                </c:pt>
                <c:pt idx="1">
                  <c:v>181.30166633993332</c:v>
                </c:pt>
                <c:pt idx="2">
                  <c:v>214.43773449144265</c:v>
                </c:pt>
                <c:pt idx="3">
                  <c:v>181.0650144442755</c:v>
                </c:pt>
                <c:pt idx="4">
                  <c:v>176.5007314015046</c:v>
                </c:pt>
                <c:pt idx="5">
                  <c:v>182.1384466884467</c:v>
                </c:pt>
                <c:pt idx="6">
                  <c:v>195.76362068619784</c:v>
                </c:pt>
                <c:pt idx="7">
                  <c:v>181.53635739080127</c:v>
                </c:pt>
                <c:pt idx="8">
                  <c:v>147.40153097982707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125.66385959129863</c:v>
                </c:pt>
                <c:pt idx="1">
                  <c:v>139.17604957667803</c:v>
                </c:pt>
                <c:pt idx="2">
                  <c:v>150.8165109604934</c:v>
                </c:pt>
                <c:pt idx="3">
                  <c:v>137.7541237449472</c:v>
                </c:pt>
                <c:pt idx="4">
                  <c:v>142.69115226337448</c:v>
                </c:pt>
                <c:pt idx="5">
                  <c:v>139.3973072939784</c:v>
                </c:pt>
                <c:pt idx="6">
                  <c:v>157.60556323958812</c:v>
                </c:pt>
                <c:pt idx="7">
                  <c:v>144.10511611664046</c:v>
                </c:pt>
                <c:pt idx="8">
                  <c:v>139.2658336811352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1.53964448345417"/>
          <c:min val="118.56194959928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134.35290516842034</c:v>
                </c:pt>
                <c:pt idx="1">
                  <c:v>134.35290516842034</c:v>
                </c:pt>
                <c:pt idx="2">
                  <c:v>134.35290516842034</c:v>
                </c:pt>
                <c:pt idx="3">
                  <c:v>134.35290516842034</c:v>
                </c:pt>
                <c:pt idx="4">
                  <c:v>134.35290516842034</c:v>
                </c:pt>
                <c:pt idx="5">
                  <c:v>134.35290516842034</c:v>
                </c:pt>
                <c:pt idx="6">
                  <c:v>134.35290516842034</c:v>
                </c:pt>
                <c:pt idx="7">
                  <c:v>134.35290516842034</c:v>
                </c:pt>
                <c:pt idx="8">
                  <c:v>134.35290516842034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9.3597633384275"/>
          <c:min val="125.767926255525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130.15357019227744</c:v>
                </c:pt>
                <c:pt idx="1">
                  <c:v>132.3568408957877</c:v>
                </c:pt>
                <c:pt idx="2">
                  <c:v>139.5993858179788</c:v>
                </c:pt>
                <c:pt idx="3">
                  <c:v>159.58102153810475</c:v>
                </c:pt>
                <c:pt idx="4">
                  <c:v>154.51384767556874</c:v>
                </c:pt>
                <c:pt idx="5">
                  <c:v>146.04025813798992</c:v>
                </c:pt>
                <c:pt idx="6">
                  <c:v>181.6469104300171</c:v>
                </c:pt>
                <c:pt idx="7">
                  <c:v>184.97411940167567</c:v>
                </c:pt>
                <c:pt idx="8">
                  <c:v>181.77506453278266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9.3597633384275"/>
          <c:min val="125.767926255525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176.78841410240437</c:v>
                </c:pt>
                <c:pt idx="1">
                  <c:v>176.78841410240437</c:v>
                </c:pt>
                <c:pt idx="2">
                  <c:v>176.78841410240437</c:v>
                </c:pt>
                <c:pt idx="3">
                  <c:v>176.78841410240437</c:v>
                </c:pt>
                <c:pt idx="4">
                  <c:v>176.78841410240437</c:v>
                </c:pt>
                <c:pt idx="5">
                  <c:v>176.78841410240437</c:v>
                </c:pt>
                <c:pt idx="6">
                  <c:v>176.78841410240437</c:v>
                </c:pt>
                <c:pt idx="7">
                  <c:v>176.78841410240437</c:v>
                </c:pt>
                <c:pt idx="8">
                  <c:v>176.78841410240437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3.70891061908253"/>
          <c:min val="152.5506887852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178.05296922410056</c:v>
                </c:pt>
                <c:pt idx="1">
                  <c:v>160.21677304964538</c:v>
                </c:pt>
                <c:pt idx="2">
                  <c:v>191.89693103448275</c:v>
                </c:pt>
                <c:pt idx="3">
                  <c:v>209.60167838512137</c:v>
                </c:pt>
                <c:pt idx="4">
                  <c:v>197.62391593796107</c:v>
                </c:pt>
                <c:pt idx="5">
                  <c:v>205.25217777777777</c:v>
                </c:pt>
                <c:pt idx="6">
                  <c:v>218.43707991038087</c:v>
                </c:pt>
                <c:pt idx="7">
                  <c:v>219.43117424242425</c:v>
                </c:pt>
                <c:pt idx="8">
                  <c:v>256.0428263546798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3.70891061908253"/>
          <c:min val="152.5506887852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102.7121623243627</c:v>
                </c:pt>
                <c:pt idx="1">
                  <c:v>102.7121623243627</c:v>
                </c:pt>
                <c:pt idx="2">
                  <c:v>102.7121623243627</c:v>
                </c:pt>
                <c:pt idx="3">
                  <c:v>102.7121623243627</c:v>
                </c:pt>
                <c:pt idx="4">
                  <c:v>102.7121623243627</c:v>
                </c:pt>
                <c:pt idx="5">
                  <c:v>102.7121623243627</c:v>
                </c:pt>
                <c:pt idx="6">
                  <c:v>102.7121623243627</c:v>
                </c:pt>
                <c:pt idx="7">
                  <c:v>102.7121623243627</c:v>
                </c:pt>
                <c:pt idx="8">
                  <c:v>102.7121623243627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1303771635083"/>
          <c:min val="97.83794202553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101.14933274595738</c:v>
                </c:pt>
                <c:pt idx="1">
                  <c:v>100.39484517662517</c:v>
                </c:pt>
                <c:pt idx="2">
                  <c:v>107.0513883482949</c:v>
                </c:pt>
                <c:pt idx="3">
                  <c:v>109.79377636145013</c:v>
                </c:pt>
                <c:pt idx="4">
                  <c:v>113.85863092924549</c:v>
                </c:pt>
                <c:pt idx="5">
                  <c:v>111.76761969209947</c:v>
                </c:pt>
                <c:pt idx="6">
                  <c:v>132.35613456526005</c:v>
                </c:pt>
                <c:pt idx="7">
                  <c:v>124.73996944571296</c:v>
                </c:pt>
                <c:pt idx="8">
                  <c:v>128.02506223859402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1303771635083"/>
          <c:min val="97.83794202553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0.7174160247123765</c:v>
                </c:pt>
                <c:pt idx="1">
                  <c:v>0.7175361327620391</c:v>
                </c:pt>
                <c:pt idx="2">
                  <c:v>0.711607661423203</c:v>
                </c:pt>
                <c:pt idx="3">
                  <c:v>0.7159331805150619</c:v>
                </c:pt>
                <c:pt idx="4">
                  <c:v>0.7135978821918489</c:v>
                </c:pt>
                <c:pt idx="5">
                  <c:v>0.7213545615772601</c:v>
                </c:pt>
                <c:pt idx="6">
                  <c:v>0.7064116474466818</c:v>
                </c:pt>
                <c:pt idx="7">
                  <c:v>0.711205043496377</c:v>
                </c:pt>
                <c:pt idx="8">
                  <c:v>0.7298815972600206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0.7651085981493705</c:v>
                </c:pt>
                <c:pt idx="1">
                  <c:v>0.7621976687505652</c:v>
                </c:pt>
                <c:pt idx="2">
                  <c:v>0.7548864768837471</c:v>
                </c:pt>
                <c:pt idx="3">
                  <c:v>0.7897413228341565</c:v>
                </c:pt>
                <c:pt idx="4">
                  <c:v>0.7796153341420556</c:v>
                </c:pt>
                <c:pt idx="5">
                  <c:v>0.7816763192620453</c:v>
                </c:pt>
                <c:pt idx="6">
                  <c:v>0.7817499585359114</c:v>
                </c:pt>
                <c:pt idx="7">
                  <c:v>0.7744891631322395</c:v>
                </c:pt>
                <c:pt idx="8">
                  <c:v>0.7683527583064161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964076968651546"/>
          <c:min val="0.69974527341568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0.7845953303510527</c:v>
                </c:pt>
                <c:pt idx="1">
                  <c:v>0.7729916321370631</c:v>
                </c:pt>
                <c:pt idx="2">
                  <c:v>0.7649357705842584</c:v>
                </c:pt>
                <c:pt idx="3">
                  <c:v>0.7601357028583657</c:v>
                </c:pt>
                <c:pt idx="4">
                  <c:v>0.7550778890530081</c:v>
                </c:pt>
                <c:pt idx="5">
                  <c:v>0.7621083162398041</c:v>
                </c:pt>
                <c:pt idx="6">
                  <c:v>0.7503007128512356</c:v>
                </c:pt>
                <c:pt idx="7">
                  <c:v>0.7454293133609077</c:v>
                </c:pt>
                <c:pt idx="8">
                  <c:v>0.7561357924156353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0.8019546067086512</c:v>
                </c:pt>
                <c:pt idx="1">
                  <c:v>0.8024559796478014</c:v>
                </c:pt>
                <c:pt idx="2">
                  <c:v>0.807102420759885</c:v>
                </c:pt>
                <c:pt idx="3">
                  <c:v>0.7897822971634221</c:v>
                </c:pt>
                <c:pt idx="4">
                  <c:v>0.7902116861910387</c:v>
                </c:pt>
                <c:pt idx="5">
                  <c:v>0.8082847682215061</c:v>
                </c:pt>
                <c:pt idx="6">
                  <c:v>0.7968095058907267</c:v>
                </c:pt>
                <c:pt idx="7">
                  <c:v>0.7882622808321431</c:v>
                </c:pt>
                <c:pt idx="8">
                  <c:v>0.7915471517301852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3313204610354"/>
          <c:min val="0.74040087697205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0.821004223472653</c:v>
                </c:pt>
                <c:pt idx="1">
                  <c:v>0.7908593315450893</c:v>
                </c:pt>
                <c:pt idx="2">
                  <c:v>0.8196927816486322</c:v>
                </c:pt>
                <c:pt idx="3">
                  <c:v>0.7940249956760895</c:v>
                </c:pt>
                <c:pt idx="4">
                  <c:v>0.7755463341349312</c:v>
                </c:pt>
                <c:pt idx="5">
                  <c:v>0.7943296633846629</c:v>
                </c:pt>
                <c:pt idx="6">
                  <c:v>0.7664066066429431</c:v>
                </c:pt>
                <c:pt idx="7">
                  <c:v>0.7784509230786871</c:v>
                </c:pt>
                <c:pt idx="8">
                  <c:v>0.7318632275848054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0.8108845602258622</c:v>
                </c:pt>
                <c:pt idx="1">
                  <c:v>0.840929658677421</c:v>
                </c:pt>
                <c:pt idx="2">
                  <c:v>0.8390248325890332</c:v>
                </c:pt>
                <c:pt idx="3">
                  <c:v>0.8291677257814949</c:v>
                </c:pt>
                <c:pt idx="4">
                  <c:v>0.8623185852535402</c:v>
                </c:pt>
                <c:pt idx="5">
                  <c:v>0.7837174418342302</c:v>
                </c:pt>
                <c:pt idx="6">
                  <c:v>0.7785272659297353</c:v>
                </c:pt>
                <c:pt idx="7">
                  <c:v>0.7950715265630648</c:v>
                </c:pt>
                <c:pt idx="8">
                  <c:v>0.8546545389915389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72755013867039"/>
          <c:min val="0.72142679897130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0.7851708215193521</c:v>
                </c:pt>
                <c:pt idx="1">
                  <c:v>0.7721620054041067</c:v>
                </c:pt>
                <c:pt idx="2">
                  <c:v>0.797979160770411</c:v>
                </c:pt>
                <c:pt idx="3">
                  <c:v>0.7797813857233051</c:v>
                </c:pt>
                <c:pt idx="4">
                  <c:v>0.7557826708733755</c:v>
                </c:pt>
                <c:pt idx="5">
                  <c:v>0.7179182662221913</c:v>
                </c:pt>
                <c:pt idx="6">
                  <c:v>0.7639490526693069</c:v>
                </c:pt>
                <c:pt idx="7">
                  <c:v>0.7365490934769798</c:v>
                </c:pt>
                <c:pt idx="8">
                  <c:v>0.7655757226439307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0.7102083610781524</c:v>
                </c:pt>
                <c:pt idx="1">
                  <c:v>0.6966919809323946</c:v>
                </c:pt>
                <c:pt idx="2">
                  <c:v>0.6958658407671268</c:v>
                </c:pt>
                <c:pt idx="3">
                  <c:v>0.6849311508867544</c:v>
                </c:pt>
                <c:pt idx="4">
                  <c:v>0.6739023507530385</c:v>
                </c:pt>
                <c:pt idx="5">
                  <c:v>0.6581074983978068</c:v>
                </c:pt>
                <c:pt idx="6">
                  <c:v>0.6465264625694603</c:v>
                </c:pt>
                <c:pt idx="7">
                  <c:v>0.6221645825802212</c:v>
                </c:pt>
                <c:pt idx="8">
                  <c:v>0.7013007088219111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20443270256261"/>
          <c:min val="0.60809941632500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0.7826781946836383</c:v>
                </c:pt>
                <c:pt idx="1">
                  <c:v>0.6756725243526519</c:v>
                </c:pt>
                <c:pt idx="2">
                  <c:v>0.8043451301826513</c:v>
                </c:pt>
                <c:pt idx="3">
                  <c:v>0.7753891560882413</c:v>
                </c:pt>
                <c:pt idx="4">
                  <c:v>0.7810957237541702</c:v>
                </c:pt>
                <c:pt idx="5">
                  <c:v>0.7684671695911997</c:v>
                </c:pt>
                <c:pt idx="6">
                  <c:v>0.7919514183196192</c:v>
                </c:pt>
                <c:pt idx="7">
                  <c:v>0.7230859717341547</c:v>
                </c:pt>
                <c:pt idx="8">
                  <c:v>0.6382272537951112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0.737567591014565</c:v>
                </c:pt>
                <c:pt idx="1">
                  <c:v>0.6955894617010289</c:v>
                </c:pt>
                <c:pt idx="2">
                  <c:v>0.7197958764337912</c:v>
                </c:pt>
                <c:pt idx="3">
                  <c:v>0.7282157853256137</c:v>
                </c:pt>
                <c:pt idx="4">
                  <c:v>0.6930970207779816</c:v>
                </c:pt>
                <c:pt idx="5">
                  <c:v>0.6577970227368963</c:v>
                </c:pt>
                <c:pt idx="6">
                  <c:v>0.6589295890361307</c:v>
                </c:pt>
                <c:pt idx="7">
                  <c:v>0.6996509645580978</c:v>
                </c:pt>
                <c:pt idx="8">
                  <c:v>0.6960205903902767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76345602936546"/>
          <c:min val="0.624937823684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0.8608967756459749</c:v>
                </c:pt>
                <c:pt idx="1">
                  <c:v>0.8548106344608972</c:v>
                </c:pt>
                <c:pt idx="2">
                  <c:v>0.8824983252702636</c:v>
                </c:pt>
                <c:pt idx="3">
                  <c:v>0.8506551458494944</c:v>
                </c:pt>
                <c:pt idx="4">
                  <c:v>0.8435260135339797</c:v>
                </c:pt>
                <c:pt idx="5">
                  <c:v>0.8432810284509764</c:v>
                </c:pt>
                <c:pt idx="6">
                  <c:v>0.8495633716485143</c:v>
                </c:pt>
                <c:pt idx="7">
                  <c:v>0.8476101167407404</c:v>
                </c:pt>
                <c:pt idx="8">
                  <c:v>0.8135777401339951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0.7716386395101663</c:v>
                </c:pt>
                <c:pt idx="1">
                  <c:v>0.8037112061576798</c:v>
                </c:pt>
                <c:pt idx="2">
                  <c:v>0.8206182219519482</c:v>
                </c:pt>
                <c:pt idx="3">
                  <c:v>0.7921788001667398</c:v>
                </c:pt>
                <c:pt idx="4">
                  <c:v>0.8012819159890665</c:v>
                </c:pt>
                <c:pt idx="5">
                  <c:v>0.795421585367821</c:v>
                </c:pt>
                <c:pt idx="6">
                  <c:v>0.8189352842026352</c:v>
                </c:pt>
                <c:pt idx="7">
                  <c:v>0.8018684341261859</c:v>
                </c:pt>
                <c:pt idx="8">
                  <c:v>0.7764643245465588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913671001310715"/>
          <c:min val="0.76276986464935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0.6624963107595871</c:v>
                </c:pt>
                <c:pt idx="1">
                  <c:v>0.6624963107595871</c:v>
                </c:pt>
                <c:pt idx="2">
                  <c:v>0.6624963107595871</c:v>
                </c:pt>
                <c:pt idx="3">
                  <c:v>0.6624963107595871</c:v>
                </c:pt>
                <c:pt idx="4">
                  <c:v>0.6624963107595871</c:v>
                </c:pt>
                <c:pt idx="5">
                  <c:v>0.6624963107595871</c:v>
                </c:pt>
                <c:pt idx="6">
                  <c:v>0.6624963107595871</c:v>
                </c:pt>
                <c:pt idx="7">
                  <c:v>0.6624963107595871</c:v>
                </c:pt>
                <c:pt idx="8">
                  <c:v>0.6624963107595871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695391544189739"/>
          <c:min val="0.633357484418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0.642800376606284</c:v>
                </c:pt>
                <c:pt idx="1">
                  <c:v>0.6495211129548664</c:v>
                </c:pt>
                <c:pt idx="2">
                  <c:v>0.693388717640479</c:v>
                </c:pt>
                <c:pt idx="3">
                  <c:v>0.6427493237285349</c:v>
                </c:pt>
                <c:pt idx="4">
                  <c:v>0.7107516050107623</c:v>
                </c:pt>
                <c:pt idx="5">
                  <c:v>0.7117195471613551</c:v>
                </c:pt>
                <c:pt idx="6">
                  <c:v>0.7082060870882604</c:v>
                </c:pt>
                <c:pt idx="7">
                  <c:v>0.7009725449582771</c:v>
                </c:pt>
                <c:pt idx="8">
                  <c:v>0.760147315108571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695391544189739"/>
          <c:min val="0.633357484418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0.7679559576152816</c:v>
                </c:pt>
                <c:pt idx="1">
                  <c:v>0.7679559576152816</c:v>
                </c:pt>
                <c:pt idx="2">
                  <c:v>0.7679559576152816</c:v>
                </c:pt>
                <c:pt idx="3">
                  <c:v>0.7679559576152816</c:v>
                </c:pt>
                <c:pt idx="4">
                  <c:v>0.7679559576152816</c:v>
                </c:pt>
                <c:pt idx="5">
                  <c:v>0.7679559576152816</c:v>
                </c:pt>
                <c:pt idx="6">
                  <c:v>0.7679559576152816</c:v>
                </c:pt>
                <c:pt idx="7">
                  <c:v>0.7679559576152816</c:v>
                </c:pt>
                <c:pt idx="8">
                  <c:v>0.7679559576152816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0320577460591"/>
          <c:min val="0.75996514322861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0.7656368525806503</c:v>
                </c:pt>
                <c:pt idx="1">
                  <c:v>0.7655068973135796</c:v>
                </c:pt>
                <c:pt idx="2">
                  <c:v>0.771642287930605</c:v>
                </c:pt>
                <c:pt idx="3">
                  <c:v>0.8075138599252102</c:v>
                </c:pt>
                <c:pt idx="4">
                  <c:v>0.8239118476943292</c:v>
                </c:pt>
                <c:pt idx="5">
                  <c:v>0.8061349305933695</c:v>
                </c:pt>
                <c:pt idx="6">
                  <c:v>0.8347788233756271</c:v>
                </c:pt>
                <c:pt idx="7">
                  <c:v>0.8143547339526653</c:v>
                </c:pt>
                <c:pt idx="8">
                  <c:v>0.8056847024035625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0320577460591"/>
          <c:min val="0.75996514322861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0.8296151747828842</c:v>
                </c:pt>
                <c:pt idx="1">
                  <c:v>0.8296151747828842</c:v>
                </c:pt>
                <c:pt idx="2">
                  <c:v>0.8296151747828842</c:v>
                </c:pt>
                <c:pt idx="3">
                  <c:v>0.8296151747828842</c:v>
                </c:pt>
                <c:pt idx="4">
                  <c:v>0.8296151747828842</c:v>
                </c:pt>
                <c:pt idx="5">
                  <c:v>0.8296151747828842</c:v>
                </c:pt>
                <c:pt idx="6">
                  <c:v>0.8296151747828842</c:v>
                </c:pt>
                <c:pt idx="7">
                  <c:v>0.8296151747828842</c:v>
                </c:pt>
                <c:pt idx="8">
                  <c:v>0.8296151747828842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97499802925407"/>
          <c:min val="0.8027005808462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0.8269802774411457</c:v>
                </c:pt>
                <c:pt idx="1">
                  <c:v>0.8087039877046016</c:v>
                </c:pt>
                <c:pt idx="2">
                  <c:v>0.8485374063052166</c:v>
                </c:pt>
                <c:pt idx="3">
                  <c:v>0.8533177771443917</c:v>
                </c:pt>
                <c:pt idx="4">
                  <c:v>0.8471338298701822</c:v>
                </c:pt>
                <c:pt idx="5">
                  <c:v>0.8582047796380128</c:v>
                </c:pt>
                <c:pt idx="6">
                  <c:v>0.8612674569575255</c:v>
                </c:pt>
                <c:pt idx="7">
                  <c:v>0.8610986774861933</c:v>
                </c:pt>
                <c:pt idx="8">
                  <c:v>0.8837465734341748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97499802925407"/>
          <c:min val="0.8027005808462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0.31713747379427826</c:v>
                </c:pt>
                <c:pt idx="1">
                  <c:v>0.3109520570221026</c:v>
                </c:pt>
                <c:pt idx="2">
                  <c:v>0.26936792073970256</c:v>
                </c:pt>
                <c:pt idx="3">
                  <c:v>0.25923742865142274</c:v>
                </c:pt>
                <c:pt idx="4">
                  <c:v>0.28802663402755346</c:v>
                </c:pt>
                <c:pt idx="5">
                  <c:v>0.2522536048556422</c:v>
                </c:pt>
                <c:pt idx="6">
                  <c:v>0.2814382917298273</c:v>
                </c:pt>
                <c:pt idx="7">
                  <c:v>0.27420156969271625</c:v>
                </c:pt>
                <c:pt idx="8">
                  <c:v>0.2547096501720273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0.30326002083588016</c:v>
                </c:pt>
                <c:pt idx="1">
                  <c:v>0.29639654583038577</c:v>
                </c:pt>
                <c:pt idx="2">
                  <c:v>0.3390292942827001</c:v>
                </c:pt>
                <c:pt idx="3">
                  <c:v>0.37622564319803664</c:v>
                </c:pt>
                <c:pt idx="4">
                  <c:v>0.3528105644799664</c:v>
                </c:pt>
                <c:pt idx="5">
                  <c:v>0.3812702104766656</c:v>
                </c:pt>
                <c:pt idx="6">
                  <c:v>0.3534855433979211</c:v>
                </c:pt>
                <c:pt idx="7">
                  <c:v>0.34608379810752854</c:v>
                </c:pt>
                <c:pt idx="8">
                  <c:v>0.3375199157889664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159153892634746"/>
          <c:min val="0.24193227640596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0.2892566209123303</c:v>
                </c:pt>
                <c:pt idx="1">
                  <c:v>0.2850991531225518</c:v>
                </c:pt>
                <c:pt idx="2">
                  <c:v>0.22913601437013595</c:v>
                </c:pt>
                <c:pt idx="3">
                  <c:v>0.2665478695529784</c:v>
                </c:pt>
                <c:pt idx="4">
                  <c:v>0.26751597244136405</c:v>
                </c:pt>
                <c:pt idx="5">
                  <c:v>0.2496351181322522</c:v>
                </c:pt>
                <c:pt idx="6">
                  <c:v>0.2672908228086659</c:v>
                </c:pt>
                <c:pt idx="7">
                  <c:v>0.27640503035728414</c:v>
                </c:pt>
                <c:pt idx="8">
                  <c:v>0.31269382849605076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0.325288260133191</c:v>
                </c:pt>
                <c:pt idx="1">
                  <c:v>0.33788313605155557</c:v>
                </c:pt>
                <c:pt idx="2">
                  <c:v>0.31729316905619376</c:v>
                </c:pt>
                <c:pt idx="3">
                  <c:v>0.313489496687586</c:v>
                </c:pt>
                <c:pt idx="4">
                  <c:v>0.32593341694753003</c:v>
                </c:pt>
                <c:pt idx="5">
                  <c:v>0.3554438709034418</c:v>
                </c:pt>
                <c:pt idx="6">
                  <c:v>0.32865055012731287</c:v>
                </c:pt>
                <c:pt idx="7">
                  <c:v>0.3568807992495583</c:v>
                </c:pt>
                <c:pt idx="8">
                  <c:v>0.32920357460921906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71003820399121"/>
          <c:min val="0.218916431579782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0.22364391702792213</c:v>
                </c:pt>
                <c:pt idx="1">
                  <c:v>0.2643354607003325</c:v>
                </c:pt>
                <c:pt idx="2">
                  <c:v>0.2475521520939869</c:v>
                </c:pt>
                <c:pt idx="3">
                  <c:v>0.2683524602627978</c:v>
                </c:pt>
                <c:pt idx="4">
                  <c:v>0.26227699795569076</c:v>
                </c:pt>
                <c:pt idx="5">
                  <c:v>0.2571613807927676</c:v>
                </c:pt>
                <c:pt idx="6">
                  <c:v>0.2355633435427333</c:v>
                </c:pt>
                <c:pt idx="7">
                  <c:v>0.2566315288577019</c:v>
                </c:pt>
                <c:pt idx="8">
                  <c:v>0.2692494625236581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0.23966630972374162</c:v>
                </c:pt>
                <c:pt idx="1">
                  <c:v>0.2843156547560736</c:v>
                </c:pt>
                <c:pt idx="2">
                  <c:v>0.3142329704368368</c:v>
                </c:pt>
                <c:pt idx="3">
                  <c:v>0.33228610752593074</c:v>
                </c:pt>
                <c:pt idx="4">
                  <c:v>0.2792066246557539</c:v>
                </c:pt>
                <c:pt idx="5">
                  <c:v>0.30599143927233813</c:v>
                </c:pt>
                <c:pt idx="6">
                  <c:v>0.31943107572363444</c:v>
                </c:pt>
                <c:pt idx="7">
                  <c:v>0.3062255588287744</c:v>
                </c:pt>
                <c:pt idx="8">
                  <c:v>0.2987941196062456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4097748276577144"/>
          <c:min val="0.214952541788081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0.32967069782860353</c:v>
                </c:pt>
                <c:pt idx="1">
                  <c:v>0.3877667535449034</c:v>
                </c:pt>
                <c:pt idx="2">
                  <c:v>0.3583007531965636</c:v>
                </c:pt>
                <c:pt idx="3">
                  <c:v>0.36321453545863436</c:v>
                </c:pt>
                <c:pt idx="4">
                  <c:v>0.3370045632058841</c:v>
                </c:pt>
                <c:pt idx="5">
                  <c:v>0.3571323766763506</c:v>
                </c:pt>
                <c:pt idx="6">
                  <c:v>0.41716810037898605</c:v>
                </c:pt>
                <c:pt idx="7">
                  <c:v>0.40133761020915626</c:v>
                </c:pt>
                <c:pt idx="8">
                  <c:v>0.35709564195536037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0.35896239979595923</c:v>
                </c:pt>
                <c:pt idx="1">
                  <c:v>0.327552152214383</c:v>
                </c:pt>
                <c:pt idx="2">
                  <c:v>0.3179449644392812</c:v>
                </c:pt>
                <c:pt idx="3">
                  <c:v>0.2873628223633429</c:v>
                </c:pt>
                <c:pt idx="4">
                  <c:v>0.3446260421213702</c:v>
                </c:pt>
                <c:pt idx="5">
                  <c:v>0.32774365430591584</c:v>
                </c:pt>
                <c:pt idx="6">
                  <c:v>0.31818503279078325</c:v>
                </c:pt>
                <c:pt idx="7">
                  <c:v>0.2980302788299183</c:v>
                </c:pt>
                <c:pt idx="8">
                  <c:v>0.3041966381890325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75525226202375"/>
          <c:min val="0.27697840012209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0.3558251708981371</c:v>
                </c:pt>
                <c:pt idx="1">
                  <c:v>0.3798936492806437</c:v>
                </c:pt>
                <c:pt idx="2">
                  <c:v>0.385581165986674</c:v>
                </c:pt>
                <c:pt idx="3">
                  <c:v>0.3813749250230264</c:v>
                </c:pt>
                <c:pt idx="4">
                  <c:v>0.38073352192299237</c:v>
                </c:pt>
                <c:pt idx="5">
                  <c:v>0.38001033098419923</c:v>
                </c:pt>
                <c:pt idx="6">
                  <c:v>0.37505182327535785</c:v>
                </c:pt>
                <c:pt idx="7">
                  <c:v>0.35494258144348245</c:v>
                </c:pt>
                <c:pt idx="8">
                  <c:v>0.3532837948793073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0.3585870997353427</c:v>
                </c:pt>
                <c:pt idx="1">
                  <c:v>0.35458685469388723</c:v>
                </c:pt>
                <c:pt idx="2">
                  <c:v>0.36165650150556367</c:v>
                </c:pt>
                <c:pt idx="3">
                  <c:v>0.3348316445215471</c:v>
                </c:pt>
                <c:pt idx="4">
                  <c:v>0.3255468104831214</c:v>
                </c:pt>
                <c:pt idx="5">
                  <c:v>0.27358479914346445</c:v>
                </c:pt>
                <c:pt idx="6">
                  <c:v>0.26483191716612986</c:v>
                </c:pt>
                <c:pt idx="7">
                  <c:v>0.30559423249928913</c:v>
                </c:pt>
                <c:pt idx="8">
                  <c:v>0.290893432896218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24110589231753"/>
          <c:min val="0.255171977260486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0.3962371687493441</c:v>
                </c:pt>
                <c:pt idx="1">
                  <c:v>0.35130833182782695</c:v>
                </c:pt>
                <c:pt idx="2">
                  <c:v>0.3814945324099297</c:v>
                </c:pt>
                <c:pt idx="3">
                  <c:v>0.35157176905696197</c:v>
                </c:pt>
                <c:pt idx="4">
                  <c:v>0.3480661347504739</c:v>
                </c:pt>
                <c:pt idx="5">
                  <c:v>0.3465674421355034</c:v>
                </c:pt>
                <c:pt idx="6">
                  <c:v>0.31598036669914153</c:v>
                </c:pt>
                <c:pt idx="7">
                  <c:v>0.3241157561190985</c:v>
                </c:pt>
                <c:pt idx="8">
                  <c:v>0.3154842653325761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0.3422442683982557</c:v>
                </c:pt>
                <c:pt idx="1">
                  <c:v>0.30275857684083657</c:v>
                </c:pt>
                <c:pt idx="2">
                  <c:v>0.2992509347415161</c:v>
                </c:pt>
                <c:pt idx="3">
                  <c:v>0.31440067132491406</c:v>
                </c:pt>
                <c:pt idx="4">
                  <c:v>0.3144372348913849</c:v>
                </c:pt>
                <c:pt idx="5">
                  <c:v>0.2892952965502566</c:v>
                </c:pt>
                <c:pt idx="6">
                  <c:v>0.3092014595904435</c:v>
                </c:pt>
                <c:pt idx="7">
                  <c:v>0.3299441726866129</c:v>
                </c:pt>
                <c:pt idx="8">
                  <c:v>0.31142212525542723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47925185252711"/>
          <c:min val="0.28073994677432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0.2281900213400286</c:v>
                </c:pt>
                <c:pt idx="1">
                  <c:v>0.2281900213400286</c:v>
                </c:pt>
                <c:pt idx="2">
                  <c:v>0.2281900213400286</c:v>
                </c:pt>
                <c:pt idx="3">
                  <c:v>0.2281900213400286</c:v>
                </c:pt>
                <c:pt idx="4">
                  <c:v>0.2281900213400286</c:v>
                </c:pt>
                <c:pt idx="5">
                  <c:v>0.2281900213400286</c:v>
                </c:pt>
                <c:pt idx="6">
                  <c:v>0.2281900213400286</c:v>
                </c:pt>
                <c:pt idx="7">
                  <c:v>0.2281900213400286</c:v>
                </c:pt>
                <c:pt idx="8">
                  <c:v>0.2281900213400286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764779272240143"/>
          <c:min val="0.16041126453976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0.20187026928221874</c:v>
                </c:pt>
                <c:pt idx="1">
                  <c:v>0.17815171475925373</c:v>
                </c:pt>
                <c:pt idx="2">
                  <c:v>0.2802085955919637</c:v>
                </c:pt>
                <c:pt idx="3">
                  <c:v>0.2506739386596604</c:v>
                </c:pt>
                <c:pt idx="4">
                  <c:v>0.38181624128376623</c:v>
                </c:pt>
                <c:pt idx="5">
                  <c:v>0.3136515890604151</c:v>
                </c:pt>
                <c:pt idx="6">
                  <c:v>0.3417736814931177</c:v>
                </c:pt>
                <c:pt idx="7">
                  <c:v>0.3132255585304229</c:v>
                </c:pt>
                <c:pt idx="8">
                  <c:v>0.399907342502909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764779272240143"/>
          <c:min val="0.16041126453976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0.20214137796041168</c:v>
                </c:pt>
                <c:pt idx="1">
                  <c:v>0.20214137796041168</c:v>
                </c:pt>
                <c:pt idx="2">
                  <c:v>0.20214137796041168</c:v>
                </c:pt>
                <c:pt idx="3">
                  <c:v>0.20214137796041168</c:v>
                </c:pt>
                <c:pt idx="4">
                  <c:v>0.20214137796041168</c:v>
                </c:pt>
                <c:pt idx="5">
                  <c:v>0.20214137796041168</c:v>
                </c:pt>
                <c:pt idx="6">
                  <c:v>0.20214137796041168</c:v>
                </c:pt>
                <c:pt idx="7">
                  <c:v>0.20214137796041168</c:v>
                </c:pt>
                <c:pt idx="8">
                  <c:v>0.20214137796041168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359330658841876"/>
          <c:min val="0.18755650318612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0.2145583870490643</c:v>
                </c:pt>
                <c:pt idx="1">
                  <c:v>0.19486938617938487</c:v>
                </c:pt>
                <c:pt idx="2">
                  <c:v>0.19765828215672646</c:v>
                </c:pt>
                <c:pt idx="3">
                  <c:v>0.22710960621017634</c:v>
                </c:pt>
                <c:pt idx="4">
                  <c:v>0.2696239349543333</c:v>
                </c:pt>
                <c:pt idx="5">
                  <c:v>0.27913716212213147</c:v>
                </c:pt>
                <c:pt idx="6">
                  <c:v>0.286280423595157</c:v>
                </c:pt>
                <c:pt idx="7">
                  <c:v>0.26077429691960047</c:v>
                </c:pt>
                <c:pt idx="8">
                  <c:v>0.24883041450418045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359330658841876"/>
          <c:min val="0.18755650318612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0.3145558207676618</c:v>
                </c:pt>
                <c:pt idx="1">
                  <c:v>0.3145558207676618</c:v>
                </c:pt>
                <c:pt idx="2">
                  <c:v>0.3145558207676618</c:v>
                </c:pt>
                <c:pt idx="3">
                  <c:v>0.3145558207676618</c:v>
                </c:pt>
                <c:pt idx="4">
                  <c:v>0.3145558207676618</c:v>
                </c:pt>
                <c:pt idx="5">
                  <c:v>0.3145558207676618</c:v>
                </c:pt>
                <c:pt idx="6">
                  <c:v>0.3145558207676618</c:v>
                </c:pt>
                <c:pt idx="7">
                  <c:v>0.3145558207676618</c:v>
                </c:pt>
                <c:pt idx="8">
                  <c:v>0.3145558207676618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09558130123906"/>
          <c:min val="0.2551121813935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0.2647662089733541</c:v>
                </c:pt>
                <c:pt idx="1">
                  <c:v>0.32044347514010435</c:v>
                </c:pt>
                <c:pt idx="2">
                  <c:v>0.35506547577637093</c:v>
                </c:pt>
                <c:pt idx="3">
                  <c:v>0.3350133475187492</c:v>
                </c:pt>
                <c:pt idx="4">
                  <c:v>0.36402478493966556</c:v>
                </c:pt>
                <c:pt idx="5">
                  <c:v>0.3465888278894056</c:v>
                </c:pt>
                <c:pt idx="6">
                  <c:v>0.3369687231254787</c:v>
                </c:pt>
                <c:pt idx="7">
                  <c:v>0.35301769906443353</c:v>
                </c:pt>
                <c:pt idx="8">
                  <c:v>0.3854415537213957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09558130123906"/>
          <c:min val="0.2551121813935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10328.754193548388</c:v>
                </c:pt>
                <c:pt idx="1">
                  <c:v>11427.873333333333</c:v>
                </c:pt>
                <c:pt idx="2">
                  <c:v>10489.561935483871</c:v>
                </c:pt>
                <c:pt idx="3">
                  <c:v>13017.831333333334</c:v>
                </c:pt>
                <c:pt idx="4">
                  <c:v>10791.459677419354</c:v>
                </c:pt>
                <c:pt idx="5">
                  <c:v>12399.648888888889</c:v>
                </c:pt>
                <c:pt idx="6">
                  <c:v>12201.710000000001</c:v>
                </c:pt>
                <c:pt idx="7">
                  <c:v>11725.143793103447</c:v>
                </c:pt>
                <c:pt idx="8">
                  <c:v>10448.274333333333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70.352009970677"/>
          <c:min val="9562.70991085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9764.897857142858</c:v>
                </c:pt>
                <c:pt idx="1">
                  <c:v>8678.790769230769</c:v>
                </c:pt>
                <c:pt idx="2">
                  <c:v>9303.0175</c:v>
                </c:pt>
                <c:pt idx="3">
                  <c:v>10658.23076923077</c:v>
                </c:pt>
                <c:pt idx="4">
                  <c:v>7869.699230769231</c:v>
                </c:pt>
                <c:pt idx="5">
                  <c:v>7347.306</c:v>
                </c:pt>
                <c:pt idx="6">
                  <c:v>9855.274705882353</c:v>
                </c:pt>
                <c:pt idx="7">
                  <c:v>7699.027647058823</c:v>
                </c:pt>
                <c:pt idx="8">
                  <c:v>7507.301875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8179.029333333334</c:v>
                </c:pt>
                <c:pt idx="1">
                  <c:v>11351.606</c:v>
                </c:pt>
                <c:pt idx="2">
                  <c:v>11348.378125</c:v>
                </c:pt>
                <c:pt idx="3">
                  <c:v>10600.176666666666</c:v>
                </c:pt>
                <c:pt idx="4">
                  <c:v>11325.422857142858</c:v>
                </c:pt>
                <c:pt idx="5">
                  <c:v>12711.343571428572</c:v>
                </c:pt>
                <c:pt idx="6">
                  <c:v>14741.235</c:v>
                </c:pt>
                <c:pt idx="7">
                  <c:v>12810.621428571429</c:v>
                </c:pt>
                <c:pt idx="8">
                  <c:v>11966.292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332.74932"/>
          <c:min val="6755.79167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9005.116451612903</c:v>
                </c:pt>
                <c:pt idx="1">
                  <c:v>8209.987</c:v>
                </c:pt>
                <c:pt idx="2">
                  <c:v>9264.968666666666</c:v>
                </c:pt>
                <c:pt idx="3">
                  <c:v>9190.243928571428</c:v>
                </c:pt>
                <c:pt idx="4">
                  <c:v>8732.873666666666</c:v>
                </c:pt>
                <c:pt idx="5">
                  <c:v>7422.641290322581</c:v>
                </c:pt>
                <c:pt idx="6">
                  <c:v>8026.841333333333</c:v>
                </c:pt>
                <c:pt idx="7">
                  <c:v>9464.78103448276</c:v>
                </c:pt>
                <c:pt idx="8">
                  <c:v>6550.932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10611.027333333333</c:v>
                </c:pt>
                <c:pt idx="1">
                  <c:v>10414.379666666668</c:v>
                </c:pt>
                <c:pt idx="2">
                  <c:v>11926.784333333335</c:v>
                </c:pt>
                <c:pt idx="3">
                  <c:v>10534.514666666666</c:v>
                </c:pt>
                <c:pt idx="4">
                  <c:v>9907.659666666666</c:v>
                </c:pt>
                <c:pt idx="5">
                  <c:v>10351.077</c:v>
                </c:pt>
                <c:pt idx="6">
                  <c:v>11370.130333333333</c:v>
                </c:pt>
                <c:pt idx="7">
                  <c:v>11587.91</c:v>
                </c:pt>
                <c:pt idx="8">
                  <c:v>11913.973870967742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56.852520000002"/>
          <c:min val="6120.86381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14543.932727272728</c:v>
                </c:pt>
                <c:pt idx="1">
                  <c:v>9626.62</c:v>
                </c:pt>
                <c:pt idx="2">
                  <c:v>9889.238333333333</c:v>
                </c:pt>
                <c:pt idx="3">
                  <c:v>13529.358181818183</c:v>
                </c:pt>
                <c:pt idx="4">
                  <c:v>11468.91090909091</c:v>
                </c:pt>
                <c:pt idx="5">
                  <c:v>9941.029166666667</c:v>
                </c:pt>
                <c:pt idx="6">
                  <c:v>12283.417</c:v>
                </c:pt>
                <c:pt idx="7">
                  <c:v>11253.09</c:v>
                </c:pt>
                <c:pt idx="8">
                  <c:v>8708.986363636364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10681.267272727273</c:v>
                </c:pt>
                <c:pt idx="1">
                  <c:v>8268.094000000001</c:v>
                </c:pt>
                <c:pt idx="2">
                  <c:v>10048.831</c:v>
                </c:pt>
                <c:pt idx="3">
                  <c:v>9629.965833333334</c:v>
                </c:pt>
                <c:pt idx="4">
                  <c:v>7816.510833333334</c:v>
                </c:pt>
                <c:pt idx="5">
                  <c:v>10926.842499999999</c:v>
                </c:pt>
                <c:pt idx="6">
                  <c:v>11564.562727272727</c:v>
                </c:pt>
                <c:pt idx="7">
                  <c:v>9953.628999999999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82.126478787879"/>
          <c:min val="7278.31708181818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14196.569411764705</c:v>
                </c:pt>
                <c:pt idx="1">
                  <c:v>14259.261176470589</c:v>
                </c:pt>
                <c:pt idx="2">
                  <c:v>13111.632352941177</c:v>
                </c:pt>
                <c:pt idx="3">
                  <c:v>12927.792222222222</c:v>
                </c:pt>
                <c:pt idx="4">
                  <c:v>11880.529444444444</c:v>
                </c:pt>
                <c:pt idx="5">
                  <c:v>13848.808823529413</c:v>
                </c:pt>
                <c:pt idx="6">
                  <c:v>13785.644705882352</c:v>
                </c:pt>
                <c:pt idx="7">
                  <c:v>12634.707222222223</c:v>
                </c:pt>
                <c:pt idx="8">
                  <c:v>13481.645999999999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11006.317500000001</c:v>
                </c:pt>
                <c:pt idx="1">
                  <c:v>10758.536666666667</c:v>
                </c:pt>
                <c:pt idx="2">
                  <c:v>10693.837727272727</c:v>
                </c:pt>
                <c:pt idx="3">
                  <c:v>12764.419523809524</c:v>
                </c:pt>
                <c:pt idx="4">
                  <c:v>11819.966499999999</c:v>
                </c:pt>
                <c:pt idx="5">
                  <c:v>12314.305</c:v>
                </c:pt>
                <c:pt idx="6">
                  <c:v>13960.412608695651</c:v>
                </c:pt>
                <c:pt idx="7">
                  <c:v>12442.894782608697</c:v>
                </c:pt>
                <c:pt idx="8">
                  <c:v>12896.293913043479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44.495052406417"/>
          <c:min val="10408.6038513368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15285.79923076923</c:v>
                </c:pt>
                <c:pt idx="1">
                  <c:v>14679.894696969697</c:v>
                </c:pt>
                <c:pt idx="2">
                  <c:v>14093.677164179104</c:v>
                </c:pt>
                <c:pt idx="3">
                  <c:v>14364.368939393938</c:v>
                </c:pt>
                <c:pt idx="4">
                  <c:v>14823.901538461538</c:v>
                </c:pt>
                <c:pt idx="5">
                  <c:v>16683.807076923076</c:v>
                </c:pt>
                <c:pt idx="6">
                  <c:v>14813.223823529412</c:v>
                </c:pt>
                <c:pt idx="7">
                  <c:v>14842.673661971832</c:v>
                </c:pt>
                <c:pt idx="8">
                  <c:v>13457.332361111112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14875.225342465752</c:v>
                </c:pt>
                <c:pt idx="1">
                  <c:v>13274.013552631579</c:v>
                </c:pt>
                <c:pt idx="2">
                  <c:v>13958.210789473684</c:v>
                </c:pt>
                <c:pt idx="3">
                  <c:v>16108.256666666666</c:v>
                </c:pt>
                <c:pt idx="4">
                  <c:v>12898.752236842105</c:v>
                </c:pt>
                <c:pt idx="5">
                  <c:v>13809.881066666667</c:v>
                </c:pt>
                <c:pt idx="6">
                  <c:v>14742.652567567568</c:v>
                </c:pt>
                <c:pt idx="7">
                  <c:v>15072.556986301368</c:v>
                </c:pt>
                <c:pt idx="8">
                  <c:v>13680.323733333335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986.611464129553"/>
          <c:min val="12595.9478496356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15825.321111111112</c:v>
                </c:pt>
                <c:pt idx="1">
                  <c:v>15825.321111111112</c:v>
                </c:pt>
                <c:pt idx="2">
                  <c:v>15825.321111111112</c:v>
                </c:pt>
                <c:pt idx="3">
                  <c:v>15825.321111111112</c:v>
                </c:pt>
                <c:pt idx="4">
                  <c:v>15825.321111111112</c:v>
                </c:pt>
                <c:pt idx="5">
                  <c:v>15825.321111111112</c:v>
                </c:pt>
                <c:pt idx="6">
                  <c:v>15825.321111111112</c:v>
                </c:pt>
                <c:pt idx="7">
                  <c:v>15825.321111111112</c:v>
                </c:pt>
                <c:pt idx="8">
                  <c:v>15825.321111111112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15233.430952380952</c:v>
                </c:pt>
                <c:pt idx="1">
                  <c:v>15843.78</c:v>
                </c:pt>
                <c:pt idx="2">
                  <c:v>16398.75238095238</c:v>
                </c:pt>
                <c:pt idx="3">
                  <c:v>18719.918181818182</c:v>
                </c:pt>
                <c:pt idx="4">
                  <c:v>17110.282857142858</c:v>
                </c:pt>
                <c:pt idx="5">
                  <c:v>18989.871052631577</c:v>
                </c:pt>
                <c:pt idx="6">
                  <c:v>21697.329</c:v>
                </c:pt>
                <c:pt idx="7">
                  <c:v>20235.704285714284</c:v>
                </c:pt>
                <c:pt idx="8">
                  <c:v>20395.156666666666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12440.102127659575</c:v>
                </c:pt>
                <c:pt idx="1">
                  <c:v>12440.102127659575</c:v>
                </c:pt>
                <c:pt idx="2">
                  <c:v>12440.102127659575</c:v>
                </c:pt>
                <c:pt idx="3">
                  <c:v>12440.102127659575</c:v>
                </c:pt>
                <c:pt idx="4">
                  <c:v>12440.102127659575</c:v>
                </c:pt>
                <c:pt idx="5">
                  <c:v>12440.102127659575</c:v>
                </c:pt>
                <c:pt idx="6">
                  <c:v>12440.102127659575</c:v>
                </c:pt>
                <c:pt idx="7">
                  <c:v>12440.102127659575</c:v>
                </c:pt>
                <c:pt idx="8">
                  <c:v>12440.102127659575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13709.45632653061</c:v>
                </c:pt>
                <c:pt idx="1">
                  <c:v>13709.45632653061</c:v>
                </c:pt>
                <c:pt idx="2">
                  <c:v>13709.45632653061</c:v>
                </c:pt>
                <c:pt idx="3">
                  <c:v>13709.45632653061</c:v>
                </c:pt>
                <c:pt idx="4">
                  <c:v>13709.45632653061</c:v>
                </c:pt>
                <c:pt idx="5">
                  <c:v>13709.45632653061</c:v>
                </c:pt>
                <c:pt idx="6">
                  <c:v>13709.45632653061</c:v>
                </c:pt>
                <c:pt idx="7">
                  <c:v>13709.45632653061</c:v>
                </c:pt>
                <c:pt idx="8">
                  <c:v>13709.45632653061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13495.86882352941</c:v>
                </c:pt>
                <c:pt idx="1">
                  <c:v>12043.401333333333</c:v>
                </c:pt>
                <c:pt idx="2">
                  <c:v>15393.092352941178</c:v>
                </c:pt>
                <c:pt idx="3">
                  <c:v>15823.766470588236</c:v>
                </c:pt>
                <c:pt idx="4">
                  <c:v>13089.334705882353</c:v>
                </c:pt>
                <c:pt idx="5">
                  <c:v>15555.78875</c:v>
                </c:pt>
                <c:pt idx="6">
                  <c:v>16042.75</c:v>
                </c:pt>
                <c:pt idx="7">
                  <c:v>20793.92666666667</c:v>
                </c:pt>
                <c:pt idx="8">
                  <c:v>15135.897333333332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452919.69</c:v>
                </c:pt>
                <c:pt idx="1">
                  <c:v>432969.39</c:v>
                </c:pt>
                <c:pt idx="2">
                  <c:v>437450.84</c:v>
                </c:pt>
                <c:pt idx="3">
                  <c:v>425210.83</c:v>
                </c:pt>
                <c:pt idx="4">
                  <c:v>459468.07</c:v>
                </c:pt>
                <c:pt idx="5">
                  <c:v>483658.92</c:v>
                </c:pt>
                <c:pt idx="6">
                  <c:v>477819.24</c:v>
                </c:pt>
                <c:pt idx="7">
                  <c:v>470350.34</c:v>
                </c:pt>
                <c:pt idx="8">
                  <c:v>464709.48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616051.6</c:v>
                </c:pt>
                <c:pt idx="1">
                  <c:v>667986.46</c:v>
                </c:pt>
                <c:pt idx="2">
                  <c:v>703590.2</c:v>
                </c:pt>
                <c:pt idx="3">
                  <c:v>772188.38</c:v>
                </c:pt>
                <c:pt idx="4">
                  <c:v>623982.82</c:v>
                </c:pt>
                <c:pt idx="5">
                  <c:v>661894.14</c:v>
                </c:pt>
                <c:pt idx="6">
                  <c:v>707590.25</c:v>
                </c:pt>
                <c:pt idx="7">
                  <c:v>688580.12</c:v>
                </c:pt>
                <c:pt idx="8">
                  <c:v>692772.96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99946.584"/>
          <c:min val="397452.626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50318.37</c:v>
                </c:pt>
                <c:pt idx="1">
                  <c:v>51851.88</c:v>
                </c:pt>
                <c:pt idx="2">
                  <c:v>61753.81</c:v>
                </c:pt>
                <c:pt idx="3">
                  <c:v>50702.4</c:v>
                </c:pt>
                <c:pt idx="4">
                  <c:v>50335.47</c:v>
                </c:pt>
                <c:pt idx="5">
                  <c:v>58435.26</c:v>
                </c:pt>
                <c:pt idx="6">
                  <c:v>82429.93</c:v>
                </c:pt>
                <c:pt idx="7">
                  <c:v>45408.39</c:v>
                </c:pt>
                <c:pt idx="8">
                  <c:v>58920.59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105977.1</c:v>
                </c:pt>
                <c:pt idx="1">
                  <c:v>89501.32</c:v>
                </c:pt>
                <c:pt idx="2">
                  <c:v>77366.64</c:v>
                </c:pt>
                <c:pt idx="3">
                  <c:v>72627.97</c:v>
                </c:pt>
                <c:pt idx="4">
                  <c:v>81856.55</c:v>
                </c:pt>
                <c:pt idx="5">
                  <c:v>72991.4</c:v>
                </c:pt>
                <c:pt idx="6">
                  <c:v>69030.23</c:v>
                </c:pt>
                <c:pt idx="7">
                  <c:v>63497.24</c:v>
                </c:pt>
                <c:pt idx="8">
                  <c:v>71210.75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822.5968"/>
          <c:min val="40562.89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384480.31</c:v>
                </c:pt>
                <c:pt idx="1">
                  <c:v>312154.68</c:v>
                </c:pt>
                <c:pt idx="2">
                  <c:v>291941.18</c:v>
                </c:pt>
                <c:pt idx="3">
                  <c:v>308802.28</c:v>
                </c:pt>
                <c:pt idx="4">
                  <c:v>349990.87</c:v>
                </c:pt>
                <c:pt idx="5">
                  <c:v>372203.93</c:v>
                </c:pt>
                <c:pt idx="6">
                  <c:v>450840.05</c:v>
                </c:pt>
                <c:pt idx="7">
                  <c:v>419529.07</c:v>
                </c:pt>
                <c:pt idx="8">
                  <c:v>352258.35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531697.42</c:v>
                </c:pt>
                <c:pt idx="1">
                  <c:v>493262.93</c:v>
                </c:pt>
                <c:pt idx="2">
                  <c:v>500602.81</c:v>
                </c:pt>
                <c:pt idx="3">
                  <c:v>575541.86</c:v>
                </c:pt>
                <c:pt idx="4">
                  <c:v>337412.57</c:v>
                </c:pt>
                <c:pt idx="5">
                  <c:v>356731.28</c:v>
                </c:pt>
                <c:pt idx="6">
                  <c:v>628477.94</c:v>
                </c:pt>
                <c:pt idx="7">
                  <c:v>391732.69</c:v>
                </c:pt>
                <c:pt idx="8">
                  <c:v>411646.47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5400.8807999999"/>
          <c:min val="265018.23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261581.23</c:v>
                </c:pt>
                <c:pt idx="1">
                  <c:v>225412.65</c:v>
                </c:pt>
                <c:pt idx="2">
                  <c:v>174964.82</c:v>
                </c:pt>
                <c:pt idx="3">
                  <c:v>58721.34</c:v>
                </c:pt>
                <c:pt idx="4">
                  <c:v>51570.82</c:v>
                </c:pt>
                <c:pt idx="5">
                  <c:v>45005.81</c:v>
                </c:pt>
                <c:pt idx="6">
                  <c:v>68955.71</c:v>
                </c:pt>
                <c:pt idx="7">
                  <c:v>46799.28</c:v>
                </c:pt>
                <c:pt idx="8">
                  <c:v>50432.07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50563.16</c:v>
                </c:pt>
                <c:pt idx="1">
                  <c:v>55828.53</c:v>
                </c:pt>
                <c:pt idx="2">
                  <c:v>59116.24</c:v>
                </c:pt>
                <c:pt idx="3">
                  <c:v>67950.46</c:v>
                </c:pt>
                <c:pt idx="4">
                  <c:v>83744.51</c:v>
                </c:pt>
                <c:pt idx="5">
                  <c:v>63003.73</c:v>
                </c:pt>
                <c:pt idx="6">
                  <c:v>50533.06</c:v>
                </c:pt>
                <c:pt idx="7">
                  <c:v>81518.71</c:v>
                </c:pt>
                <c:pt idx="8">
                  <c:v>60766.67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8907.2636"/>
          <c:min val="27679.7763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36681.54</c:v>
                </c:pt>
                <c:pt idx="1">
                  <c:v>34954.19</c:v>
                </c:pt>
                <c:pt idx="2">
                  <c:v>26356.06</c:v>
                </c:pt>
                <c:pt idx="3">
                  <c:v>19510.8</c:v>
                </c:pt>
                <c:pt idx="4">
                  <c:v>18852.9</c:v>
                </c:pt>
                <c:pt idx="5">
                  <c:v>20946.57</c:v>
                </c:pt>
                <c:pt idx="6">
                  <c:v>26837.53</c:v>
                </c:pt>
                <c:pt idx="7">
                  <c:v>20075.84</c:v>
                </c:pt>
                <c:pt idx="8">
                  <c:v>14078.2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10197.54</c:v>
                </c:pt>
                <c:pt idx="1">
                  <c:v>19604.99</c:v>
                </c:pt>
                <c:pt idx="2">
                  <c:v>15725.49</c:v>
                </c:pt>
                <c:pt idx="3">
                  <c:v>14016.06</c:v>
                </c:pt>
                <c:pt idx="4">
                  <c:v>14499.42</c:v>
                </c:pt>
                <c:pt idx="5">
                  <c:v>14960.78</c:v>
                </c:pt>
                <c:pt idx="6">
                  <c:v>12533.24</c:v>
                </c:pt>
                <c:pt idx="7">
                  <c:v>13470.82</c:v>
                </c:pt>
                <c:pt idx="8">
                  <c:v>20175.57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800.26"/>
          <c:min val="8078.8200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208631.91</c:v>
                </c:pt>
                <c:pt idx="1">
                  <c:v>212231.84</c:v>
                </c:pt>
                <c:pt idx="2">
                  <c:v>274527.47</c:v>
                </c:pt>
                <c:pt idx="3">
                  <c:v>217212.44</c:v>
                </c:pt>
                <c:pt idx="4">
                  <c:v>297116.43</c:v>
                </c:pt>
                <c:pt idx="5">
                  <c:v>275941.27</c:v>
                </c:pt>
                <c:pt idx="6">
                  <c:v>269753.87</c:v>
                </c:pt>
                <c:pt idx="7">
                  <c:v>330787.15</c:v>
                </c:pt>
                <c:pt idx="8">
                  <c:v>260451.94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179743.12</c:v>
                </c:pt>
                <c:pt idx="1">
                  <c:v>160312.85</c:v>
                </c:pt>
                <c:pt idx="2">
                  <c:v>165333.62</c:v>
                </c:pt>
                <c:pt idx="3">
                  <c:v>184318.74</c:v>
                </c:pt>
                <c:pt idx="4">
                  <c:v>154604.97</c:v>
                </c:pt>
                <c:pt idx="5">
                  <c:v>194764.22</c:v>
                </c:pt>
                <c:pt idx="6">
                  <c:v>173542.6</c:v>
                </c:pt>
                <c:pt idx="7">
                  <c:v>163960.76</c:v>
                </c:pt>
                <c:pt idx="8">
                  <c:v>147971.34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5412.4148"/>
          <c:min val="133346.07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99281.71666666666</c:v>
                </c:pt>
                <c:pt idx="1">
                  <c:v>99281.71666666666</c:v>
                </c:pt>
                <c:pt idx="2">
                  <c:v>99281.71666666666</c:v>
                </c:pt>
                <c:pt idx="3">
                  <c:v>99281.71666666666</c:v>
                </c:pt>
                <c:pt idx="4">
                  <c:v>99281.71666666666</c:v>
                </c:pt>
                <c:pt idx="5">
                  <c:v>99281.71666666666</c:v>
                </c:pt>
                <c:pt idx="6">
                  <c:v>99281.71666666666</c:v>
                </c:pt>
                <c:pt idx="7">
                  <c:v>99281.71666666666</c:v>
                </c:pt>
                <c:pt idx="8">
                  <c:v>99281.71666666666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365.9288"/>
          <c:min val="82131.20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96360.88</c:v>
                </c:pt>
                <c:pt idx="1">
                  <c:v>106288.29</c:v>
                </c:pt>
                <c:pt idx="2">
                  <c:v>95195.98</c:v>
                </c:pt>
                <c:pt idx="3">
                  <c:v>112684.92</c:v>
                </c:pt>
                <c:pt idx="4">
                  <c:v>88906.01</c:v>
                </c:pt>
                <c:pt idx="5">
                  <c:v>129424.9</c:v>
                </c:pt>
                <c:pt idx="6">
                  <c:v>149636.51</c:v>
                </c:pt>
                <c:pt idx="7">
                  <c:v>144369.21</c:v>
                </c:pt>
                <c:pt idx="8">
                  <c:v>173591.12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365.9288"/>
          <c:min val="82131.20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162898.57</c:v>
                </c:pt>
                <c:pt idx="1">
                  <c:v>162898.57</c:v>
                </c:pt>
                <c:pt idx="2">
                  <c:v>162898.57</c:v>
                </c:pt>
                <c:pt idx="3">
                  <c:v>162898.57</c:v>
                </c:pt>
                <c:pt idx="4">
                  <c:v>162898.57</c:v>
                </c:pt>
                <c:pt idx="5">
                  <c:v>162898.57</c:v>
                </c:pt>
                <c:pt idx="6">
                  <c:v>162898.57</c:v>
                </c:pt>
                <c:pt idx="7">
                  <c:v>162898.57</c:v>
                </c:pt>
                <c:pt idx="8">
                  <c:v>162898.57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2710.91799999995"/>
          <c:min val="136014.3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175233.67</c:v>
                </c:pt>
                <c:pt idx="1">
                  <c:v>146131.31</c:v>
                </c:pt>
                <c:pt idx="2">
                  <c:v>167330.73</c:v>
                </c:pt>
                <c:pt idx="3">
                  <c:v>214753.55</c:v>
                </c:pt>
                <c:pt idx="4">
                  <c:v>179390.92</c:v>
                </c:pt>
                <c:pt idx="5">
                  <c:v>197282.04</c:v>
                </c:pt>
                <c:pt idx="6">
                  <c:v>248020.37</c:v>
                </c:pt>
                <c:pt idx="7">
                  <c:v>272593.91</c:v>
                </c:pt>
                <c:pt idx="8">
                  <c:v>210593.74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2710.91799999995"/>
          <c:min val="136014.3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95077.78666666667</c:v>
                </c:pt>
                <c:pt idx="1">
                  <c:v>95077.78666666667</c:v>
                </c:pt>
                <c:pt idx="2">
                  <c:v>95077.78666666667</c:v>
                </c:pt>
                <c:pt idx="3">
                  <c:v>95077.78666666667</c:v>
                </c:pt>
                <c:pt idx="4">
                  <c:v>95077.78666666667</c:v>
                </c:pt>
                <c:pt idx="5">
                  <c:v>95077.78666666667</c:v>
                </c:pt>
                <c:pt idx="6">
                  <c:v>95077.78666666667</c:v>
                </c:pt>
                <c:pt idx="7">
                  <c:v>95077.78666666667</c:v>
                </c:pt>
                <c:pt idx="8">
                  <c:v>95077.78666666667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614.3552"/>
          <c:min val="64178.3148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70001.49</c:v>
                </c:pt>
                <c:pt idx="1">
                  <c:v>101598.14</c:v>
                </c:pt>
                <c:pt idx="2">
                  <c:v>113633.73</c:v>
                </c:pt>
                <c:pt idx="3">
                  <c:v>109492.02</c:v>
                </c:pt>
                <c:pt idx="4">
                  <c:v>91093.52</c:v>
                </c:pt>
                <c:pt idx="5">
                  <c:v>122837.85</c:v>
                </c:pt>
                <c:pt idx="6">
                  <c:v>142791.18</c:v>
                </c:pt>
                <c:pt idx="7">
                  <c:v>125431.12</c:v>
                </c:pt>
                <c:pt idx="8">
                  <c:v>135721.84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614.3552"/>
          <c:min val="64178.3148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three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Honda Henderson what changed. Ask VW Henderson, Chevy LV and Mazda what got in the way. Ask Honda Henderson, LR LV and Honda North what they started this year.Source: Qlik - Profit &amp; Loss, Detail statement. Same-store, INEOS excluded (opened 2026). Service net profit = Mechanical department profit: department gross less the department's own expenses; GMC Prescott body shop is its own department and is not included. Top and bottom three stores by dollar change in service net profit, Jan-Sep 2026 vs 2025 (dollars, not percent: some stores lost money in 2025). Moving now: Jul-Sep 2026 vs Jan-Mar 2026, each store against itself (monthly averages); the group moved +$344K a month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Toyota Henderson and Nissan what changed. Ask Chevy LV, Subaru LV and Toyota Spokane what got in the way. Ask Audi Henderson, Toyota Henderson and Chevy LV what they started this year.Source: Qlik - Profit &amp; Loss, Detail statement. Same-store, INEOS excluded (opened 2026). Parts net profit = P&amp;A department profit: department gross less the department's own expenses; GMC Prescott body shop is its own department and is not included. Top and bottom three stores by dollar change in parts net profit, Jan-Sep 2026 vs 2025 (dollars, not percent: some stores lost money in 2025). Moving now: Jul-Sep 2026 vs Jan-Mar 2026, each store against itself (monthly averages); the group moved +$707K a month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three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three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three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includes its body shop, as on the P&amp;L (Noah, Oct 28: kept in). Top and bottom three stores by change in Fixed Ops Absorption %, Jan-Sep 2026 vs 2025. Moving now: Jul-Sep 2026 vs Jan-Mar 2026, each store against itself; the group moved +4.2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LR Reno what changed. Ask VW St George, Kia St George and Mazda what got in the way. Ask Hyundai Prescott, LR Henderson and LR Reno what they started this year.Source: Qlik - Profit &amp; Loss. Jan-Sep. Same-store, INEOS excluded (opened 2026). Mechanical department profit / mechanical department gross (P&amp;L Detail statement). Body shop is its own department and is not included. Top and bottom three stores by change in Service Net to Gross %, Jan-Sep 2026 vs 2025. Moving now: Jul-Sep 2026 vs Jan-Mar 2026, each store against itself; the group moved +1.0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Acura and Nissan what changed. Ask Hyundai Prescott, Hyundai St George and VW St George what got in the way. Ask LR Reno, VW St George and Mazda what they started this year.Source: Qlik - Profit &amp; Loss. Jan-Sep. Same-store, INEOS excluded (opened 2026). P&amp;A department profit / P&amp;A department gross (P&amp;L Detail statement). Top and bottom three stores by change in Parts Net to Gross %, Jan-Sep 2026 vs 2025. Moving now: Jul-Sep 2026 vs Jan-Mar 2026, each store against itself; the group moved +5.3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Kia LV, Hyundai Prescott and GMC Prescott what changed. Ask VW St George, Hyundai St George and Audi Reno what got in the way. Ask Lexus, CDJR Post Falls and LR LV what they started this year.Source: Qlik - Closed Repair Orders. Customer pay, Jan-Sep by close month. Same-store, INEOS excluded (opened 2026). GMC Prescott body shop labor types excluded. Distinct customer-pay ROs: every RO with a customer-pay line, whether or not labor was charged (governed RO Count). Top and bottom three stores by change in CP RO count (percent, so store size does not drive the ranking), Jan-Sep 2026 vs 2025. Moving now: Jul-Sep 2026 vs Jan-Mar 2026, each store against itself (monthly averages); the group moved +7.5%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Kia LV and Kia St George what changed. Ask VW St George, Audi Reno and Volvo what got in the way. Ask Mazda, CDJR Post Falls and Lexus what they started this year.Source: Qlik - Closed Repair Orders. Customer pay, Jan-Sep by close date. Same-store, INEOS excluded (opened 2026). GMC Prescott body shop labor types excluded. Total customer-pay labor hours sold, all CP ROs. Top and bottom three stores by change in customer-pay hours sold (percent, so store size does not drive the ranking), Jan-Sep 2026 vs 2025. Moving now: Jul-Sep 2026 vs Jan-Mar 2026, each store against itself (monthly averages); the group moved +5.5%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Subaru St George and Kia St George what changed. Ask LR Reno, VW St George and Volvo what got in the way. Ask Mazda, Hyundai Prescott and Hyundai St George what they started this year.Source: Qlik - Closed Repair Orders. Customer pay, Jan-Sep by close month. Same-store, INEOS excluded (opened 2026). GMC Prescott body shop labor types excluded. Customer-pay sold hours / all customer-pay ROs. Top and bottom three stores by change in CP Hours per RO, Jan-Sep 2026 vs 2025. Moving now: Jul-Sep 2026 vs Jan-Mar 2026, each store against itself; the group moved −1.9%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Spokane, Volvo and Lincoln what changed. Ask Kia LV, Subaru St George and Acura what got in the way. Ask VW St George, Audi Reno and Honda Spokane what they started this year.Source: Qlik - Closed Repair Orders. Customer pay, Jan-Sep by close month. Same-store, INEOS excluded (opened 2026). GMC Prescott body shop labor types excluded. Customer-pay labor sale / customer-pay sold hours. Top and bottom three stores by change in CP ELR, Jan-Sep 2026 vs 2025. Moving now: Jul-Sep 2026 vs Jan-Mar 2026, each store against itself; the group moved +1.1%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Lincoln and Subaru Prescott what changed. Ask VW St George, LR Reno and Kia LV what got in the way. Ask Mazda, Kia St George and Hyundai Prescott what they started this year.Source: Qlik - Closed Repair Orders. Customer pay, Jan-Sep by close month. Same-store, INEOS excluded (opened 2026). GMC Prescott body shop labor types excluded. Customer-pay labor sale / all customer-pay ROs (governed Labor Sale/RO). Top and bottom three stores by change in CP Labor $ per RO, Jan-Sep 2026 vs 2025. Moving now: Jul-Sep 2026 vs Jan-Mar 2026, each store against itself; the group moved −0.8%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Prescott, Honda Spokane and VW St George what changed. Ask Hyundai Prescott, GMC Prescott and Audi Reno what got in the way. Ask Kia St George, Acura and Cadillac what they started this year.Source: Qlik - Closed Repair Orders. Customer pay, Jan-Sep by close month. Same-store, INEOS excluded (opened 2026). GMC Prescott body shop labor types excluded. Customer-pay labor gross / customer-pay labor sale. Target range 78-80%. Top and bottom three stores by change in CP Labor Gross Profit %, Jan-Sep 2026 vs 2025. Moving now: Jul-Sep 2026 vs Jan-Mar 2026, each store against itself; the group moved +0.0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Nissan and Subaru Prescott what changed. Ask Audi Henderson, Toyota Spokane and Hyundai Prescott what got in the way. Ask Acura, VW St George and GMC Prescott what they started this year.Source: Qlik - Closed Repair Orders. Customer pay, Jan-Sep by close month. Same-store, INEOS excluded (opened 2026). GMC Prescott body shop labor types excluded. Customer-pay parts gross / customer-pay parts sale on repair orders (counter and wholesale not included). Top and bottom three stores by change in CP Parts Gross Profit %, Jan-Sep 2026 vs 2025. Moving now: Jul-Sep 2026 vs Jan-Mar 2026, each store against itself; the group moved 0.0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Hyundai Prescott and GMC Prescott what changed. Ask LR Reno, Kia LV and Subaru LV what got in the way. Ask Audi Henderson, Mazda and Kia St George what they started this year.Source: Qlik - Closed Repair Orders. Customer pay, Jan-Sep by close month. Same-store, INEOS excluded (opened 2026). GMC Prescott body shop labor excluded. Top and bottom three stores by change in Alignment %, Jan-Sep 2026 vs 2025, in points. Moving now: Jul-Sep 2026 vs Jan-Mar 2026, each store against itself; the group moved +0.2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Prescott, LR LV and Mazda what changed. Ask Subaru St George, Nissan and Kia LV what got in the way. Ask Mazda, Hyundai Prescott and Honda Spokane what they started this year.Source: Qlik - Closed Repair Orders. Customer pay, Jan-Sep by close month. Same-store, INEOS excluded (opened 2026). GMC Prescott body shop labor excluded. Top and bottom three stores by change in Balance %, Jan-Sep 2026 vs 2025, in points. Not ranked: Audi Henderson, Audi Reno (the manufacturer doesn't call for balance); ranks out of 31. Moving now: Jul-Sep 2026 vs Jan-Mar 2026, each store against itself; the group moved +0.1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Nissan, LR LV and LR Henderson what changed. Ask CDJR Post Falls, Honda North and Subaru St George what got in the way. Ask Mazda, Audi Reno and Kia St George what they started this year.Source: Qlik - Closed Repair Orders. Customer pay, Jan-Sep by close month. Same-store, INEOS excluded (opened 2026). GMC Prescott body shop labor excluded. Top and bottom three stores by change in Brake Fluid %, Jan-Sep 2026 vs 2025, in points. Moving now: Jul-Sep 2026 vs Jan-Mar 2026, each store against itself; the group moved +0.0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Lincoln and LR LV what changed. Ask Subaru LV, CDJR Post Falls and Toyota Spokane what got in the way. Ask Mazda, Hyundai St George and Honda Spokane what they started this year.Source: Qlik - Closed Repair Orders. Customer pay, Jan-Sep by close month. Same-store, INEOS excluded (opened 2026). GMC Prescott body shop labor excluded. Top and bottom three stores by change in Fuel Service %, Jan-Sep 2026 vs 2025, in points. Not ranked: Volvo, Audi Henderson, VW Henderson, Audi Reno (the manufacturer doesn't call for fuel service); ranks out of 29. Moving now: Jul-Sep 2026 vs Jan-Mar 2026, each store against itself; the group moved −0.3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LR Reno and Lincoln what changed. Ask Nissan, Kia LV and Mazda what got in the way. Ask Acura, Hyundai St George and Toyota Henderson what they started this year.Source: Qlik - Closed Repair Orders. Jan-Sep by close month. Same-store, INEOS excluded (opened 2026). GMC Prescott body shop labor types excluded. Internal labor sale / internal sold hours. A higher internal rate adds service gross but is a cost to used cars. Top and bottom three stores by change in Internal ELR, Jan-Sep 2026 vs 2025. Moving now: Jul-Sep 2026 vs Jan-Mar 2026, each store against itself; the group moved +4.1%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Honda Spokane and LR Reno what changed. Ask Nissan, LR LV and Mazda what got in the way. Ask LR Henderson, Kia St George and Hyundai St George what they started this year.Source: Qlik - Closed Repair Orders. Internal pay type, Jan-Sep by close month. Same-store, INEOS excluded (opened 2026). GMC Prescott body shop labor types excluded. Internal labor gross / internal labor sale. A higher internal margin adds service gross but is a cost to used cars. Top and bottom three stores by change in Internal Labor Gross Profit %, Jan-Sep 2026 vs 2025. Moving now: Jul-Sep 2026 vs Jan-Mar 2026, each store against itself; the group moved +0.5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Hyundai Prescott and Honda Flagstaff what changed. Ask VW St George, Kia LV and GMC Prescott what got in the way. Ask LR Reno, CDJR Post Falls and LR Henderson what they started this year.Source: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Top and bottom three stores by change in Internal Parts Gross Profit %, Jan-Sep 2026 vs 2025. Moving now: Jul-Sep 2026 vs Jan-Mar 2026, each store against itself; the group moved +0.5 pts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Hyundai Prescott and Lincoln what changed. Ask VW St George, Kia St George and Cadillac what got in the way. Ask LR Henderson, Subaru St George and LR Reno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Top and bottom three stores by change in Fixed Gross per Fixed Employee, Jan-Sep 2026 vs 2025. Moving now: Jul-Sep 2026 vs Jan-Mar 2026, each store against itself; the group moved +$1,107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Lexus and Audi Henderson what changed. Ask Acura, Honda Flagstaff and VW Henderson what got in the way. Ask Honda North, LR LV and Nissan what they started this year.Source: Qlik - Profit &amp; Loss, Gross Profit - Fixed Ops Warranty (service + parts warranty gross). Same-store, INEOS excluded (opened 2026); no body shop. Top and bottom three stores by percent change in warranty gross, Jan-Sep 2026 vs 2025. Moving now: Jul-Sep 2026 vs Jan-Mar 2026, each store against itself (monthly averages); the group moved +9.3%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3.xml"/><Relationship Id="rId9" Type="http://schemas.openxmlformats.org/officeDocument/2006/relationships/chart" Target="../charts/chart14.xml"/><Relationship Id="rId10" Type="http://schemas.openxmlformats.org/officeDocument/2006/relationships/chart" Target="../charts/chart15.xml"/><Relationship Id="rId11" Type="http://schemas.openxmlformats.org/officeDocument/2006/relationships/chart" Target="../charts/chart16.xml"/><Relationship Id="rId12" Type="http://schemas.openxmlformats.org/officeDocument/2006/relationships/chart" Target="../charts/chart17.xml"/><Relationship Id="rId13" Type="http://schemas.openxmlformats.org/officeDocument/2006/relationships/chart" Target="../charts/chart18.xml"/><Relationship Id="rId14"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chart" Target="../charts/chart29.xml"/><Relationship Id="rId8" Type="http://schemas.openxmlformats.org/officeDocument/2006/relationships/chart" Target="../charts/chart30.xml"/><Relationship Id="rId9" Type="http://schemas.openxmlformats.org/officeDocument/2006/relationships/chart" Target="../charts/chart31.xml"/><Relationship Id="rId10" Type="http://schemas.openxmlformats.org/officeDocument/2006/relationships/chart" Target="../charts/chart32.xml"/><Relationship Id="rId11" Type="http://schemas.openxmlformats.org/officeDocument/2006/relationships/chart" Target="../charts/chart33.xml"/><Relationship Id="rId12" Type="http://schemas.openxmlformats.org/officeDocument/2006/relationships/chart" Target="../charts/chart34.xml"/><Relationship Id="rId13" Type="http://schemas.openxmlformats.org/officeDocument/2006/relationships/chart" Target="../charts/chart35.xml"/><Relationship Id="rId14"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2.xml"/><Relationship Id="rId3" Type="http://schemas.openxmlformats.org/officeDocument/2006/relationships/chart" Target="../charts/chart43.xml"/><Relationship Id="rId4" Type="http://schemas.openxmlformats.org/officeDocument/2006/relationships/chart" Target="../charts/chart44.xml"/><Relationship Id="rId5" Type="http://schemas.openxmlformats.org/officeDocument/2006/relationships/chart" Target="../charts/chart45.xml"/><Relationship Id="rId6" Type="http://schemas.openxmlformats.org/officeDocument/2006/relationships/chart" Target="../charts/chart46.xml"/><Relationship Id="rId7" Type="http://schemas.openxmlformats.org/officeDocument/2006/relationships/chart" Target="../charts/chart47.xml"/><Relationship Id="rId8" Type="http://schemas.openxmlformats.org/officeDocument/2006/relationships/chart" Target="../charts/chart48.xml"/><Relationship Id="rId9" Type="http://schemas.openxmlformats.org/officeDocument/2006/relationships/chart" Target="../charts/chart49.xml"/><Relationship Id="rId10" Type="http://schemas.openxmlformats.org/officeDocument/2006/relationships/chart" Target="../charts/chart50.xml"/><Relationship Id="rId11" Type="http://schemas.openxmlformats.org/officeDocument/2006/relationships/chart" Target="../charts/chart51.xml"/><Relationship Id="rId12" Type="http://schemas.openxmlformats.org/officeDocument/2006/relationships/chart" Target="../charts/chart52.xml"/><Relationship Id="rId13" Type="http://schemas.openxmlformats.org/officeDocument/2006/relationships/chart" Target="../charts/chart53.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0.xml"/><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chart" Target="../charts/chart63.xml"/><Relationship Id="rId6" Type="http://schemas.openxmlformats.org/officeDocument/2006/relationships/chart" Target="../charts/chart64.xml"/><Relationship Id="rId7" Type="http://schemas.openxmlformats.org/officeDocument/2006/relationships/chart" Target="../charts/chart65.xml"/><Relationship Id="rId8" Type="http://schemas.openxmlformats.org/officeDocument/2006/relationships/chart" Target="../charts/chart66.xml"/><Relationship Id="rId9" Type="http://schemas.openxmlformats.org/officeDocument/2006/relationships/chart" Target="../charts/chart67.xml"/><Relationship Id="rId10" Type="http://schemas.openxmlformats.org/officeDocument/2006/relationships/chart" Target="../charts/chart68.xml"/><Relationship Id="rId11" Type="http://schemas.openxmlformats.org/officeDocument/2006/relationships/chart" Target="../charts/chart69.xml"/><Relationship Id="rId12" Type="http://schemas.openxmlformats.org/officeDocument/2006/relationships/chart" Target="../charts/chart70.xml"/><Relationship Id="rId13" Type="http://schemas.openxmlformats.org/officeDocument/2006/relationships/chart" Target="../charts/chart71.xml"/><Relationship Id="rId14" Type="http://schemas.openxmlformats.org/officeDocument/2006/relationships/notesSlide" Target="../notesSlides/notesSlide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7.xml"/><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chart" Target="../charts/chart80.xml"/><Relationship Id="rId6" Type="http://schemas.openxmlformats.org/officeDocument/2006/relationships/chart" Target="../charts/chart81.xml"/><Relationship Id="rId7" Type="http://schemas.openxmlformats.org/officeDocument/2006/relationships/chart" Target="../charts/chart82.xml"/><Relationship Id="rId8" Type="http://schemas.openxmlformats.org/officeDocument/2006/relationships/chart" Target="../charts/chart83.xml"/><Relationship Id="rId9" Type="http://schemas.openxmlformats.org/officeDocument/2006/relationships/chart" Target="../charts/chart84.xml"/><Relationship Id="rId10" Type="http://schemas.openxmlformats.org/officeDocument/2006/relationships/chart" Target="../charts/chart85.xml"/><Relationship Id="rId11" Type="http://schemas.openxmlformats.org/officeDocument/2006/relationships/chart" Target="../charts/chart86.xml"/><Relationship Id="rId12" Type="http://schemas.openxmlformats.org/officeDocument/2006/relationships/chart" Target="../charts/chart87.xml"/><Relationship Id="rId13" Type="http://schemas.openxmlformats.org/officeDocument/2006/relationships/chart" Target="../charts/chart88.xml"/><Relationship Id="rId14" Type="http://schemas.openxmlformats.org/officeDocument/2006/relationships/notesSlide" Target="../notesSlides/notesSlide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5.xml"/><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chart" Target="../charts/chart98.xml"/><Relationship Id="rId6" Type="http://schemas.openxmlformats.org/officeDocument/2006/relationships/chart" Target="../charts/chart99.xml"/><Relationship Id="rId7" Type="http://schemas.openxmlformats.org/officeDocument/2006/relationships/chart" Target="../charts/chart100.xml"/><Relationship Id="rId8" Type="http://schemas.openxmlformats.org/officeDocument/2006/relationships/chart" Target="../charts/chart101.xml"/><Relationship Id="rId9" Type="http://schemas.openxmlformats.org/officeDocument/2006/relationships/chart" Target="../charts/chart102.xml"/><Relationship Id="rId10" Type="http://schemas.openxmlformats.org/officeDocument/2006/relationships/chart" Target="../charts/chart103.xml"/><Relationship Id="rId11" Type="http://schemas.openxmlformats.org/officeDocument/2006/relationships/chart" Target="../charts/chart104.xml"/><Relationship Id="rId12" Type="http://schemas.openxmlformats.org/officeDocument/2006/relationships/chart" Target="../charts/chart105.xml"/><Relationship Id="rId13" Type="http://schemas.openxmlformats.org/officeDocument/2006/relationships/chart" Target="../charts/chart106.xml"/><Relationship Id="rId14" Type="http://schemas.openxmlformats.org/officeDocument/2006/relationships/notesSlide" Target="../notesSlides/notesSlide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13.xml"/><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chart" Target="../charts/chart116.xml"/><Relationship Id="rId6" Type="http://schemas.openxmlformats.org/officeDocument/2006/relationships/chart" Target="../charts/chart117.xml"/><Relationship Id="rId7" Type="http://schemas.openxmlformats.org/officeDocument/2006/relationships/chart" Target="../charts/chart118.xml"/><Relationship Id="rId8" Type="http://schemas.openxmlformats.org/officeDocument/2006/relationships/chart" Target="../charts/chart119.xml"/><Relationship Id="rId9" Type="http://schemas.openxmlformats.org/officeDocument/2006/relationships/chart" Target="../charts/chart120.xml"/><Relationship Id="rId10" Type="http://schemas.openxmlformats.org/officeDocument/2006/relationships/chart" Target="../charts/chart121.xml"/><Relationship Id="rId11" Type="http://schemas.openxmlformats.org/officeDocument/2006/relationships/chart" Target="../charts/chart122.xml"/><Relationship Id="rId12" Type="http://schemas.openxmlformats.org/officeDocument/2006/relationships/chart" Target="../charts/chart123.xml"/><Relationship Id="rId13" Type="http://schemas.openxmlformats.org/officeDocument/2006/relationships/chart" Target="../charts/chart124.xml"/><Relationship Id="rId14" Type="http://schemas.openxmlformats.org/officeDocument/2006/relationships/notesSlide" Target="../notesSlides/notesSlide4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30.xml"/><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chart" Target="../charts/chart133.xml"/><Relationship Id="rId6" Type="http://schemas.openxmlformats.org/officeDocument/2006/relationships/chart" Target="../charts/chart134.xml"/><Relationship Id="rId7" Type="http://schemas.openxmlformats.org/officeDocument/2006/relationships/chart" Target="../charts/chart135.xml"/><Relationship Id="rId8" Type="http://schemas.openxmlformats.org/officeDocument/2006/relationships/chart" Target="../charts/chart136.xml"/><Relationship Id="rId9" Type="http://schemas.openxmlformats.org/officeDocument/2006/relationships/chart" Target="../charts/chart137.xml"/><Relationship Id="rId10" Type="http://schemas.openxmlformats.org/officeDocument/2006/relationships/chart" Target="../charts/chart138.xml"/><Relationship Id="rId11" Type="http://schemas.openxmlformats.org/officeDocument/2006/relationships/chart" Target="../charts/chart139.xml"/><Relationship Id="rId12" Type="http://schemas.openxmlformats.org/officeDocument/2006/relationships/chart" Target="../charts/chart140.xml"/><Relationship Id="rId13" Type="http://schemas.openxmlformats.org/officeDocument/2006/relationships/chart" Target="../charts/chart141.xml"/><Relationship Id="rId14" Type="http://schemas.openxmlformats.org/officeDocument/2006/relationships/notesSlide" Target="../notesSlides/notesSlide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48.xml"/><Relationship Id="rId3" Type="http://schemas.openxmlformats.org/officeDocument/2006/relationships/chart" Target="../charts/chart149.xml"/><Relationship Id="rId4" Type="http://schemas.openxmlformats.org/officeDocument/2006/relationships/chart" Target="../charts/chart150.xml"/><Relationship Id="rId5" Type="http://schemas.openxmlformats.org/officeDocument/2006/relationships/chart" Target="../charts/chart151.xml"/><Relationship Id="rId6" Type="http://schemas.openxmlformats.org/officeDocument/2006/relationships/chart" Target="../charts/chart152.xml"/><Relationship Id="rId7" Type="http://schemas.openxmlformats.org/officeDocument/2006/relationships/chart" Target="../charts/chart153.xml"/><Relationship Id="rId8" Type="http://schemas.openxmlformats.org/officeDocument/2006/relationships/chart" Target="../charts/chart154.xml"/><Relationship Id="rId9" Type="http://schemas.openxmlformats.org/officeDocument/2006/relationships/chart" Target="../charts/chart155.xml"/><Relationship Id="rId10" Type="http://schemas.openxmlformats.org/officeDocument/2006/relationships/chart" Target="../charts/chart156.xml"/><Relationship Id="rId11" Type="http://schemas.openxmlformats.org/officeDocument/2006/relationships/chart" Target="../charts/chart157.xml"/><Relationship Id="rId12" Type="http://schemas.openxmlformats.org/officeDocument/2006/relationships/chart" Target="../charts/chart158.xml"/><Relationship Id="rId13" Type="http://schemas.openxmlformats.org/officeDocument/2006/relationships/chart" Target="../charts/chart159.xml"/><Relationship Id="rId14"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66.xml"/><Relationship Id="rId3" Type="http://schemas.openxmlformats.org/officeDocument/2006/relationships/chart" Target="../charts/chart167.xml"/><Relationship Id="rId4" Type="http://schemas.openxmlformats.org/officeDocument/2006/relationships/chart" Target="../charts/chart168.xml"/><Relationship Id="rId5" Type="http://schemas.openxmlformats.org/officeDocument/2006/relationships/chart" Target="../charts/chart169.xml"/><Relationship Id="rId6" Type="http://schemas.openxmlformats.org/officeDocument/2006/relationships/chart" Target="../charts/chart170.xml"/><Relationship Id="rId7" Type="http://schemas.openxmlformats.org/officeDocument/2006/relationships/chart" Target="../charts/chart171.xml"/><Relationship Id="rId8" Type="http://schemas.openxmlformats.org/officeDocument/2006/relationships/chart" Target="../charts/chart172.xml"/><Relationship Id="rId9" Type="http://schemas.openxmlformats.org/officeDocument/2006/relationships/chart" Target="../charts/chart173.xml"/><Relationship Id="rId10" Type="http://schemas.openxmlformats.org/officeDocument/2006/relationships/chart" Target="../charts/chart174.xml"/><Relationship Id="rId11" Type="http://schemas.openxmlformats.org/officeDocument/2006/relationships/chart" Target="../charts/chart175.xml"/><Relationship Id="rId12" Type="http://schemas.openxmlformats.org/officeDocument/2006/relationships/chart" Target="../charts/chart176.xml"/><Relationship Id="rId13" Type="http://schemas.openxmlformats.org/officeDocument/2006/relationships/chart" Target="../charts/chart177.xml"/><Relationship Id="rId14" Type="http://schemas.openxmlformats.org/officeDocument/2006/relationships/notesSlide" Target="../notesSlides/notesSlide6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84.xml"/><Relationship Id="rId3" Type="http://schemas.openxmlformats.org/officeDocument/2006/relationships/chart" Target="../charts/chart185.xml"/><Relationship Id="rId4" Type="http://schemas.openxmlformats.org/officeDocument/2006/relationships/chart" Target="../charts/chart186.xml"/><Relationship Id="rId5" Type="http://schemas.openxmlformats.org/officeDocument/2006/relationships/chart" Target="../charts/chart187.xml"/><Relationship Id="rId6" Type="http://schemas.openxmlformats.org/officeDocument/2006/relationships/chart" Target="../charts/chart188.xml"/><Relationship Id="rId7" Type="http://schemas.openxmlformats.org/officeDocument/2006/relationships/chart" Target="../charts/chart189.xml"/><Relationship Id="rId8" Type="http://schemas.openxmlformats.org/officeDocument/2006/relationships/chart" Target="../charts/chart190.xml"/><Relationship Id="rId9" Type="http://schemas.openxmlformats.org/officeDocument/2006/relationships/chart" Target="../charts/chart191.xml"/><Relationship Id="rId10" Type="http://schemas.openxmlformats.org/officeDocument/2006/relationships/chart" Target="../charts/chart192.xml"/><Relationship Id="rId11" Type="http://schemas.openxmlformats.org/officeDocument/2006/relationships/chart" Target="../charts/chart193.xml"/><Relationship Id="rId12" Type="http://schemas.openxmlformats.org/officeDocument/2006/relationships/chart" Target="../charts/chart194.xml"/><Relationship Id="rId13" Type="http://schemas.openxmlformats.org/officeDocument/2006/relationships/chart" Target="../charts/chart195.xml"/><Relationship Id="rId14" Type="http://schemas.openxmlformats.org/officeDocument/2006/relationships/notesSlide" Target="../notesSlides/notesSlide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01.xml"/><Relationship Id="rId3" Type="http://schemas.openxmlformats.org/officeDocument/2006/relationships/chart" Target="../charts/chart202.xml"/><Relationship Id="rId4" Type="http://schemas.openxmlformats.org/officeDocument/2006/relationships/chart" Target="../charts/chart203.xml"/><Relationship Id="rId5" Type="http://schemas.openxmlformats.org/officeDocument/2006/relationships/chart" Target="../charts/chart204.xml"/><Relationship Id="rId6" Type="http://schemas.openxmlformats.org/officeDocument/2006/relationships/chart" Target="../charts/chart205.xml"/><Relationship Id="rId7" Type="http://schemas.openxmlformats.org/officeDocument/2006/relationships/chart" Target="../charts/chart206.xml"/><Relationship Id="rId8" Type="http://schemas.openxmlformats.org/officeDocument/2006/relationships/chart" Target="../charts/chart207.xml"/><Relationship Id="rId9" Type="http://schemas.openxmlformats.org/officeDocument/2006/relationships/chart" Target="../charts/chart208.xml"/><Relationship Id="rId10" Type="http://schemas.openxmlformats.org/officeDocument/2006/relationships/chart" Target="../charts/chart209.xml"/><Relationship Id="rId11" Type="http://schemas.openxmlformats.org/officeDocument/2006/relationships/chart" Target="../charts/chart210.xml"/><Relationship Id="rId12" Type="http://schemas.openxmlformats.org/officeDocument/2006/relationships/chart" Target="../charts/chart211.xml"/><Relationship Id="rId13" Type="http://schemas.openxmlformats.org/officeDocument/2006/relationships/chart" Target="../charts/chart212.xml"/><Relationship Id="rId1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18.xml"/><Relationship Id="rId3" Type="http://schemas.openxmlformats.org/officeDocument/2006/relationships/chart" Target="../charts/chart219.xml"/><Relationship Id="rId4" Type="http://schemas.openxmlformats.org/officeDocument/2006/relationships/chart" Target="../charts/chart220.xml"/><Relationship Id="rId5" Type="http://schemas.openxmlformats.org/officeDocument/2006/relationships/chart" Target="../charts/chart221.xml"/><Relationship Id="rId6" Type="http://schemas.openxmlformats.org/officeDocument/2006/relationships/chart" Target="../charts/chart222.xml"/><Relationship Id="rId7" Type="http://schemas.openxmlformats.org/officeDocument/2006/relationships/chart" Target="../charts/chart223.xml"/><Relationship Id="rId8" Type="http://schemas.openxmlformats.org/officeDocument/2006/relationships/chart" Target="../charts/chart224.xml"/><Relationship Id="rId9" Type="http://schemas.openxmlformats.org/officeDocument/2006/relationships/chart" Target="../charts/chart225.xml"/><Relationship Id="rId10" Type="http://schemas.openxmlformats.org/officeDocument/2006/relationships/chart" Target="../charts/chart226.xml"/><Relationship Id="rId11" Type="http://schemas.openxmlformats.org/officeDocument/2006/relationships/chart" Target="../charts/chart227.xml"/><Relationship Id="rId12" Type="http://schemas.openxmlformats.org/officeDocument/2006/relationships/chart" Target="../charts/chart228.xml"/><Relationship Id="rId13" Type="http://schemas.openxmlformats.org/officeDocument/2006/relationships/chart" Target="../charts/chart229.xml"/><Relationship Id="rId14" Type="http://schemas.openxmlformats.org/officeDocument/2006/relationships/notesSlide" Target="../notesSlides/notesSlide8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35.xml"/><Relationship Id="rId3" Type="http://schemas.openxmlformats.org/officeDocument/2006/relationships/chart" Target="../charts/chart236.xml"/><Relationship Id="rId4" Type="http://schemas.openxmlformats.org/officeDocument/2006/relationships/chart" Target="../charts/chart237.xml"/><Relationship Id="rId5" Type="http://schemas.openxmlformats.org/officeDocument/2006/relationships/chart" Target="../charts/chart238.xml"/><Relationship Id="rId6" Type="http://schemas.openxmlformats.org/officeDocument/2006/relationships/chart" Target="../charts/chart239.xml"/><Relationship Id="rId7" Type="http://schemas.openxmlformats.org/officeDocument/2006/relationships/chart" Target="../charts/chart240.xml"/><Relationship Id="rId8" Type="http://schemas.openxmlformats.org/officeDocument/2006/relationships/chart" Target="../charts/chart241.xml"/><Relationship Id="rId9" Type="http://schemas.openxmlformats.org/officeDocument/2006/relationships/chart" Target="../charts/chart242.xml"/><Relationship Id="rId10" Type="http://schemas.openxmlformats.org/officeDocument/2006/relationships/chart" Target="../charts/chart243.xml"/><Relationship Id="rId11" Type="http://schemas.openxmlformats.org/officeDocument/2006/relationships/chart" Target="../charts/chart244.xml"/><Relationship Id="rId12" Type="http://schemas.openxmlformats.org/officeDocument/2006/relationships/chart" Target="../charts/chart245.xml"/><Relationship Id="rId13" Type="http://schemas.openxmlformats.org/officeDocument/2006/relationships/chart" Target="../charts/chart246.xml"/><Relationship Id="rId14" Type="http://schemas.openxmlformats.org/officeDocument/2006/relationships/notesSlide" Target="../notesSlides/notesSlide9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55.xml"/><Relationship Id="rId3" Type="http://schemas.openxmlformats.org/officeDocument/2006/relationships/chart" Target="../charts/chart256.xml"/><Relationship Id="rId4" Type="http://schemas.openxmlformats.org/officeDocument/2006/relationships/chart" Target="../charts/chart257.xml"/><Relationship Id="rId5" Type="http://schemas.openxmlformats.org/officeDocument/2006/relationships/chart" Target="../charts/chart258.xml"/><Relationship Id="rId6" Type="http://schemas.openxmlformats.org/officeDocument/2006/relationships/chart" Target="../charts/chart259.xml"/><Relationship Id="rId7" Type="http://schemas.openxmlformats.org/officeDocument/2006/relationships/chart" Target="../charts/chart260.xml"/><Relationship Id="rId8" Type="http://schemas.openxmlformats.org/officeDocument/2006/relationships/chart" Target="../charts/chart261.xml"/><Relationship Id="rId9" Type="http://schemas.openxmlformats.org/officeDocument/2006/relationships/chart" Target="../charts/chart262.xml"/><Relationship Id="rId10" Type="http://schemas.openxmlformats.org/officeDocument/2006/relationships/chart" Target="../charts/chart263.xml"/><Relationship Id="rId11" Type="http://schemas.openxmlformats.org/officeDocument/2006/relationships/chart" Target="../charts/chart264.xml"/><Relationship Id="rId12" Type="http://schemas.openxmlformats.org/officeDocument/2006/relationships/chart" Target="../charts/chart265.xml"/><Relationship Id="rId13" Type="http://schemas.openxmlformats.org/officeDocument/2006/relationships/chart" Target="../charts/chart266.xml"/><Relationship Id="rId14" Type="http://schemas.openxmlformats.org/officeDocument/2006/relationships/notesSlide" Target="../notesSlides/notesSlide9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72.xml"/><Relationship Id="rId3" Type="http://schemas.openxmlformats.org/officeDocument/2006/relationships/chart" Target="../charts/chart273.xml"/><Relationship Id="rId4" Type="http://schemas.openxmlformats.org/officeDocument/2006/relationships/chart" Target="../charts/chart274.xml"/><Relationship Id="rId5" Type="http://schemas.openxmlformats.org/officeDocument/2006/relationships/chart" Target="../charts/chart275.xml"/><Relationship Id="rId6" Type="http://schemas.openxmlformats.org/officeDocument/2006/relationships/chart" Target="../charts/chart276.xml"/><Relationship Id="rId7" Type="http://schemas.openxmlformats.org/officeDocument/2006/relationships/chart" Target="../charts/chart277.xml"/><Relationship Id="rId8" Type="http://schemas.openxmlformats.org/officeDocument/2006/relationships/chart" Target="../charts/chart278.xml"/><Relationship Id="rId9" Type="http://schemas.openxmlformats.org/officeDocument/2006/relationships/chart" Target="../charts/chart279.xml"/><Relationship Id="rId10" Type="http://schemas.openxmlformats.org/officeDocument/2006/relationships/chart" Target="../charts/chart280.xml"/><Relationship Id="rId11" Type="http://schemas.openxmlformats.org/officeDocument/2006/relationships/chart" Target="../charts/chart281.xml"/><Relationship Id="rId12" Type="http://schemas.openxmlformats.org/officeDocument/2006/relationships/chart" Target="../charts/chart282.xml"/><Relationship Id="rId13" Type="http://schemas.openxmlformats.org/officeDocument/2006/relationships/chart" Target="../charts/chart283.xml"/><Relationship Id="rId14"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90.xml"/><Relationship Id="rId3" Type="http://schemas.openxmlformats.org/officeDocument/2006/relationships/chart" Target="../charts/chart291.xml"/><Relationship Id="rId4" Type="http://schemas.openxmlformats.org/officeDocument/2006/relationships/chart" Target="../charts/chart292.xml"/><Relationship Id="rId5" Type="http://schemas.openxmlformats.org/officeDocument/2006/relationships/chart" Target="../charts/chart293.xml"/><Relationship Id="rId6" Type="http://schemas.openxmlformats.org/officeDocument/2006/relationships/chart" Target="../charts/chart294.xml"/><Relationship Id="rId7" Type="http://schemas.openxmlformats.org/officeDocument/2006/relationships/chart" Target="../charts/chart295.xml"/><Relationship Id="rId8" Type="http://schemas.openxmlformats.org/officeDocument/2006/relationships/chart" Target="../charts/chart296.xml"/><Relationship Id="rId9" Type="http://schemas.openxmlformats.org/officeDocument/2006/relationships/chart" Target="../charts/chart297.xml"/><Relationship Id="rId10" Type="http://schemas.openxmlformats.org/officeDocument/2006/relationships/chart" Target="../charts/chart298.xml"/><Relationship Id="rId11" Type="http://schemas.openxmlformats.org/officeDocument/2006/relationships/chart" Target="../charts/chart299.xml"/><Relationship Id="rId12" Type="http://schemas.openxmlformats.org/officeDocument/2006/relationships/chart" Target="../charts/chart300.xml"/><Relationship Id="rId13" Type="http://schemas.openxmlformats.org/officeDocument/2006/relationships/chart" Target="../charts/chart301.xml"/><Relationship Id="rId14" Type="http://schemas.openxmlformats.org/officeDocument/2006/relationships/notesSlide" Target="../notesSlides/notesSlide11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08.xml"/><Relationship Id="rId3" Type="http://schemas.openxmlformats.org/officeDocument/2006/relationships/chart" Target="../charts/chart309.xml"/><Relationship Id="rId4" Type="http://schemas.openxmlformats.org/officeDocument/2006/relationships/chart" Target="../charts/chart310.xml"/><Relationship Id="rId5" Type="http://schemas.openxmlformats.org/officeDocument/2006/relationships/chart" Target="../charts/chart311.xml"/><Relationship Id="rId6" Type="http://schemas.openxmlformats.org/officeDocument/2006/relationships/chart" Target="../charts/chart312.xml"/><Relationship Id="rId7" Type="http://schemas.openxmlformats.org/officeDocument/2006/relationships/chart" Target="../charts/chart313.xml"/><Relationship Id="rId8" Type="http://schemas.openxmlformats.org/officeDocument/2006/relationships/chart" Target="../charts/chart314.xml"/><Relationship Id="rId9" Type="http://schemas.openxmlformats.org/officeDocument/2006/relationships/chart" Target="../charts/chart315.xml"/><Relationship Id="rId10" Type="http://schemas.openxmlformats.org/officeDocument/2006/relationships/chart" Target="../charts/chart316.xml"/><Relationship Id="rId11" Type="http://schemas.openxmlformats.org/officeDocument/2006/relationships/chart" Target="../charts/chart317.xml"/><Relationship Id="rId12" Type="http://schemas.openxmlformats.org/officeDocument/2006/relationships/chart" Target="../charts/chart318.xml"/><Relationship Id="rId13" Type="http://schemas.openxmlformats.org/officeDocument/2006/relationships/chart" Target="../charts/chart319.xml"/><Relationship Id="rId14" Type="http://schemas.openxmlformats.org/officeDocument/2006/relationships/notesSlide" Target="../notesSlides/notesSlide1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26.xml"/><Relationship Id="rId3" Type="http://schemas.openxmlformats.org/officeDocument/2006/relationships/chart" Target="../charts/chart327.xml"/><Relationship Id="rId4" Type="http://schemas.openxmlformats.org/officeDocument/2006/relationships/chart" Target="../charts/chart328.xml"/><Relationship Id="rId5" Type="http://schemas.openxmlformats.org/officeDocument/2006/relationships/chart" Target="../charts/chart329.xml"/><Relationship Id="rId6" Type="http://schemas.openxmlformats.org/officeDocument/2006/relationships/chart" Target="../charts/chart330.xml"/><Relationship Id="rId7" Type="http://schemas.openxmlformats.org/officeDocument/2006/relationships/chart" Target="../charts/chart331.xml"/><Relationship Id="rId8" Type="http://schemas.openxmlformats.org/officeDocument/2006/relationships/chart" Target="../charts/chart332.xml"/><Relationship Id="rId9" Type="http://schemas.openxmlformats.org/officeDocument/2006/relationships/chart" Target="../charts/chart333.xml"/><Relationship Id="rId10" Type="http://schemas.openxmlformats.org/officeDocument/2006/relationships/chart" Target="../charts/chart334.xml"/><Relationship Id="rId11" Type="http://schemas.openxmlformats.org/officeDocument/2006/relationships/chart" Target="../charts/chart335.xml"/><Relationship Id="rId12" Type="http://schemas.openxmlformats.org/officeDocument/2006/relationships/chart" Target="../charts/chart336.xml"/><Relationship Id="rId13" Type="http://schemas.openxmlformats.org/officeDocument/2006/relationships/chart" Target="../charts/chart337.xml"/><Relationship Id="rId14" Type="http://schemas.openxmlformats.org/officeDocument/2006/relationships/notesSlide" Target="../notesSlides/notesSlide11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44.xml"/><Relationship Id="rId3" Type="http://schemas.openxmlformats.org/officeDocument/2006/relationships/chart" Target="../charts/chart345.xml"/><Relationship Id="rId4" Type="http://schemas.openxmlformats.org/officeDocument/2006/relationships/chart" Target="../charts/chart346.xml"/><Relationship Id="rId5" Type="http://schemas.openxmlformats.org/officeDocument/2006/relationships/chart" Target="../charts/chart347.xml"/><Relationship Id="rId6" Type="http://schemas.openxmlformats.org/officeDocument/2006/relationships/chart" Target="../charts/chart348.xml"/><Relationship Id="rId7" Type="http://schemas.openxmlformats.org/officeDocument/2006/relationships/chart" Target="../charts/chart349.xml"/><Relationship Id="rId8" Type="http://schemas.openxmlformats.org/officeDocument/2006/relationships/chart" Target="../charts/chart350.xml"/><Relationship Id="rId9" Type="http://schemas.openxmlformats.org/officeDocument/2006/relationships/chart" Target="../charts/chart351.xml"/><Relationship Id="rId10" Type="http://schemas.openxmlformats.org/officeDocument/2006/relationships/chart" Target="../charts/chart352.xml"/><Relationship Id="rId11" Type="http://schemas.openxmlformats.org/officeDocument/2006/relationships/chart" Target="../charts/chart353.xml"/><Relationship Id="rId12" Type="http://schemas.openxmlformats.org/officeDocument/2006/relationships/chart" Target="../charts/chart354.xml"/><Relationship Id="rId13" Type="http://schemas.openxmlformats.org/officeDocument/2006/relationships/chart" Target="../charts/chart355.xml"/><Relationship Id="rId14" Type="http://schemas.openxmlformats.org/officeDocument/2006/relationships/notesSlide" Target="../notesSlides/notesSlide12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2.xml"/><Relationship Id="rId3" Type="http://schemas.openxmlformats.org/officeDocument/2006/relationships/chart" Target="../charts/chart363.xml"/><Relationship Id="rId4" Type="http://schemas.openxmlformats.org/officeDocument/2006/relationships/chart" Target="../charts/chart364.xml"/><Relationship Id="rId5" Type="http://schemas.openxmlformats.org/officeDocument/2006/relationships/chart" Target="../charts/chart365.xml"/><Relationship Id="rId6" Type="http://schemas.openxmlformats.org/officeDocument/2006/relationships/chart" Target="../charts/chart366.xml"/><Relationship Id="rId7" Type="http://schemas.openxmlformats.org/officeDocument/2006/relationships/chart" Target="../charts/chart367.xml"/><Relationship Id="rId8" Type="http://schemas.openxmlformats.org/officeDocument/2006/relationships/chart" Target="../charts/chart368.xml"/><Relationship Id="rId9" Type="http://schemas.openxmlformats.org/officeDocument/2006/relationships/chart" Target="../charts/chart369.xml"/><Relationship Id="rId10" Type="http://schemas.openxmlformats.org/officeDocument/2006/relationships/chart" Target="../charts/chart370.xml"/><Relationship Id="rId11" Type="http://schemas.openxmlformats.org/officeDocument/2006/relationships/chart" Target="../charts/chart371.xml"/><Relationship Id="rId12" Type="http://schemas.openxmlformats.org/officeDocument/2006/relationships/chart" Target="../charts/chart372.xml"/><Relationship Id="rId13" Type="http://schemas.openxmlformats.org/officeDocument/2006/relationships/chart" Target="../charts/chart373.xml"/><Relationship Id="rId14" Type="http://schemas.openxmlformats.org/officeDocument/2006/relationships/notesSlide" Target="../notesSlides/notesSlide13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80.xml"/><Relationship Id="rId3" Type="http://schemas.openxmlformats.org/officeDocument/2006/relationships/chart" Target="../charts/chart381.xml"/><Relationship Id="rId4" Type="http://schemas.openxmlformats.org/officeDocument/2006/relationships/chart" Target="../charts/chart382.xml"/><Relationship Id="rId5" Type="http://schemas.openxmlformats.org/officeDocument/2006/relationships/chart" Target="../charts/chart383.xml"/><Relationship Id="rId6" Type="http://schemas.openxmlformats.org/officeDocument/2006/relationships/chart" Target="../charts/chart384.xml"/><Relationship Id="rId7" Type="http://schemas.openxmlformats.org/officeDocument/2006/relationships/chart" Target="../charts/chart385.xml"/><Relationship Id="rId8" Type="http://schemas.openxmlformats.org/officeDocument/2006/relationships/chart" Target="../charts/chart386.xml"/><Relationship Id="rId9" Type="http://schemas.openxmlformats.org/officeDocument/2006/relationships/chart" Target="../charts/chart387.xml"/><Relationship Id="rId10" Type="http://schemas.openxmlformats.org/officeDocument/2006/relationships/chart" Target="../charts/chart388.xml"/><Relationship Id="rId11" Type="http://schemas.openxmlformats.org/officeDocument/2006/relationships/chart" Target="../charts/chart389.xml"/><Relationship Id="rId12" Type="http://schemas.openxmlformats.org/officeDocument/2006/relationships/chart" Target="../charts/chart390.xml"/><Relationship Id="rId13" Type="http://schemas.openxmlformats.org/officeDocument/2006/relationships/chart" Target="../charts/chart391.xml"/><Relationship Id="rId14" Type="http://schemas.openxmlformats.org/officeDocument/2006/relationships/notesSlide" Target="../notesSlides/notesSlide13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8.xml"/><Relationship Id="rId3" Type="http://schemas.openxmlformats.org/officeDocument/2006/relationships/chart" Target="../charts/chart399.xml"/><Relationship Id="rId4" Type="http://schemas.openxmlformats.org/officeDocument/2006/relationships/chart" Target="../charts/chart400.xml"/><Relationship Id="rId5" Type="http://schemas.openxmlformats.org/officeDocument/2006/relationships/chart" Target="../charts/chart401.xml"/><Relationship Id="rId6" Type="http://schemas.openxmlformats.org/officeDocument/2006/relationships/chart" Target="../charts/chart402.xml"/><Relationship Id="rId7" Type="http://schemas.openxmlformats.org/officeDocument/2006/relationships/chart" Target="../charts/chart403.xml"/><Relationship Id="rId8" Type="http://schemas.openxmlformats.org/officeDocument/2006/relationships/chart" Target="../charts/chart404.xml"/><Relationship Id="rId9" Type="http://schemas.openxmlformats.org/officeDocument/2006/relationships/chart" Target="../charts/chart405.xml"/><Relationship Id="rId10" Type="http://schemas.openxmlformats.org/officeDocument/2006/relationships/chart" Target="../charts/chart406.xml"/><Relationship Id="rId11" Type="http://schemas.openxmlformats.org/officeDocument/2006/relationships/chart" Target="../charts/chart407.xml"/><Relationship Id="rId12" Type="http://schemas.openxmlformats.org/officeDocument/2006/relationships/chart" Target="../charts/chart408.xml"/><Relationship Id="rId13" Type="http://schemas.openxmlformats.org/officeDocument/2006/relationships/chart" Target="../charts/chart409.xml"/><Relationship Id="rId14"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20.xml"/><Relationship Id="rId3" Type="http://schemas.openxmlformats.org/officeDocument/2006/relationships/chart" Target="../charts/chart421.xml"/><Relationship Id="rId4" Type="http://schemas.openxmlformats.org/officeDocument/2006/relationships/chart" Target="../charts/chart422.xml"/><Relationship Id="rId5" Type="http://schemas.openxmlformats.org/officeDocument/2006/relationships/chart" Target="../charts/chart423.xml"/><Relationship Id="rId6" Type="http://schemas.openxmlformats.org/officeDocument/2006/relationships/chart" Target="../charts/chart424.xml"/><Relationship Id="rId7" Type="http://schemas.openxmlformats.org/officeDocument/2006/relationships/chart" Target="../charts/chart425.xml"/><Relationship Id="rId8" Type="http://schemas.openxmlformats.org/officeDocument/2006/relationships/chart" Target="../charts/chart426.xml"/><Relationship Id="rId9" Type="http://schemas.openxmlformats.org/officeDocument/2006/relationships/chart" Target="../charts/chart427.xml"/><Relationship Id="rId10" Type="http://schemas.openxmlformats.org/officeDocument/2006/relationships/chart" Target="../charts/chart428.xml"/><Relationship Id="rId11" Type="http://schemas.openxmlformats.org/officeDocument/2006/relationships/chart" Target="../charts/chart429.xml"/><Relationship Id="rId12" Type="http://schemas.openxmlformats.org/officeDocument/2006/relationships/chart" Target="../charts/chart430.xml"/><Relationship Id="rId13" Type="http://schemas.openxmlformats.org/officeDocument/2006/relationships/chart" Target="../charts/chart431.xml"/><Relationship Id="rId14" Type="http://schemas.openxmlformats.org/officeDocument/2006/relationships/notesSlide" Target="../notesSlides/notesSlide1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40.xml"/><Relationship Id="rId3" Type="http://schemas.openxmlformats.org/officeDocument/2006/relationships/chart" Target="../charts/chart441.xml"/><Relationship Id="rId4" Type="http://schemas.openxmlformats.org/officeDocument/2006/relationships/chart" Target="../charts/chart442.xml"/><Relationship Id="rId5" Type="http://schemas.openxmlformats.org/officeDocument/2006/relationships/chart" Target="../charts/chart443.xml"/><Relationship Id="rId6" Type="http://schemas.openxmlformats.org/officeDocument/2006/relationships/chart" Target="../charts/chart444.xml"/><Relationship Id="rId7" Type="http://schemas.openxmlformats.org/officeDocument/2006/relationships/chart" Target="../charts/chart445.xml"/><Relationship Id="rId8" Type="http://schemas.openxmlformats.org/officeDocument/2006/relationships/chart" Target="../charts/chart446.xml"/><Relationship Id="rId9" Type="http://schemas.openxmlformats.org/officeDocument/2006/relationships/chart" Target="../charts/chart447.xml"/><Relationship Id="rId10" Type="http://schemas.openxmlformats.org/officeDocument/2006/relationships/chart" Target="../charts/chart448.xml"/><Relationship Id="rId11" Type="http://schemas.openxmlformats.org/officeDocument/2006/relationships/chart" Target="../charts/chart449.xml"/><Relationship Id="rId12" Type="http://schemas.openxmlformats.org/officeDocument/2006/relationships/chart" Target="../charts/chart450.xml"/><Relationship Id="rId13" Type="http://schemas.openxmlformats.org/officeDocument/2006/relationships/chart" Target="../charts/chart451.xml"/><Relationship Id="rId14" Type="http://schemas.openxmlformats.org/officeDocument/2006/relationships/notesSlide" Target="../notesSlides/notesSlide165.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+20.4%</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+41.8%</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Shape 25"/>
          <p:cNvSpPr/>
          <p:nvPr/>
        </p:nvSpPr>
        <p:spPr>
          <a:xfrm>
            <a:off x="7775448" y="1847088"/>
            <a:ext cx="64008" cy="1405128"/>
          </a:xfrm>
          <a:prstGeom prst="rect">
            <a:avLst/>
          </a:prstGeom>
          <a:solidFill>
            <a:srgbClr val="2587C5"/>
          </a:solidFill>
          <a:ln/>
        </p:spPr>
      </p:sp>
      <p:sp>
        <p:nvSpPr>
          <p:cNvPr id="31" name="Text 26"/>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2" name="Text 27"/>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graphicFrame>
        <p:nvGraphicFramePr>
          <p:cNvPr id="33"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4" name="Text 28"/>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5" name="Text 29"/>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36" name="Text 30"/>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7" name="Text 31"/>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graphicFrame>
        <p:nvGraphicFramePr>
          <p:cNvPr id="38"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9" name="Text 32"/>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0" name="Text 33"/>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−29.6%</a:t>
            </a:r>
            <a:endParaRPr lang="en-US" sz="1300" dirty="0"/>
          </a:p>
        </p:txBody>
      </p:sp>
      <p:sp>
        <p:nvSpPr>
          <p:cNvPr id="41" name="Shape 34"/>
          <p:cNvSpPr/>
          <p:nvPr/>
        </p:nvSpPr>
        <p:spPr>
          <a:xfrm>
            <a:off x="4349496" y="4767072"/>
            <a:ext cx="3489960" cy="1478280"/>
          </a:xfrm>
          <a:prstGeom prst="rect">
            <a:avLst/>
          </a:prstGeom>
          <a:solidFill>
            <a:srgbClr val="F7F7F7"/>
          </a:solidFill>
          <a:ln/>
        </p:spPr>
      </p:sp>
      <p:sp>
        <p:nvSpPr>
          <p:cNvPr id="42" name="Text 35"/>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3" name="Text 36"/>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graphicFrame>
        <p:nvGraphicFramePr>
          <p:cNvPr id="44"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5" name="Text 37"/>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6" name="Text 38"/>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−27.7%</a:t>
            </a:r>
            <a:endParaRPr lang="en-US" sz="1300" dirty="0"/>
          </a:p>
        </p:txBody>
      </p:sp>
      <p:sp>
        <p:nvSpPr>
          <p:cNvPr id="47" name="Shape 39"/>
          <p:cNvSpPr/>
          <p:nvPr/>
        </p:nvSpPr>
        <p:spPr>
          <a:xfrm>
            <a:off x="8040624" y="1371600"/>
            <a:ext cx="3489960" cy="45720"/>
          </a:xfrm>
          <a:prstGeom prst="rect">
            <a:avLst/>
          </a:prstGeom>
          <a:solidFill>
            <a:srgbClr val="2587C5"/>
          </a:solidFill>
          <a:ln/>
        </p:spPr>
      </p:sp>
      <p:sp>
        <p:nvSpPr>
          <p:cNvPr id="48" name="Text 4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9" name="Shape 41"/>
          <p:cNvSpPr/>
          <p:nvPr/>
        </p:nvSpPr>
        <p:spPr>
          <a:xfrm>
            <a:off x="8040624" y="1810512"/>
            <a:ext cx="3489960" cy="1478280"/>
          </a:xfrm>
          <a:prstGeom prst="rect">
            <a:avLst/>
          </a:prstGeom>
          <a:solidFill>
            <a:srgbClr val="F7F7F7"/>
          </a:solidFill>
          <a:ln/>
        </p:spPr>
      </p:sp>
      <p:sp>
        <p:nvSpPr>
          <p:cNvPr id="50" name="Text 42"/>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1" name="Text 43"/>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graphicFrame>
        <p:nvGraphicFramePr>
          <p:cNvPr id="52"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3"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4" name="Text 44"/>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5" name="Text 45"/>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+23.8%</a:t>
            </a:r>
            <a:endParaRPr lang="en-US" sz="1300" dirty="0"/>
          </a:p>
        </p:txBody>
      </p:sp>
      <p:sp>
        <p:nvSpPr>
          <p:cNvPr id="56" name="Shape 46"/>
          <p:cNvSpPr/>
          <p:nvPr/>
        </p:nvSpPr>
        <p:spPr>
          <a:xfrm>
            <a:off x="11466576" y="3325368"/>
            <a:ext cx="64008" cy="1405128"/>
          </a:xfrm>
          <a:prstGeom prst="rect">
            <a:avLst/>
          </a:prstGeom>
          <a:solidFill>
            <a:srgbClr val="12A566"/>
          </a:solidFill>
          <a:ln/>
        </p:spPr>
      </p:sp>
      <p:sp>
        <p:nvSpPr>
          <p:cNvPr id="57" name="Text 4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8" name="Text 4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graphicFrame>
        <p:nvGraphicFramePr>
          <p:cNvPr id="5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6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61" name="Text 49"/>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2" name="Text 50"/>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+17.4%</a:t>
            </a:r>
            <a:endParaRPr lang="en-US" sz="1300" dirty="0"/>
          </a:p>
        </p:txBody>
      </p:sp>
      <p:sp>
        <p:nvSpPr>
          <p:cNvPr id="63" name="Shape 51"/>
          <p:cNvSpPr/>
          <p:nvPr/>
        </p:nvSpPr>
        <p:spPr>
          <a:xfrm>
            <a:off x="8040624" y="4767072"/>
            <a:ext cx="3489960" cy="1478280"/>
          </a:xfrm>
          <a:prstGeom prst="rect">
            <a:avLst/>
          </a:prstGeom>
          <a:solidFill>
            <a:srgbClr val="F7F7F7"/>
          </a:solidFill>
          <a:ln/>
        </p:spPr>
      </p:sp>
      <p:sp>
        <p:nvSpPr>
          <p:cNvPr id="64" name="Shape 52"/>
          <p:cNvSpPr/>
          <p:nvPr/>
        </p:nvSpPr>
        <p:spPr>
          <a:xfrm>
            <a:off x="11466576" y="4803648"/>
            <a:ext cx="64008" cy="1405128"/>
          </a:xfrm>
          <a:prstGeom prst="rect">
            <a:avLst/>
          </a:prstGeom>
          <a:solidFill>
            <a:srgbClr val="2587C5"/>
          </a:solidFill>
          <a:ln/>
        </p:spPr>
      </p:sp>
      <p:sp>
        <p:nvSpPr>
          <p:cNvPr id="65" name="Text 5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6" name="Text 5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graphicFrame>
        <p:nvGraphicFramePr>
          <p:cNvPr id="6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9" name="Text 55"/>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70" name="Text 56"/>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+62.3%</a:t>
            </a:r>
            <a:endParaRPr lang="en-US" sz="13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SERVICE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$4.47M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$5.59M</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+$1.13M</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$3.40M</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+$849K</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+33.4%</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Shape 17"/>
          <p:cNvSpPr/>
          <p:nvPr/>
        </p:nvSpPr>
        <p:spPr>
          <a:xfrm>
            <a:off x="4084320" y="4803648"/>
            <a:ext cx="64008" cy="1405128"/>
          </a:xfrm>
          <a:prstGeom prst="rect">
            <a:avLst/>
          </a:prstGeom>
          <a:solidFill>
            <a:srgbClr val="12A566"/>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$4.54M</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+$486K</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Text 25"/>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1" name="Text 26"/>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$887K</a:t>
            </a:r>
            <a:endParaRPr lang="en-US" sz="1400" dirty="0"/>
          </a:p>
        </p:txBody>
      </p:sp>
      <p:graphicFrame>
        <p:nvGraphicFramePr>
          <p:cNvPr id="32"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3" name="Text 27"/>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−$299K</a:t>
            </a:r>
            <a:endParaRPr lang="en-US" sz="1600" dirty="0"/>
          </a:p>
        </p:txBody>
      </p:sp>
      <p:sp>
        <p:nvSpPr>
          <p:cNvPr id="34" name="Text 28"/>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−25.2%</a:t>
            </a:r>
            <a:endParaRPr lang="en-US" sz="1300" dirty="0"/>
          </a:p>
        </p:txBody>
      </p:sp>
      <p:sp>
        <p:nvSpPr>
          <p:cNvPr id="35" name="Text 29"/>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6" name="Text 30"/>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$824K</a:t>
            </a:r>
            <a:endParaRPr lang="en-US" sz="1400" dirty="0"/>
          </a:p>
        </p:txBody>
      </p:sp>
      <p:graphicFrame>
        <p:nvGraphicFramePr>
          <p:cNvPr id="37"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8" name="Text 31"/>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−$279K</a:t>
            </a:r>
            <a:endParaRPr lang="en-US" sz="1600" dirty="0"/>
          </a:p>
        </p:txBody>
      </p:sp>
      <p:sp>
        <p:nvSpPr>
          <p:cNvPr id="39" name="Text 32"/>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−25.3%</a:t>
            </a:r>
            <a:endParaRPr lang="en-US" sz="1300" dirty="0"/>
          </a:p>
        </p:txBody>
      </p:sp>
      <p:sp>
        <p:nvSpPr>
          <p:cNvPr id="40" name="Shape 33"/>
          <p:cNvSpPr/>
          <p:nvPr/>
        </p:nvSpPr>
        <p:spPr>
          <a:xfrm>
            <a:off x="4349496" y="4767072"/>
            <a:ext cx="3489960" cy="1478280"/>
          </a:xfrm>
          <a:prstGeom prst="rect">
            <a:avLst/>
          </a:prstGeom>
          <a:solidFill>
            <a:srgbClr val="F7F7F7"/>
          </a:solidFill>
          <a:ln/>
        </p:spPr>
      </p:sp>
      <p:sp>
        <p:nvSpPr>
          <p:cNvPr id="41" name="Text 34"/>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2" name="Text 35"/>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$741K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graphicFrame>
        <p:nvGraphicFramePr>
          <p:cNvPr id="43"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4" name="Text 36"/>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−$167K</a:t>
            </a:r>
            <a:endParaRPr lang="en-US" sz="1600" dirty="0"/>
          </a:p>
        </p:txBody>
      </p:sp>
      <p:sp>
        <p:nvSpPr>
          <p:cNvPr id="45" name="Text 37"/>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a:t>
            </a:r>
            <a:endParaRPr lang="en-US" sz="1300" dirty="0"/>
          </a:p>
        </p:txBody>
      </p:sp>
      <p:sp>
        <p:nvSpPr>
          <p:cNvPr id="46" name="Shape 38"/>
          <p:cNvSpPr/>
          <p:nvPr/>
        </p:nvSpPr>
        <p:spPr>
          <a:xfrm>
            <a:off x="8040624" y="1371600"/>
            <a:ext cx="3489960" cy="45720"/>
          </a:xfrm>
          <a:prstGeom prst="rect">
            <a:avLst/>
          </a:prstGeom>
          <a:solidFill>
            <a:srgbClr val="2587C5"/>
          </a:solidFill>
          <a:ln/>
        </p:spPr>
      </p:sp>
      <p:sp>
        <p:nvSpPr>
          <p:cNvPr id="47" name="Text 3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8" name="Shape 40"/>
          <p:cNvSpPr/>
          <p:nvPr/>
        </p:nvSpPr>
        <p:spPr>
          <a:xfrm>
            <a:off x="8040624" y="1810512"/>
            <a:ext cx="3489960" cy="1478280"/>
          </a:xfrm>
          <a:prstGeom prst="rect">
            <a:avLst/>
          </a:prstGeom>
          <a:solidFill>
            <a:srgbClr val="F7F7F7"/>
          </a:solidFill>
          <a:ln/>
        </p:spPr>
      </p:sp>
      <p:sp>
        <p:nvSpPr>
          <p:cNvPr id="49" name="Shape 41"/>
          <p:cNvSpPr/>
          <p:nvPr/>
        </p:nvSpPr>
        <p:spPr>
          <a:xfrm>
            <a:off x="11466576" y="1847088"/>
            <a:ext cx="64008" cy="1405128"/>
          </a:xfrm>
          <a:prstGeom prst="rect">
            <a:avLst/>
          </a:prstGeom>
          <a:solidFill>
            <a:srgbClr val="12A566"/>
          </a:solidFill>
          <a:ln/>
        </p:spPr>
      </p:sp>
      <p:sp>
        <p:nvSpPr>
          <p:cNvPr id="50" name="Text 42"/>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1" name="Text 43"/>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52"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3"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4" name="Text 44"/>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+$85K</a:t>
            </a:r>
            <a:endParaRPr lang="en-US" sz="1600" dirty="0"/>
          </a:p>
        </p:txBody>
      </p:sp>
      <p:sp>
        <p:nvSpPr>
          <p:cNvPr id="55" name="Text 45"/>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+19.5%</a:t>
            </a:r>
            <a:endParaRPr lang="en-US" sz="1300" dirty="0"/>
          </a:p>
        </p:txBody>
      </p:sp>
      <p:sp>
        <p:nvSpPr>
          <p:cNvPr id="56" name="Text 46"/>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7" name="Text 47"/>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$122K</a:t>
            </a:r>
            <a:endParaRPr lang="en-US" sz="1400" dirty="0"/>
          </a:p>
        </p:txBody>
      </p:sp>
      <p:graphicFrame>
        <p:nvGraphicFramePr>
          <p:cNvPr id="58"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9"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60" name="Text 48"/>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+$61K</a:t>
            </a:r>
            <a:endParaRPr lang="en-US" sz="1600" dirty="0"/>
          </a:p>
        </p:txBody>
      </p:sp>
      <p:sp>
        <p:nvSpPr>
          <p:cNvPr id="61" name="Text 49"/>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+99.1%</a:t>
            </a:r>
            <a:endParaRPr lang="en-US" sz="1300" dirty="0"/>
          </a:p>
        </p:txBody>
      </p:sp>
      <p:sp>
        <p:nvSpPr>
          <p:cNvPr id="62" name="Shape 50"/>
          <p:cNvSpPr/>
          <p:nvPr/>
        </p:nvSpPr>
        <p:spPr>
          <a:xfrm>
            <a:off x="8040624" y="4767072"/>
            <a:ext cx="3489960" cy="1478280"/>
          </a:xfrm>
          <a:prstGeom prst="rect">
            <a:avLst/>
          </a:prstGeom>
          <a:solidFill>
            <a:srgbClr val="F7F7F7"/>
          </a:solidFill>
          <a:ln/>
        </p:spPr>
      </p:sp>
      <p:sp>
        <p:nvSpPr>
          <p:cNvPr id="63" name="Text 5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4" name="Text 5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$272K</a:t>
            </a:r>
            <a:endParaRPr lang="en-US" sz="1400" dirty="0"/>
          </a:p>
        </p:txBody>
      </p:sp>
      <p:graphicFrame>
        <p:nvGraphicFramePr>
          <p:cNvPr id="6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7" name="Text 53"/>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+$54K</a:t>
            </a:r>
            <a:endParaRPr lang="en-US" sz="1600" dirty="0"/>
          </a:p>
        </p:txBody>
      </p:sp>
      <p:sp>
        <p:nvSpPr>
          <p:cNvPr id="68" name="Text 54"/>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+24.8%</a:t>
            </a:r>
            <a:endParaRPr lang="en-US" sz="13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PARTS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$1.37M</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+$457K</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+49.9%</a:t>
            </a:r>
            <a:endParaRPr lang="en-US" sz="1300" dirty="0"/>
          </a:p>
        </p:txBody>
      </p:sp>
      <p:sp>
        <p:nvSpPr>
          <p:cNvPr id="15" name="Shape 12"/>
          <p:cNvSpPr/>
          <p:nvPr/>
        </p:nvSpPr>
        <p:spPr>
          <a:xfrm>
            <a:off x="4084320" y="3325368"/>
            <a:ext cx="64008" cy="1405128"/>
          </a:xfrm>
          <a:prstGeom prst="rect">
            <a:avLst/>
          </a:prstGeom>
          <a:solidFill>
            <a:srgbClr val="12A566"/>
          </a:solidFill>
          <a:ln/>
        </p:spPr>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$2.24M</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+$291K</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$523K</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+$216K</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+70.2%</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Shape 25"/>
          <p:cNvSpPr/>
          <p:nvPr/>
        </p:nvSpPr>
        <p:spPr>
          <a:xfrm>
            <a:off x="7775448" y="1847088"/>
            <a:ext cx="64008" cy="1405128"/>
          </a:xfrm>
          <a:prstGeom prst="rect">
            <a:avLst/>
          </a:prstGeom>
          <a:solidFill>
            <a:srgbClr val="2587C5"/>
          </a:solidFill>
          <a:ln/>
        </p:spPr>
      </p:sp>
      <p:sp>
        <p:nvSpPr>
          <p:cNvPr id="31" name="Text 26"/>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2" name="Text 27"/>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$1.44M</a:t>
            </a:r>
            <a:endParaRPr lang="en-US" sz="1400" dirty="0"/>
          </a:p>
        </p:txBody>
      </p:sp>
      <p:graphicFrame>
        <p:nvGraphicFramePr>
          <p:cNvPr id="33"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4" name="Text 28"/>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−$364K</a:t>
            </a:r>
            <a:endParaRPr lang="en-US" sz="1600" dirty="0"/>
          </a:p>
        </p:txBody>
      </p:sp>
      <p:sp>
        <p:nvSpPr>
          <p:cNvPr id="35" name="Text 29"/>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−20.2%</a:t>
            </a:r>
            <a:endParaRPr lang="en-US" sz="1300" dirty="0"/>
          </a:p>
        </p:txBody>
      </p:sp>
      <p:sp>
        <p:nvSpPr>
          <p:cNvPr id="36" name="Text 30"/>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7" name="Text 31"/>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$1.73M</a:t>
            </a:r>
            <a:endParaRPr lang="en-US" sz="1400" dirty="0"/>
          </a:p>
        </p:txBody>
      </p:sp>
      <p:graphicFrame>
        <p:nvGraphicFramePr>
          <p:cNvPr id="38"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9" name="Text 32"/>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−$246K</a:t>
            </a:r>
            <a:endParaRPr lang="en-US" sz="1600" dirty="0"/>
          </a:p>
        </p:txBody>
      </p:sp>
      <p:sp>
        <p:nvSpPr>
          <p:cNvPr id="40" name="Text 33"/>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a:t>
            </a:r>
            <a:endParaRPr lang="en-US" sz="1300" dirty="0"/>
          </a:p>
        </p:txBody>
      </p:sp>
      <p:sp>
        <p:nvSpPr>
          <p:cNvPr id="41" name="Shape 34"/>
          <p:cNvSpPr/>
          <p:nvPr/>
        </p:nvSpPr>
        <p:spPr>
          <a:xfrm>
            <a:off x="4349496" y="4767072"/>
            <a:ext cx="3489960" cy="1478280"/>
          </a:xfrm>
          <a:prstGeom prst="rect">
            <a:avLst/>
          </a:prstGeom>
          <a:solidFill>
            <a:srgbClr val="F7F7F7"/>
          </a:solidFill>
          <a:ln/>
        </p:spPr>
      </p:sp>
      <p:sp>
        <p:nvSpPr>
          <p:cNvPr id="42" name="Text 35"/>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3" name="Text 36"/>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$812K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$569K</a:t>
            </a:r>
            <a:endParaRPr lang="en-US" sz="1400" dirty="0"/>
          </a:p>
        </p:txBody>
      </p:sp>
      <p:graphicFrame>
        <p:nvGraphicFramePr>
          <p:cNvPr id="44"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5" name="Text 37"/>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−$243K</a:t>
            </a:r>
            <a:endParaRPr lang="en-US" sz="1600" dirty="0"/>
          </a:p>
        </p:txBody>
      </p:sp>
      <p:sp>
        <p:nvSpPr>
          <p:cNvPr id="46" name="Text 38"/>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−29.9%</a:t>
            </a:r>
            <a:endParaRPr lang="en-US" sz="1300" dirty="0"/>
          </a:p>
        </p:txBody>
      </p:sp>
      <p:sp>
        <p:nvSpPr>
          <p:cNvPr id="47" name="Shape 39"/>
          <p:cNvSpPr/>
          <p:nvPr/>
        </p:nvSpPr>
        <p:spPr>
          <a:xfrm>
            <a:off x="8040624" y="1371600"/>
            <a:ext cx="3489960" cy="45720"/>
          </a:xfrm>
          <a:prstGeom prst="rect">
            <a:avLst/>
          </a:prstGeom>
          <a:solidFill>
            <a:srgbClr val="2587C5"/>
          </a:solidFill>
          <a:ln/>
        </p:spPr>
      </p:sp>
      <p:sp>
        <p:nvSpPr>
          <p:cNvPr id="48" name="Text 4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9" name="Shape 41"/>
          <p:cNvSpPr/>
          <p:nvPr/>
        </p:nvSpPr>
        <p:spPr>
          <a:xfrm>
            <a:off x="8040624" y="1810512"/>
            <a:ext cx="3489960" cy="1478280"/>
          </a:xfrm>
          <a:prstGeom prst="rect">
            <a:avLst/>
          </a:prstGeom>
          <a:solidFill>
            <a:srgbClr val="F7F7F7"/>
          </a:solidFill>
          <a:ln/>
        </p:spPr>
      </p:sp>
      <p:sp>
        <p:nvSpPr>
          <p:cNvPr id="50" name="Text 42"/>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1" name="Text 43"/>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$242K</a:t>
            </a:r>
            <a:endParaRPr lang="en-US" sz="1400" dirty="0"/>
          </a:p>
        </p:txBody>
      </p:sp>
      <p:graphicFrame>
        <p:nvGraphicFramePr>
          <p:cNvPr id="52"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3"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4" name="Text 44"/>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+$107K</a:t>
            </a:r>
            <a:endParaRPr lang="en-US" sz="1600" dirty="0"/>
          </a:p>
        </p:txBody>
      </p:sp>
      <p:sp>
        <p:nvSpPr>
          <p:cNvPr id="55" name="Text 45"/>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+79.6%</a:t>
            </a:r>
            <a:endParaRPr lang="en-US" sz="1300" dirty="0"/>
          </a:p>
        </p:txBody>
      </p:sp>
      <p:sp>
        <p:nvSpPr>
          <p:cNvPr id="56" name="Shape 46"/>
          <p:cNvSpPr/>
          <p:nvPr/>
        </p:nvSpPr>
        <p:spPr>
          <a:xfrm>
            <a:off x="11466576" y="3325368"/>
            <a:ext cx="64008" cy="1405128"/>
          </a:xfrm>
          <a:prstGeom prst="rect">
            <a:avLst/>
          </a:prstGeom>
          <a:solidFill>
            <a:srgbClr val="12A566"/>
          </a:solidFill>
          <a:ln/>
        </p:spPr>
      </p:sp>
      <p:sp>
        <p:nvSpPr>
          <p:cNvPr id="57" name="Text 4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8" name="Text 4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$288K</a:t>
            </a:r>
            <a:endParaRPr lang="en-US" sz="1400" dirty="0"/>
          </a:p>
        </p:txBody>
      </p:sp>
      <p:graphicFrame>
        <p:nvGraphicFramePr>
          <p:cNvPr id="5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6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61" name="Text 49"/>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+$88K</a:t>
            </a:r>
            <a:endParaRPr lang="en-US" sz="1600" dirty="0"/>
          </a:p>
        </p:txBody>
      </p:sp>
      <p:sp>
        <p:nvSpPr>
          <p:cNvPr id="62" name="Text 50"/>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+44.2%</a:t>
            </a:r>
            <a:endParaRPr lang="en-US" sz="1300" dirty="0"/>
          </a:p>
        </p:txBody>
      </p:sp>
      <p:sp>
        <p:nvSpPr>
          <p:cNvPr id="63" name="Shape 51"/>
          <p:cNvSpPr/>
          <p:nvPr/>
        </p:nvSpPr>
        <p:spPr>
          <a:xfrm>
            <a:off x="8040624" y="4767072"/>
            <a:ext cx="3489960" cy="1478280"/>
          </a:xfrm>
          <a:prstGeom prst="rect">
            <a:avLst/>
          </a:prstGeom>
          <a:solidFill>
            <a:srgbClr val="F7F7F7"/>
          </a:solidFill>
          <a:ln/>
        </p:spPr>
      </p:sp>
      <p:sp>
        <p:nvSpPr>
          <p:cNvPr id="64" name="Shape 52"/>
          <p:cNvSpPr/>
          <p:nvPr/>
        </p:nvSpPr>
        <p:spPr>
          <a:xfrm>
            <a:off x="11466576" y="4803648"/>
            <a:ext cx="64008" cy="1405128"/>
          </a:xfrm>
          <a:prstGeom prst="rect">
            <a:avLst/>
          </a:prstGeom>
          <a:solidFill>
            <a:srgbClr val="2587C5"/>
          </a:solidFill>
          <a:ln/>
        </p:spPr>
      </p:sp>
      <p:sp>
        <p:nvSpPr>
          <p:cNvPr id="65" name="Text 5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6" name="Text 5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$191K</a:t>
            </a:r>
            <a:endParaRPr lang="en-US" sz="1400" dirty="0"/>
          </a:p>
        </p:txBody>
      </p:sp>
      <p:graphicFrame>
        <p:nvGraphicFramePr>
          <p:cNvPr id="6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9" name="Text 55"/>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+$70K</a:t>
            </a:r>
            <a:endParaRPr lang="en-US" sz="1600" dirty="0"/>
          </a:p>
        </p:txBody>
      </p:sp>
      <p:sp>
        <p:nvSpPr>
          <p:cNvPr id="70" name="Text 56"/>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+57.8%</a:t>
            </a:r>
            <a:endParaRPr lang="en-US" sz="13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5" name="Text 20"/>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26" name="Shape 21"/>
          <p:cNvSpPr/>
          <p:nvPr/>
        </p:nvSpPr>
        <p:spPr>
          <a:xfrm>
            <a:off x="4349496" y="1371600"/>
            <a:ext cx="3489960" cy="45720"/>
          </a:xfrm>
          <a:prstGeom prst="rect">
            <a:avLst/>
          </a:prstGeom>
          <a:solidFill>
            <a:srgbClr val="C2352F"/>
          </a:solidFill>
          <a:ln/>
        </p:spPr>
      </p:sp>
      <p:sp>
        <p:nvSpPr>
          <p:cNvPr id="27" name="Text 2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8" name="Shape 23"/>
          <p:cNvSpPr/>
          <p:nvPr/>
        </p:nvSpPr>
        <p:spPr>
          <a:xfrm>
            <a:off x="4349496" y="1810512"/>
            <a:ext cx="3489960" cy="1478280"/>
          </a:xfrm>
          <a:prstGeom prst="rect">
            <a:avLst/>
          </a:prstGeom>
          <a:solidFill>
            <a:srgbClr val="F7F7F7"/>
          </a:solidFill>
          <a:ln/>
        </p:spPr>
      </p:sp>
      <p:sp>
        <p:nvSpPr>
          <p:cNvPr id="29" name="Text 24"/>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0" name="Text 25"/>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graphicFrame>
        <p:nvGraphicFramePr>
          <p:cNvPr id="31"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2" name="Text 26"/>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33" name="Text 27"/>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34" name="Text 28"/>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5" name="Text 29"/>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graphicFrame>
        <p:nvGraphicFramePr>
          <p:cNvPr id="36"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7" name="Text 30"/>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38" name="Text 31"/>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39" name="Shape 32"/>
          <p:cNvSpPr/>
          <p:nvPr/>
        </p:nvSpPr>
        <p:spPr>
          <a:xfrm>
            <a:off x="4349496" y="4767072"/>
            <a:ext cx="3489960" cy="1478280"/>
          </a:xfrm>
          <a:prstGeom prst="rect">
            <a:avLst/>
          </a:prstGeom>
          <a:solidFill>
            <a:srgbClr val="F7F7F7"/>
          </a:solidFill>
          <a:ln/>
        </p:spPr>
      </p:sp>
      <p:sp>
        <p:nvSpPr>
          <p:cNvPr id="40" name="Text 33"/>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1" name="Text 34"/>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graphicFrame>
        <p:nvGraphicFramePr>
          <p:cNvPr id="42"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3" name="Text 35"/>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44" name="Text 36"/>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45" name="Shape 37"/>
          <p:cNvSpPr/>
          <p:nvPr/>
        </p:nvSpPr>
        <p:spPr>
          <a:xfrm>
            <a:off x="8040624" y="1371600"/>
            <a:ext cx="3489960" cy="45720"/>
          </a:xfrm>
          <a:prstGeom prst="rect">
            <a:avLst/>
          </a:prstGeom>
          <a:solidFill>
            <a:srgbClr val="2587C5"/>
          </a:solidFill>
          <a:ln/>
        </p:spPr>
      </p:sp>
      <p:sp>
        <p:nvSpPr>
          <p:cNvPr id="46" name="Text 3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7" name="Shape 39"/>
          <p:cNvSpPr/>
          <p:nvPr/>
        </p:nvSpPr>
        <p:spPr>
          <a:xfrm>
            <a:off x="8040624" y="1810512"/>
            <a:ext cx="3489960" cy="1478280"/>
          </a:xfrm>
          <a:prstGeom prst="rect">
            <a:avLst/>
          </a:prstGeom>
          <a:solidFill>
            <a:srgbClr val="F7F7F7"/>
          </a:solidFill>
          <a:ln/>
        </p:spPr>
      </p:sp>
      <p:sp>
        <p:nvSpPr>
          <p:cNvPr id="48" name="Text 40"/>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9" name="Text 41"/>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graphicFrame>
        <p:nvGraphicFramePr>
          <p:cNvPr id="50"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1"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2" name="Text 42"/>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53" name="Text 43"/>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54" name="Text 44"/>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5" name="Text 45"/>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graphicFrame>
        <p:nvGraphicFramePr>
          <p:cNvPr id="56"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7"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8" name="Text 46"/>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59" name="Text 47"/>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60" name="Shape 48"/>
          <p:cNvSpPr/>
          <p:nvPr/>
        </p:nvSpPr>
        <p:spPr>
          <a:xfrm>
            <a:off x="8040624" y="4767072"/>
            <a:ext cx="3489960" cy="1478280"/>
          </a:xfrm>
          <a:prstGeom prst="rect">
            <a:avLst/>
          </a:prstGeom>
          <a:solidFill>
            <a:srgbClr val="F7F7F7"/>
          </a:solidFill>
          <a:ln/>
        </p:spPr>
      </p:sp>
      <p:sp>
        <p:nvSpPr>
          <p:cNvPr id="61" name="Text 49"/>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2" name="Text 50"/>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graphicFrame>
        <p:nvGraphicFramePr>
          <p:cNvPr id="63"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5" name="Text 51"/>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66" name="Text 52"/>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Text 25"/>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1" name="Text 26"/>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graphicFrame>
        <p:nvGraphicFramePr>
          <p:cNvPr id="32"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3" name="Text 27"/>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34" name="Text 28"/>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35" name="Text 29"/>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6" name="Text 30"/>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graphicFrame>
        <p:nvGraphicFramePr>
          <p:cNvPr id="37"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8" name="Text 31"/>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39" name="Text 32"/>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40" name="Shape 33"/>
          <p:cNvSpPr/>
          <p:nvPr/>
        </p:nvSpPr>
        <p:spPr>
          <a:xfrm>
            <a:off x="4349496" y="4767072"/>
            <a:ext cx="3489960" cy="1478280"/>
          </a:xfrm>
          <a:prstGeom prst="rect">
            <a:avLst/>
          </a:prstGeom>
          <a:solidFill>
            <a:srgbClr val="F7F7F7"/>
          </a:solidFill>
          <a:ln/>
        </p:spPr>
      </p:sp>
      <p:sp>
        <p:nvSpPr>
          <p:cNvPr id="41" name="Text 34"/>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2" name="Text 35"/>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graphicFrame>
        <p:nvGraphicFramePr>
          <p:cNvPr id="43"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4" name="Text 36"/>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45" name="Text 37"/>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46" name="Shape 38"/>
          <p:cNvSpPr/>
          <p:nvPr/>
        </p:nvSpPr>
        <p:spPr>
          <a:xfrm>
            <a:off x="8040624" y="1371600"/>
            <a:ext cx="3489960" cy="45720"/>
          </a:xfrm>
          <a:prstGeom prst="rect">
            <a:avLst/>
          </a:prstGeom>
          <a:solidFill>
            <a:srgbClr val="2587C5"/>
          </a:solidFill>
          <a:ln/>
        </p:spPr>
      </p:sp>
      <p:sp>
        <p:nvSpPr>
          <p:cNvPr id="47" name="Text 3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8" name="Shape 40"/>
          <p:cNvSpPr/>
          <p:nvPr/>
        </p:nvSpPr>
        <p:spPr>
          <a:xfrm>
            <a:off x="8040624" y="1810512"/>
            <a:ext cx="3489960" cy="1478280"/>
          </a:xfrm>
          <a:prstGeom prst="rect">
            <a:avLst/>
          </a:prstGeom>
          <a:solidFill>
            <a:srgbClr val="F7F7F7"/>
          </a:solidFill>
          <a:ln/>
        </p:spPr>
      </p:sp>
      <p:sp>
        <p:nvSpPr>
          <p:cNvPr id="49" name="Text 41"/>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0" name="Text 42"/>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graphicFrame>
        <p:nvGraphicFramePr>
          <p:cNvPr id="51"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2"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3" name="Text 43"/>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54" name="Text 44"/>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55" name="Text 45"/>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6" name="Text 46"/>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graphicFrame>
        <p:nvGraphicFramePr>
          <p:cNvPr id="57"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8"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9" name="Text 47"/>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60" name="Text 48"/>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61" name="Shape 49"/>
          <p:cNvSpPr/>
          <p:nvPr/>
        </p:nvSpPr>
        <p:spPr>
          <a:xfrm>
            <a:off x="8040624" y="4767072"/>
            <a:ext cx="3489960" cy="1478280"/>
          </a:xfrm>
          <a:prstGeom prst="rect">
            <a:avLst/>
          </a:prstGeom>
          <a:solidFill>
            <a:srgbClr val="F7F7F7"/>
          </a:solidFill>
          <a:ln/>
        </p:spPr>
      </p:sp>
      <p:sp>
        <p:nvSpPr>
          <p:cNvPr id="62" name="Shape 50"/>
          <p:cNvSpPr/>
          <p:nvPr/>
        </p:nvSpPr>
        <p:spPr>
          <a:xfrm>
            <a:off x="11466576" y="4803648"/>
            <a:ext cx="64008" cy="1405128"/>
          </a:xfrm>
          <a:prstGeom prst="rect">
            <a:avLst/>
          </a:prstGeom>
          <a:solidFill>
            <a:srgbClr val="12A566"/>
          </a:solidFill>
          <a:ln/>
        </p:spPr>
      </p:sp>
      <p:sp>
        <p:nvSpPr>
          <p:cNvPr id="63" name="Text 5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4" name="Text 5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graphicFrame>
        <p:nvGraphicFramePr>
          <p:cNvPr id="6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7" name="Text 53"/>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68" name="Text 54"/>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5" name="Text 20"/>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26" name="Shape 21"/>
          <p:cNvSpPr/>
          <p:nvPr/>
        </p:nvSpPr>
        <p:spPr>
          <a:xfrm>
            <a:off x="4349496" y="1371600"/>
            <a:ext cx="3489960" cy="45720"/>
          </a:xfrm>
          <a:prstGeom prst="rect">
            <a:avLst/>
          </a:prstGeom>
          <a:solidFill>
            <a:srgbClr val="C2352F"/>
          </a:solidFill>
          <a:ln/>
        </p:spPr>
      </p:sp>
      <p:sp>
        <p:nvSpPr>
          <p:cNvPr id="27" name="Text 2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8" name="Shape 23"/>
          <p:cNvSpPr/>
          <p:nvPr/>
        </p:nvSpPr>
        <p:spPr>
          <a:xfrm>
            <a:off x="4349496" y="1810512"/>
            <a:ext cx="3489960" cy="1478280"/>
          </a:xfrm>
          <a:prstGeom prst="rect">
            <a:avLst/>
          </a:prstGeom>
          <a:solidFill>
            <a:srgbClr val="F7F7F7"/>
          </a:solidFill>
          <a:ln/>
        </p:spPr>
      </p:sp>
      <p:sp>
        <p:nvSpPr>
          <p:cNvPr id="29" name="Text 24"/>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0" name="Text 25"/>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graphicFrame>
        <p:nvGraphicFramePr>
          <p:cNvPr id="31"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2" name="Text 26"/>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33" name="Text 27"/>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34" name="Text 28"/>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5" name="Text 29"/>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graphicFrame>
        <p:nvGraphicFramePr>
          <p:cNvPr id="36"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7" name="Text 30"/>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38" name="Text 31"/>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39" name="Shape 32"/>
          <p:cNvSpPr/>
          <p:nvPr/>
        </p:nvSpPr>
        <p:spPr>
          <a:xfrm>
            <a:off x="4349496" y="4767072"/>
            <a:ext cx="3489960" cy="1478280"/>
          </a:xfrm>
          <a:prstGeom prst="rect">
            <a:avLst/>
          </a:prstGeom>
          <a:solidFill>
            <a:srgbClr val="F7F7F7"/>
          </a:solidFill>
          <a:ln/>
        </p:spPr>
      </p:sp>
      <p:sp>
        <p:nvSpPr>
          <p:cNvPr id="40" name="Text 33"/>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1" name="Text 34"/>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graphicFrame>
        <p:nvGraphicFramePr>
          <p:cNvPr id="42"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3" name="Text 35"/>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44" name="Text 36"/>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45" name="Shape 37"/>
          <p:cNvSpPr/>
          <p:nvPr/>
        </p:nvSpPr>
        <p:spPr>
          <a:xfrm>
            <a:off x="8040624" y="1371600"/>
            <a:ext cx="3489960" cy="45720"/>
          </a:xfrm>
          <a:prstGeom prst="rect">
            <a:avLst/>
          </a:prstGeom>
          <a:solidFill>
            <a:srgbClr val="2587C5"/>
          </a:solidFill>
          <a:ln/>
        </p:spPr>
      </p:sp>
      <p:sp>
        <p:nvSpPr>
          <p:cNvPr id="46" name="Text 3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7" name="Shape 39"/>
          <p:cNvSpPr/>
          <p:nvPr/>
        </p:nvSpPr>
        <p:spPr>
          <a:xfrm>
            <a:off x="8040624" y="1810512"/>
            <a:ext cx="3489960" cy="1478280"/>
          </a:xfrm>
          <a:prstGeom prst="rect">
            <a:avLst/>
          </a:prstGeom>
          <a:solidFill>
            <a:srgbClr val="F7F7F7"/>
          </a:solidFill>
          <a:ln/>
        </p:spPr>
      </p:sp>
      <p:sp>
        <p:nvSpPr>
          <p:cNvPr id="48" name="Text 40"/>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9" name="Text 41"/>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graphicFrame>
        <p:nvGraphicFramePr>
          <p:cNvPr id="50"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1"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2" name="Text 42"/>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53" name="Text 43"/>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54" name="Text 44"/>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5" name="Text 45"/>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graphicFrame>
        <p:nvGraphicFramePr>
          <p:cNvPr id="56"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7"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8" name="Text 46"/>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59" name="Text 47"/>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60" name="Shape 48"/>
          <p:cNvSpPr/>
          <p:nvPr/>
        </p:nvSpPr>
        <p:spPr>
          <a:xfrm>
            <a:off x="8040624" y="4767072"/>
            <a:ext cx="3489960" cy="1478280"/>
          </a:xfrm>
          <a:prstGeom prst="rect">
            <a:avLst/>
          </a:prstGeom>
          <a:solidFill>
            <a:srgbClr val="F7F7F7"/>
          </a:solidFill>
          <a:ln/>
        </p:spPr>
      </p:sp>
      <p:sp>
        <p:nvSpPr>
          <p:cNvPr id="61" name="Text 49"/>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2" name="Text 50"/>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graphicFrame>
        <p:nvGraphicFramePr>
          <p:cNvPr id="63"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5" name="Text 51"/>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66" name="Text 52"/>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+9.6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Shape 15"/>
          <p:cNvSpPr/>
          <p:nvPr/>
        </p:nvSpPr>
        <p:spPr>
          <a:xfrm>
            <a:off x="4084320" y="4803648"/>
            <a:ext cx="64008" cy="1405128"/>
          </a:xfrm>
          <a:prstGeom prst="rect">
            <a:avLst/>
          </a:prstGeom>
          <a:solidFill>
            <a:srgbClr val="12A566"/>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graphicFrame>
        <p:nvGraphicFramePr>
          <p:cNvPr id="22"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graphicFrame>
        <p:nvGraphicFramePr>
          <p:cNvPr id="29"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31" name="Shape 25"/>
          <p:cNvSpPr/>
          <p:nvPr/>
        </p:nvSpPr>
        <p:spPr>
          <a:xfrm>
            <a:off x="7775448" y="3325368"/>
            <a:ext cx="64008" cy="1405128"/>
          </a:xfrm>
          <a:prstGeom prst="rect">
            <a:avLst/>
          </a:prstGeom>
          <a:solidFill>
            <a:srgbClr val="2587C5"/>
          </a:solidFill>
          <a:ln/>
        </p:spPr>
      </p:sp>
      <p:sp>
        <p:nvSpPr>
          <p:cNvPr id="32" name="Text 26"/>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3" name="Text 27"/>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graphicFrame>
        <p:nvGraphicFramePr>
          <p:cNvPr id="34"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5" name="Text 28"/>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36" name="Shape 29"/>
          <p:cNvSpPr/>
          <p:nvPr/>
        </p:nvSpPr>
        <p:spPr>
          <a:xfrm>
            <a:off x="4349496" y="4767072"/>
            <a:ext cx="3489960" cy="1478280"/>
          </a:xfrm>
          <a:prstGeom prst="rect">
            <a:avLst/>
          </a:prstGeom>
          <a:solidFill>
            <a:srgbClr val="F7F7F7"/>
          </a:solidFill>
          <a:ln/>
        </p:spPr>
      </p:sp>
      <p:sp>
        <p:nvSpPr>
          <p:cNvPr id="37" name="Text 30"/>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8" name="Text 31"/>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graphicFrame>
        <p:nvGraphicFramePr>
          <p:cNvPr id="39"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0" name="Text 32"/>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1" name="Shape 33"/>
          <p:cNvSpPr/>
          <p:nvPr/>
        </p:nvSpPr>
        <p:spPr>
          <a:xfrm>
            <a:off x="8040624" y="1371600"/>
            <a:ext cx="3489960" cy="45720"/>
          </a:xfrm>
          <a:prstGeom prst="rect">
            <a:avLst/>
          </a:prstGeom>
          <a:solidFill>
            <a:srgbClr val="2587C5"/>
          </a:solidFill>
          <a:ln/>
        </p:spPr>
      </p:sp>
      <p:sp>
        <p:nvSpPr>
          <p:cNvPr id="42" name="Text 34"/>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3" name="Shape 35"/>
          <p:cNvSpPr/>
          <p:nvPr/>
        </p:nvSpPr>
        <p:spPr>
          <a:xfrm>
            <a:off x="8040624" y="1810512"/>
            <a:ext cx="3489960" cy="1478280"/>
          </a:xfrm>
          <a:prstGeom prst="rect">
            <a:avLst/>
          </a:prstGeom>
          <a:solidFill>
            <a:srgbClr val="F7F7F7"/>
          </a:solidFill>
          <a:ln/>
        </p:spPr>
      </p:sp>
      <p:sp>
        <p:nvSpPr>
          <p:cNvPr id="44" name="Text 36"/>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5" name="Text 37"/>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graphicFrame>
        <p:nvGraphicFramePr>
          <p:cNvPr id="46"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7"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8" name="Text 38"/>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+16.2 pts</a:t>
            </a:r>
            <a:endParaRPr lang="en-US" sz="1600" dirty="0"/>
          </a:p>
        </p:txBody>
      </p:sp>
      <p:sp>
        <p:nvSpPr>
          <p:cNvPr id="49" name="Shape 39"/>
          <p:cNvSpPr/>
          <p:nvPr/>
        </p:nvSpPr>
        <p:spPr>
          <a:xfrm>
            <a:off x="11466576" y="3325368"/>
            <a:ext cx="64008" cy="1405128"/>
          </a:xfrm>
          <a:prstGeom prst="rect">
            <a:avLst/>
          </a:prstGeom>
          <a:solidFill>
            <a:srgbClr val="12A566"/>
          </a:solidFill>
          <a:ln/>
        </p:spPr>
      </p:sp>
      <p:sp>
        <p:nvSpPr>
          <p:cNvPr id="50" name="Text 40"/>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1" name="Text 41"/>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graphicFrame>
        <p:nvGraphicFramePr>
          <p:cNvPr id="52"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3"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4" name="Text 42"/>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55" name="Shape 43"/>
          <p:cNvSpPr/>
          <p:nvPr/>
        </p:nvSpPr>
        <p:spPr>
          <a:xfrm>
            <a:off x="8040624" y="4767072"/>
            <a:ext cx="3489960" cy="1478280"/>
          </a:xfrm>
          <a:prstGeom prst="rect">
            <a:avLst/>
          </a:prstGeom>
          <a:solidFill>
            <a:srgbClr val="F7F7F7"/>
          </a:solidFill>
          <a:ln/>
        </p:spPr>
      </p:sp>
      <p:sp>
        <p:nvSpPr>
          <p:cNvPr id="56" name="Shape 44"/>
          <p:cNvSpPr/>
          <p:nvPr/>
        </p:nvSpPr>
        <p:spPr>
          <a:xfrm>
            <a:off x="11466576" y="4803648"/>
            <a:ext cx="64008" cy="1405128"/>
          </a:xfrm>
          <a:prstGeom prst="rect">
            <a:avLst/>
          </a:prstGeom>
          <a:solidFill>
            <a:srgbClr val="2587C5"/>
          </a:solidFill>
          <a:ln/>
        </p:spPr>
      </p:sp>
      <p:sp>
        <p:nvSpPr>
          <p:cNvPr id="57" name="Text 45"/>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8" name="Text 46"/>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graphicFrame>
        <p:nvGraphicFramePr>
          <p:cNvPr id="59"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0"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1" name="Text 47"/>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+33.5 pts</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+22.5 pts</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Shape 16"/>
          <p:cNvSpPr/>
          <p:nvPr/>
        </p:nvSpPr>
        <p:spPr>
          <a:xfrm>
            <a:off x="4084320" y="4803648"/>
            <a:ext cx="64008" cy="1405128"/>
          </a:xfrm>
          <a:prstGeom prst="rect">
            <a:avLst/>
          </a:prstGeom>
          <a:solidFill>
            <a:srgbClr val="12A566"/>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25" name="Shape 20"/>
          <p:cNvSpPr/>
          <p:nvPr/>
        </p:nvSpPr>
        <p:spPr>
          <a:xfrm>
            <a:off x="4349496" y="1371600"/>
            <a:ext cx="3489960" cy="45720"/>
          </a:xfrm>
          <a:prstGeom prst="rect">
            <a:avLst/>
          </a:prstGeom>
          <a:solidFill>
            <a:srgbClr val="C2352F"/>
          </a:solidFill>
          <a:ln/>
        </p:spPr>
      </p:sp>
      <p:sp>
        <p:nvSpPr>
          <p:cNvPr id="26" name="Text 2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7" name="Shape 22"/>
          <p:cNvSpPr/>
          <p:nvPr/>
        </p:nvSpPr>
        <p:spPr>
          <a:xfrm>
            <a:off x="4349496" y="1810512"/>
            <a:ext cx="3489960" cy="1478280"/>
          </a:xfrm>
          <a:prstGeom prst="rect">
            <a:avLst/>
          </a:prstGeom>
          <a:solidFill>
            <a:srgbClr val="F7F7F7"/>
          </a:solidFill>
          <a:ln/>
        </p:spPr>
      </p:sp>
      <p:sp>
        <p:nvSpPr>
          <p:cNvPr id="28" name="Text 23"/>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9" name="Text 24"/>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graphicFrame>
        <p:nvGraphicFramePr>
          <p:cNvPr id="30"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1" name="Text 25"/>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 pts</a:t>
            </a:r>
            <a:endParaRPr lang="en-US" sz="1600" dirty="0"/>
          </a:p>
        </p:txBody>
      </p:sp>
      <p:sp>
        <p:nvSpPr>
          <p:cNvPr id="32" name="Text 26"/>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3" name="Text 27"/>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graphicFrame>
        <p:nvGraphicFramePr>
          <p:cNvPr id="34"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5" name="Text 28"/>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−10.9 pts</a:t>
            </a:r>
            <a:endParaRPr lang="en-US" sz="1600" dirty="0"/>
          </a:p>
        </p:txBody>
      </p:sp>
      <p:sp>
        <p:nvSpPr>
          <p:cNvPr id="36" name="Shape 29"/>
          <p:cNvSpPr/>
          <p:nvPr/>
        </p:nvSpPr>
        <p:spPr>
          <a:xfrm>
            <a:off x="4349496" y="4767072"/>
            <a:ext cx="3489960" cy="1478280"/>
          </a:xfrm>
          <a:prstGeom prst="rect">
            <a:avLst/>
          </a:prstGeom>
          <a:solidFill>
            <a:srgbClr val="F7F7F7"/>
          </a:solidFill>
          <a:ln/>
        </p:spPr>
      </p:sp>
      <p:sp>
        <p:nvSpPr>
          <p:cNvPr id="37" name="Text 30"/>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8" name="Text 31"/>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27.2%</a:t>
            </a:r>
            <a:endParaRPr lang="en-US" sz="1400" dirty="0"/>
          </a:p>
        </p:txBody>
      </p:sp>
      <p:graphicFrame>
        <p:nvGraphicFramePr>
          <p:cNvPr id="39"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0" name="Text 32"/>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−8.4 pts</a:t>
            </a:r>
            <a:endParaRPr lang="en-US" sz="1600" dirty="0"/>
          </a:p>
        </p:txBody>
      </p:sp>
      <p:sp>
        <p:nvSpPr>
          <p:cNvPr id="41" name="Shape 33"/>
          <p:cNvSpPr/>
          <p:nvPr/>
        </p:nvSpPr>
        <p:spPr>
          <a:xfrm>
            <a:off x="8040624" y="1371600"/>
            <a:ext cx="3489960" cy="45720"/>
          </a:xfrm>
          <a:prstGeom prst="rect">
            <a:avLst/>
          </a:prstGeom>
          <a:solidFill>
            <a:srgbClr val="2587C5"/>
          </a:solidFill>
          <a:ln/>
        </p:spPr>
      </p:sp>
      <p:sp>
        <p:nvSpPr>
          <p:cNvPr id="42" name="Text 34"/>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3" name="Shape 35"/>
          <p:cNvSpPr/>
          <p:nvPr/>
        </p:nvSpPr>
        <p:spPr>
          <a:xfrm>
            <a:off x="8040624" y="1810512"/>
            <a:ext cx="3489960" cy="1478280"/>
          </a:xfrm>
          <a:prstGeom prst="rect">
            <a:avLst/>
          </a:prstGeom>
          <a:solidFill>
            <a:srgbClr val="F7F7F7"/>
          </a:solidFill>
          <a:ln/>
        </p:spPr>
      </p:sp>
      <p:sp>
        <p:nvSpPr>
          <p:cNvPr id="44" name="Shape 36"/>
          <p:cNvSpPr/>
          <p:nvPr/>
        </p:nvSpPr>
        <p:spPr>
          <a:xfrm>
            <a:off x="11466576" y="1847088"/>
            <a:ext cx="64008" cy="1405128"/>
          </a:xfrm>
          <a:prstGeom prst="rect">
            <a:avLst/>
          </a:prstGeom>
          <a:solidFill>
            <a:srgbClr val="12A566"/>
          </a:solidFill>
          <a:ln/>
        </p:spPr>
      </p:sp>
      <p:sp>
        <p:nvSpPr>
          <p:cNvPr id="45" name="Text 37"/>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6" name="Text 38"/>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a:t>
            </a:r>
            <a:endParaRPr lang="en-US" sz="1400" dirty="0"/>
          </a:p>
        </p:txBody>
      </p:sp>
      <p:graphicFrame>
        <p:nvGraphicFramePr>
          <p:cNvPr id="47"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8"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9" name="Text 39"/>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+23.7 pts</a:t>
            </a:r>
            <a:endParaRPr lang="en-US" sz="1600" dirty="0"/>
          </a:p>
        </p:txBody>
      </p:sp>
      <p:sp>
        <p:nvSpPr>
          <p:cNvPr id="50" name="Text 40"/>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1" name="Text 41"/>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52"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3"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4" name="Text 42"/>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 pts</a:t>
            </a:r>
            <a:endParaRPr lang="en-US" sz="1600" dirty="0"/>
          </a:p>
        </p:txBody>
      </p:sp>
      <p:sp>
        <p:nvSpPr>
          <p:cNvPr id="55" name="Shape 43"/>
          <p:cNvSpPr/>
          <p:nvPr/>
        </p:nvSpPr>
        <p:spPr>
          <a:xfrm>
            <a:off x="8040624" y="4767072"/>
            <a:ext cx="3489960" cy="1478280"/>
          </a:xfrm>
          <a:prstGeom prst="rect">
            <a:avLst/>
          </a:prstGeom>
          <a:solidFill>
            <a:srgbClr val="F7F7F7"/>
          </a:solidFill>
          <a:ln/>
        </p:spPr>
      </p:sp>
      <p:sp>
        <p:nvSpPr>
          <p:cNvPr id="56" name="Shape 44"/>
          <p:cNvSpPr/>
          <p:nvPr/>
        </p:nvSpPr>
        <p:spPr>
          <a:xfrm>
            <a:off x="11466576" y="4803648"/>
            <a:ext cx="64008" cy="1405128"/>
          </a:xfrm>
          <a:prstGeom prst="rect">
            <a:avLst/>
          </a:prstGeom>
          <a:solidFill>
            <a:srgbClr val="12A566"/>
          </a:solidFill>
          <a:ln/>
        </p:spPr>
      </p:sp>
      <p:sp>
        <p:nvSpPr>
          <p:cNvPr id="57" name="Text 45"/>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8" name="Text 46"/>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21.6%</a:t>
            </a:r>
            <a:endParaRPr lang="en-US" sz="1400" dirty="0"/>
          </a:p>
        </p:txBody>
      </p:sp>
      <p:graphicFrame>
        <p:nvGraphicFramePr>
          <p:cNvPr id="59"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0"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1" name="Text 47"/>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 pts</a:t>
            </a:r>
            <a:endParaRPr lang="en-US" sz="16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25.2%</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32.9%</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10.0%</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−12.5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37.5%</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−11.8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Shape 28"/>
          <p:cNvSpPr/>
          <p:nvPr/>
        </p:nvSpPr>
        <p:spPr>
          <a:xfrm>
            <a:off x="7775448" y="4803648"/>
            <a:ext cx="64008" cy="1405128"/>
          </a:xfrm>
          <a:prstGeom prst="rect">
            <a:avLst/>
          </a:prstGeom>
          <a:solidFill>
            <a:srgbClr val="2587C5"/>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23.6%</a:t>
            </a:r>
            <a:endParaRPr lang="en-US" sz="1400" dirty="0"/>
          </a:p>
        </p:txBody>
      </p:sp>
      <p:graphicFrame>
        <p:nvGraphicFramePr>
          <p:cNvPr id="38"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 pts</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Text 35"/>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4" name="Text 36"/>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35.8%</a:t>
            </a:r>
            <a:endParaRPr lang="en-US" sz="1400" dirty="0"/>
          </a:p>
        </p:txBody>
      </p:sp>
      <p:graphicFrame>
        <p:nvGraphicFramePr>
          <p:cNvPr id="45"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6"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7" name="Text 37"/>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48" name="Shape 38"/>
          <p:cNvSpPr/>
          <p:nvPr/>
        </p:nvSpPr>
        <p:spPr>
          <a:xfrm>
            <a:off x="11466576" y="3325368"/>
            <a:ext cx="64008" cy="1405128"/>
          </a:xfrm>
          <a:prstGeom prst="rect">
            <a:avLst/>
          </a:prstGeom>
          <a:solidFill>
            <a:srgbClr val="2587C5"/>
          </a:solidFill>
          <a:ln/>
        </p:spPr>
      </p:sp>
      <p:sp>
        <p:nvSpPr>
          <p:cNvPr id="49" name="Text 39"/>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0" name="Text 40"/>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graphicFrame>
        <p:nvGraphicFramePr>
          <p:cNvPr id="51"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2"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3" name="Text 41"/>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54" name="Shape 42"/>
          <p:cNvSpPr/>
          <p:nvPr/>
        </p:nvSpPr>
        <p:spPr>
          <a:xfrm>
            <a:off x="8040624" y="4767072"/>
            <a:ext cx="3489960" cy="1478280"/>
          </a:xfrm>
          <a:prstGeom prst="rect">
            <a:avLst/>
          </a:prstGeom>
          <a:solidFill>
            <a:srgbClr val="F7F7F7"/>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40.6%</a:t>
            </a:r>
            <a:endParaRPr lang="en-US" sz="1400" dirty="0"/>
          </a:p>
        </p:txBody>
      </p:sp>
      <p:graphicFrame>
        <p:nvGraphicFramePr>
          <p:cNvPr id="5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+16.4 pts</a:t>
            </a:r>
            <a:endParaRPr lang="en-US" sz="16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8,133</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+977 ROs</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1,784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2,010</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 ROs</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3,107</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25" name="Text 20"/>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+297 ROs</a:t>
            </a:r>
            <a:endParaRPr lang="en-US" sz="1300" dirty="0"/>
          </a:p>
        </p:txBody>
      </p:sp>
      <p:sp>
        <p:nvSpPr>
          <p:cNvPr id="26" name="Shape 21"/>
          <p:cNvSpPr/>
          <p:nvPr/>
        </p:nvSpPr>
        <p:spPr>
          <a:xfrm>
            <a:off x="4349496" y="1371600"/>
            <a:ext cx="3489960" cy="45720"/>
          </a:xfrm>
          <a:prstGeom prst="rect">
            <a:avLst/>
          </a:prstGeom>
          <a:solidFill>
            <a:srgbClr val="C2352F"/>
          </a:solidFill>
          <a:ln/>
        </p:spPr>
      </p:sp>
      <p:sp>
        <p:nvSpPr>
          <p:cNvPr id="27" name="Text 2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8" name="Shape 23"/>
          <p:cNvSpPr/>
          <p:nvPr/>
        </p:nvSpPr>
        <p:spPr>
          <a:xfrm>
            <a:off x="4349496" y="1810512"/>
            <a:ext cx="3489960" cy="1478280"/>
          </a:xfrm>
          <a:prstGeom prst="rect">
            <a:avLst/>
          </a:prstGeom>
          <a:solidFill>
            <a:srgbClr val="F7F7F7"/>
          </a:solidFill>
          <a:ln/>
        </p:spPr>
      </p:sp>
      <p:sp>
        <p:nvSpPr>
          <p:cNvPr id="29" name="Text 24"/>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0" name="Text 25"/>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1,919</a:t>
            </a:r>
            <a:endParaRPr lang="en-US" sz="1400" dirty="0"/>
          </a:p>
        </p:txBody>
      </p:sp>
      <p:graphicFrame>
        <p:nvGraphicFramePr>
          <p:cNvPr id="31"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2" name="Text 26"/>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33" name="Text 27"/>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−332 ROs</a:t>
            </a:r>
            <a:endParaRPr lang="en-US" sz="1300" dirty="0"/>
          </a:p>
        </p:txBody>
      </p:sp>
      <p:sp>
        <p:nvSpPr>
          <p:cNvPr id="34" name="Text 28"/>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5" name="Text 29"/>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3,349</a:t>
            </a:r>
            <a:endParaRPr lang="en-US" sz="1400" dirty="0"/>
          </a:p>
        </p:txBody>
      </p:sp>
      <p:graphicFrame>
        <p:nvGraphicFramePr>
          <p:cNvPr id="36"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7" name="Text 30"/>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38" name="Text 31"/>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−435 ROs</a:t>
            </a:r>
            <a:endParaRPr lang="en-US" sz="1300" dirty="0"/>
          </a:p>
        </p:txBody>
      </p:sp>
      <p:sp>
        <p:nvSpPr>
          <p:cNvPr id="39" name="Shape 32"/>
          <p:cNvSpPr/>
          <p:nvPr/>
        </p:nvSpPr>
        <p:spPr>
          <a:xfrm>
            <a:off x="4349496" y="4767072"/>
            <a:ext cx="3489960" cy="1478280"/>
          </a:xfrm>
          <a:prstGeom prst="rect">
            <a:avLst/>
          </a:prstGeom>
          <a:solidFill>
            <a:srgbClr val="F7F7F7"/>
          </a:solidFill>
          <a:ln/>
        </p:spPr>
      </p:sp>
      <p:sp>
        <p:nvSpPr>
          <p:cNvPr id="40" name="Text 33"/>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1" name="Text 34"/>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3,917</a:t>
            </a:r>
            <a:endParaRPr lang="en-US" sz="1400" dirty="0"/>
          </a:p>
        </p:txBody>
      </p:sp>
      <p:graphicFrame>
        <p:nvGraphicFramePr>
          <p:cNvPr id="42"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3" name="Text 35"/>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44" name="Text 36"/>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−462 ROs</a:t>
            </a:r>
            <a:endParaRPr lang="en-US" sz="1300" dirty="0"/>
          </a:p>
        </p:txBody>
      </p:sp>
      <p:sp>
        <p:nvSpPr>
          <p:cNvPr id="45" name="Shape 37"/>
          <p:cNvSpPr/>
          <p:nvPr/>
        </p:nvSpPr>
        <p:spPr>
          <a:xfrm>
            <a:off x="8040624" y="1371600"/>
            <a:ext cx="3489960" cy="45720"/>
          </a:xfrm>
          <a:prstGeom prst="rect">
            <a:avLst/>
          </a:prstGeom>
          <a:solidFill>
            <a:srgbClr val="2587C5"/>
          </a:solidFill>
          <a:ln/>
        </p:spPr>
      </p:sp>
      <p:sp>
        <p:nvSpPr>
          <p:cNvPr id="46" name="Text 3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7" name="Shape 39"/>
          <p:cNvSpPr/>
          <p:nvPr/>
        </p:nvSpPr>
        <p:spPr>
          <a:xfrm>
            <a:off x="8040624" y="1810512"/>
            <a:ext cx="3489960" cy="1478280"/>
          </a:xfrm>
          <a:prstGeom prst="rect">
            <a:avLst/>
          </a:prstGeom>
          <a:solidFill>
            <a:srgbClr val="F7F7F7"/>
          </a:solidFill>
          <a:ln/>
        </p:spPr>
      </p:sp>
      <p:sp>
        <p:nvSpPr>
          <p:cNvPr id="48" name="Text 40"/>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9" name="Text 41"/>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570</a:t>
            </a:r>
            <a:endParaRPr lang="en-US" sz="1400" dirty="0"/>
          </a:p>
        </p:txBody>
      </p:sp>
      <p:graphicFrame>
        <p:nvGraphicFramePr>
          <p:cNvPr id="50"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1"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2" name="Text 42"/>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53" name="Text 43"/>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+145 ROs</a:t>
            </a:r>
            <a:endParaRPr lang="en-US" sz="1300" dirty="0"/>
          </a:p>
        </p:txBody>
      </p:sp>
      <p:sp>
        <p:nvSpPr>
          <p:cNvPr id="54" name="Text 44"/>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5" name="Text 45"/>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667</a:t>
            </a:r>
            <a:endParaRPr lang="en-US" sz="1400" dirty="0"/>
          </a:p>
        </p:txBody>
      </p:sp>
      <p:graphicFrame>
        <p:nvGraphicFramePr>
          <p:cNvPr id="56"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7"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8" name="Text 46"/>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59" name="Text 47"/>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 ROs</a:t>
            </a:r>
            <a:endParaRPr lang="en-US" sz="1300" dirty="0"/>
          </a:p>
        </p:txBody>
      </p:sp>
      <p:sp>
        <p:nvSpPr>
          <p:cNvPr id="60" name="Shape 48"/>
          <p:cNvSpPr/>
          <p:nvPr/>
        </p:nvSpPr>
        <p:spPr>
          <a:xfrm>
            <a:off x="8040624" y="4767072"/>
            <a:ext cx="3489960" cy="1478280"/>
          </a:xfrm>
          <a:prstGeom prst="rect">
            <a:avLst/>
          </a:prstGeom>
          <a:solidFill>
            <a:srgbClr val="F7F7F7"/>
          </a:solidFill>
          <a:ln/>
        </p:spPr>
      </p:sp>
      <p:sp>
        <p:nvSpPr>
          <p:cNvPr id="61" name="Text 49"/>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2" name="Text 50"/>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a:t>
            </a:r>
            <a:endParaRPr lang="en-US" sz="1400" dirty="0"/>
          </a:p>
        </p:txBody>
      </p:sp>
      <p:graphicFrame>
        <p:nvGraphicFramePr>
          <p:cNvPr id="63"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5" name="Text 51"/>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66" name="Text 52"/>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+65 ROs</a:t>
            </a:r>
            <a:endParaRPr lang="en-US" sz="1300"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8,827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12,766</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24200" y="181051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+44.6%</a:t>
            </a:r>
            <a:endParaRPr lang="en-US" sz="18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12,757</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3124200" y="328879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+35.0%</a:t>
            </a:r>
            <a:endParaRPr lang="en-US" sz="18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5,045</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3124200" y="476707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+33.9%</a:t>
            </a:r>
            <a:endParaRPr lang="en-US" sz="18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4,394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3,276</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815328" y="1810512"/>
            <a:ext cx="932688" cy="1478280"/>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−25.4%</a:t>
            </a:r>
            <a:endParaRPr lang="en-US" sz="18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12,611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10,684</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815328" y="3288792"/>
            <a:ext cx="932688" cy="1478280"/>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−15.3%</a:t>
            </a:r>
            <a:endParaRPr lang="en-US" sz="18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7,749</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815328" y="4767072"/>
            <a:ext cx="932688" cy="1478280"/>
          </a:xfrm>
          <a:prstGeom prst="rect">
            <a:avLst/>
          </a:prstGeom>
          <a:noFill/>
          <a:ln/>
        </p:spPr>
        <p:txBody>
          <a:bodyPr wrap="square" lIns="0" tIns="0" rIns="0" bIns="0" rtlCol="0" anchor="ctr"/>
          <a:lstStyle/>
          <a:p>
            <a:pPr algn="r" indent="0" marL="0">
              <a:buNone/>
            </a:pPr>
            <a:r>
              <a:rPr lang="en-US" sz="1800" b="1" dirty="0">
                <a:solidFill>
                  <a:srgbClr val="A82B26"/>
                </a:solidFill>
                <a:latin typeface="Inter" pitchFamily="34" charset="0"/>
                <a:ea typeface="Inter" pitchFamily="34" charset="-122"/>
                <a:cs typeface="Inter" pitchFamily="34" charset="-120"/>
              </a:rPr>
              <a:t>−10.5%</a:t>
            </a:r>
            <a:endParaRPr lang="en-US" sz="18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1,102</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506456" y="181051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+41.5%</a:t>
            </a:r>
            <a:endParaRPr lang="en-US" sz="18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1,537</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506456" y="328879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+28.8%</a:t>
            </a:r>
            <a:endParaRPr lang="en-US" sz="18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1,146</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506456" y="4767072"/>
            <a:ext cx="932688" cy="147828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+24.3%</a:t>
            </a:r>
            <a:endParaRPr lang="en-US" sz="18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+39.2%</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+0.40 hrs</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2.30</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+0.55 hrs</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+30.8%</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Text 25"/>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1" name="Text 26"/>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3.48</a:t>
            </a:r>
            <a:endParaRPr lang="en-US" sz="1400" dirty="0"/>
          </a:p>
        </p:txBody>
      </p:sp>
      <p:graphicFrame>
        <p:nvGraphicFramePr>
          <p:cNvPr id="32"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3" name="Text 27"/>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34" name="Text 28"/>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−0.55 hrs</a:t>
            </a:r>
            <a:endParaRPr lang="en-US" sz="1300" dirty="0"/>
          </a:p>
        </p:txBody>
      </p:sp>
      <p:sp>
        <p:nvSpPr>
          <p:cNvPr id="35" name="Text 29"/>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6" name="Text 30"/>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1.71</a:t>
            </a:r>
            <a:endParaRPr lang="en-US" sz="1400" dirty="0"/>
          </a:p>
        </p:txBody>
      </p:sp>
      <p:graphicFrame>
        <p:nvGraphicFramePr>
          <p:cNvPr id="37"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8" name="Text 31"/>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−12.5%</a:t>
            </a:r>
            <a:endParaRPr lang="en-US" sz="1600" dirty="0"/>
          </a:p>
        </p:txBody>
      </p:sp>
      <p:sp>
        <p:nvSpPr>
          <p:cNvPr id="39" name="Text 32"/>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−0.24 hrs</a:t>
            </a:r>
            <a:endParaRPr lang="en-US" sz="1300" dirty="0"/>
          </a:p>
        </p:txBody>
      </p:sp>
      <p:sp>
        <p:nvSpPr>
          <p:cNvPr id="40" name="Shape 33"/>
          <p:cNvSpPr/>
          <p:nvPr/>
        </p:nvSpPr>
        <p:spPr>
          <a:xfrm>
            <a:off x="4349496" y="4767072"/>
            <a:ext cx="3489960" cy="1478280"/>
          </a:xfrm>
          <a:prstGeom prst="rect">
            <a:avLst/>
          </a:prstGeom>
          <a:solidFill>
            <a:srgbClr val="F7F7F7"/>
          </a:solidFill>
          <a:ln/>
        </p:spPr>
      </p:sp>
      <p:sp>
        <p:nvSpPr>
          <p:cNvPr id="41" name="Text 34"/>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2" name="Text 35"/>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2.28</a:t>
            </a:r>
            <a:endParaRPr lang="en-US" sz="1400" dirty="0"/>
          </a:p>
        </p:txBody>
      </p:sp>
      <p:graphicFrame>
        <p:nvGraphicFramePr>
          <p:cNvPr id="43"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4" name="Text 36"/>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−11.7%</a:t>
            </a:r>
            <a:endParaRPr lang="en-US" sz="1600" dirty="0"/>
          </a:p>
        </p:txBody>
      </p:sp>
      <p:sp>
        <p:nvSpPr>
          <p:cNvPr id="45" name="Text 37"/>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46" name="Shape 38"/>
          <p:cNvSpPr/>
          <p:nvPr/>
        </p:nvSpPr>
        <p:spPr>
          <a:xfrm>
            <a:off x="8040624" y="1371600"/>
            <a:ext cx="3489960" cy="45720"/>
          </a:xfrm>
          <a:prstGeom prst="rect">
            <a:avLst/>
          </a:prstGeom>
          <a:solidFill>
            <a:srgbClr val="2587C5"/>
          </a:solidFill>
          <a:ln/>
        </p:spPr>
      </p:sp>
      <p:sp>
        <p:nvSpPr>
          <p:cNvPr id="47" name="Text 3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8" name="Shape 40"/>
          <p:cNvSpPr/>
          <p:nvPr/>
        </p:nvSpPr>
        <p:spPr>
          <a:xfrm>
            <a:off x="8040624" y="1810512"/>
            <a:ext cx="3489960" cy="1478280"/>
          </a:xfrm>
          <a:prstGeom prst="rect">
            <a:avLst/>
          </a:prstGeom>
          <a:solidFill>
            <a:srgbClr val="F7F7F7"/>
          </a:solidFill>
          <a:ln/>
        </p:spPr>
      </p:sp>
      <p:sp>
        <p:nvSpPr>
          <p:cNvPr id="49" name="Text 41"/>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0" name="Text 42"/>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1.65</a:t>
            </a:r>
            <a:endParaRPr lang="en-US" sz="1400" dirty="0"/>
          </a:p>
        </p:txBody>
      </p:sp>
      <p:graphicFrame>
        <p:nvGraphicFramePr>
          <p:cNvPr id="51"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2"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3" name="Text 43"/>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+22.2%</a:t>
            </a:r>
            <a:endParaRPr lang="en-US" sz="1600" dirty="0"/>
          </a:p>
        </p:txBody>
      </p:sp>
      <p:sp>
        <p:nvSpPr>
          <p:cNvPr id="54" name="Text 44"/>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55" name="Text 45"/>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6" name="Text 46"/>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graphicFrame>
        <p:nvGraphicFramePr>
          <p:cNvPr id="57"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8"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9" name="Text 47"/>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+13.2%</a:t>
            </a:r>
            <a:endParaRPr lang="en-US" sz="1600" dirty="0"/>
          </a:p>
        </p:txBody>
      </p:sp>
      <p:sp>
        <p:nvSpPr>
          <p:cNvPr id="60" name="Text 48"/>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+0.21 hrs</a:t>
            </a:r>
            <a:endParaRPr lang="en-US" sz="1300" dirty="0"/>
          </a:p>
        </p:txBody>
      </p:sp>
      <p:sp>
        <p:nvSpPr>
          <p:cNvPr id="61" name="Shape 49"/>
          <p:cNvSpPr/>
          <p:nvPr/>
        </p:nvSpPr>
        <p:spPr>
          <a:xfrm>
            <a:off x="8040624" y="4767072"/>
            <a:ext cx="3489960" cy="1478280"/>
          </a:xfrm>
          <a:prstGeom prst="rect">
            <a:avLst/>
          </a:prstGeom>
          <a:solidFill>
            <a:srgbClr val="F7F7F7"/>
          </a:solidFill>
          <a:ln/>
        </p:spPr>
      </p:sp>
      <p:sp>
        <p:nvSpPr>
          <p:cNvPr id="62" name="Shape 50"/>
          <p:cNvSpPr/>
          <p:nvPr/>
        </p:nvSpPr>
        <p:spPr>
          <a:xfrm>
            <a:off x="11466576" y="4803648"/>
            <a:ext cx="64008" cy="1405128"/>
          </a:xfrm>
          <a:prstGeom prst="rect">
            <a:avLst/>
          </a:prstGeom>
          <a:solidFill>
            <a:srgbClr val="12A566"/>
          </a:solidFill>
          <a:ln/>
        </p:spPr>
      </p:sp>
      <p:sp>
        <p:nvSpPr>
          <p:cNvPr id="63" name="Text 5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4" name="Text 5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6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7" name="Text 53"/>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68" name="Text 54"/>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+0.17 hrs</a:t>
            </a:r>
            <a:endParaRPr lang="en-US" sz="13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$168</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Text 25"/>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1" name="Text 26"/>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a:t>
            </a:r>
            <a:endParaRPr lang="en-US" sz="1400" dirty="0"/>
          </a:p>
        </p:txBody>
      </p:sp>
      <p:graphicFrame>
        <p:nvGraphicFramePr>
          <p:cNvPr id="32"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3" name="Text 27"/>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34" name="Text 28"/>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35" name="Text 29"/>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6" name="Text 30"/>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a:t>
            </a:r>
            <a:endParaRPr lang="en-US" sz="1400" dirty="0"/>
          </a:p>
        </p:txBody>
      </p:sp>
      <p:graphicFrame>
        <p:nvGraphicFramePr>
          <p:cNvPr id="37"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8" name="Text 31"/>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39" name="Text 32"/>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40" name="Shape 33"/>
          <p:cNvSpPr/>
          <p:nvPr/>
        </p:nvSpPr>
        <p:spPr>
          <a:xfrm>
            <a:off x="4349496" y="4767072"/>
            <a:ext cx="3489960" cy="1478280"/>
          </a:xfrm>
          <a:prstGeom prst="rect">
            <a:avLst/>
          </a:prstGeom>
          <a:solidFill>
            <a:srgbClr val="F7F7F7"/>
          </a:solidFill>
          <a:ln/>
        </p:spPr>
      </p:sp>
      <p:sp>
        <p:nvSpPr>
          <p:cNvPr id="41" name="Text 34"/>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2" name="Text 35"/>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$211</a:t>
            </a:r>
            <a:endParaRPr lang="en-US" sz="1400" dirty="0"/>
          </a:p>
        </p:txBody>
      </p:sp>
      <p:graphicFrame>
        <p:nvGraphicFramePr>
          <p:cNvPr id="43"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4" name="Text 36"/>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45" name="Text 37"/>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46" name="Shape 38"/>
          <p:cNvSpPr/>
          <p:nvPr/>
        </p:nvSpPr>
        <p:spPr>
          <a:xfrm>
            <a:off x="8040624" y="1371600"/>
            <a:ext cx="3489960" cy="45720"/>
          </a:xfrm>
          <a:prstGeom prst="rect">
            <a:avLst/>
          </a:prstGeom>
          <a:solidFill>
            <a:srgbClr val="2587C5"/>
          </a:solidFill>
          <a:ln/>
        </p:spPr>
      </p:sp>
      <p:sp>
        <p:nvSpPr>
          <p:cNvPr id="47" name="Text 3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8" name="Shape 40"/>
          <p:cNvSpPr/>
          <p:nvPr/>
        </p:nvSpPr>
        <p:spPr>
          <a:xfrm>
            <a:off x="8040624" y="1810512"/>
            <a:ext cx="3489960" cy="1478280"/>
          </a:xfrm>
          <a:prstGeom prst="rect">
            <a:avLst/>
          </a:prstGeom>
          <a:solidFill>
            <a:srgbClr val="F7F7F7"/>
          </a:solidFill>
          <a:ln/>
        </p:spPr>
      </p:sp>
      <p:sp>
        <p:nvSpPr>
          <p:cNvPr id="49" name="Text 41"/>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0" name="Text 42"/>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a:t>
            </a:r>
            <a:endParaRPr lang="en-US" sz="1400" dirty="0"/>
          </a:p>
        </p:txBody>
      </p:sp>
      <p:graphicFrame>
        <p:nvGraphicFramePr>
          <p:cNvPr id="51"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2"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3" name="Text 43"/>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54" name="Text 44"/>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55" name="Text 45"/>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6" name="Text 46"/>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a:t>
            </a:r>
            <a:endParaRPr lang="en-US" sz="1400" dirty="0"/>
          </a:p>
        </p:txBody>
      </p:sp>
      <p:graphicFrame>
        <p:nvGraphicFramePr>
          <p:cNvPr id="57"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8"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9" name="Text 47"/>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60" name="Text 48"/>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61" name="Shape 49"/>
          <p:cNvSpPr/>
          <p:nvPr/>
        </p:nvSpPr>
        <p:spPr>
          <a:xfrm>
            <a:off x="8040624" y="4767072"/>
            <a:ext cx="3489960" cy="1478280"/>
          </a:xfrm>
          <a:prstGeom prst="rect">
            <a:avLst/>
          </a:prstGeom>
          <a:solidFill>
            <a:srgbClr val="F7F7F7"/>
          </a:solidFill>
          <a:ln/>
        </p:spPr>
      </p:sp>
      <p:sp>
        <p:nvSpPr>
          <p:cNvPr id="62" name="Shape 50"/>
          <p:cNvSpPr/>
          <p:nvPr/>
        </p:nvSpPr>
        <p:spPr>
          <a:xfrm>
            <a:off x="11466576" y="4803648"/>
            <a:ext cx="64008" cy="1405128"/>
          </a:xfrm>
          <a:prstGeom prst="rect">
            <a:avLst/>
          </a:prstGeom>
          <a:solidFill>
            <a:srgbClr val="12A566"/>
          </a:solidFill>
          <a:ln/>
        </p:spPr>
      </p:sp>
      <p:sp>
        <p:nvSpPr>
          <p:cNvPr id="63" name="Text 5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4" name="Text 5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graphicFrame>
        <p:nvGraphicFramePr>
          <p:cNvPr id="6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7" name="Text 53"/>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68" name="Text 54"/>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$238</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+38.4%</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+$66</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$416</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+36.1%</a:t>
            </a:r>
            <a:endParaRPr lang="en-US" sz="1600" dirty="0"/>
          </a:p>
        </p:txBody>
      </p:sp>
      <p:sp>
        <p:nvSpPr>
          <p:cNvPr id="25" name="Text 20"/>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26" name="Shape 21"/>
          <p:cNvSpPr/>
          <p:nvPr/>
        </p:nvSpPr>
        <p:spPr>
          <a:xfrm>
            <a:off x="4349496" y="1371600"/>
            <a:ext cx="3489960" cy="45720"/>
          </a:xfrm>
          <a:prstGeom prst="rect">
            <a:avLst/>
          </a:prstGeom>
          <a:solidFill>
            <a:srgbClr val="C2352F"/>
          </a:solidFill>
          <a:ln/>
        </p:spPr>
      </p:sp>
      <p:sp>
        <p:nvSpPr>
          <p:cNvPr id="27" name="Text 2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8" name="Shape 23"/>
          <p:cNvSpPr/>
          <p:nvPr/>
        </p:nvSpPr>
        <p:spPr>
          <a:xfrm>
            <a:off x="4349496" y="1810512"/>
            <a:ext cx="3489960" cy="1478280"/>
          </a:xfrm>
          <a:prstGeom prst="rect">
            <a:avLst/>
          </a:prstGeom>
          <a:solidFill>
            <a:srgbClr val="F7F7F7"/>
          </a:solidFill>
          <a:ln/>
        </p:spPr>
      </p:sp>
      <p:sp>
        <p:nvSpPr>
          <p:cNvPr id="29" name="Text 24"/>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0" name="Text 25"/>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$231</a:t>
            </a:r>
            <a:endParaRPr lang="en-US" sz="1400" dirty="0"/>
          </a:p>
        </p:txBody>
      </p:sp>
      <p:graphicFrame>
        <p:nvGraphicFramePr>
          <p:cNvPr id="31"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2" name="Text 26"/>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−13.8%</a:t>
            </a:r>
            <a:endParaRPr lang="en-US" sz="1600" dirty="0"/>
          </a:p>
        </p:txBody>
      </p:sp>
      <p:sp>
        <p:nvSpPr>
          <p:cNvPr id="33" name="Text 27"/>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−$37</a:t>
            </a:r>
            <a:endParaRPr lang="en-US" sz="1300" dirty="0"/>
          </a:p>
        </p:txBody>
      </p:sp>
      <p:sp>
        <p:nvSpPr>
          <p:cNvPr id="34" name="Text 28"/>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5" name="Text 29"/>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$876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$817</a:t>
            </a:r>
            <a:endParaRPr lang="en-US" sz="1400" dirty="0"/>
          </a:p>
        </p:txBody>
      </p:sp>
      <p:graphicFrame>
        <p:nvGraphicFramePr>
          <p:cNvPr id="36"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7" name="Text 30"/>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−6.8%</a:t>
            </a:r>
            <a:endParaRPr lang="en-US" sz="1600" dirty="0"/>
          </a:p>
        </p:txBody>
      </p:sp>
      <p:sp>
        <p:nvSpPr>
          <p:cNvPr id="38" name="Text 31"/>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39" name="Shape 32"/>
          <p:cNvSpPr/>
          <p:nvPr/>
        </p:nvSpPr>
        <p:spPr>
          <a:xfrm>
            <a:off x="4349496" y="4767072"/>
            <a:ext cx="3489960" cy="1478280"/>
          </a:xfrm>
          <a:prstGeom prst="rect">
            <a:avLst/>
          </a:prstGeom>
          <a:solidFill>
            <a:srgbClr val="F7F7F7"/>
          </a:solidFill>
          <a:ln/>
        </p:spPr>
      </p:sp>
      <p:sp>
        <p:nvSpPr>
          <p:cNvPr id="40" name="Text 33"/>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1" name="Text 34"/>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$234</a:t>
            </a:r>
            <a:endParaRPr lang="en-US" sz="1400" dirty="0"/>
          </a:p>
        </p:txBody>
      </p:sp>
      <p:graphicFrame>
        <p:nvGraphicFramePr>
          <p:cNvPr id="42"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3" name="Text 35"/>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−3.9%</a:t>
            </a:r>
            <a:endParaRPr lang="en-US" sz="1600" dirty="0"/>
          </a:p>
        </p:txBody>
      </p:sp>
      <p:sp>
        <p:nvSpPr>
          <p:cNvPr id="44" name="Text 36"/>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45" name="Shape 37"/>
          <p:cNvSpPr/>
          <p:nvPr/>
        </p:nvSpPr>
        <p:spPr>
          <a:xfrm>
            <a:off x="8040624" y="1371600"/>
            <a:ext cx="3489960" cy="45720"/>
          </a:xfrm>
          <a:prstGeom prst="rect">
            <a:avLst/>
          </a:prstGeom>
          <a:solidFill>
            <a:srgbClr val="2587C5"/>
          </a:solidFill>
          <a:ln/>
        </p:spPr>
      </p:sp>
      <p:sp>
        <p:nvSpPr>
          <p:cNvPr id="46" name="Text 3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7" name="Shape 39"/>
          <p:cNvSpPr/>
          <p:nvPr/>
        </p:nvSpPr>
        <p:spPr>
          <a:xfrm>
            <a:off x="8040624" y="1810512"/>
            <a:ext cx="3489960" cy="1478280"/>
          </a:xfrm>
          <a:prstGeom prst="rect">
            <a:avLst/>
          </a:prstGeom>
          <a:solidFill>
            <a:srgbClr val="F7F7F7"/>
          </a:solidFill>
          <a:ln/>
        </p:spPr>
      </p:sp>
      <p:sp>
        <p:nvSpPr>
          <p:cNvPr id="48" name="Text 40"/>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9" name="Text 41"/>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a:t>
            </a:r>
            <a:endParaRPr lang="en-US" sz="1400" dirty="0"/>
          </a:p>
        </p:txBody>
      </p:sp>
      <p:graphicFrame>
        <p:nvGraphicFramePr>
          <p:cNvPr id="50"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1"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2" name="Text 42"/>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+21.8%</a:t>
            </a:r>
            <a:endParaRPr lang="en-US" sz="1600" dirty="0"/>
          </a:p>
        </p:txBody>
      </p:sp>
      <p:sp>
        <p:nvSpPr>
          <p:cNvPr id="53" name="Text 43"/>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4" name="Text 44"/>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5" name="Text 45"/>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a:t>
            </a:r>
            <a:endParaRPr lang="en-US" sz="1400" dirty="0"/>
          </a:p>
        </p:txBody>
      </p:sp>
      <p:graphicFrame>
        <p:nvGraphicFramePr>
          <p:cNvPr id="56"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7"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8" name="Text 46"/>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+17.4%</a:t>
            </a:r>
            <a:endParaRPr lang="en-US" sz="1600" dirty="0"/>
          </a:p>
        </p:txBody>
      </p:sp>
      <p:sp>
        <p:nvSpPr>
          <p:cNvPr id="59" name="Text 47"/>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60" name="Shape 48"/>
          <p:cNvSpPr/>
          <p:nvPr/>
        </p:nvSpPr>
        <p:spPr>
          <a:xfrm>
            <a:off x="8040624" y="4767072"/>
            <a:ext cx="3489960" cy="1478280"/>
          </a:xfrm>
          <a:prstGeom prst="rect">
            <a:avLst/>
          </a:prstGeom>
          <a:solidFill>
            <a:srgbClr val="F7F7F7"/>
          </a:solidFill>
          <a:ln/>
        </p:spPr>
      </p:sp>
      <p:sp>
        <p:nvSpPr>
          <p:cNvPr id="61" name="Text 49"/>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2" name="Text 50"/>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$240</a:t>
            </a:r>
            <a:endParaRPr lang="en-US" sz="1400" dirty="0"/>
          </a:p>
        </p:txBody>
      </p:sp>
      <p:graphicFrame>
        <p:nvGraphicFramePr>
          <p:cNvPr id="63"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5" name="Text 51"/>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+16.3%</a:t>
            </a:r>
            <a:endParaRPr lang="en-US" sz="1600" dirty="0"/>
          </a:p>
        </p:txBody>
      </p:sp>
      <p:sp>
        <p:nvSpPr>
          <p:cNvPr id="66" name="Text 52"/>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a:t>
            </a:r>
            <a:endParaRPr lang="en-US" sz="13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78.5%</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79.4%</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67.7%</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72.2%</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−4.7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78.8%</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−2.9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81.0%</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80.9%</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80.5%</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44.9%</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42.7%</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graphicFrame>
        <p:nvGraphicFramePr>
          <p:cNvPr id="22"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33.6%</a:t>
            </a:r>
            <a:endParaRPr lang="en-US" sz="1400" dirty="0"/>
          </a:p>
        </p:txBody>
      </p:sp>
      <p:graphicFrame>
        <p:nvGraphicFramePr>
          <p:cNvPr id="29"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−2.2 pts</a:t>
            </a:r>
            <a:endParaRPr lang="en-US" sz="1600" dirty="0"/>
          </a:p>
        </p:txBody>
      </p:sp>
      <p:sp>
        <p:nvSpPr>
          <p:cNvPr id="31" name="Text 25"/>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2" name="Text 26"/>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44.5%</a:t>
            </a:r>
            <a:endParaRPr lang="en-US" sz="1400" dirty="0"/>
          </a:p>
        </p:txBody>
      </p:sp>
      <p:graphicFrame>
        <p:nvGraphicFramePr>
          <p:cNvPr id="33"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4" name="Text 27"/>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35" name="Shape 28"/>
          <p:cNvSpPr/>
          <p:nvPr/>
        </p:nvSpPr>
        <p:spPr>
          <a:xfrm>
            <a:off x="4349496" y="4767072"/>
            <a:ext cx="3489960" cy="1478280"/>
          </a:xfrm>
          <a:prstGeom prst="rect">
            <a:avLst/>
          </a:prstGeom>
          <a:solidFill>
            <a:srgbClr val="F7F7F7"/>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39.4%</a:t>
            </a:r>
            <a:endParaRPr lang="en-US" sz="1400" dirty="0"/>
          </a:p>
        </p:txBody>
      </p:sp>
      <p:graphicFrame>
        <p:nvGraphicFramePr>
          <p:cNvPr id="38"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Shape 35"/>
          <p:cNvSpPr/>
          <p:nvPr/>
        </p:nvSpPr>
        <p:spPr>
          <a:xfrm>
            <a:off x="11466576" y="1847088"/>
            <a:ext cx="64008" cy="1405128"/>
          </a:xfrm>
          <a:prstGeom prst="rect">
            <a:avLst/>
          </a:prstGeom>
          <a:solidFill>
            <a:srgbClr val="12A566"/>
          </a:solidFill>
          <a:ln/>
        </p:spPr>
      </p:sp>
      <p:sp>
        <p:nvSpPr>
          <p:cNvPr id="44" name="Text 36"/>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5" name="Text 37"/>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46.6%</a:t>
            </a:r>
            <a:endParaRPr lang="en-US" sz="1400" dirty="0"/>
          </a:p>
        </p:txBody>
      </p:sp>
      <p:graphicFrame>
        <p:nvGraphicFramePr>
          <p:cNvPr id="46"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7"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8" name="Text 38"/>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49" name="Text 39"/>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0" name="Text 40"/>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43.8%</a:t>
            </a:r>
            <a:endParaRPr lang="en-US" sz="1400" dirty="0"/>
          </a:p>
        </p:txBody>
      </p:sp>
      <p:graphicFrame>
        <p:nvGraphicFramePr>
          <p:cNvPr id="51"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2"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3" name="Text 41"/>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54" name="Shape 42"/>
          <p:cNvSpPr/>
          <p:nvPr/>
        </p:nvSpPr>
        <p:spPr>
          <a:xfrm>
            <a:off x="8040624" y="4767072"/>
            <a:ext cx="3489960" cy="1478280"/>
          </a:xfrm>
          <a:prstGeom prst="rect">
            <a:avLst/>
          </a:prstGeom>
          <a:solidFill>
            <a:srgbClr val="F7F7F7"/>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39.2%</a:t>
            </a:r>
            <a:endParaRPr lang="en-US" sz="1400" dirty="0"/>
          </a:p>
        </p:txBody>
      </p:sp>
      <p:graphicFrame>
        <p:nvGraphicFramePr>
          <p:cNvPr id="5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21.7%</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−4.9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9.7%</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14.5%</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31.7%</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22.8%</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+10.2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14.9%</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+14.8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+13.5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Shape 15"/>
          <p:cNvSpPr/>
          <p:nvPr/>
        </p:nvSpPr>
        <p:spPr>
          <a:xfrm>
            <a:off x="4084320" y="4803648"/>
            <a:ext cx="64008" cy="1405128"/>
          </a:xfrm>
          <a:prstGeom prst="rect">
            <a:avLst/>
          </a:prstGeom>
          <a:solidFill>
            <a:srgbClr val="12A566"/>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a:t>
            </a:r>
            <a:endParaRPr lang="en-US" sz="1400" dirty="0"/>
          </a:p>
        </p:txBody>
      </p:sp>
      <p:graphicFrame>
        <p:nvGraphicFramePr>
          <p:cNvPr id="22"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a:t>
            </a:r>
            <a:endParaRPr lang="en-US" sz="1400" dirty="0"/>
          </a:p>
        </p:txBody>
      </p:sp>
      <p:graphicFrame>
        <p:nvGraphicFramePr>
          <p:cNvPr id="29"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31" name="Text 25"/>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30</a:t>
            </a:r>
            <a:endParaRPr lang="en-US" sz="2000" dirty="0"/>
          </a:p>
        </p:txBody>
      </p:sp>
      <p:sp>
        <p:nvSpPr>
          <p:cNvPr id="32" name="Text 26"/>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a:t>
            </a:r>
            <a:endParaRPr lang="en-US" sz="1400" dirty="0"/>
          </a:p>
        </p:txBody>
      </p:sp>
      <p:graphicFrame>
        <p:nvGraphicFramePr>
          <p:cNvPr id="33"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4" name="Text 27"/>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−1.6 pts</a:t>
            </a:r>
            <a:endParaRPr lang="en-US" sz="1600" dirty="0"/>
          </a:p>
        </p:txBody>
      </p:sp>
      <p:sp>
        <p:nvSpPr>
          <p:cNvPr id="35" name="Shape 28"/>
          <p:cNvSpPr/>
          <p:nvPr/>
        </p:nvSpPr>
        <p:spPr>
          <a:xfrm>
            <a:off x="4349496" y="4767072"/>
            <a:ext cx="3489960" cy="1478280"/>
          </a:xfrm>
          <a:prstGeom prst="rect">
            <a:avLst/>
          </a:prstGeom>
          <a:solidFill>
            <a:srgbClr val="F7F7F7"/>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29</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graphicFrame>
        <p:nvGraphicFramePr>
          <p:cNvPr id="38"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 pts</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Shape 35"/>
          <p:cNvSpPr/>
          <p:nvPr/>
        </p:nvSpPr>
        <p:spPr>
          <a:xfrm>
            <a:off x="11466576" y="1847088"/>
            <a:ext cx="64008" cy="1405128"/>
          </a:xfrm>
          <a:prstGeom prst="rect">
            <a:avLst/>
          </a:prstGeom>
          <a:solidFill>
            <a:srgbClr val="12A566"/>
          </a:solidFill>
          <a:ln/>
        </p:spPr>
      </p:sp>
      <p:sp>
        <p:nvSpPr>
          <p:cNvPr id="44" name="Text 36"/>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5" name="Text 37"/>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graphicFrame>
        <p:nvGraphicFramePr>
          <p:cNvPr id="46"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7"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8" name="Text 38"/>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 pts</a:t>
            </a:r>
            <a:endParaRPr lang="en-US" sz="1600" dirty="0"/>
          </a:p>
        </p:txBody>
      </p:sp>
      <p:sp>
        <p:nvSpPr>
          <p:cNvPr id="49" name="Text 39"/>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0" name="Text 40"/>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graphicFrame>
        <p:nvGraphicFramePr>
          <p:cNvPr id="51"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2"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3" name="Text 41"/>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54" name="Shape 42"/>
          <p:cNvSpPr/>
          <p:nvPr/>
        </p:nvSpPr>
        <p:spPr>
          <a:xfrm>
            <a:off x="8040624" y="4767072"/>
            <a:ext cx="3489960" cy="1478280"/>
          </a:xfrm>
          <a:prstGeom prst="rect">
            <a:avLst/>
          </a:prstGeom>
          <a:solidFill>
            <a:srgbClr val="F7F7F7"/>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a:t>
            </a:r>
            <a:endParaRPr lang="en-US" sz="1400" dirty="0"/>
          </a:p>
        </p:txBody>
      </p:sp>
      <p:graphicFrame>
        <p:nvGraphicFramePr>
          <p:cNvPr id="5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+7.9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20.6%</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+5.5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10.7%</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−0.3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14.1%</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+9.0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5.3%</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29</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28</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27</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10.6%</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$205</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5" name="Text 12"/>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6" name="Text 13"/>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7" name="Text 14"/>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a:t>
            </a:r>
            <a:endParaRPr lang="en-US" sz="1400" dirty="0"/>
          </a:p>
        </p:txBody>
      </p:sp>
      <p:graphicFrame>
        <p:nvGraphicFramePr>
          <p:cNvPr id="18"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9" name="Text 15"/>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+23.6%</a:t>
            </a:r>
            <a:endParaRPr lang="en-US" sz="1600" dirty="0"/>
          </a:p>
        </p:txBody>
      </p:sp>
      <p:sp>
        <p:nvSpPr>
          <p:cNvPr id="20" name="Text 16"/>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a:t>
            </a:r>
            <a:endParaRPr lang="en-US" sz="1300" dirty="0"/>
          </a:p>
        </p:txBody>
      </p:sp>
      <p:sp>
        <p:nvSpPr>
          <p:cNvPr id="21" name="Shape 17"/>
          <p:cNvSpPr/>
          <p:nvPr/>
        </p:nvSpPr>
        <p:spPr>
          <a:xfrm>
            <a:off x="658368" y="4767072"/>
            <a:ext cx="3489960" cy="1478280"/>
          </a:xfrm>
          <a:prstGeom prst="rect">
            <a:avLst/>
          </a:prstGeom>
          <a:solidFill>
            <a:srgbClr val="F7F7F7"/>
          </a:solidFill>
          <a:ln/>
        </p:spPr>
      </p:sp>
      <p:sp>
        <p:nvSpPr>
          <p:cNvPr id="22" name="Text 18"/>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3" name="Text 19"/>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graphicFrame>
        <p:nvGraphicFramePr>
          <p:cNvPr id="24"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5" name="Text 20"/>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+19.6%</a:t>
            </a:r>
            <a:endParaRPr lang="en-US" sz="1600" dirty="0"/>
          </a:p>
        </p:txBody>
      </p:sp>
      <p:sp>
        <p:nvSpPr>
          <p:cNvPr id="26" name="Text 21"/>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27" name="Shape 22"/>
          <p:cNvSpPr/>
          <p:nvPr/>
        </p:nvSpPr>
        <p:spPr>
          <a:xfrm>
            <a:off x="4349496" y="1371600"/>
            <a:ext cx="3489960" cy="45720"/>
          </a:xfrm>
          <a:prstGeom prst="rect">
            <a:avLst/>
          </a:prstGeom>
          <a:solidFill>
            <a:srgbClr val="C2352F"/>
          </a:solidFill>
          <a:ln/>
        </p:spPr>
      </p:sp>
      <p:sp>
        <p:nvSpPr>
          <p:cNvPr id="28" name="Text 2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9" name="Shape 24"/>
          <p:cNvSpPr/>
          <p:nvPr/>
        </p:nvSpPr>
        <p:spPr>
          <a:xfrm>
            <a:off x="4349496" y="1810512"/>
            <a:ext cx="3489960" cy="1478280"/>
          </a:xfrm>
          <a:prstGeom prst="rect">
            <a:avLst/>
          </a:prstGeom>
          <a:solidFill>
            <a:srgbClr val="F7F7F7"/>
          </a:solidFill>
          <a:ln/>
        </p:spPr>
      </p:sp>
      <p:sp>
        <p:nvSpPr>
          <p:cNvPr id="30" name="Text 25"/>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1" name="Text 26"/>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$87</a:t>
            </a:r>
            <a:endParaRPr lang="en-US" sz="1400" dirty="0"/>
          </a:p>
        </p:txBody>
      </p:sp>
      <p:graphicFrame>
        <p:nvGraphicFramePr>
          <p:cNvPr id="32"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3" name="Text 27"/>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−27.2%</a:t>
            </a:r>
            <a:endParaRPr lang="en-US" sz="1600" dirty="0"/>
          </a:p>
        </p:txBody>
      </p:sp>
      <p:sp>
        <p:nvSpPr>
          <p:cNvPr id="34" name="Text 28"/>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35" name="Text 29"/>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6" name="Text 30"/>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$167</a:t>
            </a:r>
            <a:endParaRPr lang="en-US" sz="1400" dirty="0"/>
          </a:p>
        </p:txBody>
      </p:sp>
      <p:graphicFrame>
        <p:nvGraphicFramePr>
          <p:cNvPr id="37"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8" name="Text 31"/>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−26.6%</a:t>
            </a:r>
            <a:endParaRPr lang="en-US" sz="1600" dirty="0"/>
          </a:p>
        </p:txBody>
      </p:sp>
      <p:sp>
        <p:nvSpPr>
          <p:cNvPr id="39" name="Text 32"/>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40" name="Shape 33"/>
          <p:cNvSpPr/>
          <p:nvPr/>
        </p:nvSpPr>
        <p:spPr>
          <a:xfrm>
            <a:off x="4349496" y="4767072"/>
            <a:ext cx="3489960" cy="1478280"/>
          </a:xfrm>
          <a:prstGeom prst="rect">
            <a:avLst/>
          </a:prstGeom>
          <a:solidFill>
            <a:srgbClr val="F7F7F7"/>
          </a:solidFill>
          <a:ln/>
        </p:spPr>
      </p:sp>
      <p:sp>
        <p:nvSpPr>
          <p:cNvPr id="41" name="Text 34"/>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2" name="Text 35"/>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a:t>
            </a:r>
            <a:endParaRPr lang="en-US" sz="1400" dirty="0"/>
          </a:p>
        </p:txBody>
      </p:sp>
      <p:graphicFrame>
        <p:nvGraphicFramePr>
          <p:cNvPr id="43"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4" name="Text 36"/>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−22.4%</a:t>
            </a:r>
            <a:endParaRPr lang="en-US" sz="1600" dirty="0"/>
          </a:p>
        </p:txBody>
      </p:sp>
      <p:sp>
        <p:nvSpPr>
          <p:cNvPr id="45" name="Text 37"/>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46" name="Shape 38"/>
          <p:cNvSpPr/>
          <p:nvPr/>
        </p:nvSpPr>
        <p:spPr>
          <a:xfrm>
            <a:off x="8040624" y="1371600"/>
            <a:ext cx="3489960" cy="45720"/>
          </a:xfrm>
          <a:prstGeom prst="rect">
            <a:avLst/>
          </a:prstGeom>
          <a:solidFill>
            <a:srgbClr val="2587C5"/>
          </a:solidFill>
          <a:ln/>
        </p:spPr>
      </p:sp>
      <p:sp>
        <p:nvSpPr>
          <p:cNvPr id="47" name="Text 3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8" name="Shape 40"/>
          <p:cNvSpPr/>
          <p:nvPr/>
        </p:nvSpPr>
        <p:spPr>
          <a:xfrm>
            <a:off x="8040624" y="1810512"/>
            <a:ext cx="3489960" cy="1478280"/>
          </a:xfrm>
          <a:prstGeom prst="rect">
            <a:avLst/>
          </a:prstGeom>
          <a:solidFill>
            <a:srgbClr val="F7F7F7"/>
          </a:solidFill>
          <a:ln/>
        </p:spPr>
      </p:sp>
      <p:sp>
        <p:nvSpPr>
          <p:cNvPr id="49" name="Text 41"/>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50" name="Text 42"/>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$183</a:t>
            </a:r>
            <a:endParaRPr lang="en-US" sz="1400" dirty="0"/>
          </a:p>
        </p:txBody>
      </p:sp>
      <p:graphicFrame>
        <p:nvGraphicFramePr>
          <p:cNvPr id="51"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2"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3" name="Text 43"/>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54" name="Text 44"/>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5" name="Shape 45"/>
          <p:cNvSpPr/>
          <p:nvPr/>
        </p:nvSpPr>
        <p:spPr>
          <a:xfrm>
            <a:off x="11466576" y="3325368"/>
            <a:ext cx="64008" cy="1405128"/>
          </a:xfrm>
          <a:prstGeom prst="rect">
            <a:avLst/>
          </a:prstGeom>
          <a:solidFill>
            <a:srgbClr val="12A566"/>
          </a:solidFill>
          <a:ln/>
        </p:spPr>
      </p:sp>
      <p:sp>
        <p:nvSpPr>
          <p:cNvPr id="56" name="Text 46"/>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7" name="Text 47"/>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$233</a:t>
            </a:r>
            <a:endParaRPr lang="en-US" sz="1400" dirty="0"/>
          </a:p>
        </p:txBody>
      </p:sp>
      <p:graphicFrame>
        <p:nvGraphicFramePr>
          <p:cNvPr id="58"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9"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60" name="Text 48"/>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+31.8%</a:t>
            </a:r>
            <a:endParaRPr lang="en-US" sz="1600" dirty="0"/>
          </a:p>
        </p:txBody>
      </p:sp>
      <p:sp>
        <p:nvSpPr>
          <p:cNvPr id="61" name="Text 49"/>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62" name="Shape 50"/>
          <p:cNvSpPr/>
          <p:nvPr/>
        </p:nvSpPr>
        <p:spPr>
          <a:xfrm>
            <a:off x="8040624" y="4767072"/>
            <a:ext cx="3489960" cy="1478280"/>
          </a:xfrm>
          <a:prstGeom prst="rect">
            <a:avLst/>
          </a:prstGeom>
          <a:solidFill>
            <a:srgbClr val="F7F7F7"/>
          </a:solidFill>
          <a:ln/>
        </p:spPr>
      </p:sp>
      <p:sp>
        <p:nvSpPr>
          <p:cNvPr id="63" name="Text 5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4" name="Text 5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6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7" name="Text 53"/>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+25.2%</a:t>
            </a:r>
            <a:endParaRPr lang="en-US" sz="1600" dirty="0"/>
          </a:p>
        </p:txBody>
      </p:sp>
      <p:sp>
        <p:nvSpPr>
          <p:cNvPr id="68" name="Text 54"/>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+$26</a:t>
            </a:r>
            <a:endParaRPr lang="en-US" sz="1300" dirty="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77.2%</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82.3%</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67.8%</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−8.8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70.0%</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79.7%</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−5.4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72.6%</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+6.4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82.0%</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87.1%</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33.4%</a:t>
            </a:r>
            <a:endParaRPr lang="en-US" sz="1400" dirty="0"/>
          </a:p>
        </p:txBody>
      </p:sp>
      <p:graphicFrame>
        <p:nvGraphicFramePr>
          <p:cNvPr id="16"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 pts</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29.7%</a:t>
            </a:r>
            <a:endParaRPr lang="en-US" sz="1400" dirty="0"/>
          </a:p>
        </p:txBody>
      </p:sp>
      <p:graphicFrame>
        <p:nvGraphicFramePr>
          <p:cNvPr id="21"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 pts</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31.7%</a:t>
            </a:r>
            <a:endParaRPr lang="en-US" sz="1400" dirty="0"/>
          </a:p>
        </p:txBody>
      </p:sp>
      <p:graphicFrame>
        <p:nvGraphicFramePr>
          <p:cNvPr id="28"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−4.8 pts</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32.5%</a:t>
            </a:r>
            <a:endParaRPr lang="en-US" sz="1400" dirty="0"/>
          </a:p>
        </p:txBody>
      </p:sp>
      <p:graphicFrame>
        <p:nvGraphicFramePr>
          <p:cNvPr id="32"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31.3%</a:t>
            </a:r>
            <a:endParaRPr lang="en-US" sz="1400" dirty="0"/>
          </a:p>
        </p:txBody>
      </p:sp>
      <p:graphicFrame>
        <p:nvGraphicFramePr>
          <p:cNvPr id="37"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graphicFrame>
        <p:nvGraphicFramePr>
          <p:cNvPr id="44"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5"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+12.0 pts</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graphicFrame>
        <p:nvGraphicFramePr>
          <p:cNvPr id="49"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0"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35.6%</a:t>
            </a:r>
            <a:endParaRPr lang="en-US" sz="1400" dirty="0"/>
          </a:p>
        </p:txBody>
      </p:sp>
      <p:graphicFrame>
        <p:nvGraphicFramePr>
          <p:cNvPr id="55"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6"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$15,556</a:t>
            </a:r>
            <a:endParaRPr lang="en-US" sz="1400" dirty="0"/>
          </a:p>
        </p:txBody>
      </p:sp>
      <p:graphicFrame>
        <p:nvGraphicFramePr>
          <p:cNvPr id="13"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+$4,158</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$11,631</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+$2,933</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$10,963</a:t>
            </a:r>
            <a:endParaRPr lang="en-US" sz="1400" dirty="0"/>
          </a:p>
        </p:txBody>
      </p:sp>
      <p:graphicFrame>
        <p:nvGraphicFramePr>
          <p:cNvPr id="22"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+$2,545</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$9,878</a:t>
            </a:r>
            <a:endParaRPr lang="en-US" sz="1400" dirty="0"/>
          </a:p>
        </p:txBody>
      </p:sp>
      <p:graphicFrame>
        <p:nvGraphicFramePr>
          <p:cNvPr id="29"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−$1,319</a:t>
            </a:r>
            <a:endParaRPr lang="en-US" sz="1600" dirty="0"/>
          </a:p>
        </p:txBody>
      </p:sp>
      <p:sp>
        <p:nvSpPr>
          <p:cNvPr id="31" name="Text 25"/>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2" name="Text 26"/>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$12,103</a:t>
            </a:r>
            <a:endParaRPr lang="en-US" sz="1400" dirty="0"/>
          </a:p>
        </p:txBody>
      </p:sp>
      <p:graphicFrame>
        <p:nvGraphicFramePr>
          <p:cNvPr id="33"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4" name="Text 27"/>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−$1,230</a:t>
            </a:r>
            <a:endParaRPr lang="en-US" sz="1600" dirty="0"/>
          </a:p>
        </p:txBody>
      </p:sp>
      <p:sp>
        <p:nvSpPr>
          <p:cNvPr id="35" name="Shape 28"/>
          <p:cNvSpPr/>
          <p:nvPr/>
        </p:nvSpPr>
        <p:spPr>
          <a:xfrm>
            <a:off x="4349496" y="4767072"/>
            <a:ext cx="3489960" cy="1478280"/>
          </a:xfrm>
          <a:prstGeom prst="rect">
            <a:avLst/>
          </a:prstGeom>
          <a:solidFill>
            <a:srgbClr val="F7F7F7"/>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$14,765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$14,260</a:t>
            </a:r>
            <a:endParaRPr lang="en-US" sz="1400" dirty="0"/>
          </a:p>
        </p:txBody>
      </p:sp>
      <p:graphicFrame>
        <p:nvGraphicFramePr>
          <p:cNvPr id="38"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−$505</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Text 35"/>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4" name="Text 36"/>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$20,761</a:t>
            </a:r>
            <a:endParaRPr lang="en-US" sz="1400" dirty="0"/>
          </a:p>
        </p:txBody>
      </p:sp>
      <p:graphicFrame>
        <p:nvGraphicFramePr>
          <p:cNvPr id="45"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46"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47" name="Text 37"/>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+$4,936</a:t>
            </a:r>
            <a:endParaRPr lang="en-US" sz="1600" dirty="0"/>
          </a:p>
        </p:txBody>
      </p:sp>
      <p:sp>
        <p:nvSpPr>
          <p:cNvPr id="48" name="Shape 38"/>
          <p:cNvSpPr/>
          <p:nvPr/>
        </p:nvSpPr>
        <p:spPr>
          <a:xfrm>
            <a:off x="11466576" y="3325368"/>
            <a:ext cx="64008" cy="1405128"/>
          </a:xfrm>
          <a:prstGeom prst="rect">
            <a:avLst/>
          </a:prstGeom>
          <a:solidFill>
            <a:srgbClr val="12A566"/>
          </a:solidFill>
          <a:ln/>
        </p:spPr>
      </p:sp>
      <p:sp>
        <p:nvSpPr>
          <p:cNvPr id="49" name="Text 39"/>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0" name="Text 40"/>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51"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2"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3" name="Text 41"/>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+$4,856</a:t>
            </a:r>
            <a:endParaRPr lang="en-US" sz="1600" dirty="0"/>
          </a:p>
        </p:txBody>
      </p:sp>
      <p:sp>
        <p:nvSpPr>
          <p:cNvPr id="54" name="Shape 42"/>
          <p:cNvSpPr/>
          <p:nvPr/>
        </p:nvSpPr>
        <p:spPr>
          <a:xfrm>
            <a:off x="8040624" y="4767072"/>
            <a:ext cx="3489960" cy="1478280"/>
          </a:xfrm>
          <a:prstGeom prst="rect">
            <a:avLst/>
          </a:prstGeom>
          <a:solidFill>
            <a:srgbClr val="F7F7F7"/>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$13,709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57"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58"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+$3,587</a:t>
            </a:r>
            <a:endParaRPr lang="en-US" sz="1600" dirty="0"/>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$4.10M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$6.13M</a:t>
            </a:r>
            <a:endParaRPr lang="en-US" sz="1400" dirty="0"/>
          </a:p>
        </p:txBody>
      </p:sp>
      <p:graphicFrame>
        <p:nvGraphicFramePr>
          <p:cNvPr id="12" name="Chart 0" descr=""/>
          <p:cNvGraphicFramePr/>
          <p:nvPr/>
        </p:nvGraphicFramePr>
        <p:xfrm>
          <a:off x="1097280" y="2697480"/>
          <a:ext cx="1972056" cy="502615"/>
        </p:xfrm>
        <a:graphic>
          <a:graphicData uri="http://schemas.openxmlformats.org/drawingml/2006/chart">
            <c:chart xmlns:c="http://schemas.openxmlformats.org/drawingml/2006/chart" r:id="rId2"/>
          </a:graphicData>
        </a:graphic>
      </p:graphicFrame>
      <p:sp>
        <p:nvSpPr>
          <p:cNvPr id="13" name="Text 10"/>
          <p:cNvSpPr txBox="1"/>
          <p:nvPr/>
        </p:nvSpPr>
        <p:spPr>
          <a:xfrm>
            <a:off x="3160776"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+49.5%</a:t>
            </a:r>
            <a:endParaRPr lang="en-US" sz="1600" dirty="0"/>
          </a:p>
        </p:txBody>
      </p:sp>
      <p:sp>
        <p:nvSpPr>
          <p:cNvPr id="14" name="Text 11"/>
          <p:cNvSpPr txBox="1"/>
          <p:nvPr/>
        </p:nvSpPr>
        <p:spPr>
          <a:xfrm>
            <a:off x="3160776"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+$2.03M</a:t>
            </a:r>
            <a:endParaRPr lang="en-US" sz="13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$704K</a:t>
            </a:r>
            <a:endParaRPr lang="en-US" sz="1400" dirty="0"/>
          </a:p>
        </p:txBody>
      </p:sp>
      <p:graphicFrame>
        <p:nvGraphicFramePr>
          <p:cNvPr id="17" name="Chart 1" descr=""/>
          <p:cNvGraphicFramePr/>
          <p:nvPr/>
        </p:nvGraphicFramePr>
        <p:xfrm>
          <a:off x="1097280" y="4175760"/>
          <a:ext cx="1972056" cy="502615"/>
        </p:xfrm>
        <a:graphic>
          <a:graphicData uri="http://schemas.openxmlformats.org/drawingml/2006/chart">
            <c:chart xmlns:c="http://schemas.openxmlformats.org/drawingml/2006/chart" r:id="rId3"/>
          </a:graphicData>
        </a:graphic>
      </p:graphicFrame>
      <p:sp>
        <p:nvSpPr>
          <p:cNvPr id="18" name="Text 14"/>
          <p:cNvSpPr txBox="1"/>
          <p:nvPr/>
        </p:nvSpPr>
        <p:spPr>
          <a:xfrm>
            <a:off x="3160776"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19" name="Text 15"/>
          <p:cNvSpPr txBox="1"/>
          <p:nvPr/>
        </p:nvSpPr>
        <p:spPr>
          <a:xfrm>
            <a:off x="3160776"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+$194K</a:t>
            </a:r>
            <a:endParaRPr lang="en-US" sz="1300" dirty="0"/>
          </a:p>
        </p:txBody>
      </p:sp>
      <p:sp>
        <p:nvSpPr>
          <p:cNvPr id="20" name="Shape 16"/>
          <p:cNvSpPr/>
          <p:nvPr/>
        </p:nvSpPr>
        <p:spPr>
          <a:xfrm>
            <a:off x="658368" y="4767072"/>
            <a:ext cx="3489960" cy="1478280"/>
          </a:xfrm>
          <a:prstGeom prst="rect">
            <a:avLst/>
          </a:prstGeom>
          <a:solidFill>
            <a:srgbClr val="F7F7F7"/>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$4.23M</a:t>
            </a:r>
            <a:endParaRPr lang="en-US" sz="1400" dirty="0"/>
          </a:p>
        </p:txBody>
      </p:sp>
      <p:graphicFrame>
        <p:nvGraphicFramePr>
          <p:cNvPr id="23" name="Chart 2" descr=""/>
          <p:cNvGraphicFramePr/>
          <p:nvPr/>
        </p:nvGraphicFramePr>
        <p:xfrm>
          <a:off x="1097280" y="5654040"/>
          <a:ext cx="1972056" cy="502615"/>
        </p:xfrm>
        <a:graphic>
          <a:graphicData uri="http://schemas.openxmlformats.org/drawingml/2006/chart">
            <c:chart xmlns:c="http://schemas.openxmlformats.org/drawingml/2006/chart" r:id="rId4"/>
          </a:graphicData>
        </a:graphic>
      </p:graphicFrame>
      <p:sp>
        <p:nvSpPr>
          <p:cNvPr id="24" name="Text 19"/>
          <p:cNvSpPr txBox="1"/>
          <p:nvPr/>
        </p:nvSpPr>
        <p:spPr>
          <a:xfrm>
            <a:off x="3160776"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+30.4%</a:t>
            </a:r>
            <a:endParaRPr lang="en-US" sz="1600" dirty="0"/>
          </a:p>
        </p:txBody>
      </p:sp>
      <p:sp>
        <p:nvSpPr>
          <p:cNvPr id="25" name="Text 20"/>
          <p:cNvSpPr txBox="1"/>
          <p:nvPr/>
        </p:nvSpPr>
        <p:spPr>
          <a:xfrm>
            <a:off x="3160776"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+$985K</a:t>
            </a:r>
            <a:endParaRPr lang="en-US" sz="1300" dirty="0"/>
          </a:p>
        </p:txBody>
      </p:sp>
      <p:sp>
        <p:nvSpPr>
          <p:cNvPr id="26" name="Shape 21"/>
          <p:cNvSpPr/>
          <p:nvPr/>
        </p:nvSpPr>
        <p:spPr>
          <a:xfrm>
            <a:off x="4349496" y="1371600"/>
            <a:ext cx="3489960" cy="45720"/>
          </a:xfrm>
          <a:prstGeom prst="rect">
            <a:avLst/>
          </a:prstGeom>
          <a:solidFill>
            <a:srgbClr val="C2352F"/>
          </a:solidFill>
          <a:ln/>
        </p:spPr>
      </p:sp>
      <p:sp>
        <p:nvSpPr>
          <p:cNvPr id="27" name="Text 2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8" name="Shape 23"/>
          <p:cNvSpPr/>
          <p:nvPr/>
        </p:nvSpPr>
        <p:spPr>
          <a:xfrm>
            <a:off x="4349496" y="1810512"/>
            <a:ext cx="3489960" cy="1478280"/>
          </a:xfrm>
          <a:prstGeom prst="rect">
            <a:avLst/>
          </a:prstGeom>
          <a:solidFill>
            <a:srgbClr val="F7F7F7"/>
          </a:solidFill>
          <a:ln/>
        </p:spPr>
      </p:sp>
      <p:sp>
        <p:nvSpPr>
          <p:cNvPr id="29" name="Text 24"/>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30" name="Text 25"/>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graphicFrame>
        <p:nvGraphicFramePr>
          <p:cNvPr id="31" name="Chart 3" descr=""/>
          <p:cNvGraphicFramePr/>
          <p:nvPr/>
        </p:nvGraphicFramePr>
        <p:xfrm>
          <a:off x="4788408" y="2697480"/>
          <a:ext cx="1972056" cy="502615"/>
        </p:xfrm>
        <a:graphic>
          <a:graphicData uri="http://schemas.openxmlformats.org/drawingml/2006/chart">
            <c:chart xmlns:c="http://schemas.openxmlformats.org/drawingml/2006/chart" r:id="rId5"/>
          </a:graphicData>
        </a:graphic>
      </p:graphicFrame>
      <p:sp>
        <p:nvSpPr>
          <p:cNvPr id="32" name="Text 26"/>
          <p:cNvSpPr txBox="1"/>
          <p:nvPr/>
        </p:nvSpPr>
        <p:spPr>
          <a:xfrm>
            <a:off x="6851904" y="225399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−41.7%</a:t>
            </a:r>
            <a:endParaRPr lang="en-US" sz="1600" dirty="0"/>
          </a:p>
        </p:txBody>
      </p:sp>
      <p:sp>
        <p:nvSpPr>
          <p:cNvPr id="33" name="Text 27"/>
          <p:cNvSpPr txBox="1"/>
          <p:nvPr/>
        </p:nvSpPr>
        <p:spPr>
          <a:xfrm>
            <a:off x="6851904"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−$410K</a:t>
            </a:r>
            <a:endParaRPr lang="en-US" sz="1300" dirty="0"/>
          </a:p>
        </p:txBody>
      </p:sp>
      <p:sp>
        <p:nvSpPr>
          <p:cNvPr id="34" name="Text 28"/>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5" name="Text 29"/>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$135K</a:t>
            </a:r>
            <a:endParaRPr lang="en-US" sz="1400" dirty="0"/>
          </a:p>
        </p:txBody>
      </p:sp>
      <p:graphicFrame>
        <p:nvGraphicFramePr>
          <p:cNvPr id="36" name="Chart 4" descr=""/>
          <p:cNvGraphicFramePr/>
          <p:nvPr/>
        </p:nvGraphicFramePr>
        <p:xfrm>
          <a:off x="4788408" y="4175760"/>
          <a:ext cx="1972056" cy="502615"/>
        </p:xfrm>
        <a:graphic>
          <a:graphicData uri="http://schemas.openxmlformats.org/drawingml/2006/chart">
            <c:chart xmlns:c="http://schemas.openxmlformats.org/drawingml/2006/chart" r:id="rId6"/>
          </a:graphicData>
        </a:graphic>
      </p:graphicFrame>
      <p:sp>
        <p:nvSpPr>
          <p:cNvPr id="37" name="Text 30"/>
          <p:cNvSpPr txBox="1"/>
          <p:nvPr/>
        </p:nvSpPr>
        <p:spPr>
          <a:xfrm>
            <a:off x="6851904" y="373227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−38.1%</a:t>
            </a:r>
            <a:endParaRPr lang="en-US" sz="1600" dirty="0"/>
          </a:p>
        </p:txBody>
      </p:sp>
      <p:sp>
        <p:nvSpPr>
          <p:cNvPr id="38" name="Text 31"/>
          <p:cNvSpPr txBox="1"/>
          <p:nvPr/>
        </p:nvSpPr>
        <p:spPr>
          <a:xfrm>
            <a:off x="6851904"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−$83K</a:t>
            </a:r>
            <a:endParaRPr lang="en-US" sz="1300" dirty="0"/>
          </a:p>
        </p:txBody>
      </p:sp>
      <p:sp>
        <p:nvSpPr>
          <p:cNvPr id="39" name="Shape 32"/>
          <p:cNvSpPr/>
          <p:nvPr/>
        </p:nvSpPr>
        <p:spPr>
          <a:xfrm>
            <a:off x="4349496" y="4767072"/>
            <a:ext cx="3489960" cy="1478280"/>
          </a:xfrm>
          <a:prstGeom prst="rect">
            <a:avLst/>
          </a:prstGeom>
          <a:solidFill>
            <a:srgbClr val="F7F7F7"/>
          </a:solidFill>
          <a:ln/>
        </p:spPr>
      </p:sp>
      <p:sp>
        <p:nvSpPr>
          <p:cNvPr id="40" name="Text 33"/>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41" name="Text 34"/>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$1.52M</a:t>
            </a:r>
            <a:endParaRPr lang="en-US" sz="1400" dirty="0"/>
          </a:p>
        </p:txBody>
      </p:sp>
      <p:graphicFrame>
        <p:nvGraphicFramePr>
          <p:cNvPr id="42" name="Chart 5" descr=""/>
          <p:cNvGraphicFramePr/>
          <p:nvPr/>
        </p:nvGraphicFramePr>
        <p:xfrm>
          <a:off x="4788408" y="5654040"/>
          <a:ext cx="1972056" cy="502615"/>
        </p:xfrm>
        <a:graphic>
          <a:graphicData uri="http://schemas.openxmlformats.org/drawingml/2006/chart">
            <c:chart xmlns:c="http://schemas.openxmlformats.org/drawingml/2006/chart" r:id="rId7"/>
          </a:graphicData>
        </a:graphic>
      </p:graphicFrame>
      <p:sp>
        <p:nvSpPr>
          <p:cNvPr id="43" name="Text 35"/>
          <p:cNvSpPr txBox="1"/>
          <p:nvPr/>
        </p:nvSpPr>
        <p:spPr>
          <a:xfrm>
            <a:off x="6851904" y="5210556"/>
            <a:ext cx="896112" cy="53218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−35.0%</a:t>
            </a:r>
            <a:endParaRPr lang="en-US" sz="1600" dirty="0"/>
          </a:p>
        </p:txBody>
      </p:sp>
      <p:sp>
        <p:nvSpPr>
          <p:cNvPr id="44" name="Text 36"/>
          <p:cNvSpPr txBox="1"/>
          <p:nvPr/>
        </p:nvSpPr>
        <p:spPr>
          <a:xfrm>
            <a:off x="6851904"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−$822K</a:t>
            </a:r>
            <a:endParaRPr lang="en-US" sz="1300" dirty="0"/>
          </a:p>
        </p:txBody>
      </p:sp>
      <p:sp>
        <p:nvSpPr>
          <p:cNvPr id="45" name="Shape 37"/>
          <p:cNvSpPr/>
          <p:nvPr/>
        </p:nvSpPr>
        <p:spPr>
          <a:xfrm>
            <a:off x="8040624" y="1371600"/>
            <a:ext cx="3489960" cy="45720"/>
          </a:xfrm>
          <a:prstGeom prst="rect">
            <a:avLst/>
          </a:prstGeom>
          <a:solidFill>
            <a:srgbClr val="2587C5"/>
          </a:solidFill>
          <a:ln/>
        </p:spPr>
      </p:sp>
      <p:sp>
        <p:nvSpPr>
          <p:cNvPr id="46" name="Text 3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7" name="Shape 39"/>
          <p:cNvSpPr/>
          <p:nvPr/>
        </p:nvSpPr>
        <p:spPr>
          <a:xfrm>
            <a:off x="8040624" y="1810512"/>
            <a:ext cx="3489960" cy="1478280"/>
          </a:xfrm>
          <a:prstGeom prst="rect">
            <a:avLst/>
          </a:prstGeom>
          <a:solidFill>
            <a:srgbClr val="F7F7F7"/>
          </a:solidFill>
          <a:ln/>
        </p:spPr>
      </p:sp>
      <p:sp>
        <p:nvSpPr>
          <p:cNvPr id="48" name="Text 40"/>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9" name="Text 41"/>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$156K</a:t>
            </a:r>
            <a:endParaRPr lang="en-US" sz="1400" dirty="0"/>
          </a:p>
        </p:txBody>
      </p:sp>
      <p:graphicFrame>
        <p:nvGraphicFramePr>
          <p:cNvPr id="50" name="Chart 6" descr=""/>
          <p:cNvGraphicFramePr/>
          <p:nvPr/>
        </p:nvGraphicFramePr>
        <p:xfrm>
          <a:off x="8479536" y="2697480"/>
          <a:ext cx="1972056" cy="502615"/>
        </p:xfrm>
        <a:graphic>
          <a:graphicData uri="http://schemas.openxmlformats.org/drawingml/2006/chart">
            <c:chart xmlns:c="http://schemas.openxmlformats.org/drawingml/2006/chart" r:id="rId8"/>
          </a:graphicData>
        </a:graphic>
      </p:graphicFrame>
      <p:graphicFrame>
        <p:nvGraphicFramePr>
          <p:cNvPr id="51" name="Chart 7" descr=""/>
          <p:cNvGraphicFramePr/>
          <p:nvPr/>
        </p:nvGraphicFramePr>
        <p:xfrm>
          <a:off x="8479536" y="2697480"/>
          <a:ext cx="1972056" cy="502615"/>
        </p:xfrm>
        <a:graphic>
          <a:graphicData uri="http://schemas.openxmlformats.org/drawingml/2006/chart">
            <c:chart xmlns:c="http://schemas.openxmlformats.org/drawingml/2006/chart" r:id="rId9"/>
          </a:graphicData>
        </a:graphic>
      </p:graphicFrame>
      <p:sp>
        <p:nvSpPr>
          <p:cNvPr id="52" name="Text 42"/>
          <p:cNvSpPr txBox="1"/>
          <p:nvPr/>
        </p:nvSpPr>
        <p:spPr>
          <a:xfrm>
            <a:off x="10543032" y="225399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+57.0%</a:t>
            </a:r>
            <a:endParaRPr lang="en-US" sz="1600" dirty="0"/>
          </a:p>
        </p:txBody>
      </p:sp>
      <p:sp>
        <p:nvSpPr>
          <p:cNvPr id="53" name="Text 43"/>
          <p:cNvSpPr txBox="1"/>
          <p:nvPr/>
        </p:nvSpPr>
        <p:spPr>
          <a:xfrm>
            <a:off x="10543032" y="278617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+$57K</a:t>
            </a:r>
            <a:endParaRPr lang="en-US" sz="1300" dirty="0"/>
          </a:p>
        </p:txBody>
      </p:sp>
      <p:sp>
        <p:nvSpPr>
          <p:cNvPr id="54" name="Text 44"/>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5" name="Text 45"/>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$244K</a:t>
            </a:r>
            <a:endParaRPr lang="en-US" sz="1400" dirty="0"/>
          </a:p>
        </p:txBody>
      </p:sp>
      <p:graphicFrame>
        <p:nvGraphicFramePr>
          <p:cNvPr id="56" name="Chart 8" descr=""/>
          <p:cNvGraphicFramePr/>
          <p:nvPr/>
        </p:nvGraphicFramePr>
        <p:xfrm>
          <a:off x="8479536" y="4175760"/>
          <a:ext cx="1972056" cy="502615"/>
        </p:xfrm>
        <a:graphic>
          <a:graphicData uri="http://schemas.openxmlformats.org/drawingml/2006/chart">
            <c:chart xmlns:c="http://schemas.openxmlformats.org/drawingml/2006/chart" r:id="rId10"/>
          </a:graphicData>
        </a:graphic>
      </p:graphicFrame>
      <p:graphicFrame>
        <p:nvGraphicFramePr>
          <p:cNvPr id="57" name="Chart 9" descr=""/>
          <p:cNvGraphicFramePr/>
          <p:nvPr/>
        </p:nvGraphicFramePr>
        <p:xfrm>
          <a:off x="8479536" y="4175760"/>
          <a:ext cx="1972056" cy="502615"/>
        </p:xfrm>
        <a:graphic>
          <a:graphicData uri="http://schemas.openxmlformats.org/drawingml/2006/chart">
            <c:chart xmlns:c="http://schemas.openxmlformats.org/drawingml/2006/chart" r:id="rId11"/>
          </a:graphicData>
        </a:graphic>
      </p:graphicFrame>
      <p:sp>
        <p:nvSpPr>
          <p:cNvPr id="58" name="Text 46"/>
          <p:cNvSpPr txBox="1"/>
          <p:nvPr/>
        </p:nvSpPr>
        <p:spPr>
          <a:xfrm>
            <a:off x="10543032" y="373227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+49.6%</a:t>
            </a:r>
            <a:endParaRPr lang="en-US" sz="1600" dirty="0"/>
          </a:p>
        </p:txBody>
      </p:sp>
      <p:sp>
        <p:nvSpPr>
          <p:cNvPr id="59" name="Text 47"/>
          <p:cNvSpPr txBox="1"/>
          <p:nvPr/>
        </p:nvSpPr>
        <p:spPr>
          <a:xfrm>
            <a:off x="10543032" y="426445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+$81K</a:t>
            </a:r>
            <a:endParaRPr lang="en-US" sz="1300" dirty="0"/>
          </a:p>
        </p:txBody>
      </p:sp>
      <p:sp>
        <p:nvSpPr>
          <p:cNvPr id="60" name="Shape 48"/>
          <p:cNvSpPr/>
          <p:nvPr/>
        </p:nvSpPr>
        <p:spPr>
          <a:xfrm>
            <a:off x="8040624" y="4767072"/>
            <a:ext cx="3489960" cy="1478280"/>
          </a:xfrm>
          <a:prstGeom prst="rect">
            <a:avLst/>
          </a:prstGeom>
          <a:solidFill>
            <a:srgbClr val="F7F7F7"/>
          </a:solidFill>
          <a:ln/>
        </p:spPr>
      </p:sp>
      <p:sp>
        <p:nvSpPr>
          <p:cNvPr id="61" name="Text 49"/>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62" name="Text 50"/>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$135K</a:t>
            </a:r>
            <a:endParaRPr lang="en-US" sz="1400" dirty="0"/>
          </a:p>
        </p:txBody>
      </p:sp>
      <p:graphicFrame>
        <p:nvGraphicFramePr>
          <p:cNvPr id="63" name="Chart 10" descr=""/>
          <p:cNvGraphicFramePr/>
          <p:nvPr/>
        </p:nvGraphicFramePr>
        <p:xfrm>
          <a:off x="8479536" y="5654040"/>
          <a:ext cx="1972056" cy="502615"/>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5654040"/>
          <a:ext cx="1972056" cy="502615"/>
        </p:xfrm>
        <a:graphic>
          <a:graphicData uri="http://schemas.openxmlformats.org/drawingml/2006/chart">
            <c:chart xmlns:c="http://schemas.openxmlformats.org/drawingml/2006/chart" r:id="rId13"/>
          </a:graphicData>
        </a:graphic>
      </p:graphicFrame>
      <p:sp>
        <p:nvSpPr>
          <p:cNvPr id="65" name="Text 51"/>
          <p:cNvSpPr txBox="1"/>
          <p:nvPr/>
        </p:nvSpPr>
        <p:spPr>
          <a:xfrm>
            <a:off x="10543032" y="5210556"/>
            <a:ext cx="896112" cy="53218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+41.6%</a:t>
            </a:r>
            <a:endParaRPr lang="en-US" sz="1600" dirty="0"/>
          </a:p>
        </p:txBody>
      </p:sp>
      <p:sp>
        <p:nvSpPr>
          <p:cNvPr id="66" name="Text 52"/>
          <p:cNvSpPr txBox="1"/>
          <p:nvPr/>
        </p:nvSpPr>
        <p:spPr>
          <a:xfrm>
            <a:off x="10543032" y="5742737"/>
            <a:ext cx="896112" cy="399136"/>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2026-10-29T16:32:23Z</dcterms:created>
  <dcterms:modified xsi:type="dcterms:W3CDTF">2026-10-29T16:32:23Z</dcterms:modified>
</cp:coreProperties>
</file>