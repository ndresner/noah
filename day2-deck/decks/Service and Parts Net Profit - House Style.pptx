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Mechanical Dept as the P&amp;L Detail statement reports it. Jan-Sep 2026 gross $126,872,257, department expenses $99,175,043, profit $27,697,214; 2025 $120,574,871 / $97,800,650 / $22,774,222. Sales per $1 of profit: Mechanical net sales $182,131,162 / $27,697,214 = $6.58. Service sales are labor sales on the Mechanical department; parts sold on service ROs are parts department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P&amp;A Dept as the P&amp;L Detail statement reports it. Jan-Sep 2026 gross $61,927,467, department expenses $39,174,787, profit $22,752,680; 2025 $60,756,286 / $38,194,373 / $22,561,913. Sales per $1 of profit: P&amp;A net sales $165,675,400 / $22,752,680 = $7.28. Parts sales include parts sold to the service department on 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chart" Target="/ppt/charts/chart18.xml"/><Relationship Id="rId14" Type="http://schemas.openxmlformats.org/officeDocument/2006/relationships/chart" Target="/ppt/charts/chart19.xml"/><Relationship Id="rId15" Type="http://schemas.openxmlformats.org/officeDocument/2006/relationships/chart" Target="/ppt/charts/chart20.xml"/><Relationship Id="rId16" Type="http://schemas.openxmlformats.org/officeDocument/2006/relationships/chart" Target="/ppt/charts/chart21.xml"/><Relationship Id="rId17" Type="http://schemas.openxmlformats.org/officeDocument/2006/relationships/chart" Target="/ppt/charts/chart22.xml"/><Relationship Id="rId18" Type="http://schemas.openxmlformats.org/officeDocument/2006/relationships/chart" Target="/ppt/charts/chart23.xml"/><Relationship Id="rId19" Type="http://schemas.openxmlformats.org/officeDocument/2006/relationships/chart" Target="/ppt/charts/chart24.xml"/><Relationship Id="rId20" Type="http://schemas.openxmlformats.org/officeDocument/2006/relationships/chart" Target="/ppt/charts/chart25.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chart" Target="/ppt/charts/chart31.xml"/><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Service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service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$99.18M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$27.70M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service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Technicians and advisors: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Proficiency: more sold hours from the same techs and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loaners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$27.70M service net profit, +21.6%. Gross grew +5.2%; department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0"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7"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Parts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parts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$39.17M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$22.75M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parts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on every RO, matrix pricing, wholesale that covers its own cost</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wholesale and drivers: staffing to the workload, pay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Inventory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Fill rate, obsolescence and carrying cost</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Freight, delivery vehicles, supplies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$22.75M parts net profit, +0.8%. Gross grew +1.9%; department expenses +2.6%.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1"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2026-10-29T05:30:34Z</dcterms:created>
  <dcterms:modified xsi:type="dcterms:W3CDTF">2026-10-29T05:30:34Z</dcterms:modified>
</cp:coreProperties>
</file>