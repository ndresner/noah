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  ·  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5061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+31.7%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6085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+22.6%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+$764K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561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5212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480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827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+$586K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6676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37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+$445K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627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614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+$545K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56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+$373K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362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3602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12204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+$157K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1187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103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+6.9%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+$932K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641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600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+$120K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4576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33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3313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+$125K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260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30284" y="3524377"/>
            <a:ext cx="2306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30284" y="3748136"/>
            <a:ext cx="1385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89172" y="3971895"/>
            <a:ext cx="4111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54987" y="4195654"/>
            <a:ext cx="7529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−$499K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43679" y="4419414"/>
            <a:ext cx="866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−5.4%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−$204K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8988381" y="4643173"/>
            <a:ext cx="14190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−$840K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63498" y="4866932"/>
            <a:ext cx="16678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−$520K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1219" y="5090691"/>
            <a:ext cx="21906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00217" y="5314450"/>
            <a:ext cx="23006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−14.4%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−$163K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888151" y="5538209"/>
            <a:ext cx="2421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−15.2%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grew. Hyundai Prescott grew most at +35.8% (+$404K); Acura fell most at −15.2% (−$517K).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  ·  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+$345K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3163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+$475K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2969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955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+$315K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2051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097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59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+19.2%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160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796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+$217K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5097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+14.1%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+$390K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4809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3584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+$162K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0821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+$202K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0810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849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+7.9%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+$234K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834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+7.8%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6594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+$611K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54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+$196K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5246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3528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1862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1608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1280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26342" y="3524377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03951" y="3748136"/>
            <a:ext cx="263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102538" y="3971895"/>
            <a:ext cx="277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95214" y="4195654"/>
            <a:ext cx="3507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91379" y="4419414"/>
            <a:ext cx="389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−$395K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66557" y="4643173"/>
            <a:ext cx="637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−$192K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9017570" y="4866932"/>
            <a:ext cx="11271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−$695K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85267" y="5090691"/>
            <a:ext cx="14501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29980" y="5314450"/>
            <a:ext cx="20030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928189" y="5538209"/>
            <a:ext cx="20209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−$438K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grew. Hyundai Prescott grew most at +53.3% (+$345K); Acura fell most at −18.8% (−$438K).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  ·  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+$243K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4382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9984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+$271K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6142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4609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349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+15.2%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+$211K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19007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9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5597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3936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+$321K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3634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+$288K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234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+8.0%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8061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7096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+$273K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3948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3329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97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20504" y="2181823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−0.6%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19621" y="2405582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17659" y="2629341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5741" y="2853100"/>
            <a:ext cx="3454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094197" y="3076859"/>
            <a:ext cx="3608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092061" y="3300618"/>
            <a:ext cx="3822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080300" y="3524377"/>
            <a:ext cx="4998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1537" y="3748136"/>
            <a:ext cx="7874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25094" y="3971895"/>
            <a:ext cx="10519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22657" y="4195654"/>
            <a:ext cx="1076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18226" y="4419414"/>
            <a:ext cx="112058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−7.3%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16738" y="4643173"/>
            <a:ext cx="1135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70138" y="4866932"/>
            <a:ext cx="1601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−$146K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0748" y="5090691"/>
            <a:ext cx="21953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−$214K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841155" y="5314450"/>
            <a:ext cx="289129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−$328K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798602" y="5538209"/>
            <a:ext cx="33168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grew. Lincoln grew most at +37.1% (+$243K); Hyundai St George fell most at −21.5% (−$227K).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2026-10-25T23:10:56Z</dcterms:created>
  <dcterms:modified xsi:type="dcterms:W3CDTF">2026-10-25T23:10:56Z</dcterms:modified>
</cp:coreProperties>
</file>