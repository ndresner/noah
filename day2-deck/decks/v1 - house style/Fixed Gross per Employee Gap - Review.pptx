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Gross: Qlik - Productivity app, P&amp;L Total Gross Profit - Fixed Ops. Headcount: ADP Employee Master extract 10/19/2026 (rebuilt 2026-10-20; the Qlik headcount history undercounted). Fixed gross per fixed employee = gross / fixed employees, Jan-Sep 2026 monthly average. Same-store, INEOS excluded (opened 2026). GMC Prescott body shop gross and body shop staff excluded. Each store compared with its own segment average a month: luxury $16,998, non-luxury $12,714 (luxury = Lexus, Lincoln, Cadillac, Volvo, Audi Reno, Audi Henderson, LR Reno, LR LV, LR Henderson). Gross/yr = (segment average - store) x the store's average fixed employees x 12. Stores at or above their segment average are not shown. Per emp = the store's fixed gross per fixed employee a month. Seg avg = its segment's average.Framing: gross the team already in the building could produce, not a headcount target. Luxury stores are measured against luxury, non-luxury against non-luxury. Audi Henderson ($23,686) lifts the luxury average; Lincoln ($11,127) sits below even the non-luxury average.
CADILLAC (luxury): $14,260 per employee a month vs $16,998; 74.8 fixed employees; $2,456,862 a year
LINCOLN (luxury): $10,963 per employee a month vs $16,998; 30.2 fixed employees; $2,188,561 a year
CHEVY GMC BULLHEAD (non-luxury): $10,391 per employee a month vs $12,714; 48.4 fixed employees; $1,350,504 a year
CDJR POST FALLS (non-luxury): $9,953 per employee a month vs $12,714; 39.7 fixed employees; $1,314,435 a year
CHEVY LV (non-luxury): $12,042 per employee a month vs $12,714; 152.7 fixed employees; $1,232,343 a year
TOYOTA SPOKANE (non-luxury): $11,128 per employee a month vs $12,714; 59.2 fixed employees; $1,127,104 a year
TOYOTA FLAGSTAFF (non-luxury): $10,794 per employee a month vs $12,714; 46.0 fixed employees; $1,060,118 a year
GMC PRESCOTT (non-luxury): $9,498 per employee a month vs $12,714; 26.6 fixed employees; $1,024,925 a year
TOYOTA PRESCOTT (non-luxury): $11,044 per employee a month vs $12,714; 51.1 fixed employees; $1,024,357 a year
AUDI RENO (luxury): $14,916 per employee a month vs $16,998; 33.2 fixed employees; $830,073 a year
HONDA FLAGSTAFF (non-luxury): $9,149 per employee a month vs $12,714; 19.3 fixed employees; $827,082 a year
NISSAN (non-luxury): $11,957 per employee a month vs $12,714; 44.4 fixed employees; $403,638 a year
VW HENDERSON (non-luxury): $12,006 per employee a month vs $12,714; 44.3 fixed employees; $376,895 a year
VW ST GEORGE (non-luxury): $9,878 per employee a month vs $12,714; 10.9 fixed employees; $370,634 a year
LR RENO (luxury): $15,226 per employee a month vs $16,998; 16.1 fixed employees; $342,526 a year
HYUNDAI ST GEORGE (non-luxury): $11,541 per employee a month vs $12,714; 22.0 fixed employees; $309,678 a year
HYUNDAI PRESCOTT (non-luxury): $11,631 per employee a month vs $12,714; 14.7 fixed employees; $190,674 a year
KIA ST GEORGE (non-luxury): $12,103 per employee a month vs $12,714; 21.4 fixed employees; $157,193 a year
ACURA (non-luxury): $12,364 per employee a month vs $12,714; 26.0 fixed employees; $109,303 a year
SUBARU PRESCOTT (non-luxury): $12,501 per employee a month vs $12,714; 24.0 fixed employees; $61,379 a year
LEXUS (luxury): $16,919 per employee a month vs $16,998; 27.2 fixed employees; $25,739 a 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 per Fixed Employee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10128" y="131673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34256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emp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02352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 avg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60536" y="131673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84664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emp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 avg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007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0048" y="1783080"/>
            <a:ext cx="585216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10128" y="170078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$2,456,862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34256" y="17007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$14,260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02352" y="17007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0665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70048" y="2148840"/>
            <a:ext cx="521308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10128" y="2066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$2,188,561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34256" y="20665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$10,963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02352" y="20665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432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70048" y="2514600"/>
            <a:ext cx="321685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10128" y="243230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$1,350,504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334256" y="24323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$10,391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02352" y="24323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798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2880360"/>
            <a:ext cx="313094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10128" y="279806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$1,314,435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34256" y="27980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$9,953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02352" y="27980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16382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70048" y="3246120"/>
            <a:ext cx="293540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310128" y="316382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$1,232,343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334256" y="31638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$12,042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02352" y="31638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35295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70048" y="3611880"/>
            <a:ext cx="268472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310128" y="352958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$1,127,104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334256" y="35295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$11,128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02352" y="35295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953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70048" y="3977640"/>
            <a:ext cx="252516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310128" y="38953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$1,060,118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334256" y="38953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$10,794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102352" y="38953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2611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70048" y="4343400"/>
            <a:ext cx="244133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310128" y="426110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$1,024,925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334256" y="42611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$9,498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102352" y="42611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46268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670048" y="4709160"/>
            <a:ext cx="243998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310128" y="462686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$1,024,357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334256" y="46268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$11,044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102352" y="46268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499262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670048" y="5074920"/>
            <a:ext cx="197721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310128" y="499262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$830,073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334256" y="49926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$14,916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102352" y="49926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53583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670048" y="5440680"/>
            <a:ext cx="197008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310128" y="535838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$827,082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4334256" y="53583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$9,149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102352" y="53583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17007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220456" y="1783080"/>
            <a:ext cx="96145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860536" y="170078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$403,638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9884664" y="17007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$11,957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10652760" y="17007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208776" y="20665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220456" y="2148840"/>
            <a:ext cx="89775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860536" y="20665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$376,895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9884664" y="20665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$12,006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10652760" y="20665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208776" y="2432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20456" y="2514600"/>
            <a:ext cx="88284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860536" y="243230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$370,634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9884664" y="24323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$9,878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10652760" y="24323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2798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220456" y="2880360"/>
            <a:ext cx="81589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8860536" y="279806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$342,526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884664" y="27980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$15,226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10652760" y="27980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316382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8220456" y="3246120"/>
            <a:ext cx="73764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860536" y="316382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$309,678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9884664" y="31638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$11,541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10652760" y="31638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35295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8220456" y="3611880"/>
            <a:ext cx="45418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8860536" y="352958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$190,674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884664" y="35295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$11,631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10652760" y="352958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8953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220456" y="3977640"/>
            <a:ext cx="37443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8860536" y="389534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$157,193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9884664" y="38953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$12,103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652760" y="38953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42611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20456" y="4343400"/>
            <a:ext cx="26036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8860536" y="426110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$109,303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9884664" y="42611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$12,364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652760" y="426110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46268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8220456" y="4709160"/>
            <a:ext cx="18288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8860536" y="462686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$61,379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9884664" y="46268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$12,501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652760" y="462686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499262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8220456" y="5074920"/>
            <a:ext cx="18288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8860536" y="499262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$25,739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9884664" y="49926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$16,919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652760" y="49926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stores are compared with $16,998 a month, non-luxury with $12,714. 21 stores below their average leave $16,784,025 a year with the same staff.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2026-10-20T16:30:27Z</dcterms:created>
  <dcterms:modified xsi:type="dcterms:W3CDTF">2026-10-20T16:30:27Z</dcterms:modified>
</cp:coreProperties>
</file>