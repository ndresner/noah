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Labor + parts gross a year, each from its own slide: Technician Proficiency (each tech under 85% raised to 85%, monthly x 12), Hours per RO (0.1 hr x CP ROs at each store's gross per hour), Op Codes (stores under each benchmark brought to it), One More CP RO a Day (307 open days), Tech Minute (one minute per tech per day). Jan-Sep 2026, same-store, 33 stores. The levers overlap - op code services are part of hours per RO, and selling more hours needs tech time - so they are not added together.Talk track: the GM owns the conditions - staffing, pay plans, marketing budget, the parts department. The service manager owns the daily process - dispatch, the inspection, the menu, the drive. Each line has its own slide earlier in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Money 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3533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LEVER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533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A YEAR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353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875520" y="13533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OWNS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755648"/>
            <a:ext cx="11091672" cy="7132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755648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75564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tech under 85% reaches 85%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75564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$19,763,184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1755648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parts staging, approvals, coaching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875520" y="1810512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EDF4FA"/>
          </a:solidFill>
          <a:ln w="9525">
            <a:solidFill>
              <a:srgbClr val="0B2C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0" y="18105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manager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875520" y="2139696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0B2C4A"/>
          </a:solidFill>
          <a:ln w="9525">
            <a:solidFill>
              <a:srgbClr val="0B2C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0" y="21396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2542032"/>
            <a:ext cx="1109167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542032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25420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 more hours on every CP RO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254203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$6,602,564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254203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on every car, the menu, Road to the Sale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875520" y="2761488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EDF4FA"/>
          </a:solidFill>
          <a:ln w="9525">
            <a:solidFill>
              <a:srgbClr val="0B2C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75520" y="27614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manager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328416"/>
            <a:ext cx="11091672" cy="7132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3328416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9808" y="332841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store at the four op code benchmarks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4754880" y="332841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$4,895,199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328416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Alignment, balance, brake fluid, fuel service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875520" y="3547872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EDF4FA"/>
          </a:solidFill>
          <a:ln w="9525">
            <a:solidFill>
              <a:srgbClr val="0B2C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75520" y="35478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manager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4114800"/>
            <a:ext cx="1109167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4114800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49808" y="411480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more customer-pay RO a day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4754880" y="411480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$4,473,284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411480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Phones, scheduler, retention, marketing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875520" y="4169664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0B2C4A"/>
          </a:solidFill>
          <a:ln w="9525">
            <a:solidFill>
              <a:srgbClr val="0B2C4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875520" y="41696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875520" y="4498848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EDF4FA"/>
          </a:solidFill>
          <a:ln w="9525">
            <a:solidFill>
              <a:srgbClr val="0B2C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875520" y="44988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manager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" y="4901184"/>
            <a:ext cx="11091672" cy="71323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3" name="Shape 41"/>
          <p:cNvSpPr/>
          <p:nvPr/>
        </p:nvSpPr>
        <p:spPr>
          <a:xfrm>
            <a:off x="548640" y="4901184"/>
            <a:ext cx="64008" cy="71323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49808" y="490118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minute a day saved for every tech</a:t>
            </a:r>
            <a:endParaRPr lang="en-US" sz="1700" dirty="0"/>
          </a:p>
        </p:txBody>
      </p:sp>
      <p:sp>
        <p:nvSpPr>
          <p:cNvPr id="45" name="Text 43"/>
          <p:cNvSpPr txBox="1"/>
          <p:nvPr/>
        </p:nvSpPr>
        <p:spPr>
          <a:xfrm>
            <a:off x="4754880" y="490118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$444,380</a:t>
            </a:r>
            <a:endParaRPr lang="en-US" sz="24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490118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to the bay, tools and keys in place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875520" y="4956048"/>
            <a:ext cx="1691640" cy="274320"/>
          </a:xfrm>
          <a:prstGeom prst="roundRect">
            <a:avLst>
              <a:gd name="adj" fmla="val 20000"/>
            </a:avLst>
          </a:prstGeom>
          <a:solidFill>
            <a:srgbClr val="EDF4FA"/>
          </a:solidFill>
          <a:ln w="9525">
            <a:solidFill>
              <a:srgbClr val="0B2C4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875520" y="49560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manager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9875520" y="5285232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0B2C4A"/>
          </a:solidFill>
          <a:ln w="9525">
            <a:solidFill>
              <a:srgbClr val="0B2C4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875520" y="5285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number is gross on cars, bays and techs we already have, except one more RO a day. They overlap, so read each on its own.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2026-10-19T19:38:45Z</dcterms:created>
  <dcterms:modified xsi:type="dcterms:W3CDTF">2026-10-19T19:38:45Z</dcterms:modified>
</cp:coreProperties>
</file>