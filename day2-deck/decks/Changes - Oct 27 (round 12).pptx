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9" r:id="rId100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00" Type="http://schemas.openxmlformats.org/officeDocument/2006/relationships/slide" Target="slides/slide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Talking points: Service Manager Roundtable (Nov 15, 2024) and GM meeting decks (Jan and May 2026). Data: Qlik (Profit &amp; Loss, Closed Repair Orders, Productivity), Jan-Sep 2026 vs 2025, same-store, 33 stores, INEOS excluded.PLACE: Opcode Benchmarks, after Basic Maintenance Service and ahead of MPI, Video and Photo Completion % (Noah, Oct 27: sets up the three inspection slides).</a:t>
            </a:r>
          </a:p>
          <a:p>
            <a:r>
              <a:t>Said: Jan GM slide 19 / May GM slide 15 (Tracking &amp; Accountability); Roundtable slide 16 (Performance Tracking).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&amp; Accountability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review of the Viz 'Op Code' and 'Performance Report' and the Fixed Ops DOC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feedback quickly and often. Trends start early: don't wait until the 15th.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metrics improve performance; we are responsible for the knowing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Scoreboard techs and advisors: CP $ per RO, ELR, MPI completion, closing %, key op codes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completion, July to September (store-reported). 12 of 33 stores at the 90% benchmark.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completion, July to September (store-reported). 17 of 33 stores at or above the group.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45.3%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completion, July to September. 11 of the 28 stores that report it at or above the group.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if it isn't described, it can't be tracked. Clean up op code descriptions so the reports show what you sell.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2026-10-27T21:57:51Z</dcterms:created>
  <dcterms:modified xsi:type="dcterms:W3CDTF">2026-10-27T21:57:51Z</dcterms:modified>
</cp:coreProperties>
</file>