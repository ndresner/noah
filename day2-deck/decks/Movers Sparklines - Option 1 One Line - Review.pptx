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3.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3.xml" ContentType="application/vnd.openxmlformats-officedocument.presentationml.slide+xml"/>
  <Override PartName="/ppt/slides/slide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0" r:id="rId6"/>
    <p:sldId id="264" r:id="rId10"/>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 Type="http://schemas.openxmlformats.org/officeDocument/2006/relationships/slide" Target="slides/slide5.xml"/><Relationship Id="rId10" Type="http://schemas.openxmlformats.org/officeDocument/2006/relationships/slide" Target="slides/slide9.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Worksheet40.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Worksheet41.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Worksheet51.xlsx"/></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Worksheet52.xlsx"/></Relationships>
</file>

<file path=ppt/charts/_rels/chart53.xml.rels><?xml version='1.0' encoding='UTF-8' standalone='yes'?>
<Relationships xmlns="http://schemas.openxmlformats.org/package/2006/relationships"><Relationship Id="rId1" Type="http://schemas.openxmlformats.org/officeDocument/2006/relationships/package" Target="../embeddings/Microsoft_Excel_Worksheet53.xlsx"/></Relationships>
</file>

<file path=ppt/charts/_rels/chart54.xml.rels><?xml version='1.0' encoding='UTF-8' standalone='yes'?>
<Relationships xmlns="http://schemas.openxmlformats.org/package/2006/relationships"><Relationship Id="rId1" Type="http://schemas.openxmlformats.org/officeDocument/2006/relationships/package" Target="../embeddings/Microsoft_Excel_Worksheet54.xlsx"/></Relationships>
</file>

<file path=ppt/charts/_rels/chart55.xml.rels><?xml version='1.0' encoding='UTF-8' standalone='yes'?>
<Relationships xmlns="http://schemas.openxmlformats.org/package/2006/relationships"><Relationship Id="rId1" Type="http://schemas.openxmlformats.org/officeDocument/2006/relationships/package" Target="../embeddings/Microsoft_Excel_Worksheet55.xlsx"/></Relationships>
</file>

<file path=ppt/charts/_rels/chart56.xml.rels><?xml version='1.0' encoding='UTF-8' standalone='yes'?>
<Relationships xmlns="http://schemas.openxmlformats.org/package/2006/relationships"><Relationship Id="rId1" Type="http://schemas.openxmlformats.org/officeDocument/2006/relationships/package" Target="../embeddings/Microsoft_Excel_Worksheet56.xlsx"/></Relationships>
</file>

<file path=ppt/charts/_rels/chart57.xml.rels><?xml version='1.0' encoding='UTF-8' standalone='yes'?>
<Relationships xmlns="http://schemas.openxmlformats.org/package/2006/relationships"><Relationship Id="rId1" Type="http://schemas.openxmlformats.org/officeDocument/2006/relationships/package" Target="../embeddings/Microsoft_Excel_Worksheet57.xlsx"/></Relationships>
</file>

<file path=ppt/charts/_rels/chart58.xml.rels><?xml version='1.0' encoding='UTF-8' standalone='yes'?>
<Relationships xmlns="http://schemas.openxmlformats.org/package/2006/relationships"><Relationship Id="rId1" Type="http://schemas.openxmlformats.org/officeDocument/2006/relationships/package" Target="../embeddings/Microsoft_Excel_Worksheet58.xlsx"/></Relationships>
</file>

<file path=ppt/charts/_rels/chart59.xml.rels><?xml version='1.0' encoding='UTF-8' standalone='yes'?>
<Relationships xmlns="http://schemas.openxmlformats.org/package/2006/relationships"><Relationship Id="rId1" Type="http://schemas.openxmlformats.org/officeDocument/2006/relationships/package" Target="../embeddings/Microsoft_Excel_Worksheet59.xlsx"/></Relationships>
</file>

<file path=ppt/charts/_rels/chart60.xml.rels><?xml version='1.0' encoding='UTF-8' standalone='yes'?>
<Relationships xmlns="http://schemas.openxmlformats.org/package/2006/relationships"><Relationship Id="rId1" Type="http://schemas.openxmlformats.org/officeDocument/2006/relationships/package" Target="../embeddings/Microsoft_Excel_Worksheet60.xlsx"/></Relationships>
</file>

<file path=ppt/charts/_rels/chart61.xml.rels><?xml version='1.0' encoding='UTF-8' standalone='yes'?>
<Relationships xmlns="http://schemas.openxmlformats.org/package/2006/relationships"><Relationship Id="rId1" Type="http://schemas.openxmlformats.org/officeDocument/2006/relationships/package" Target="../embeddings/Microsoft_Excel_Worksheet61.xlsx"/></Relationships>
</file>

<file path=ppt/charts/_rels/chart62.xml.rels><?xml version='1.0' encoding='UTF-8' standalone='yes'?>
<Relationships xmlns="http://schemas.openxmlformats.org/package/2006/relationships"><Relationship Id="rId1" Type="http://schemas.openxmlformats.org/officeDocument/2006/relationships/package" Target="../embeddings/Microsoft_Excel_Worksheet62.xlsx"/></Relationships>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136708.57</c:v>
                </c:pt>
                <c:pt idx="1">
                  <c:v>112824.28</c:v>
                </c:pt>
                <c:pt idx="2">
                  <c:v>111636.20999999999</c:v>
                </c:pt>
                <c:pt idx="3">
                  <c:v>138557</c:v>
                </c:pt>
                <c:pt idx="4">
                  <c:v>102306.09</c:v>
                </c:pt>
                <c:pt idx="5">
                  <c:v>110209.59</c:v>
                </c:pt>
                <c:pt idx="6">
                  <c:v>167539.66999999998</c:v>
                </c:pt>
                <c:pt idx="7">
                  <c:v>130883.47</c:v>
                </c:pt>
                <c:pt idx="8">
                  <c:v>120116.82999999999</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122685.44</c:v>
                </c:pt>
                <c:pt idx="1">
                  <c:v>170274.09</c:v>
                </c:pt>
                <c:pt idx="2">
                  <c:v>181574.05</c:v>
                </c:pt>
                <c:pt idx="3">
                  <c:v>159002.65</c:v>
                </c:pt>
                <c:pt idx="4">
                  <c:v>158555.92</c:v>
                </c:pt>
                <c:pt idx="5">
                  <c:v>177958.81</c:v>
                </c:pt>
                <c:pt idx="6">
                  <c:v>206377.29</c:v>
                </c:pt>
                <c:pt idx="7">
                  <c:v>179348.7</c:v>
                </c:pt>
                <c:pt idx="8">
                  <c:v>179494.38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4702.986"/>
          <c:min val="93980.3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279158.61</c:v>
                </c:pt>
                <c:pt idx="1">
                  <c:v>246299.61</c:v>
                </c:pt>
                <c:pt idx="2">
                  <c:v>277949.06</c:v>
                </c:pt>
                <c:pt idx="3">
                  <c:v>257326.83000000002</c:v>
                </c:pt>
                <c:pt idx="4">
                  <c:v>261986.21</c:v>
                </c:pt>
                <c:pt idx="5">
                  <c:v>230101.88</c:v>
                </c:pt>
                <c:pt idx="6">
                  <c:v>240805.24</c:v>
                </c:pt>
                <c:pt idx="7">
                  <c:v>274478.65</c:v>
                </c:pt>
                <c:pt idx="8">
                  <c:v>196527.96000000002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318330.82</c:v>
                </c:pt>
                <c:pt idx="1">
                  <c:v>312431.39</c:v>
                </c:pt>
                <c:pt idx="2">
                  <c:v>357803.52999999997</c:v>
                </c:pt>
                <c:pt idx="3">
                  <c:v>316035.44</c:v>
                </c:pt>
                <c:pt idx="4">
                  <c:v>297229.79000000004</c:v>
                </c:pt>
                <c:pt idx="5">
                  <c:v>310532.31</c:v>
                </c:pt>
                <c:pt idx="6">
                  <c:v>341103.91000000003</c:v>
                </c:pt>
                <c:pt idx="7">
                  <c:v>359225.20999999996</c:v>
                </c:pt>
                <c:pt idx="8">
                  <c:v>369333.19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3157.6084"/>
          <c:min val="182703.5416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340480.1</c:v>
                </c:pt>
                <c:pt idx="1">
                  <c:v>275067.74</c:v>
                </c:pt>
                <c:pt idx="2">
                  <c:v>379293.83</c:v>
                </c:pt>
                <c:pt idx="3">
                  <c:v>394725.16000000003</c:v>
                </c:pt>
                <c:pt idx="4">
                  <c:v>367038.15</c:v>
                </c:pt>
                <c:pt idx="5">
                  <c:v>351035.32</c:v>
                </c:pt>
                <c:pt idx="6">
                  <c:v>419932</c:v>
                </c:pt>
                <c:pt idx="7">
                  <c:v>404285.91000000003</c:v>
                </c:pt>
                <c:pt idx="8">
                  <c:v>449602.85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439181.49</c:v>
                </c:pt>
                <c:pt idx="1">
                  <c:v>416904.62</c:v>
                </c:pt>
                <c:pt idx="2">
                  <c:v>459207.05</c:v>
                </c:pt>
                <c:pt idx="3">
                  <c:v>457504.79</c:v>
                </c:pt>
                <c:pt idx="4">
                  <c:v>496653.73</c:v>
                </c:pt>
                <c:pt idx="5">
                  <c:v>485200.04000000004</c:v>
                </c:pt>
                <c:pt idx="6">
                  <c:v>480320.26</c:v>
                </c:pt>
                <c:pt idx="7">
                  <c:v>447921.62</c:v>
                </c:pt>
                <c:pt idx="8">
                  <c:v>462303.26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14380.6092"/>
          <c:min val="257340.86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1233307.13</c:v>
                </c:pt>
                <c:pt idx="1">
                  <c:v>1076185.69</c:v>
                </c:pt>
                <c:pt idx="2">
                  <c:v>1033434.47</c:v>
                </c:pt>
                <c:pt idx="3">
                  <c:v>1191040.44</c:v>
                </c:pt>
                <c:pt idx="4">
                  <c:v>1162337.33</c:v>
                </c:pt>
                <c:pt idx="5">
                  <c:v>1239673.18</c:v>
                </c:pt>
                <c:pt idx="6">
                  <c:v>1220020.68</c:v>
                </c:pt>
                <c:pt idx="7">
                  <c:v>1281204.26</c:v>
                </c:pt>
                <c:pt idx="8">
                  <c:v>1198190.77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1385055.3800000001</c:v>
                </c:pt>
                <c:pt idx="1">
                  <c:v>1353588.3</c:v>
                </c:pt>
                <c:pt idx="2">
                  <c:v>1379665.18</c:v>
                </c:pt>
                <c:pt idx="3">
                  <c:v>1452085.1400000001</c:v>
                </c:pt>
                <c:pt idx="4">
                  <c:v>1180106.69</c:v>
                </c:pt>
                <c:pt idx="5">
                  <c:v>1305129.98</c:v>
                </c:pt>
                <c:pt idx="6">
                  <c:v>1604751.2200000002</c:v>
                </c:pt>
                <c:pt idx="7">
                  <c:v>1291680.98</c:v>
                </c:pt>
                <c:pt idx="8">
                  <c:v>1388194.07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50456.5600000003"/>
          <c:min val="987729.1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263231.52</c:v>
                </c:pt>
                <c:pt idx="1">
                  <c:v>234356.07</c:v>
                </c:pt>
                <c:pt idx="2">
                  <c:v>241304.58000000002</c:v>
                </c:pt>
                <c:pt idx="3">
                  <c:v>349118.76</c:v>
                </c:pt>
                <c:pt idx="4">
                  <c:v>243181.2</c:v>
                </c:pt>
                <c:pt idx="5">
                  <c:v>248700.12</c:v>
                </c:pt>
                <c:pt idx="6">
                  <c:v>258834.46000000002</c:v>
                </c:pt>
                <c:pt idx="7">
                  <c:v>251010.46000000002</c:v>
                </c:pt>
                <c:pt idx="8">
                  <c:v>242456.11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281179.99</c:v>
                </c:pt>
                <c:pt idx="1">
                  <c:v>278749.47</c:v>
                </c:pt>
                <c:pt idx="2">
                  <c:v>304104.73</c:v>
                </c:pt>
                <c:pt idx="3">
                  <c:v>354141.44</c:v>
                </c:pt>
                <c:pt idx="4">
                  <c:v>274184</c:v>
                </c:pt>
                <c:pt idx="5">
                  <c:v>316107.88</c:v>
                </c:pt>
                <c:pt idx="6">
                  <c:v>317699.21</c:v>
                </c:pt>
                <c:pt idx="7">
                  <c:v>270325.27</c:v>
                </c:pt>
                <c:pt idx="8">
                  <c:v>303744.64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3724.2696"/>
          <c:min val="224773.24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566830.23</c:v>
                </c:pt>
                <c:pt idx="1">
                  <c:v>504828.86</c:v>
                </c:pt>
                <c:pt idx="2">
                  <c:v>482747.35</c:v>
                </c:pt>
                <c:pt idx="3">
                  <c:v>372562.69999999995</c:v>
                </c:pt>
                <c:pt idx="4">
                  <c:v>307076.6</c:v>
                </c:pt>
                <c:pt idx="5">
                  <c:v>275196.9</c:v>
                </c:pt>
                <c:pt idx="6">
                  <c:v>261415.97000000003</c:v>
                </c:pt>
                <c:pt idx="7">
                  <c:v>340682.17</c:v>
                </c:pt>
                <c:pt idx="8">
                  <c:v>298596.23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292739.36</c:v>
                </c:pt>
                <c:pt idx="1">
                  <c:v>331018.14</c:v>
                </c:pt>
                <c:pt idx="2">
                  <c:v>334322.33</c:v>
                </c:pt>
                <c:pt idx="3">
                  <c:v>331403.36</c:v>
                </c:pt>
                <c:pt idx="4">
                  <c:v>350644.58</c:v>
                </c:pt>
                <c:pt idx="5">
                  <c:v>338879.20999999996</c:v>
                </c:pt>
                <c:pt idx="6">
                  <c:v>288153.72</c:v>
                </c:pt>
                <c:pt idx="7">
                  <c:v>329076.15</c:v>
                </c:pt>
                <c:pt idx="8">
                  <c:v>296912.56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91263.3708"/>
          <c:min val="236982.829200000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159983.26</c:v>
                </c:pt>
                <c:pt idx="1">
                  <c:v>115519.44</c:v>
                </c:pt>
                <c:pt idx="2">
                  <c:v>118670.86</c:v>
                </c:pt>
                <c:pt idx="3">
                  <c:v>148822.94</c:v>
                </c:pt>
                <c:pt idx="4">
                  <c:v>126158.02</c:v>
                </c:pt>
                <c:pt idx="5">
                  <c:v>119292.35</c:v>
                </c:pt>
                <c:pt idx="6">
                  <c:v>122834.16999999998</c:v>
                </c:pt>
                <c:pt idx="7">
                  <c:v>123783.98999999999</c:v>
                </c:pt>
                <c:pt idx="8">
                  <c:v>95798.85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117493.94</c:v>
                </c:pt>
                <c:pt idx="1">
                  <c:v>82680.94</c:v>
                </c:pt>
                <c:pt idx="2">
                  <c:v>100488.31</c:v>
                </c:pt>
                <c:pt idx="3">
                  <c:v>115559.59</c:v>
                </c:pt>
                <c:pt idx="4">
                  <c:v>93798.13</c:v>
                </c:pt>
                <c:pt idx="5">
                  <c:v>131122.11</c:v>
                </c:pt>
                <c:pt idx="6">
                  <c:v>127210.19</c:v>
                </c:pt>
                <c:pt idx="7">
                  <c:v>99536.29</c:v>
                </c:pt>
                <c:pt idx="8">
                  <c:v>100128.37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6167.4456"/>
          <c:min val="76496.75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548417.28</c:v>
                </c:pt>
                <c:pt idx="1">
                  <c:v>545274.66</c:v>
                </c:pt>
                <c:pt idx="2">
                  <c:v>605611.99</c:v>
                </c:pt>
                <c:pt idx="3">
                  <c:v>542256.23</c:v>
                </c:pt>
                <c:pt idx="4">
                  <c:v>678618.97</c:v>
                </c:pt>
                <c:pt idx="5">
                  <c:v>662986.98</c:v>
                </c:pt>
                <c:pt idx="6">
                  <c:v>675535.23</c:v>
                </c:pt>
                <c:pt idx="7">
                  <c:v>684367.38</c:v>
                </c:pt>
                <c:pt idx="8">
                  <c:v>608424.47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583117.07</c:v>
                </c:pt>
                <c:pt idx="1">
                  <c:v>477083.23</c:v>
                </c:pt>
                <c:pt idx="2">
                  <c:v>515173.79</c:v>
                </c:pt>
                <c:pt idx="3">
                  <c:v>519619.25</c:v>
                </c:pt>
                <c:pt idx="4">
                  <c:v>526372.95</c:v>
                </c:pt>
                <c:pt idx="5">
                  <c:v>562682.6900000001</c:v>
                </c:pt>
                <c:pt idx="6">
                  <c:v>573702.03</c:v>
                </c:pt>
                <c:pt idx="7">
                  <c:v>538592.21</c:v>
                </c:pt>
                <c:pt idx="8">
                  <c:v>493957.77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00950.112"/>
          <c:min val="460500.497999999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602429.89</c:v>
                </c:pt>
                <c:pt idx="1">
                  <c:v>528244.79</c:v>
                </c:pt>
                <c:pt idx="2">
                  <c:v>543139.92</c:v>
                </c:pt>
                <c:pt idx="3">
                  <c:v>574849.89</c:v>
                </c:pt>
                <c:pt idx="4">
                  <c:v>558181.46</c:v>
                </c:pt>
                <c:pt idx="5">
                  <c:v>599446.3400000001</c:v>
                </c:pt>
                <c:pt idx="6">
                  <c:v>598329.81</c:v>
                </c:pt>
                <c:pt idx="7">
                  <c:v>508799.77</c:v>
                </c:pt>
                <c:pt idx="8">
                  <c:v>466259.57000000007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505116.31999999995</c:v>
                </c:pt>
                <c:pt idx="1">
                  <c:v>425545.19</c:v>
                </c:pt>
                <c:pt idx="2">
                  <c:v>523117.75</c:v>
                </c:pt>
                <c:pt idx="3">
                  <c:v>472803.14</c:v>
                </c:pt>
                <c:pt idx="4">
                  <c:v>489370.4</c:v>
                </c:pt>
                <c:pt idx="5">
                  <c:v>563912.45</c:v>
                </c:pt>
                <c:pt idx="6">
                  <c:v>490899.11</c:v>
                </c:pt>
                <c:pt idx="7">
                  <c:v>527163.38</c:v>
                </c:pt>
                <c:pt idx="8">
                  <c:v>461908.64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16580.666"/>
          <c:min val="411394.4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967920.61</c:v>
                </c:pt>
                <c:pt idx="1">
                  <c:v>1023151.2</c:v>
                </c:pt>
                <c:pt idx="2">
                  <c:v>1114411.58</c:v>
                </c:pt>
                <c:pt idx="3">
                  <c:v>1115767.1</c:v>
                </c:pt>
                <c:pt idx="4">
                  <c:v>1023812.82</c:v>
                </c:pt>
                <c:pt idx="5">
                  <c:v>1082853.6099999999</c:v>
                </c:pt>
                <c:pt idx="6">
                  <c:v>1152022.0899999999</c:v>
                </c:pt>
                <c:pt idx="7">
                  <c:v>1064155.92</c:v>
                </c:pt>
                <c:pt idx="8">
                  <c:v>912177.99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871632.61</c:v>
                </c:pt>
                <c:pt idx="1">
                  <c:v>837180.61</c:v>
                </c:pt>
                <c:pt idx="2">
                  <c:v>938652.87</c:v>
                </c:pt>
                <c:pt idx="3">
                  <c:v>935728.03</c:v>
                </c:pt>
                <c:pt idx="4">
                  <c:v>926666.1399999999</c:v>
                </c:pt>
                <c:pt idx="5">
                  <c:v>1030137.8499999999</c:v>
                </c:pt>
                <c:pt idx="6">
                  <c:v>979647.22</c:v>
                </c:pt>
                <c:pt idx="7">
                  <c:v>1033811.8300000001</c:v>
                </c:pt>
                <c:pt idx="8">
                  <c:v>1062924.72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77209.4083999998"/>
          <c:min val="811993.29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312195.81</c:v>
                </c:pt>
                <c:pt idx="1">
                  <c:v>244144.63</c:v>
                </c:pt>
                <c:pt idx="2">
                  <c:v>383242.66000000003</c:v>
                </c:pt>
                <c:pt idx="3">
                  <c:v/>
                </c:pt>
                <c:pt idx="4">
                  <c:v/>
                </c:pt>
                <c:pt idx="5">
                  <c:v/>
                </c:pt>
                <c:pt idx="6">
                  <c:v/>
                </c:pt>
                <c:pt idx="7">
                  <c:v/>
                </c:pt>
                <c:pt idx="8">
                  <c:v/>
                </c:pt>
              </c:numCache>
            </c:numRef>
          </c:val>
          <c:smooth val="0"/>
        </c:ser>
        <c:ser>
          <c:idx val="1"/>
          <c:order val="1"/>
          <c:tx>
            <c:strRef>
              <c:f>Sheet1!$C$1</c:f>
              <c:strCache>
                <c:ptCount val="1"/>
                <c:pt idx="0">
                  <c:v>q2</c:v>
                </c:pt>
              </c:strCache>
            </c:strRef>
          </c:tx>
          <c:spPr>
            <a:solidFill>
              <a:srgbClr val="E3E3E3"/>
            </a:solidFill>
            <a:ln w="22225" cap="flat">
              <a:solidFill>
                <a:srgbClr val="E3E3E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3E3E3"/>
              </a:solidFill>
              <a:ln w="9525" cap="flat">
                <a:solidFill>
                  <a:srgbClr val="E3E3E3"/>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
                </c:pt>
                <c:pt idx="1">
                  <c:v/>
                </c:pt>
                <c:pt idx="2">
                  <c:v>383242.66000000003</c:v>
                </c:pt>
                <c:pt idx="3">
                  <c:v>370587.38</c:v>
                </c:pt>
                <c:pt idx="4">
                  <c:v>346514.70999999996</c:v>
                </c:pt>
                <c:pt idx="5">
                  <c:v>373696.75</c:v>
                </c:pt>
                <c:pt idx="6">
                  <c:v>354810.52</c:v>
                </c:pt>
                <c:pt idx="7">
                  <c:v/>
                </c:pt>
                <c:pt idx="8">
                  <c:v/>
                </c:pt>
              </c:numCache>
            </c:numRef>
          </c:val>
          <c:smooth val="0"/>
        </c:ser>
        <c:ser>
          <c:idx val="2"/>
          <c:order val="2"/>
          <c:tx>
            <c:strRef>
              <c:f>Sheet1!$D$1</c:f>
              <c:strCache>
                <c:ptCount val="1"/>
                <c:pt idx="0">
                  <c:v>q3</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Sheet1!$D$2:$D$10</c:f>
              <c:numCache>
                <c:formatCode>General</c:formatCode>
                <c:ptCount val="9"/>
                <c:pt idx="0">
                  <c:v/>
                </c:pt>
                <c:pt idx="1">
                  <c:v/>
                </c:pt>
                <c:pt idx="2">
                  <c:v/>
                </c:pt>
                <c:pt idx="3">
                  <c:v/>
                </c:pt>
                <c:pt idx="4">
                  <c:v/>
                </c:pt>
                <c:pt idx="5">
                  <c:v/>
                </c:pt>
                <c:pt idx="6">
                  <c:v>354810.52</c:v>
                </c:pt>
                <c:pt idx="7">
                  <c:v>417024.20999999996</c:v>
                </c:pt>
                <c:pt idx="8">
                  <c:v>502806.28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23499.21200000006"/>
          <c:min val="223451.6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220126.35</c:v>
                </c:pt>
                <c:pt idx="1">
                  <c:v>225929.27000000002</c:v>
                </c:pt>
                <c:pt idx="2">
                  <c:v>235264.43</c:v>
                </c:pt>
                <c:pt idx="3">
                  <c:v/>
                </c:pt>
                <c:pt idx="4">
                  <c:v/>
                </c:pt>
                <c:pt idx="5">
                  <c:v/>
                </c:pt>
                <c:pt idx="6">
                  <c:v/>
                </c:pt>
                <c:pt idx="7">
                  <c:v/>
                </c:pt>
                <c:pt idx="8">
                  <c:v/>
                </c:pt>
              </c:numCache>
            </c:numRef>
          </c:val>
          <c:smooth val="0"/>
        </c:ser>
        <c:ser>
          <c:idx val="1"/>
          <c:order val="1"/>
          <c:tx>
            <c:strRef>
              <c:f>Sheet1!$C$1</c:f>
              <c:strCache>
                <c:ptCount val="1"/>
                <c:pt idx="0">
                  <c:v>q2</c:v>
                </c:pt>
              </c:strCache>
            </c:strRef>
          </c:tx>
          <c:spPr>
            <a:solidFill>
              <a:srgbClr val="E3E3E3"/>
            </a:solidFill>
            <a:ln w="22225" cap="flat">
              <a:solidFill>
                <a:srgbClr val="E3E3E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3E3E3"/>
              </a:solidFill>
              <a:ln w="9525" cap="flat">
                <a:solidFill>
                  <a:srgbClr val="E3E3E3"/>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
                </c:pt>
                <c:pt idx="1">
                  <c:v/>
                </c:pt>
                <c:pt idx="2">
                  <c:v>235264.43</c:v>
                </c:pt>
                <c:pt idx="3">
                  <c:v>268052.81</c:v>
                </c:pt>
                <c:pt idx="4">
                  <c:v>236399.33000000002</c:v>
                </c:pt>
                <c:pt idx="5">
                  <c:v>246286.1</c:v>
                </c:pt>
                <c:pt idx="6">
                  <c:v>321089.49</c:v>
                </c:pt>
                <c:pt idx="7">
                  <c:v/>
                </c:pt>
                <c:pt idx="8">
                  <c:v/>
                </c:pt>
              </c:numCache>
            </c:numRef>
          </c:val>
          <c:smooth val="0"/>
        </c:ser>
        <c:ser>
          <c:idx val="2"/>
          <c:order val="2"/>
          <c:tx>
            <c:strRef>
              <c:f>Sheet1!$D$1</c:f>
              <c:strCache>
                <c:ptCount val="1"/>
                <c:pt idx="0">
                  <c:v>q3</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Sheet1!$D$2:$D$10</c:f>
              <c:numCache>
                <c:formatCode>General</c:formatCode>
                <c:ptCount val="9"/>
                <c:pt idx="0">
                  <c:v/>
                </c:pt>
                <c:pt idx="1">
                  <c:v/>
                </c:pt>
                <c:pt idx="2">
                  <c:v/>
                </c:pt>
                <c:pt idx="3">
                  <c:v/>
                </c:pt>
                <c:pt idx="4">
                  <c:v/>
                </c:pt>
                <c:pt idx="5">
                  <c:v/>
                </c:pt>
                <c:pt idx="6">
                  <c:v>321089.49</c:v>
                </c:pt>
                <c:pt idx="7">
                  <c:v>286186.58</c:v>
                </c:pt>
                <c:pt idx="8">
                  <c:v>296614.76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9166.5412"/>
          <c:min val="212049.298800000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319902.05</c:v>
                </c:pt>
                <c:pt idx="1">
                  <c:v>332719.38</c:v>
                </c:pt>
                <c:pt idx="2">
                  <c:v>344373.8</c:v>
                </c:pt>
                <c:pt idx="3">
                  <c:v/>
                </c:pt>
                <c:pt idx="4">
                  <c:v/>
                </c:pt>
                <c:pt idx="5">
                  <c:v/>
                </c:pt>
                <c:pt idx="6">
                  <c:v/>
                </c:pt>
                <c:pt idx="7">
                  <c:v/>
                </c:pt>
                <c:pt idx="8">
                  <c:v/>
                </c:pt>
              </c:numCache>
            </c:numRef>
          </c:val>
          <c:smooth val="0"/>
        </c:ser>
        <c:ser>
          <c:idx val="1"/>
          <c:order val="1"/>
          <c:tx>
            <c:strRef>
              <c:f>Sheet1!$C$1</c:f>
              <c:strCache>
                <c:ptCount val="1"/>
                <c:pt idx="0">
                  <c:v>q2</c:v>
                </c:pt>
              </c:strCache>
            </c:strRef>
          </c:tx>
          <c:spPr>
            <a:solidFill>
              <a:srgbClr val="E3E3E3"/>
            </a:solidFill>
            <a:ln w="22225" cap="flat">
              <a:solidFill>
                <a:srgbClr val="E3E3E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3E3E3"/>
              </a:solidFill>
              <a:ln w="9525" cap="flat">
                <a:solidFill>
                  <a:srgbClr val="E3E3E3"/>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
                </c:pt>
                <c:pt idx="1">
                  <c:v/>
                </c:pt>
                <c:pt idx="2">
                  <c:v>344373.8</c:v>
                </c:pt>
                <c:pt idx="3">
                  <c:v>411838.2</c:v>
                </c:pt>
                <c:pt idx="4">
                  <c:v>359315.94</c:v>
                </c:pt>
                <c:pt idx="5">
                  <c:v>360807.55</c:v>
                </c:pt>
                <c:pt idx="6">
                  <c:v>433946.57999999996</c:v>
                </c:pt>
                <c:pt idx="7">
                  <c:v/>
                </c:pt>
                <c:pt idx="8">
                  <c:v/>
                </c:pt>
              </c:numCache>
            </c:numRef>
          </c:val>
          <c:smooth val="0"/>
        </c:ser>
        <c:ser>
          <c:idx val="2"/>
          <c:order val="2"/>
          <c:tx>
            <c:strRef>
              <c:f>Sheet1!$D$1</c:f>
              <c:strCache>
                <c:ptCount val="1"/>
                <c:pt idx="0">
                  <c:v>q3</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Sheet1!$D$2:$D$10</c:f>
              <c:numCache>
                <c:formatCode>General</c:formatCode>
                <c:ptCount val="9"/>
                <c:pt idx="0">
                  <c:v/>
                </c:pt>
                <c:pt idx="1">
                  <c:v/>
                </c:pt>
                <c:pt idx="2">
                  <c:v/>
                </c:pt>
                <c:pt idx="3">
                  <c:v/>
                </c:pt>
                <c:pt idx="4">
                  <c:v/>
                </c:pt>
                <c:pt idx="5">
                  <c:v/>
                </c:pt>
                <c:pt idx="6">
                  <c:v>433946.57999999996</c:v>
                </c:pt>
                <c:pt idx="7">
                  <c:v>424949.79000000004</c:v>
                </c:pt>
                <c:pt idx="8">
                  <c:v>428298.29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43070.14239999995"/>
          <c:min val="310778.48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386437.18000000005</c:v>
                </c:pt>
                <c:pt idx="1">
                  <c:v>337833.08</c:v>
                </c:pt>
                <c:pt idx="2">
                  <c:v>366915.45999999996</c:v>
                </c:pt>
                <c:pt idx="3">
                  <c:v/>
                </c:pt>
                <c:pt idx="4">
                  <c:v/>
                </c:pt>
                <c:pt idx="5">
                  <c:v/>
                </c:pt>
                <c:pt idx="6">
                  <c:v/>
                </c:pt>
                <c:pt idx="7">
                  <c:v/>
                </c:pt>
                <c:pt idx="8">
                  <c:v/>
                </c:pt>
              </c:numCache>
            </c:numRef>
          </c:val>
          <c:smooth val="0"/>
        </c:ser>
        <c:ser>
          <c:idx val="1"/>
          <c:order val="1"/>
          <c:tx>
            <c:strRef>
              <c:f>Sheet1!$C$1</c:f>
              <c:strCache>
                <c:ptCount val="1"/>
                <c:pt idx="0">
                  <c:v>q2</c:v>
                </c:pt>
              </c:strCache>
            </c:strRef>
          </c:tx>
          <c:spPr>
            <a:solidFill>
              <a:srgbClr val="E3E3E3"/>
            </a:solidFill>
            <a:ln w="22225" cap="flat">
              <a:solidFill>
                <a:srgbClr val="E3E3E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3E3E3"/>
              </a:solidFill>
              <a:ln w="9525" cap="flat">
                <a:solidFill>
                  <a:srgbClr val="E3E3E3"/>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
                </c:pt>
                <c:pt idx="1">
                  <c:v/>
                </c:pt>
                <c:pt idx="2">
                  <c:v>366915.45999999996</c:v>
                </c:pt>
                <c:pt idx="3">
                  <c:v>331751.27</c:v>
                </c:pt>
                <c:pt idx="4">
                  <c:v>365252.67</c:v>
                </c:pt>
                <c:pt idx="5">
                  <c:v>420496.47</c:v>
                </c:pt>
                <c:pt idx="6">
                  <c:v>481008.81</c:v>
                </c:pt>
                <c:pt idx="7">
                  <c:v/>
                </c:pt>
                <c:pt idx="8">
                  <c:v/>
                </c:pt>
              </c:numCache>
            </c:numRef>
          </c:val>
          <c:smooth val="0"/>
        </c:ser>
        <c:ser>
          <c:idx val="2"/>
          <c:order val="2"/>
          <c:tx>
            <c:strRef>
              <c:f>Sheet1!$D$1</c:f>
              <c:strCache>
                <c:ptCount val="1"/>
                <c:pt idx="0">
                  <c:v>q3</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Sheet1!$D$2:$D$10</c:f>
              <c:numCache>
                <c:formatCode>General</c:formatCode>
                <c:ptCount val="9"/>
                <c:pt idx="0">
                  <c:v/>
                </c:pt>
                <c:pt idx="1">
                  <c:v/>
                </c:pt>
                <c:pt idx="2">
                  <c:v/>
                </c:pt>
                <c:pt idx="3">
                  <c:v/>
                </c:pt>
                <c:pt idx="4">
                  <c:v/>
                </c:pt>
                <c:pt idx="5">
                  <c:v/>
                </c:pt>
                <c:pt idx="6">
                  <c:v>481008.81</c:v>
                </c:pt>
                <c:pt idx="7">
                  <c:v>465497.61</c:v>
                </c:pt>
                <c:pt idx="8">
                  <c:v>397956.2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92949.4132"/>
          <c:min val="319810.666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122685.44</c:v>
                </c:pt>
                <c:pt idx="1">
                  <c:v>170274.09</c:v>
                </c:pt>
                <c:pt idx="2">
                  <c:v>181574.05</c:v>
                </c:pt>
                <c:pt idx="3">
                  <c:v/>
                </c:pt>
                <c:pt idx="4">
                  <c:v/>
                </c:pt>
                <c:pt idx="5">
                  <c:v/>
                </c:pt>
                <c:pt idx="6">
                  <c:v/>
                </c:pt>
                <c:pt idx="7">
                  <c:v/>
                </c:pt>
                <c:pt idx="8">
                  <c:v/>
                </c:pt>
              </c:numCache>
            </c:numRef>
          </c:val>
          <c:smooth val="0"/>
        </c:ser>
        <c:ser>
          <c:idx val="1"/>
          <c:order val="1"/>
          <c:tx>
            <c:strRef>
              <c:f>Sheet1!$C$1</c:f>
              <c:strCache>
                <c:ptCount val="1"/>
                <c:pt idx="0">
                  <c:v>q2</c:v>
                </c:pt>
              </c:strCache>
            </c:strRef>
          </c:tx>
          <c:spPr>
            <a:solidFill>
              <a:srgbClr val="E3E3E3"/>
            </a:solidFill>
            <a:ln w="22225" cap="flat">
              <a:solidFill>
                <a:srgbClr val="E3E3E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3E3E3"/>
              </a:solidFill>
              <a:ln w="9525" cap="flat">
                <a:solidFill>
                  <a:srgbClr val="E3E3E3"/>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
                </c:pt>
                <c:pt idx="1">
                  <c:v/>
                </c:pt>
                <c:pt idx="2">
                  <c:v>181574.05</c:v>
                </c:pt>
                <c:pt idx="3">
                  <c:v>159002.65</c:v>
                </c:pt>
                <c:pt idx="4">
                  <c:v>158555.92</c:v>
                </c:pt>
                <c:pt idx="5">
                  <c:v>177958.81</c:v>
                </c:pt>
                <c:pt idx="6">
                  <c:v>206377.29</c:v>
                </c:pt>
                <c:pt idx="7">
                  <c:v/>
                </c:pt>
                <c:pt idx="8">
                  <c:v/>
                </c:pt>
              </c:numCache>
            </c:numRef>
          </c:val>
          <c:smooth val="0"/>
        </c:ser>
        <c:ser>
          <c:idx val="2"/>
          <c:order val="2"/>
          <c:tx>
            <c:strRef>
              <c:f>Sheet1!$D$1</c:f>
              <c:strCache>
                <c:ptCount val="1"/>
                <c:pt idx="0">
                  <c:v>q3</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Sheet1!$D$2:$D$10</c:f>
              <c:numCache>
                <c:formatCode>General</c:formatCode>
                <c:ptCount val="9"/>
                <c:pt idx="0">
                  <c:v/>
                </c:pt>
                <c:pt idx="1">
                  <c:v/>
                </c:pt>
                <c:pt idx="2">
                  <c:v/>
                </c:pt>
                <c:pt idx="3">
                  <c:v/>
                </c:pt>
                <c:pt idx="4">
                  <c:v/>
                </c:pt>
                <c:pt idx="5">
                  <c:v/>
                </c:pt>
                <c:pt idx="6">
                  <c:v>206377.29</c:v>
                </c:pt>
                <c:pt idx="7">
                  <c:v>179348.7</c:v>
                </c:pt>
                <c:pt idx="8">
                  <c:v>179494.38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3072.638"/>
          <c:min val="115990.0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69798.23</c:v>
                </c:pt>
                <c:pt idx="1">
                  <c:v>71904.48</c:v>
                </c:pt>
                <c:pt idx="2">
                  <c:v>59129.22</c:v>
                </c:pt>
                <c:pt idx="3">
                  <c:v>91421.93</c:v>
                </c:pt>
                <c:pt idx="4">
                  <c:v>64530.06</c:v>
                </c:pt>
                <c:pt idx="5">
                  <c:v>59551.19</c:v>
                </c:pt>
                <c:pt idx="6">
                  <c:v>95630.58</c:v>
                </c:pt>
                <c:pt idx="7">
                  <c:v>70250.86</c:v>
                </c:pt>
                <c:pt idx="8">
                  <c:v>65453.38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69682.41</c:v>
                </c:pt>
                <c:pt idx="1">
                  <c:v>92272.03</c:v>
                </c:pt>
                <c:pt idx="2">
                  <c:v>125178.68</c:v>
                </c:pt>
                <c:pt idx="3">
                  <c:v>95472.62</c:v>
                </c:pt>
                <c:pt idx="4">
                  <c:v>106105.6</c:v>
                </c:pt>
                <c:pt idx="5">
                  <c:v>118651.26</c:v>
                </c:pt>
                <c:pt idx="6">
                  <c:v>142107.98</c:v>
                </c:pt>
                <c:pt idx="7">
                  <c:v>123108.19</c:v>
                </c:pt>
                <c:pt idx="8">
                  <c:v>119981.01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8746.2808"/>
          <c:min val="52490.9192000000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202262.9</c:v>
                </c:pt>
                <c:pt idx="1">
                  <c:v>182948.08</c:v>
                </c:pt>
                <c:pt idx="2">
                  <c:v>203100.59</c:v>
                </c:pt>
                <c:pt idx="3">
                  <c:v>183103.26</c:v>
                </c:pt>
                <c:pt idx="4">
                  <c:v>191403.86</c:v>
                </c:pt>
                <c:pt idx="5">
                  <c:v>164166.47</c:v>
                </c:pt>
                <c:pt idx="6">
                  <c:v>165192.98</c:v>
                </c:pt>
                <c:pt idx="7">
                  <c:v>178976.28</c:v>
                </c:pt>
                <c:pt idx="8">
                  <c:v>139572.17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220081.2</c:v>
                </c:pt>
                <c:pt idx="1">
                  <c:v>219688.36</c:v>
                </c:pt>
                <c:pt idx="2">
                  <c:v>242099.99</c:v>
                </c:pt>
                <c:pt idx="3">
                  <c:v>225354.2</c:v>
                </c:pt>
                <c:pt idx="4">
                  <c:v>211300.66</c:v>
                </c:pt>
                <c:pt idx="5">
                  <c:v>220497.88</c:v>
                </c:pt>
                <c:pt idx="6">
                  <c:v>237136.14</c:v>
                </c:pt>
                <c:pt idx="7">
                  <c:v>246949.08</c:v>
                </c:pt>
                <c:pt idx="8">
                  <c:v>262460.99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2292.0956"/>
          <c:min val="129741.064400000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216918.34</c:v>
                </c:pt>
                <c:pt idx="1">
                  <c:v>168250.31</c:v>
                </c:pt>
                <c:pt idx="2">
                  <c:v>264333.21</c:v>
                </c:pt>
                <c:pt idx="3">
                  <c:v>282688.96</c:v>
                </c:pt>
                <c:pt idx="4">
                  <c:v>256619.26</c:v>
                </c:pt>
                <c:pt idx="5">
                  <c:v>238233.6</c:v>
                </c:pt>
                <c:pt idx="6">
                  <c:v>281263.05</c:v>
                </c:pt>
                <c:pt idx="7">
                  <c:v>276144.77</c:v>
                </c:pt>
                <c:pt idx="8">
                  <c:v>326475.32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328408.31</c:v>
                </c:pt>
                <c:pt idx="1">
                  <c:v>305255.29</c:v>
                </c:pt>
                <c:pt idx="2">
                  <c:v>340713.51</c:v>
                </c:pt>
                <c:pt idx="3">
                  <c:v>321010.17</c:v>
                </c:pt>
                <c:pt idx="4">
                  <c:v>342497.71</c:v>
                </c:pt>
                <c:pt idx="5">
                  <c:v>334870.15</c:v>
                </c:pt>
                <c:pt idx="6">
                  <c:v>330217.21</c:v>
                </c:pt>
                <c:pt idx="7">
                  <c:v>314456.25</c:v>
                </c:pt>
                <c:pt idx="8">
                  <c:v>332821.98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6437.50200000004"/>
          <c:min val="154310.517999999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121245.48</c:v>
                </c:pt>
                <c:pt idx="1">
                  <c:v>113928.38</c:v>
                </c:pt>
                <c:pt idx="2">
                  <c:v>119209.34</c:v>
                </c:pt>
                <c:pt idx="3">
                  <c:v>128224.83</c:v>
                </c:pt>
                <c:pt idx="4">
                  <c:v>136494.92</c:v>
                </c:pt>
                <c:pt idx="5">
                  <c:v>151095.11</c:v>
                </c:pt>
                <c:pt idx="6">
                  <c:v>142830.91</c:v>
                </c:pt>
                <c:pt idx="7">
                  <c:v>93867.8</c:v>
                </c:pt>
                <c:pt idx="8">
                  <c:v>136634.43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154644.19</c:v>
                </c:pt>
                <c:pt idx="1">
                  <c:v>143432.3</c:v>
                </c:pt>
                <c:pt idx="2">
                  <c:v>170167.88</c:v>
                </c:pt>
                <c:pt idx="3">
                  <c:v>169885.52</c:v>
                </c:pt>
                <c:pt idx="4">
                  <c:v>143686.51</c:v>
                </c:pt>
                <c:pt idx="5">
                  <c:v>158003.55</c:v>
                </c:pt>
                <c:pt idx="6">
                  <c:v>172735.07</c:v>
                </c:pt>
                <c:pt idx="7">
                  <c:v>166546.76</c:v>
                </c:pt>
                <c:pt idx="8">
                  <c:v>179392.89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6234.8972"/>
          <c:min val="87025.79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327013.44</c:v>
                </c:pt>
                <c:pt idx="1">
                  <c:v>293779.76</c:v>
                </c:pt>
                <c:pt idx="2">
                  <c:v>302078.84</c:v>
                </c:pt>
                <c:pt idx="3">
                  <c:v>349051.56</c:v>
                </c:pt>
                <c:pt idx="4">
                  <c:v>333755.03</c:v>
                </c:pt>
                <c:pt idx="5">
                  <c:v>355036.92</c:v>
                </c:pt>
                <c:pt idx="6">
                  <c:v>346479.07</c:v>
                </c:pt>
                <c:pt idx="7">
                  <c:v>360176.95</c:v>
                </c:pt>
                <c:pt idx="8">
                  <c:v>345809.44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355402.02</c:v>
                </c:pt>
                <c:pt idx="1">
                  <c:v>376148.84</c:v>
                </c:pt>
                <c:pt idx="2">
                  <c:v>397129.01</c:v>
                </c:pt>
                <c:pt idx="3">
                  <c:v>463124.14</c:v>
                </c:pt>
                <c:pt idx="4">
                  <c:v>405826.33</c:v>
                </c:pt>
                <c:pt idx="5">
                  <c:v>413300.11</c:v>
                </c:pt>
                <c:pt idx="6">
                  <c:v>425693.34</c:v>
                </c:pt>
                <c:pt idx="7">
                  <c:v>407256.91</c:v>
                </c:pt>
                <c:pt idx="8">
                  <c:v>388411.02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76671.6904"/>
          <c:min val="280232.20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353275.54</c:v>
                </c:pt>
                <c:pt idx="1">
                  <c:v>314975.53</c:v>
                </c:pt>
                <c:pt idx="2">
                  <c:v>314604.76</c:v>
                </c:pt>
                <c:pt idx="3">
                  <c:v>270945.17</c:v>
                </c:pt>
                <c:pt idx="4">
                  <c:v>236041.07</c:v>
                </c:pt>
                <c:pt idx="5">
                  <c:v>209056.48</c:v>
                </c:pt>
                <c:pt idx="6">
                  <c:v>181741.73</c:v>
                </c:pt>
                <c:pt idx="7">
                  <c:v>237104.9</c:v>
                </c:pt>
                <c:pt idx="8">
                  <c:v>207834.25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194970.43</c:v>
                </c:pt>
                <c:pt idx="1">
                  <c:v>238617.46</c:v>
                </c:pt>
                <c:pt idx="2">
                  <c:v>233128.95</c:v>
                </c:pt>
                <c:pt idx="3">
                  <c:v>222241.48</c:v>
                </c:pt>
                <c:pt idx="4">
                  <c:v>228299.88</c:v>
                </c:pt>
                <c:pt idx="5">
                  <c:v>217804.65</c:v>
                </c:pt>
                <c:pt idx="6">
                  <c:v>180347.34</c:v>
                </c:pt>
                <c:pt idx="7">
                  <c:v>197623.48</c:v>
                </c:pt>
                <c:pt idx="8">
                  <c:v>174623.32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7567.7176"/>
          <c:min val="160331.14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102033.74</c:v>
                </c:pt>
                <c:pt idx="1">
                  <c:v>76401</c:v>
                </c:pt>
                <c:pt idx="2">
                  <c:v>76469</c:v>
                </c:pt>
                <c:pt idx="3">
                  <c:v>97849.57</c:v>
                </c:pt>
                <c:pt idx="4">
                  <c:v>76957.35</c:v>
                </c:pt>
                <c:pt idx="5">
                  <c:v>80529.47</c:v>
                </c:pt>
                <c:pt idx="6">
                  <c:v>75751.65</c:v>
                </c:pt>
                <c:pt idx="7">
                  <c:v>76285.47</c:v>
                </c:pt>
                <c:pt idx="8">
                  <c:v>61238.72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77148.21</c:v>
                </c:pt>
                <c:pt idx="1">
                  <c:v>50714.3</c:v>
                </c:pt>
                <c:pt idx="2">
                  <c:v>62970.27</c:v>
                </c:pt>
                <c:pt idx="3">
                  <c:v>69943.09</c:v>
                </c:pt>
                <c:pt idx="4">
                  <c:v>57099.67</c:v>
                </c:pt>
                <c:pt idx="5">
                  <c:v>81302.86</c:v>
                </c:pt>
                <c:pt idx="6">
                  <c:v>71072.87</c:v>
                </c:pt>
                <c:pt idx="7">
                  <c:v>57804.52</c:v>
                </c:pt>
                <c:pt idx="8">
                  <c:v>60424.61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6139.29520000001"/>
          <c:min val="46608.74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391793.32</c:v>
                </c:pt>
                <c:pt idx="1">
                  <c:v>381151.32</c:v>
                </c:pt>
                <c:pt idx="2">
                  <c:v>436075.66</c:v>
                </c:pt>
                <c:pt idx="3">
                  <c:v>404816.51</c:v>
                </c:pt>
                <c:pt idx="4">
                  <c:v>482371.2</c:v>
                </c:pt>
                <c:pt idx="5">
                  <c:v>481502.62</c:v>
                </c:pt>
                <c:pt idx="6">
                  <c:v>517873.69</c:v>
                </c:pt>
                <c:pt idx="7">
                  <c:v>518472.34</c:v>
                </c:pt>
                <c:pt idx="8">
                  <c:v>435666.96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440569.72</c:v>
                </c:pt>
                <c:pt idx="1">
                  <c:v>353021.73</c:v>
                </c:pt>
                <c:pt idx="2">
                  <c:v>386548.74</c:v>
                </c:pt>
                <c:pt idx="3">
                  <c:v>386837.05</c:v>
                </c:pt>
                <c:pt idx="4">
                  <c:v>393064.84</c:v>
                </c:pt>
                <c:pt idx="5">
                  <c:v>409975.28</c:v>
                </c:pt>
                <c:pt idx="6">
                  <c:v>412383.09</c:v>
                </c:pt>
                <c:pt idx="7">
                  <c:v>379293.05</c:v>
                </c:pt>
                <c:pt idx="8">
                  <c:v>340820.23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32684.5088000001"/>
          <c:min val="326608.06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673827.96</c:v>
                </c:pt>
                <c:pt idx="1">
                  <c:v>749491.65</c:v>
                </c:pt>
                <c:pt idx="2">
                  <c:v>806776.87</c:v>
                </c:pt>
                <c:pt idx="3">
                  <c:v>790655.95</c:v>
                </c:pt>
                <c:pt idx="4">
                  <c:v>716533.45</c:v>
                </c:pt>
                <c:pt idx="5">
                  <c:v>747376.46</c:v>
                </c:pt>
                <c:pt idx="6">
                  <c:v>805503.98</c:v>
                </c:pt>
                <c:pt idx="7">
                  <c:v>712082.62</c:v>
                </c:pt>
                <c:pt idx="8">
                  <c:v>611615.1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606190.88</c:v>
                </c:pt>
                <c:pt idx="1">
                  <c:v>576206.27</c:v>
                </c:pt>
                <c:pt idx="2">
                  <c:v>654753.34</c:v>
                </c:pt>
                <c:pt idx="3">
                  <c:v>632216.13</c:v>
                </c:pt>
                <c:pt idx="4">
                  <c:v>647585.46</c:v>
                </c:pt>
                <c:pt idx="5">
                  <c:v>705023.44</c:v>
                </c:pt>
                <c:pt idx="6">
                  <c:v>662392.5</c:v>
                </c:pt>
                <c:pt idx="7">
                  <c:v>723575.54</c:v>
                </c:pt>
                <c:pt idx="8">
                  <c:v>711304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25222.518"/>
          <c:min val="557760.6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388690.59</c:v>
                </c:pt>
                <c:pt idx="1">
                  <c:v>340253.4</c:v>
                </c:pt>
                <c:pt idx="2">
                  <c:v>363438.9</c:v>
                </c:pt>
                <c:pt idx="3">
                  <c:v>368519.12</c:v>
                </c:pt>
                <c:pt idx="4">
                  <c:v>366273.39</c:v>
                </c:pt>
                <c:pt idx="5">
                  <c:v>387754.64</c:v>
                </c:pt>
                <c:pt idx="6">
                  <c:v>399942.95</c:v>
                </c:pt>
                <c:pt idx="7">
                  <c:v>343979.42</c:v>
                </c:pt>
                <c:pt idx="8">
                  <c:v>273370.84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352982.92</c:v>
                </c:pt>
                <c:pt idx="1">
                  <c:v>257357.28</c:v>
                </c:pt>
                <c:pt idx="2">
                  <c:v>359403.52</c:v>
                </c:pt>
                <c:pt idx="3">
                  <c:v>338905.35</c:v>
                </c:pt>
                <c:pt idx="4">
                  <c:v>339820.26</c:v>
                </c:pt>
                <c:pt idx="5">
                  <c:v>386529.52</c:v>
                </c:pt>
                <c:pt idx="6">
                  <c:v>334867.23</c:v>
                </c:pt>
                <c:pt idx="7">
                  <c:v>353652.99</c:v>
                </c:pt>
                <c:pt idx="8">
                  <c:v>316777.81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11349.8036"/>
          <c:min val="245950.42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200653.06</c:v>
                </c:pt>
                <c:pt idx="1">
                  <c:v>158543.21</c:v>
                </c:pt>
                <c:pt idx="2">
                  <c:v>239048.59</c:v>
                </c:pt>
                <c:pt idx="3">
                  <c:v/>
                </c:pt>
                <c:pt idx="4">
                  <c:v/>
                </c:pt>
                <c:pt idx="5">
                  <c:v/>
                </c:pt>
                <c:pt idx="6">
                  <c:v/>
                </c:pt>
                <c:pt idx="7">
                  <c:v/>
                </c:pt>
                <c:pt idx="8">
                  <c:v/>
                </c:pt>
              </c:numCache>
            </c:numRef>
          </c:val>
          <c:smooth val="0"/>
        </c:ser>
        <c:ser>
          <c:idx val="1"/>
          <c:order val="1"/>
          <c:tx>
            <c:strRef>
              <c:f>Sheet1!$C$1</c:f>
              <c:strCache>
                <c:ptCount val="1"/>
                <c:pt idx="0">
                  <c:v>q2</c:v>
                </c:pt>
              </c:strCache>
            </c:strRef>
          </c:tx>
          <c:spPr>
            <a:solidFill>
              <a:srgbClr val="E3E3E3"/>
            </a:solidFill>
            <a:ln w="22225" cap="flat">
              <a:solidFill>
                <a:srgbClr val="E3E3E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3E3E3"/>
              </a:solidFill>
              <a:ln w="9525" cap="flat">
                <a:solidFill>
                  <a:srgbClr val="E3E3E3"/>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
                </c:pt>
                <c:pt idx="1">
                  <c:v/>
                </c:pt>
                <c:pt idx="2">
                  <c:v>239048.59</c:v>
                </c:pt>
                <c:pt idx="3">
                  <c:v>229696.39</c:v>
                </c:pt>
                <c:pt idx="4">
                  <c:v>230043.21</c:v>
                </c:pt>
                <c:pt idx="5">
                  <c:v>228281.59</c:v>
                </c:pt>
                <c:pt idx="6">
                  <c:v>237882.27</c:v>
                </c:pt>
                <c:pt idx="7">
                  <c:v/>
                </c:pt>
                <c:pt idx="8">
                  <c:v/>
                </c:pt>
              </c:numCache>
            </c:numRef>
          </c:val>
          <c:smooth val="0"/>
        </c:ser>
        <c:ser>
          <c:idx val="2"/>
          <c:order val="2"/>
          <c:tx>
            <c:strRef>
              <c:f>Sheet1!$D$1</c:f>
              <c:strCache>
                <c:ptCount val="1"/>
                <c:pt idx="0">
                  <c:v>q3</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Sheet1!$D$2:$D$10</c:f>
              <c:numCache>
                <c:formatCode>General</c:formatCode>
                <c:ptCount val="9"/>
                <c:pt idx="0">
                  <c:v/>
                </c:pt>
                <c:pt idx="1">
                  <c:v/>
                </c:pt>
                <c:pt idx="2">
                  <c:v/>
                </c:pt>
                <c:pt idx="3">
                  <c:v/>
                </c:pt>
                <c:pt idx="4">
                  <c:v/>
                </c:pt>
                <c:pt idx="5">
                  <c:v/>
                </c:pt>
                <c:pt idx="6">
                  <c:v>237882.27</c:v>
                </c:pt>
                <c:pt idx="7">
                  <c:v>285444.13</c:v>
                </c:pt>
                <c:pt idx="8">
                  <c:v>302457.71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3970.87"/>
          <c:min val="147030.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125432.41</c:v>
                </c:pt>
                <c:pt idx="1">
                  <c:v>134497.26</c:v>
                </c:pt>
                <c:pt idx="2">
                  <c:v>137502.63</c:v>
                </c:pt>
                <c:pt idx="3">
                  <c:v/>
                </c:pt>
                <c:pt idx="4">
                  <c:v/>
                </c:pt>
                <c:pt idx="5">
                  <c:v/>
                </c:pt>
                <c:pt idx="6">
                  <c:v/>
                </c:pt>
                <c:pt idx="7">
                  <c:v/>
                </c:pt>
                <c:pt idx="8">
                  <c:v/>
                </c:pt>
              </c:numCache>
            </c:numRef>
          </c:val>
          <c:smooth val="0"/>
        </c:ser>
        <c:ser>
          <c:idx val="1"/>
          <c:order val="1"/>
          <c:tx>
            <c:strRef>
              <c:f>Sheet1!$C$1</c:f>
              <c:strCache>
                <c:ptCount val="1"/>
                <c:pt idx="0">
                  <c:v>q2</c:v>
                </c:pt>
              </c:strCache>
            </c:strRef>
          </c:tx>
          <c:spPr>
            <a:solidFill>
              <a:srgbClr val="E3E3E3"/>
            </a:solidFill>
            <a:ln w="22225" cap="flat">
              <a:solidFill>
                <a:srgbClr val="E3E3E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3E3E3"/>
              </a:solidFill>
              <a:ln w="9525" cap="flat">
                <a:solidFill>
                  <a:srgbClr val="E3E3E3"/>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
                </c:pt>
                <c:pt idx="1">
                  <c:v/>
                </c:pt>
                <c:pt idx="2">
                  <c:v>137502.63</c:v>
                </c:pt>
                <c:pt idx="3">
                  <c:v>157909.72</c:v>
                </c:pt>
                <c:pt idx="4">
                  <c:v>150491.06</c:v>
                </c:pt>
                <c:pt idx="5">
                  <c:v>154136.1</c:v>
                </c:pt>
                <c:pt idx="6">
                  <c:v>187252.61</c:v>
                </c:pt>
                <c:pt idx="7">
                  <c:v/>
                </c:pt>
                <c:pt idx="8">
                  <c:v/>
                </c:pt>
              </c:numCache>
            </c:numRef>
          </c:val>
          <c:smooth val="0"/>
        </c:ser>
        <c:ser>
          <c:idx val="2"/>
          <c:order val="2"/>
          <c:tx>
            <c:strRef>
              <c:f>Sheet1!$D$1</c:f>
              <c:strCache>
                <c:ptCount val="1"/>
                <c:pt idx="0">
                  <c:v>q3</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Sheet1!$D$2:$D$10</c:f>
              <c:numCache>
                <c:formatCode>General</c:formatCode>
                <c:ptCount val="9"/>
                <c:pt idx="0">
                  <c:v/>
                </c:pt>
                <c:pt idx="1">
                  <c:v/>
                </c:pt>
                <c:pt idx="2">
                  <c:v/>
                </c:pt>
                <c:pt idx="3">
                  <c:v/>
                </c:pt>
                <c:pt idx="4">
                  <c:v/>
                </c:pt>
                <c:pt idx="5">
                  <c:v/>
                </c:pt>
                <c:pt idx="6">
                  <c:v>187252.61</c:v>
                </c:pt>
                <c:pt idx="7">
                  <c:v>171149.75</c:v>
                </c:pt>
                <c:pt idx="8">
                  <c:v>176195.28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2198.226"/>
          <c:min val="120486.7940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69682.41</c:v>
                </c:pt>
                <c:pt idx="1">
                  <c:v>92272.03</c:v>
                </c:pt>
                <c:pt idx="2">
                  <c:v>125178.68</c:v>
                </c:pt>
                <c:pt idx="3">
                  <c:v/>
                </c:pt>
                <c:pt idx="4">
                  <c:v/>
                </c:pt>
                <c:pt idx="5">
                  <c:v/>
                </c:pt>
                <c:pt idx="6">
                  <c:v/>
                </c:pt>
                <c:pt idx="7">
                  <c:v/>
                </c:pt>
                <c:pt idx="8">
                  <c:v/>
                </c:pt>
              </c:numCache>
            </c:numRef>
          </c:val>
          <c:smooth val="0"/>
        </c:ser>
        <c:ser>
          <c:idx val="1"/>
          <c:order val="1"/>
          <c:tx>
            <c:strRef>
              <c:f>Sheet1!$C$1</c:f>
              <c:strCache>
                <c:ptCount val="1"/>
                <c:pt idx="0">
                  <c:v>q2</c:v>
                </c:pt>
              </c:strCache>
            </c:strRef>
          </c:tx>
          <c:spPr>
            <a:solidFill>
              <a:srgbClr val="E3E3E3"/>
            </a:solidFill>
            <a:ln w="22225" cap="flat">
              <a:solidFill>
                <a:srgbClr val="E3E3E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3E3E3"/>
              </a:solidFill>
              <a:ln w="9525" cap="flat">
                <a:solidFill>
                  <a:srgbClr val="E3E3E3"/>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
                </c:pt>
                <c:pt idx="1">
                  <c:v/>
                </c:pt>
                <c:pt idx="2">
                  <c:v>125178.68</c:v>
                </c:pt>
                <c:pt idx="3">
                  <c:v>95472.62</c:v>
                </c:pt>
                <c:pt idx="4">
                  <c:v>106105.6</c:v>
                </c:pt>
                <c:pt idx="5">
                  <c:v>118651.26</c:v>
                </c:pt>
                <c:pt idx="6">
                  <c:v>142107.98</c:v>
                </c:pt>
                <c:pt idx="7">
                  <c:v/>
                </c:pt>
                <c:pt idx="8">
                  <c:v/>
                </c:pt>
              </c:numCache>
            </c:numRef>
          </c:val>
          <c:smooth val="0"/>
        </c:ser>
        <c:ser>
          <c:idx val="2"/>
          <c:order val="2"/>
          <c:tx>
            <c:strRef>
              <c:f>Sheet1!$D$1</c:f>
              <c:strCache>
                <c:ptCount val="1"/>
                <c:pt idx="0">
                  <c:v>q3</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Sheet1!$D$2:$D$10</c:f>
              <c:numCache>
                <c:formatCode>General</c:formatCode>
                <c:ptCount val="9"/>
                <c:pt idx="0">
                  <c:v/>
                </c:pt>
                <c:pt idx="1">
                  <c:v/>
                </c:pt>
                <c:pt idx="2">
                  <c:v/>
                </c:pt>
                <c:pt idx="3">
                  <c:v/>
                </c:pt>
                <c:pt idx="4">
                  <c:v/>
                </c:pt>
                <c:pt idx="5">
                  <c:v/>
                </c:pt>
                <c:pt idx="6">
                  <c:v>142107.98</c:v>
                </c:pt>
                <c:pt idx="7">
                  <c:v>123108.19</c:v>
                </c:pt>
                <c:pt idx="8">
                  <c:v>119981.01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7902.02560000002"/>
          <c:min val="63888.36440000000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199927.32</c:v>
                </c:pt>
                <c:pt idx="1">
                  <c:v>200794.5</c:v>
                </c:pt>
                <c:pt idx="2">
                  <c:v>217262.32</c:v>
                </c:pt>
                <c:pt idx="3">
                  <c:v/>
                </c:pt>
                <c:pt idx="4">
                  <c:v/>
                </c:pt>
                <c:pt idx="5">
                  <c:v/>
                </c:pt>
                <c:pt idx="6">
                  <c:v/>
                </c:pt>
                <c:pt idx="7">
                  <c:v/>
                </c:pt>
                <c:pt idx="8">
                  <c:v/>
                </c:pt>
              </c:numCache>
            </c:numRef>
          </c:val>
          <c:smooth val="0"/>
        </c:ser>
        <c:ser>
          <c:idx val="1"/>
          <c:order val="1"/>
          <c:tx>
            <c:strRef>
              <c:f>Sheet1!$C$1</c:f>
              <c:strCache>
                <c:ptCount val="1"/>
                <c:pt idx="0">
                  <c:v>q2</c:v>
                </c:pt>
              </c:strCache>
            </c:strRef>
          </c:tx>
          <c:spPr>
            <a:solidFill>
              <a:srgbClr val="E3E3E3"/>
            </a:solidFill>
            <a:ln w="22225" cap="flat">
              <a:solidFill>
                <a:srgbClr val="E3E3E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3E3E3"/>
              </a:solidFill>
              <a:ln w="9525" cap="flat">
                <a:solidFill>
                  <a:srgbClr val="E3E3E3"/>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
                </c:pt>
                <c:pt idx="1">
                  <c:v/>
                </c:pt>
                <c:pt idx="2">
                  <c:v>217262.32</c:v>
                </c:pt>
                <c:pt idx="3">
                  <c:v>260817.67</c:v>
                </c:pt>
                <c:pt idx="4">
                  <c:v>226404.32</c:v>
                </c:pt>
                <c:pt idx="5">
                  <c:v>217622.84</c:v>
                </c:pt>
                <c:pt idx="6">
                  <c:v>260714.22</c:v>
                </c:pt>
                <c:pt idx="7">
                  <c:v/>
                </c:pt>
                <c:pt idx="8">
                  <c:v/>
                </c:pt>
              </c:numCache>
            </c:numRef>
          </c:val>
          <c:smooth val="0"/>
        </c:ser>
        <c:ser>
          <c:idx val="2"/>
          <c:order val="2"/>
          <c:tx>
            <c:strRef>
              <c:f>Sheet1!$D$1</c:f>
              <c:strCache>
                <c:ptCount val="1"/>
                <c:pt idx="0">
                  <c:v>q3</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Sheet1!$D$2:$D$10</c:f>
              <c:numCache>
                <c:formatCode>General</c:formatCode>
                <c:ptCount val="9"/>
                <c:pt idx="0">
                  <c:v/>
                </c:pt>
                <c:pt idx="1">
                  <c:v/>
                </c:pt>
                <c:pt idx="2">
                  <c:v/>
                </c:pt>
                <c:pt idx="3">
                  <c:v/>
                </c:pt>
                <c:pt idx="4">
                  <c:v/>
                </c:pt>
                <c:pt idx="5">
                  <c:v/>
                </c:pt>
                <c:pt idx="6">
                  <c:v>260714.22</c:v>
                </c:pt>
                <c:pt idx="7">
                  <c:v>275924.76</c:v>
                </c:pt>
                <c:pt idx="8">
                  <c:v>281292.55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7801.7684"/>
          <c:min val="193418.10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248354.23</c:v>
                </c:pt>
                <c:pt idx="1">
                  <c:v>217565.48</c:v>
                </c:pt>
                <c:pt idx="2">
                  <c:v>241235.4</c:v>
                </c:pt>
                <c:pt idx="3">
                  <c:v/>
                </c:pt>
                <c:pt idx="4">
                  <c:v/>
                </c:pt>
                <c:pt idx="5">
                  <c:v/>
                </c:pt>
                <c:pt idx="6">
                  <c:v/>
                </c:pt>
                <c:pt idx="7">
                  <c:v/>
                </c:pt>
                <c:pt idx="8">
                  <c:v/>
                </c:pt>
              </c:numCache>
            </c:numRef>
          </c:val>
          <c:smooth val="0"/>
        </c:ser>
        <c:ser>
          <c:idx val="1"/>
          <c:order val="1"/>
          <c:tx>
            <c:strRef>
              <c:f>Sheet1!$C$1</c:f>
              <c:strCache>
                <c:ptCount val="1"/>
                <c:pt idx="0">
                  <c:v>q2</c:v>
                </c:pt>
              </c:strCache>
            </c:strRef>
          </c:tx>
          <c:spPr>
            <a:solidFill>
              <a:srgbClr val="E3E3E3"/>
            </a:solidFill>
            <a:ln w="22225" cap="flat">
              <a:solidFill>
                <a:srgbClr val="E3E3E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3E3E3"/>
              </a:solidFill>
              <a:ln w="9525" cap="flat">
                <a:solidFill>
                  <a:srgbClr val="E3E3E3"/>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
                </c:pt>
                <c:pt idx="1">
                  <c:v/>
                </c:pt>
                <c:pt idx="2">
                  <c:v>241235.4</c:v>
                </c:pt>
                <c:pt idx="3">
                  <c:v>209999.13</c:v>
                </c:pt>
                <c:pt idx="4">
                  <c:v>235363.8</c:v>
                </c:pt>
                <c:pt idx="5">
                  <c:v>273739.86</c:v>
                </c:pt>
                <c:pt idx="6">
                  <c:v>311914.99</c:v>
                </c:pt>
                <c:pt idx="7">
                  <c:v/>
                </c:pt>
                <c:pt idx="8">
                  <c:v/>
                </c:pt>
              </c:numCache>
            </c:numRef>
          </c:val>
          <c:smooth val="0"/>
        </c:ser>
        <c:ser>
          <c:idx val="2"/>
          <c:order val="2"/>
          <c:tx>
            <c:strRef>
              <c:f>Sheet1!$D$1</c:f>
              <c:strCache>
                <c:ptCount val="1"/>
                <c:pt idx="0">
                  <c:v>q3</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Sheet1!$D$2:$D$10</c:f>
              <c:numCache>
                <c:formatCode>General</c:formatCode>
                <c:ptCount val="9"/>
                <c:pt idx="0">
                  <c:v/>
                </c:pt>
                <c:pt idx="1">
                  <c:v/>
                </c:pt>
                <c:pt idx="2">
                  <c:v/>
                </c:pt>
                <c:pt idx="3">
                  <c:v/>
                </c:pt>
                <c:pt idx="4">
                  <c:v/>
                </c:pt>
                <c:pt idx="5">
                  <c:v/>
                </c:pt>
                <c:pt idx="6">
                  <c:v>311914.99</c:v>
                </c:pt>
                <c:pt idx="7">
                  <c:v>296487.01</c:v>
                </c:pt>
                <c:pt idx="8">
                  <c:v>260612.17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0068.2588"/>
          <c:min val="201845.86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76895.71</c:v>
                </c:pt>
                <c:pt idx="1">
                  <c:v>63351.53</c:v>
                </c:pt>
                <c:pt idx="2">
                  <c:v>74848.47</c:v>
                </c:pt>
                <c:pt idx="3">
                  <c:v>74223.57</c:v>
                </c:pt>
                <c:pt idx="4">
                  <c:v>70582.35</c:v>
                </c:pt>
                <c:pt idx="5">
                  <c:v>65935.41</c:v>
                </c:pt>
                <c:pt idx="6">
                  <c:v>75612.26</c:v>
                </c:pt>
                <c:pt idx="7">
                  <c:v>95502.37</c:v>
                </c:pt>
                <c:pt idx="8">
                  <c:v>56955.79</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98249.62</c:v>
                </c:pt>
                <c:pt idx="1">
                  <c:v>92743.03</c:v>
                </c:pt>
                <c:pt idx="2">
                  <c:v>115703.54</c:v>
                </c:pt>
                <c:pt idx="3">
                  <c:v>90681.24</c:v>
                </c:pt>
                <c:pt idx="4">
                  <c:v>85929.13</c:v>
                </c:pt>
                <c:pt idx="5">
                  <c:v>90034.43</c:v>
                </c:pt>
                <c:pt idx="6">
                  <c:v>103967.77</c:v>
                </c:pt>
                <c:pt idx="7">
                  <c:v>112276.13</c:v>
                </c:pt>
                <c:pt idx="8">
                  <c:v>106872.2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0403.35999999999"/>
          <c:min val="52255.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288780.22</c:v>
                </c:pt>
                <c:pt idx="1">
                  <c:v>287893.23</c:v>
                </c:pt>
                <c:pt idx="2">
                  <c:v>277157.05</c:v>
                </c:pt>
                <c:pt idx="3">
                  <c:v>249244.4</c:v>
                </c:pt>
                <c:pt idx="4">
                  <c:v>267904.23</c:v>
                </c:pt>
                <c:pt idx="5">
                  <c:v>262698.23</c:v>
                </c:pt>
                <c:pt idx="6">
                  <c:v>247923.28</c:v>
                </c:pt>
                <c:pt idx="7">
                  <c:v>263121.6</c:v>
                </c:pt>
                <c:pt idx="8">
                  <c:v>274470.91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329503.49</c:v>
                </c:pt>
                <c:pt idx="1">
                  <c:v>348356.24</c:v>
                </c:pt>
                <c:pt idx="2">
                  <c:v>317317.02</c:v>
                </c:pt>
                <c:pt idx="3">
                  <c:v>377563.15</c:v>
                </c:pt>
                <c:pt idx="4">
                  <c:v>339869.98</c:v>
                </c:pt>
                <c:pt idx="5">
                  <c:v>330694.3</c:v>
                </c:pt>
                <c:pt idx="6">
                  <c:v>375385.77</c:v>
                </c:pt>
                <c:pt idx="7">
                  <c:v>343496.27</c:v>
                </c:pt>
                <c:pt idx="8">
                  <c:v>345080.68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7934.3396"/>
          <c:min val="237552.09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106094.58</c:v>
                </c:pt>
                <c:pt idx="1">
                  <c:v>104588.12</c:v>
                </c:pt>
                <c:pt idx="2">
                  <c:v>102498.93</c:v>
                </c:pt>
                <c:pt idx="3">
                  <c:v>144262.77</c:v>
                </c:pt>
                <c:pt idx="4">
                  <c:v>109208.44</c:v>
                </c:pt>
                <c:pt idx="5">
                  <c:v>115148.29</c:v>
                </c:pt>
                <c:pt idx="6">
                  <c:v>123631.65</c:v>
                </c:pt>
                <c:pt idx="7">
                  <c:v>123522.18</c:v>
                </c:pt>
                <c:pt idx="8">
                  <c:v>114266.37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133304.69</c:v>
                </c:pt>
                <c:pt idx="1">
                  <c:v>132944.95</c:v>
                </c:pt>
                <c:pt idx="2">
                  <c:v>145709.43</c:v>
                </c:pt>
                <c:pt idx="3">
                  <c:v>156186.31</c:v>
                </c:pt>
                <c:pt idx="4">
                  <c:v>124661.75</c:v>
                </c:pt>
                <c:pt idx="5">
                  <c:v>174470.39</c:v>
                </c:pt>
                <c:pt idx="6">
                  <c:v>166389.2</c:v>
                </c:pt>
                <c:pt idx="7">
                  <c:v>137675.38</c:v>
                </c:pt>
                <c:pt idx="8">
                  <c:v>142608.93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0228.1068"/>
          <c:min val="96741.2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105679.38</c:v>
                </c:pt>
                <c:pt idx="1">
                  <c:v>102851.51</c:v>
                </c:pt>
                <c:pt idx="2">
                  <c:v>104744.98</c:v>
                </c:pt>
                <c:pt idx="3">
                  <c:v>105578.74</c:v>
                </c:pt>
                <c:pt idx="4">
                  <c:v>100630.41</c:v>
                </c:pt>
                <c:pt idx="5">
                  <c:v>100219.16</c:v>
                </c:pt>
                <c:pt idx="6">
                  <c:v>94972.94</c:v>
                </c:pt>
                <c:pt idx="7">
                  <c:v>116597.05</c:v>
                </c:pt>
                <c:pt idx="8">
                  <c:v>101160.83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121412.31</c:v>
                </c:pt>
                <c:pt idx="1">
                  <c:v>108389.47</c:v>
                </c:pt>
                <c:pt idx="2">
                  <c:v>122300.81</c:v>
                </c:pt>
                <c:pt idx="3">
                  <c:v>147987.17</c:v>
                </c:pt>
                <c:pt idx="4">
                  <c:v>116051.34</c:v>
                </c:pt>
                <c:pt idx="5">
                  <c:v>116244.06</c:v>
                </c:pt>
                <c:pt idx="6">
                  <c:v>139933.37</c:v>
                </c:pt>
                <c:pt idx="7">
                  <c:v>108019.33</c:v>
                </c:pt>
                <c:pt idx="8">
                  <c:v>110304.77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2228.3084"/>
          <c:min val="90731.80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113737.77</c:v>
                </c:pt>
                <c:pt idx="1">
                  <c:v>92891.17</c:v>
                </c:pt>
                <c:pt idx="2">
                  <c:v>92995.13</c:v>
                </c:pt>
                <c:pt idx="3">
                  <c:v>167767.17</c:v>
                </c:pt>
                <c:pt idx="4">
                  <c:v>94503.26</c:v>
                </c:pt>
                <c:pt idx="5">
                  <c:v>92028.9</c:v>
                </c:pt>
                <c:pt idx="6">
                  <c:v>102948.71</c:v>
                </c:pt>
                <c:pt idx="7">
                  <c:v>97165.98</c:v>
                </c:pt>
                <c:pt idx="8">
                  <c:v>93491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117746.86</c:v>
                </c:pt>
                <c:pt idx="1">
                  <c:v>97316.61</c:v>
                </c:pt>
                <c:pt idx="2">
                  <c:v>118434.99</c:v>
                </c:pt>
                <c:pt idx="3">
                  <c:v>166645.04</c:v>
                </c:pt>
                <c:pt idx="4">
                  <c:v>101829.87</c:v>
                </c:pt>
                <c:pt idx="5">
                  <c:v>137816.89</c:v>
                </c:pt>
                <c:pt idx="6">
                  <c:v>128869.76</c:v>
                </c:pt>
                <c:pt idx="7">
                  <c:v>110127.71</c:v>
                </c:pt>
                <c:pt idx="8">
                  <c:v>120083.47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3826.23160000003"/>
          <c:min val="85969.83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124816.87</c:v>
                </c:pt>
                <c:pt idx="1">
                  <c:v>93804.02</c:v>
                </c:pt>
                <c:pt idx="2">
                  <c:v>99730.27</c:v>
                </c:pt>
                <c:pt idx="3">
                  <c:v>108477.44</c:v>
                </c:pt>
                <c:pt idx="4">
                  <c:v>142761.56</c:v>
                </c:pt>
                <c:pt idx="5">
                  <c:v>109804.29</c:v>
                </c:pt>
                <c:pt idx="6">
                  <c:v>120024.28</c:v>
                </c:pt>
                <c:pt idx="7">
                  <c:v>128308.9</c:v>
                </c:pt>
                <c:pt idx="8">
                  <c:v>125710.97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96449.16</c:v>
                </c:pt>
                <c:pt idx="1">
                  <c:v>70961.75</c:v>
                </c:pt>
                <c:pt idx="2">
                  <c:v>91530.65</c:v>
                </c:pt>
                <c:pt idx="3">
                  <c:v>103342.66</c:v>
                </c:pt>
                <c:pt idx="4">
                  <c:v>94616.02</c:v>
                </c:pt>
                <c:pt idx="5">
                  <c:v>86731.08</c:v>
                </c:pt>
                <c:pt idx="6">
                  <c:v>76610.72</c:v>
                </c:pt>
                <c:pt idx="7">
                  <c:v>97999.31</c:v>
                </c:pt>
                <c:pt idx="8">
                  <c:v>108420.24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8505.5448"/>
          <c:min val="65217.76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213739.3</c:v>
                </c:pt>
                <c:pt idx="1">
                  <c:v>187991.39</c:v>
                </c:pt>
                <c:pt idx="2">
                  <c:v>179701.02</c:v>
                </c:pt>
                <c:pt idx="3">
                  <c:v>206330.77</c:v>
                </c:pt>
                <c:pt idx="4">
                  <c:v>191908.07</c:v>
                </c:pt>
                <c:pt idx="5">
                  <c:v>211691.7</c:v>
                </c:pt>
                <c:pt idx="6">
                  <c:v>198386.86</c:v>
                </c:pt>
                <c:pt idx="7">
                  <c:v>164820.35</c:v>
                </c:pt>
                <c:pt idx="8">
                  <c:v>192888.73</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152133.4</c:v>
                </c:pt>
                <c:pt idx="1">
                  <c:v>168187.91</c:v>
                </c:pt>
                <c:pt idx="2">
                  <c:v>163714.23</c:v>
                </c:pt>
                <c:pt idx="3">
                  <c:v>133897.79</c:v>
                </c:pt>
                <c:pt idx="4">
                  <c:v>149550.14</c:v>
                </c:pt>
                <c:pt idx="5">
                  <c:v>177382.93</c:v>
                </c:pt>
                <c:pt idx="6">
                  <c:v>156031.88</c:v>
                </c:pt>
                <c:pt idx="7">
                  <c:v>173510.39</c:v>
                </c:pt>
                <c:pt idx="8">
                  <c:v>145130.83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0126.62079999998"/>
          <c:min val="127510.46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156623.96</c:v>
                </c:pt>
                <c:pt idx="1">
                  <c:v>164123.34</c:v>
                </c:pt>
                <c:pt idx="2">
                  <c:v>169536.33</c:v>
                </c:pt>
                <c:pt idx="3">
                  <c:v>137439.72</c:v>
                </c:pt>
                <c:pt idx="4">
                  <c:v>196247.77</c:v>
                </c:pt>
                <c:pt idx="5">
                  <c:v>181484.36</c:v>
                </c:pt>
                <c:pt idx="6">
                  <c:v>157661.54</c:v>
                </c:pt>
                <c:pt idx="7">
                  <c:v>165895.04</c:v>
                </c:pt>
                <c:pt idx="8">
                  <c:v>172757.51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142547.35</c:v>
                </c:pt>
                <c:pt idx="1">
                  <c:v>124061.5</c:v>
                </c:pt>
                <c:pt idx="2">
                  <c:v>128625.05</c:v>
                </c:pt>
                <c:pt idx="3">
                  <c:v>132782.2</c:v>
                </c:pt>
                <c:pt idx="4">
                  <c:v>133308.11</c:v>
                </c:pt>
                <c:pt idx="5">
                  <c:v>152707.41</c:v>
                </c:pt>
                <c:pt idx="6">
                  <c:v>161318.94</c:v>
                </c:pt>
                <c:pt idx="7">
                  <c:v>159299.16</c:v>
                </c:pt>
                <c:pt idx="8">
                  <c:v>153137.54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2022.6716"/>
          <c:min val="118286.59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165373.29</c:v>
                </c:pt>
                <c:pt idx="1">
                  <c:v>127959.29</c:v>
                </c:pt>
                <c:pt idx="2">
                  <c:v>168950.19</c:v>
                </c:pt>
                <c:pt idx="3">
                  <c:v>161259.98</c:v>
                </c:pt>
                <c:pt idx="4">
                  <c:v>170584.57</c:v>
                </c:pt>
                <c:pt idx="5">
                  <c:v>143951.24</c:v>
                </c:pt>
                <c:pt idx="6">
                  <c:v>154984.9</c:v>
                </c:pt>
                <c:pt idx="7">
                  <c:v>173262.56</c:v>
                </c:pt>
                <c:pt idx="8">
                  <c:v>137460.66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138082.95</c:v>
                </c:pt>
                <c:pt idx="1">
                  <c:v>120267.6</c:v>
                </c:pt>
                <c:pt idx="2">
                  <c:v>125680.06</c:v>
                </c:pt>
                <c:pt idx="3">
                  <c:v>121752.14</c:v>
                </c:pt>
                <c:pt idx="4">
                  <c:v>129888.87</c:v>
                </c:pt>
                <c:pt idx="5">
                  <c:v>146756.61</c:v>
                </c:pt>
                <c:pt idx="6">
                  <c:v>169093.82</c:v>
                </c:pt>
                <c:pt idx="7">
                  <c:v>169010.6</c:v>
                </c:pt>
                <c:pt idx="8">
                  <c:v>137344.03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7502.1568"/>
          <c:min val="116028.00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226281.23</c:v>
                </c:pt>
                <c:pt idx="1">
                  <c:v>258519.3</c:v>
                </c:pt>
                <c:pt idx="2">
                  <c:v>248326.62</c:v>
                </c:pt>
                <c:pt idx="3">
                  <c:v>276231.51</c:v>
                </c:pt>
                <c:pt idx="4">
                  <c:v>238657.58</c:v>
                </c:pt>
                <c:pt idx="5">
                  <c:v>230114.84</c:v>
                </c:pt>
                <c:pt idx="6">
                  <c:v>230559.94</c:v>
                </c:pt>
                <c:pt idx="7">
                  <c:v>272192.33</c:v>
                </c:pt>
                <c:pt idx="8">
                  <c:v>287599.6</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250162.74</c:v>
                </c:pt>
                <c:pt idx="1">
                  <c:v>194615.76</c:v>
                </c:pt>
                <c:pt idx="2">
                  <c:v>261520.03</c:v>
                </c:pt>
                <c:pt idx="3">
                  <c:v>246342.75</c:v>
                </c:pt>
                <c:pt idx="4">
                  <c:v>215201.81</c:v>
                </c:pt>
                <c:pt idx="5">
                  <c:v>241079.74</c:v>
                </c:pt>
                <c:pt idx="6">
                  <c:v>249640.6</c:v>
                </c:pt>
                <c:pt idx="7">
                  <c:v>207349.13</c:v>
                </c:pt>
                <c:pt idx="8">
                  <c:v>235394.39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5038.3072"/>
          <c:min val="187177.05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330069.84</c:v>
                </c:pt>
                <c:pt idx="1">
                  <c:v>328865.04</c:v>
                </c:pt>
                <c:pt idx="2">
                  <c:v>358049.05</c:v>
                </c:pt>
                <c:pt idx="3">
                  <c:v/>
                </c:pt>
                <c:pt idx="4">
                  <c:v/>
                </c:pt>
                <c:pt idx="5">
                  <c:v/>
                </c:pt>
                <c:pt idx="6">
                  <c:v/>
                </c:pt>
                <c:pt idx="7">
                  <c:v/>
                </c:pt>
                <c:pt idx="8">
                  <c:v/>
                </c:pt>
              </c:numCache>
            </c:numRef>
          </c:val>
          <c:smooth val="0"/>
        </c:ser>
        <c:ser>
          <c:idx val="1"/>
          <c:order val="1"/>
          <c:tx>
            <c:strRef>
              <c:f>Sheet1!$C$1</c:f>
              <c:strCache>
                <c:ptCount val="1"/>
                <c:pt idx="0">
                  <c:v>q2</c:v>
                </c:pt>
              </c:strCache>
            </c:strRef>
          </c:tx>
          <c:spPr>
            <a:solidFill>
              <a:srgbClr val="E3E3E3"/>
            </a:solidFill>
            <a:ln w="22225" cap="flat">
              <a:solidFill>
                <a:srgbClr val="E3E3E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3E3E3"/>
              </a:solidFill>
              <a:ln w="9525" cap="flat">
                <a:solidFill>
                  <a:srgbClr val="E3E3E3"/>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
                </c:pt>
                <c:pt idx="1">
                  <c:v/>
                </c:pt>
                <c:pt idx="2">
                  <c:v>358049.05</c:v>
                </c:pt>
                <c:pt idx="3">
                  <c:v>400948.54</c:v>
                </c:pt>
                <c:pt idx="4">
                  <c:v>270315.59</c:v>
                </c:pt>
                <c:pt idx="5">
                  <c:v>392703.12</c:v>
                </c:pt>
                <c:pt idx="6">
                  <c:v>591001.29</c:v>
                </c:pt>
                <c:pt idx="7">
                  <c:v/>
                </c:pt>
                <c:pt idx="8">
                  <c:v/>
                </c:pt>
              </c:numCache>
            </c:numRef>
          </c:val>
          <c:smooth val="0"/>
        </c:ser>
        <c:ser>
          <c:idx val="2"/>
          <c:order val="2"/>
          <c:tx>
            <c:strRef>
              <c:f>Sheet1!$D$1</c:f>
              <c:strCache>
                <c:ptCount val="1"/>
                <c:pt idx="0">
                  <c:v>q3</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Sheet1!$D$2:$D$10</c:f>
              <c:numCache>
                <c:formatCode>General</c:formatCode>
                <c:ptCount val="9"/>
                <c:pt idx="0">
                  <c:v/>
                </c:pt>
                <c:pt idx="1">
                  <c:v/>
                </c:pt>
                <c:pt idx="2">
                  <c:v/>
                </c:pt>
                <c:pt idx="3">
                  <c:v/>
                </c:pt>
                <c:pt idx="4">
                  <c:v/>
                </c:pt>
                <c:pt idx="5">
                  <c:v/>
                </c:pt>
                <c:pt idx="6">
                  <c:v>591001.29</c:v>
                </c:pt>
                <c:pt idx="7">
                  <c:v>406582.71</c:v>
                </c:pt>
                <c:pt idx="8">
                  <c:v>460969.91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16656.1460000001"/>
          <c:min val="244660.7340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111542.75</c:v>
                </c:pt>
                <c:pt idx="1">
                  <c:v>85601.42</c:v>
                </c:pt>
                <c:pt idx="2">
                  <c:v>144194.07</c:v>
                </c:pt>
                <c:pt idx="3">
                  <c:v/>
                </c:pt>
                <c:pt idx="4">
                  <c:v/>
                </c:pt>
                <c:pt idx="5">
                  <c:v/>
                </c:pt>
                <c:pt idx="6">
                  <c:v/>
                </c:pt>
                <c:pt idx="7">
                  <c:v/>
                </c:pt>
                <c:pt idx="8">
                  <c:v/>
                </c:pt>
              </c:numCache>
            </c:numRef>
          </c:val>
          <c:smooth val="0"/>
        </c:ser>
        <c:ser>
          <c:idx val="1"/>
          <c:order val="1"/>
          <c:tx>
            <c:strRef>
              <c:f>Sheet1!$C$1</c:f>
              <c:strCache>
                <c:ptCount val="1"/>
                <c:pt idx="0">
                  <c:v>q2</c:v>
                </c:pt>
              </c:strCache>
            </c:strRef>
          </c:tx>
          <c:spPr>
            <a:solidFill>
              <a:srgbClr val="E3E3E3"/>
            </a:solidFill>
            <a:ln w="22225" cap="flat">
              <a:solidFill>
                <a:srgbClr val="E3E3E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3E3E3"/>
              </a:solidFill>
              <a:ln w="9525" cap="flat">
                <a:solidFill>
                  <a:srgbClr val="E3E3E3"/>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
                </c:pt>
                <c:pt idx="1">
                  <c:v/>
                </c:pt>
                <c:pt idx="2">
                  <c:v>144194.07</c:v>
                </c:pt>
                <c:pt idx="3">
                  <c:v>140890.99</c:v>
                </c:pt>
                <c:pt idx="4">
                  <c:v>116471.5</c:v>
                </c:pt>
                <c:pt idx="5">
                  <c:v>145415.16</c:v>
                </c:pt>
                <c:pt idx="6">
                  <c:v>116928.25</c:v>
                </c:pt>
                <c:pt idx="7">
                  <c:v/>
                </c:pt>
                <c:pt idx="8">
                  <c:v/>
                </c:pt>
              </c:numCache>
            </c:numRef>
          </c:val>
          <c:smooth val="0"/>
        </c:ser>
        <c:ser>
          <c:idx val="2"/>
          <c:order val="2"/>
          <c:tx>
            <c:strRef>
              <c:f>Sheet1!$D$1</c:f>
              <c:strCache>
                <c:ptCount val="1"/>
                <c:pt idx="0">
                  <c:v>q3</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Sheet1!$D$2:$D$10</c:f>
              <c:numCache>
                <c:formatCode>General</c:formatCode>
                <c:ptCount val="9"/>
                <c:pt idx="0">
                  <c:v/>
                </c:pt>
                <c:pt idx="1">
                  <c:v/>
                </c:pt>
                <c:pt idx="2">
                  <c:v/>
                </c:pt>
                <c:pt idx="3">
                  <c:v/>
                </c:pt>
                <c:pt idx="4">
                  <c:v/>
                </c:pt>
                <c:pt idx="5">
                  <c:v/>
                </c:pt>
                <c:pt idx="6">
                  <c:v>116928.25</c:v>
                </c:pt>
                <c:pt idx="7">
                  <c:v>131580.08</c:v>
                </c:pt>
                <c:pt idx="8">
                  <c:v>200348.57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9528.342"/>
          <c:min val="76421.6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46596.07</c:v>
                </c:pt>
                <c:pt idx="1">
                  <c:v>46285.16</c:v>
                </c:pt>
                <c:pt idx="2">
                  <c:v>62722.4</c:v>
                </c:pt>
                <c:pt idx="3">
                  <c:v/>
                </c:pt>
                <c:pt idx="4">
                  <c:v/>
                </c:pt>
                <c:pt idx="5">
                  <c:v/>
                </c:pt>
                <c:pt idx="6">
                  <c:v/>
                </c:pt>
                <c:pt idx="7">
                  <c:v/>
                </c:pt>
                <c:pt idx="8">
                  <c:v/>
                </c:pt>
              </c:numCache>
            </c:numRef>
          </c:val>
          <c:smooth val="0"/>
        </c:ser>
        <c:ser>
          <c:idx val="1"/>
          <c:order val="1"/>
          <c:tx>
            <c:strRef>
              <c:f>Sheet1!$C$1</c:f>
              <c:strCache>
                <c:ptCount val="1"/>
                <c:pt idx="0">
                  <c:v>q2</c:v>
                </c:pt>
              </c:strCache>
            </c:strRef>
          </c:tx>
          <c:spPr>
            <a:solidFill>
              <a:srgbClr val="E3E3E3"/>
            </a:solidFill>
            <a:ln w="22225" cap="flat">
              <a:solidFill>
                <a:srgbClr val="E3E3E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3E3E3"/>
              </a:solidFill>
              <a:ln w="9525" cap="flat">
                <a:solidFill>
                  <a:srgbClr val="E3E3E3"/>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
                </c:pt>
                <c:pt idx="1">
                  <c:v/>
                </c:pt>
                <c:pt idx="2">
                  <c:v>62722.4</c:v>
                </c:pt>
                <c:pt idx="3">
                  <c:v>61451.27</c:v>
                </c:pt>
                <c:pt idx="4">
                  <c:v>59931.85</c:v>
                </c:pt>
                <c:pt idx="5">
                  <c:v>66637.27</c:v>
                </c:pt>
                <c:pt idx="6">
                  <c:v>67929.32</c:v>
                </c:pt>
                <c:pt idx="7">
                  <c:v/>
                </c:pt>
                <c:pt idx="8">
                  <c:v/>
                </c:pt>
              </c:numCache>
            </c:numRef>
          </c:val>
          <c:smooth val="0"/>
        </c:ser>
        <c:ser>
          <c:idx val="2"/>
          <c:order val="2"/>
          <c:tx>
            <c:strRef>
              <c:f>Sheet1!$D$1</c:f>
              <c:strCache>
                <c:ptCount val="1"/>
                <c:pt idx="0">
                  <c:v>q3</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Sheet1!$D$2:$D$10</c:f>
              <c:numCache>
                <c:formatCode>General</c:formatCode>
                <c:ptCount val="9"/>
                <c:pt idx="0">
                  <c:v/>
                </c:pt>
                <c:pt idx="1">
                  <c:v/>
                </c:pt>
                <c:pt idx="2">
                  <c:v/>
                </c:pt>
                <c:pt idx="3">
                  <c:v/>
                </c:pt>
                <c:pt idx="4">
                  <c:v/>
                </c:pt>
                <c:pt idx="5">
                  <c:v/>
                </c:pt>
                <c:pt idx="6">
                  <c:v>67929.32</c:v>
                </c:pt>
                <c:pt idx="7">
                  <c:v>65180.57</c:v>
                </c:pt>
                <c:pt idx="8">
                  <c:v>71130.14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3117.7384"/>
          <c:min val="44297.56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94693.94</c:v>
                </c:pt>
                <c:pt idx="1">
                  <c:v>91432.01</c:v>
                </c:pt>
                <c:pt idx="2">
                  <c:v>97761.8</c:v>
                </c:pt>
                <c:pt idx="3">
                  <c:v/>
                </c:pt>
                <c:pt idx="4">
                  <c:v/>
                </c:pt>
                <c:pt idx="5">
                  <c:v/>
                </c:pt>
                <c:pt idx="6">
                  <c:v/>
                </c:pt>
                <c:pt idx="7">
                  <c:v/>
                </c:pt>
                <c:pt idx="8">
                  <c:v/>
                </c:pt>
              </c:numCache>
            </c:numRef>
          </c:val>
          <c:smooth val="0"/>
        </c:ser>
        <c:ser>
          <c:idx val="1"/>
          <c:order val="1"/>
          <c:tx>
            <c:strRef>
              <c:f>Sheet1!$C$1</c:f>
              <c:strCache>
                <c:ptCount val="1"/>
                <c:pt idx="0">
                  <c:v>q2</c:v>
                </c:pt>
              </c:strCache>
            </c:strRef>
          </c:tx>
          <c:spPr>
            <a:solidFill>
              <a:srgbClr val="E3E3E3"/>
            </a:solidFill>
            <a:ln w="22225" cap="flat">
              <a:solidFill>
                <a:srgbClr val="E3E3E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3E3E3"/>
              </a:solidFill>
              <a:ln w="9525" cap="flat">
                <a:solidFill>
                  <a:srgbClr val="E3E3E3"/>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
                </c:pt>
                <c:pt idx="1">
                  <c:v/>
                </c:pt>
                <c:pt idx="2">
                  <c:v>97761.8</c:v>
                </c:pt>
                <c:pt idx="3">
                  <c:v>110143.09</c:v>
                </c:pt>
                <c:pt idx="4">
                  <c:v>85908.27</c:v>
                </c:pt>
                <c:pt idx="5">
                  <c:v>92150</c:v>
                </c:pt>
                <c:pt idx="6">
                  <c:v>133836.88</c:v>
                </c:pt>
                <c:pt idx="7">
                  <c:v/>
                </c:pt>
                <c:pt idx="8">
                  <c:v/>
                </c:pt>
              </c:numCache>
            </c:numRef>
          </c:val>
          <c:smooth val="0"/>
        </c:ser>
        <c:ser>
          <c:idx val="2"/>
          <c:order val="2"/>
          <c:tx>
            <c:strRef>
              <c:f>Sheet1!$D$1</c:f>
              <c:strCache>
                <c:ptCount val="1"/>
                <c:pt idx="0">
                  <c:v>q3</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Sheet1!$D$2:$D$10</c:f>
              <c:numCache>
                <c:formatCode>General</c:formatCode>
                <c:ptCount val="9"/>
                <c:pt idx="0">
                  <c:v/>
                </c:pt>
                <c:pt idx="1">
                  <c:v/>
                </c:pt>
                <c:pt idx="2">
                  <c:v/>
                </c:pt>
                <c:pt idx="3">
                  <c:v/>
                </c:pt>
                <c:pt idx="4">
                  <c:v/>
                </c:pt>
                <c:pt idx="5">
                  <c:v/>
                </c:pt>
                <c:pt idx="6">
                  <c:v>133836.88</c:v>
                </c:pt>
                <c:pt idx="7">
                  <c:v>115036.83</c:v>
                </c:pt>
                <c:pt idx="8">
                  <c:v>120419.48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7671.1688"/>
          <c:min val="82073.9812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143708.08</c:v>
                </c:pt>
                <c:pt idx="1">
                  <c:v>150156.17</c:v>
                </c:pt>
                <c:pt idx="2">
                  <c:v>171690.79</c:v>
                </c:pt>
                <c:pt idx="3">
                  <c:v/>
                </c:pt>
                <c:pt idx="4">
                  <c:v/>
                </c:pt>
                <c:pt idx="5">
                  <c:v/>
                </c:pt>
                <c:pt idx="6">
                  <c:v/>
                </c:pt>
                <c:pt idx="7">
                  <c:v/>
                </c:pt>
                <c:pt idx="8">
                  <c:v/>
                </c:pt>
              </c:numCache>
            </c:numRef>
          </c:val>
          <c:smooth val="0"/>
        </c:ser>
        <c:ser>
          <c:idx val="1"/>
          <c:order val="1"/>
          <c:tx>
            <c:strRef>
              <c:f>Sheet1!$C$1</c:f>
              <c:strCache>
                <c:ptCount val="1"/>
                <c:pt idx="0">
                  <c:v>q2</c:v>
                </c:pt>
              </c:strCache>
            </c:strRef>
          </c:tx>
          <c:spPr>
            <a:solidFill>
              <a:srgbClr val="E3E3E3"/>
            </a:solidFill>
            <a:ln w="22225" cap="flat">
              <a:solidFill>
                <a:srgbClr val="E3E3E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3E3E3"/>
              </a:solidFill>
              <a:ln w="9525" cap="flat">
                <a:solidFill>
                  <a:srgbClr val="E3E3E3"/>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
                </c:pt>
                <c:pt idx="1">
                  <c:v/>
                </c:pt>
                <c:pt idx="2">
                  <c:v>171690.79</c:v>
                </c:pt>
                <c:pt idx="3">
                  <c:v>179733.55</c:v>
                </c:pt>
                <c:pt idx="4">
                  <c:v>162543.22</c:v>
                </c:pt>
                <c:pt idx="5">
                  <c:v>190573.96</c:v>
                </c:pt>
                <c:pt idx="6">
                  <c:v>210203.34</c:v>
                </c:pt>
                <c:pt idx="7">
                  <c:v/>
                </c:pt>
                <c:pt idx="8">
                  <c:v/>
                </c:pt>
              </c:numCache>
            </c:numRef>
          </c:val>
          <c:smooth val="0"/>
        </c:ser>
        <c:ser>
          <c:idx val="2"/>
          <c:order val="2"/>
          <c:tx>
            <c:strRef>
              <c:f>Sheet1!$D$1</c:f>
              <c:strCache>
                <c:ptCount val="1"/>
                <c:pt idx="0">
                  <c:v>q3</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Sheet1!$D$2:$D$10</c:f>
              <c:numCache>
                <c:formatCode>General</c:formatCode>
                <c:ptCount val="9"/>
                <c:pt idx="0">
                  <c:v/>
                </c:pt>
                <c:pt idx="1">
                  <c:v/>
                </c:pt>
                <c:pt idx="2">
                  <c:v/>
                </c:pt>
                <c:pt idx="3">
                  <c:v/>
                </c:pt>
                <c:pt idx="4">
                  <c:v/>
                </c:pt>
                <c:pt idx="5">
                  <c:v/>
                </c:pt>
                <c:pt idx="6">
                  <c:v>210203.34</c:v>
                </c:pt>
                <c:pt idx="7">
                  <c:v>183677.31</c:v>
                </c:pt>
                <c:pt idx="8">
                  <c:v>200380.49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5522.9608"/>
          <c:min val="138388.459199999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Hyundai Prescott, Lincoln and Lexus what changed. Ask Acura, VW St George and VW Henderson what got in the way. Ask Mazda, Kia St George and LR Henderson what they started this year.Source: Qlik - Profit &amp; Loss. Same-store, INEOS excluded (opened 2026). Fixed ops = service + parts; GMC Prescott body shop gross excluded. Top and bottom five stores by percent change in fixed ops gross, Jan-Sep 2026 vs 2025. Moving now: Jul-Sep 2026 vs Jan-Mar 2026, each store against itself (monthly averages); the group moved +9.4%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Hyundai Prescott, Lincoln and Lexus what changed. Ask Acura, VW St George and VW Henderson what got in the way. Ask Mazda, Kia St George and Hyundai Prescott what they started this year.Source: Qlik - Profit &amp; Loss. Same-store, INEOS excluded (opened 2026). Fixed ops = service + parts; GMC Prescott body shop gross excluded. Top and bottom five stores by percent change in service gross, Jan-Sep 2026 vs 2025. Moving now: Jul-Sep 2026 vs Jan-Mar 2026, each store against itself (monthly averages); the group moved +7.0%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Lincoln, Cadillac and Subaru St George what changed. Ask Hyundai St George, Audi Reno and VW Henderson what got in the way. Ask Audi Henderson, Mazda and Honda Flagstaff what they started this year.Source: Qlik - Profit &amp; Loss. Same-store, INEOS excluded (opened 2026). Fixed ops = service + parts; GMC Prescott body shop gross excluded. Top and bottom five stores by percent change in parts gross, Jan-Sep 2026 vs 2025. Moving now: Jul-Sep 2026 vs Jan-Mar 2026, each store against itself (monthly averages); the group moved +14.4%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chart" Target="../charts/chart10.xml"/><Relationship Id="rId5" Type="http://schemas.openxmlformats.org/officeDocument/2006/relationships/chart" Target="../charts/chart11.xml"/><Relationship Id="rId6" Type="http://schemas.openxmlformats.org/officeDocument/2006/relationships/chart" Target="../charts/chart12.xml"/><Relationship Id="rId7" Type="http://schemas.openxmlformats.org/officeDocument/2006/relationships/chart" Target="../charts/chart13.xml"/><Relationship Id="rId8" Type="http://schemas.openxmlformats.org/officeDocument/2006/relationships/chart" Target="../charts/chart14.xml"/><Relationship Id="rId9" Type="http://schemas.openxmlformats.org/officeDocument/2006/relationships/chart" Target="../charts/chart15.xml"/><Relationship Id="rId10" Type="http://schemas.openxmlformats.org/officeDocument/2006/relationships/chart" Target="../charts/chart16.xml"/><Relationship Id="rId11" Type="http://schemas.openxmlformats.org/officeDocument/2006/relationships/chart" Target="../charts/chart17.xml"/><Relationship Id="rId12" Type="http://schemas.openxmlformats.org/officeDocument/2006/relationships/chart" Target="../charts/chart18.xml"/><Relationship Id="rId13" Type="http://schemas.openxmlformats.org/officeDocument/2006/relationships/chart" Target="../charts/chart19.xml"/><Relationship Id="rId14" Type="http://schemas.openxmlformats.org/officeDocument/2006/relationships/chart" Target="../charts/chart20.xml"/><Relationship Id="rId15" Type="http://schemas.openxmlformats.org/officeDocument/2006/relationships/chart" Target="../charts/chart21.xml"/><Relationship Id="rId16" Type="http://schemas.openxmlformats.org/officeDocument/2006/relationships/slideLayout" Target="../slideLayouts/slideLayout1.xml"/><Relationship Id="rId17"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chart" Target="../charts/chart27.xml"/><Relationship Id="rId2" Type="http://schemas.openxmlformats.org/officeDocument/2006/relationships/chart" Target="../charts/chart28.xml"/><Relationship Id="rId3" Type="http://schemas.openxmlformats.org/officeDocument/2006/relationships/chart" Target="../charts/chart29.xml"/><Relationship Id="rId4" Type="http://schemas.openxmlformats.org/officeDocument/2006/relationships/chart" Target="../charts/chart30.xml"/><Relationship Id="rId5" Type="http://schemas.openxmlformats.org/officeDocument/2006/relationships/chart" Target="../charts/chart31.xml"/><Relationship Id="rId6" Type="http://schemas.openxmlformats.org/officeDocument/2006/relationships/chart" Target="../charts/chart32.xml"/><Relationship Id="rId7" Type="http://schemas.openxmlformats.org/officeDocument/2006/relationships/chart" Target="../charts/chart33.xml"/><Relationship Id="rId8" Type="http://schemas.openxmlformats.org/officeDocument/2006/relationships/chart" Target="../charts/chart34.xml"/><Relationship Id="rId9" Type="http://schemas.openxmlformats.org/officeDocument/2006/relationships/chart" Target="../charts/chart35.xml"/><Relationship Id="rId10" Type="http://schemas.openxmlformats.org/officeDocument/2006/relationships/chart" Target="../charts/chart36.xml"/><Relationship Id="rId11" Type="http://schemas.openxmlformats.org/officeDocument/2006/relationships/chart" Target="../charts/chart37.xml"/><Relationship Id="rId12" Type="http://schemas.openxmlformats.org/officeDocument/2006/relationships/chart" Target="../charts/chart38.xml"/><Relationship Id="rId13" Type="http://schemas.openxmlformats.org/officeDocument/2006/relationships/chart" Target="../charts/chart39.xml"/><Relationship Id="rId14" Type="http://schemas.openxmlformats.org/officeDocument/2006/relationships/chart" Target="../charts/chart40.xml"/><Relationship Id="rId15" Type="http://schemas.openxmlformats.org/officeDocument/2006/relationships/chart" Target="../charts/chart41.xml"/><Relationship Id="rId16" Type="http://schemas.openxmlformats.org/officeDocument/2006/relationships/slideLayout" Target="../slideLayouts/slideLayout1.xml"/><Relationship Id="rId17"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chart" Target="../charts/chart48.xml"/><Relationship Id="rId2" Type="http://schemas.openxmlformats.org/officeDocument/2006/relationships/chart" Target="../charts/chart49.xml"/><Relationship Id="rId3" Type="http://schemas.openxmlformats.org/officeDocument/2006/relationships/chart" Target="../charts/chart50.xml"/><Relationship Id="rId4" Type="http://schemas.openxmlformats.org/officeDocument/2006/relationships/chart" Target="../charts/chart51.xml"/><Relationship Id="rId5" Type="http://schemas.openxmlformats.org/officeDocument/2006/relationships/chart" Target="../charts/chart52.xml"/><Relationship Id="rId6" Type="http://schemas.openxmlformats.org/officeDocument/2006/relationships/chart" Target="../charts/chart53.xml"/><Relationship Id="rId7" Type="http://schemas.openxmlformats.org/officeDocument/2006/relationships/chart" Target="../charts/chart54.xml"/><Relationship Id="rId8" Type="http://schemas.openxmlformats.org/officeDocument/2006/relationships/chart" Target="../charts/chart55.xml"/><Relationship Id="rId9" Type="http://schemas.openxmlformats.org/officeDocument/2006/relationships/chart" Target="../charts/chart56.xml"/><Relationship Id="rId10" Type="http://schemas.openxmlformats.org/officeDocument/2006/relationships/chart" Target="../charts/chart57.xml"/><Relationship Id="rId11" Type="http://schemas.openxmlformats.org/officeDocument/2006/relationships/chart" Target="../charts/chart58.xml"/><Relationship Id="rId12" Type="http://schemas.openxmlformats.org/officeDocument/2006/relationships/chart" Target="../charts/chart59.xml"/><Relationship Id="rId13" Type="http://schemas.openxmlformats.org/officeDocument/2006/relationships/chart" Target="../charts/chart60.xml"/><Relationship Id="rId14" Type="http://schemas.openxmlformats.org/officeDocument/2006/relationships/chart" Target="../charts/chart61.xml"/><Relationship Id="rId15" Type="http://schemas.openxmlformats.org/officeDocument/2006/relationships/chart" Target="../charts/chart62.xml"/><Relationship Id="rId16" Type="http://schemas.openxmlformats.org/officeDocument/2006/relationships/slideLayout" Target="../slideLayouts/slideLayout1.xml"/><Relationship Id="rId17" Type="http://schemas.openxmlformats.org/officeDocument/2006/relationships/notesSlide" Target="../notesSlides/notesSlide13.xml"/></Relationships>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sp>
      <p:sp>
        <p:nvSpPr>
          <p:cNvPr id="10" name="Shape 8"/>
          <p:cNvSpPr/>
          <p:nvPr/>
        </p:nvSpPr>
        <p:spPr>
          <a:xfrm>
            <a:off x="4084320" y="1847088"/>
            <a:ext cx="64008" cy="813816"/>
          </a:xfrm>
          <a:prstGeom prst="rect">
            <a:avLst/>
          </a:prstGeom>
          <a:solidFill>
            <a:srgbClr val="12A566"/>
          </a:solidFill>
          <a:ln/>
        </p:spPr>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$1.54M</a:t>
            </a:r>
            <a:endParaRPr lang="en-US" sz="1400" dirty="0"/>
          </a:p>
        </p:txBody>
      </p:sp>
      <p:graphicFrame>
        <p:nvGraphicFramePr>
          <p:cNvPr id="13" name="Chart 0" descr=""/>
          <p:cNvGraphicFramePr/>
          <p:nvPr/>
        </p:nvGraphicFramePr>
        <p:xfrm>
          <a:off x="1097280" y="2342693"/>
          <a:ext cx="1972056" cy="301569"/>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+35.8%</a:t>
            </a:r>
            <a:endParaRPr lang="en-US" sz="1600" dirty="0"/>
          </a:p>
        </p:txBody>
      </p:sp>
      <p:sp>
        <p:nvSpPr>
          <p:cNvPr id="15" name="Text 12"/>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+$404K</a:t>
            </a:r>
            <a:endParaRPr lang="en-US" sz="1300" dirty="0"/>
          </a:p>
        </p:txBody>
      </p:sp>
      <p:sp>
        <p:nvSpPr>
          <p:cNvPr id="16" name="Text 13"/>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7" name="Text 14"/>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$2.26M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$2.98M</a:t>
            </a:r>
            <a:endParaRPr lang="en-US" sz="1400" dirty="0"/>
          </a:p>
        </p:txBody>
      </p:sp>
      <p:graphicFrame>
        <p:nvGraphicFramePr>
          <p:cNvPr id="18" name="Chart 1" descr=""/>
          <p:cNvGraphicFramePr/>
          <p:nvPr/>
        </p:nvGraphicFramePr>
        <p:xfrm>
          <a:off x="1097280" y="3229661"/>
          <a:ext cx="1972056" cy="301569"/>
        </p:xfrm>
        <a:graphic xmlns:a="http://schemas.openxmlformats.org/drawingml/2006/main">
          <a:graphicData uri="http://schemas.openxmlformats.org/drawingml/2006/chart">
            <c:chart xmlns:c="http://schemas.openxmlformats.org/drawingml/2006/chart" r:id="rId2"/>
          </a:graphicData>
        </a:graphic>
      </p:graphicFrame>
      <p:sp>
        <p:nvSpPr>
          <p:cNvPr id="19" name="Text 15"/>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+31.7%</a:t>
            </a:r>
            <a:endParaRPr lang="en-US" sz="1600" dirty="0"/>
          </a:p>
        </p:txBody>
      </p:sp>
      <p:sp>
        <p:nvSpPr>
          <p:cNvPr id="20" name="Text 16"/>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+$717K</a:t>
            </a:r>
            <a:endParaRPr lang="en-US" sz="1300" dirty="0"/>
          </a:p>
        </p:txBody>
      </p:sp>
      <p:sp>
        <p:nvSpPr>
          <p:cNvPr id="21" name="Shape 17"/>
          <p:cNvSpPr/>
          <p:nvPr/>
        </p:nvSpPr>
        <p:spPr>
          <a:xfrm>
            <a:off x="658368" y="3584448"/>
            <a:ext cx="3489960" cy="886968"/>
          </a:xfrm>
          <a:prstGeom prst="rect">
            <a:avLst/>
          </a:prstGeom>
          <a:solidFill>
            <a:srgbClr val="F7F7F7"/>
          </a:solidFill>
          <a:ln/>
        </p:spPr>
      </p:sp>
      <p:sp>
        <p:nvSpPr>
          <p:cNvPr id="22" name="Text 18"/>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3" name="Text 19"/>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$3.38M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$4.15M</a:t>
            </a:r>
            <a:endParaRPr lang="en-US" sz="1400" dirty="0"/>
          </a:p>
        </p:txBody>
      </p:sp>
      <p:graphicFrame>
        <p:nvGraphicFramePr>
          <p:cNvPr id="24" name="Chart 2" descr=""/>
          <p:cNvGraphicFramePr/>
          <p:nvPr/>
        </p:nvGraphicFramePr>
        <p:xfrm>
          <a:off x="1097280" y="4116629"/>
          <a:ext cx="1972056" cy="301569"/>
        </p:xfrm>
        <a:graphic xmlns:a="http://schemas.openxmlformats.org/drawingml/2006/main">
          <a:graphicData uri="http://schemas.openxmlformats.org/drawingml/2006/chart">
            <c:chart xmlns:c="http://schemas.openxmlformats.org/drawingml/2006/chart" r:id="rId3"/>
          </a:graphicData>
        </a:graphic>
      </p:graphicFrame>
      <p:sp>
        <p:nvSpPr>
          <p:cNvPr id="25" name="Text 20"/>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+22.6%</a:t>
            </a:r>
            <a:endParaRPr lang="en-US" sz="1600" dirty="0"/>
          </a:p>
        </p:txBody>
      </p:sp>
      <p:sp>
        <p:nvSpPr>
          <p:cNvPr id="26" name="Text 21"/>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+$764K</a:t>
            </a:r>
            <a:endParaRPr lang="en-US" sz="1300" dirty="0"/>
          </a:p>
        </p:txBody>
      </p:sp>
      <p:sp>
        <p:nvSpPr>
          <p:cNvPr id="27" name="Text 22"/>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8" name="Text 23"/>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$10.64M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$12.34M</a:t>
            </a:r>
            <a:endParaRPr lang="en-US" sz="1400" dirty="0"/>
          </a:p>
        </p:txBody>
      </p:sp>
      <p:graphicFrame>
        <p:nvGraphicFramePr>
          <p:cNvPr id="29" name="Chart 3" descr=""/>
          <p:cNvGraphicFramePr/>
          <p:nvPr/>
        </p:nvGraphicFramePr>
        <p:xfrm>
          <a:off x="1097280" y="5003597"/>
          <a:ext cx="1972056" cy="301569"/>
        </p:xfrm>
        <a:graphic xmlns:a="http://schemas.openxmlformats.org/drawingml/2006/main">
          <a:graphicData uri="http://schemas.openxmlformats.org/drawingml/2006/chart">
            <c:chart xmlns:c="http://schemas.openxmlformats.org/drawingml/2006/chart" r:id="rId4"/>
          </a:graphicData>
        </a:graphic>
      </p:graphicFrame>
      <p:sp>
        <p:nvSpPr>
          <p:cNvPr id="30" name="Text 24"/>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+16.0%</a:t>
            </a:r>
            <a:endParaRPr lang="en-US" sz="1600" dirty="0"/>
          </a:p>
        </p:txBody>
      </p:sp>
      <p:sp>
        <p:nvSpPr>
          <p:cNvPr id="31" name="Text 25"/>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+$1.70M</a:t>
            </a:r>
            <a:endParaRPr lang="en-US" sz="1300" dirty="0"/>
          </a:p>
        </p:txBody>
      </p:sp>
      <p:sp>
        <p:nvSpPr>
          <p:cNvPr id="32" name="Shape 26"/>
          <p:cNvSpPr/>
          <p:nvPr/>
        </p:nvSpPr>
        <p:spPr>
          <a:xfrm>
            <a:off x="658368" y="5358384"/>
            <a:ext cx="3489960" cy="886968"/>
          </a:xfrm>
          <a:prstGeom prst="rect">
            <a:avLst/>
          </a:prstGeom>
          <a:solidFill>
            <a:srgbClr val="F7F7F7"/>
          </a:solidFill>
          <a:ln/>
        </p:spPr>
      </p:sp>
      <p:sp>
        <p:nvSpPr>
          <p:cNvPr id="33" name="Text 27"/>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4" name="Text 28"/>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$2.70M</a:t>
            </a:r>
            <a:endParaRPr lang="en-US" sz="1400" dirty="0"/>
          </a:p>
        </p:txBody>
      </p:sp>
      <p:graphicFrame>
        <p:nvGraphicFramePr>
          <p:cNvPr id="35" name="Chart 4" descr=""/>
          <p:cNvGraphicFramePr/>
          <p:nvPr/>
        </p:nvGraphicFramePr>
        <p:xfrm>
          <a:off x="1097280" y="5890565"/>
          <a:ext cx="1972056" cy="301569"/>
        </p:xfrm>
        <a:graphic xmlns:a="http://schemas.openxmlformats.org/drawingml/2006/main">
          <a:graphicData uri="http://schemas.openxmlformats.org/drawingml/2006/chart">
            <c:chart xmlns:c="http://schemas.openxmlformats.org/drawingml/2006/chart" r:id="rId5"/>
          </a:graphicData>
        </a:graphic>
      </p:graphicFrame>
      <p:sp>
        <p:nvSpPr>
          <p:cNvPr id="36" name="Text 29"/>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+15.8%</a:t>
            </a:r>
            <a:endParaRPr lang="en-US" sz="1600" dirty="0"/>
          </a:p>
        </p:txBody>
      </p:sp>
      <p:sp>
        <p:nvSpPr>
          <p:cNvPr id="37" name="Text 30"/>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+$368K</a:t>
            </a:r>
            <a:endParaRPr lang="en-US" sz="1300" dirty="0"/>
          </a:p>
        </p:txBody>
      </p:sp>
      <p:sp>
        <p:nvSpPr>
          <p:cNvPr id="38" name="Shape 31"/>
          <p:cNvSpPr/>
          <p:nvPr/>
        </p:nvSpPr>
        <p:spPr>
          <a:xfrm>
            <a:off x="4349496" y="1371600"/>
            <a:ext cx="3489960" cy="45720"/>
          </a:xfrm>
          <a:prstGeom prst="rect">
            <a:avLst/>
          </a:prstGeom>
          <a:solidFill>
            <a:srgbClr val="C2352F"/>
          </a:solidFill>
          <a:ln/>
        </p:spPr>
      </p:sp>
      <p:sp>
        <p:nvSpPr>
          <p:cNvPr id="39" name="Text 3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40" name="Shape 33"/>
          <p:cNvSpPr/>
          <p:nvPr/>
        </p:nvSpPr>
        <p:spPr>
          <a:xfrm>
            <a:off x="4349496" y="1810512"/>
            <a:ext cx="3489960" cy="886968"/>
          </a:xfrm>
          <a:prstGeom prst="rect">
            <a:avLst/>
          </a:prstGeom>
          <a:solidFill>
            <a:srgbClr val="F7F7F7"/>
          </a:solidFill>
          <a:ln/>
        </p:spPr>
      </p:sp>
      <p:sp>
        <p:nvSpPr>
          <p:cNvPr id="41" name="Text 34"/>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2" name="Text 35"/>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$3.41M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$2.89M</a:t>
            </a:r>
            <a:endParaRPr lang="en-US" sz="1400" dirty="0"/>
          </a:p>
        </p:txBody>
      </p:sp>
      <p:graphicFrame>
        <p:nvGraphicFramePr>
          <p:cNvPr id="43" name="Chart 5" descr=""/>
          <p:cNvGraphicFramePr/>
          <p:nvPr/>
        </p:nvGraphicFramePr>
        <p:xfrm>
          <a:off x="4788408" y="2342693"/>
          <a:ext cx="1972056" cy="301569"/>
        </p:xfrm>
        <a:graphic xmlns:a="http://schemas.openxmlformats.org/drawingml/2006/main">
          <a:graphicData uri="http://schemas.openxmlformats.org/drawingml/2006/chart">
            <c:chart xmlns:c="http://schemas.openxmlformats.org/drawingml/2006/chart" r:id="rId6"/>
          </a:graphicData>
        </a:graphic>
      </p:graphicFrame>
      <p:sp>
        <p:nvSpPr>
          <p:cNvPr id="44" name="Text 36"/>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−15.2%</a:t>
            </a:r>
            <a:endParaRPr lang="en-US" sz="1600" dirty="0"/>
          </a:p>
        </p:txBody>
      </p:sp>
      <p:sp>
        <p:nvSpPr>
          <p:cNvPr id="45" name="Text 37"/>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−$517K</a:t>
            </a:r>
            <a:endParaRPr lang="en-US" sz="1300" dirty="0"/>
          </a:p>
        </p:txBody>
      </p:sp>
      <p:sp>
        <p:nvSpPr>
          <p:cNvPr id="46" name="Text 38"/>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7" name="Text 39"/>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$968K</a:t>
            </a:r>
            <a:endParaRPr lang="en-US" sz="1400" dirty="0"/>
          </a:p>
        </p:txBody>
      </p:sp>
      <p:graphicFrame>
        <p:nvGraphicFramePr>
          <p:cNvPr id="48" name="Chart 6" descr=""/>
          <p:cNvGraphicFramePr/>
          <p:nvPr/>
        </p:nvGraphicFramePr>
        <p:xfrm>
          <a:off x="4788408" y="3229661"/>
          <a:ext cx="1972056" cy="301569"/>
        </p:xfrm>
        <a:graphic xmlns:a="http://schemas.openxmlformats.org/drawingml/2006/main">
          <a:graphicData uri="http://schemas.openxmlformats.org/drawingml/2006/chart">
            <c:chart xmlns:c="http://schemas.openxmlformats.org/drawingml/2006/chart" r:id="rId7"/>
          </a:graphicData>
        </a:graphic>
      </p:graphicFrame>
      <p:sp>
        <p:nvSpPr>
          <p:cNvPr id="49" name="Text 40"/>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−14.4%</a:t>
            </a:r>
            <a:endParaRPr lang="en-US" sz="1600" dirty="0"/>
          </a:p>
        </p:txBody>
      </p:sp>
      <p:sp>
        <p:nvSpPr>
          <p:cNvPr id="50" name="Text 41"/>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−$163K</a:t>
            </a:r>
            <a:endParaRPr lang="en-US" sz="1300" dirty="0"/>
          </a:p>
        </p:txBody>
      </p:sp>
      <p:sp>
        <p:nvSpPr>
          <p:cNvPr id="51" name="Shape 42"/>
          <p:cNvSpPr/>
          <p:nvPr/>
        </p:nvSpPr>
        <p:spPr>
          <a:xfrm>
            <a:off x="4349496" y="3584448"/>
            <a:ext cx="3489960" cy="886968"/>
          </a:xfrm>
          <a:prstGeom prst="rect">
            <a:avLst/>
          </a:prstGeom>
          <a:solidFill>
            <a:srgbClr val="F7F7F7"/>
          </a:solidFill>
          <a:ln/>
        </p:spPr>
      </p:sp>
      <p:sp>
        <p:nvSpPr>
          <p:cNvPr id="52" name="Text 43"/>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3" name="Text 44"/>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$5.55M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$4.79M</a:t>
            </a:r>
            <a:endParaRPr lang="en-US" sz="1400" dirty="0"/>
          </a:p>
        </p:txBody>
      </p:sp>
      <p:graphicFrame>
        <p:nvGraphicFramePr>
          <p:cNvPr id="54" name="Chart 7" descr=""/>
          <p:cNvGraphicFramePr/>
          <p:nvPr/>
        </p:nvGraphicFramePr>
        <p:xfrm>
          <a:off x="4788408" y="4116629"/>
          <a:ext cx="1972056" cy="301569"/>
        </p:xfrm>
        <a:graphic xmlns:a="http://schemas.openxmlformats.org/drawingml/2006/main">
          <a:graphicData uri="http://schemas.openxmlformats.org/drawingml/2006/chart">
            <c:chart xmlns:c="http://schemas.openxmlformats.org/drawingml/2006/chart" r:id="rId8"/>
          </a:graphicData>
        </a:graphic>
      </p:graphicFrame>
      <p:sp>
        <p:nvSpPr>
          <p:cNvPr id="55" name="Text 45"/>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−13.7%</a:t>
            </a:r>
            <a:endParaRPr lang="en-US" sz="1600" dirty="0"/>
          </a:p>
        </p:txBody>
      </p:sp>
      <p:sp>
        <p:nvSpPr>
          <p:cNvPr id="56" name="Text 46"/>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−$761K</a:t>
            </a:r>
            <a:endParaRPr lang="en-US" sz="1300" dirty="0"/>
          </a:p>
        </p:txBody>
      </p:sp>
      <p:sp>
        <p:nvSpPr>
          <p:cNvPr id="57" name="Text 47"/>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8" name="Text 48"/>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$4.98M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$4.46M</a:t>
            </a:r>
            <a:endParaRPr lang="en-US" sz="1400" dirty="0"/>
          </a:p>
        </p:txBody>
      </p:sp>
      <p:graphicFrame>
        <p:nvGraphicFramePr>
          <p:cNvPr id="59" name="Chart 8" descr=""/>
          <p:cNvGraphicFramePr/>
          <p:nvPr/>
        </p:nvGraphicFramePr>
        <p:xfrm>
          <a:off x="4788408" y="5003597"/>
          <a:ext cx="1972056" cy="301569"/>
        </p:xfrm>
        <a:graphic xmlns:a="http://schemas.openxmlformats.org/drawingml/2006/main">
          <a:graphicData uri="http://schemas.openxmlformats.org/drawingml/2006/chart">
            <c:chart xmlns:c="http://schemas.openxmlformats.org/drawingml/2006/chart" r:id="rId9"/>
          </a:graphicData>
        </a:graphic>
      </p:graphicFrame>
      <p:sp>
        <p:nvSpPr>
          <p:cNvPr id="60" name="Text 49"/>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−10.4%</a:t>
            </a:r>
            <a:endParaRPr lang="en-US" sz="1600" dirty="0"/>
          </a:p>
        </p:txBody>
      </p:sp>
      <p:sp>
        <p:nvSpPr>
          <p:cNvPr id="61" name="Text 50"/>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−$520K</a:t>
            </a:r>
            <a:endParaRPr lang="en-US" sz="1300" dirty="0"/>
          </a:p>
        </p:txBody>
      </p:sp>
      <p:sp>
        <p:nvSpPr>
          <p:cNvPr id="62" name="Shape 51"/>
          <p:cNvSpPr/>
          <p:nvPr/>
        </p:nvSpPr>
        <p:spPr>
          <a:xfrm>
            <a:off x="4349496" y="5358384"/>
            <a:ext cx="3489960" cy="886968"/>
          </a:xfrm>
          <a:prstGeom prst="rect">
            <a:avLst/>
          </a:prstGeom>
          <a:solidFill>
            <a:srgbClr val="F7F7F7"/>
          </a:solidFill>
          <a:ln/>
        </p:spPr>
      </p:sp>
      <p:sp>
        <p:nvSpPr>
          <p:cNvPr id="63" name="Text 52"/>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4" name="Text 53"/>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$9.46M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$8.62M</a:t>
            </a:r>
            <a:endParaRPr lang="en-US" sz="1400" dirty="0"/>
          </a:p>
        </p:txBody>
      </p:sp>
      <p:graphicFrame>
        <p:nvGraphicFramePr>
          <p:cNvPr id="65" name="Chart 9" descr=""/>
          <p:cNvGraphicFramePr/>
          <p:nvPr/>
        </p:nvGraphicFramePr>
        <p:xfrm>
          <a:off x="4788408" y="5890565"/>
          <a:ext cx="1972056" cy="301569"/>
        </p:xfrm>
        <a:graphic xmlns:a="http://schemas.openxmlformats.org/drawingml/2006/main">
          <a:graphicData uri="http://schemas.openxmlformats.org/drawingml/2006/chart">
            <c:chart xmlns:c="http://schemas.openxmlformats.org/drawingml/2006/chart" r:id="rId10"/>
          </a:graphicData>
        </a:graphic>
      </p:graphicFrame>
      <p:sp>
        <p:nvSpPr>
          <p:cNvPr id="66" name="Text 54"/>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−8.9%</a:t>
            </a:r>
            <a:endParaRPr lang="en-US" sz="1600" dirty="0"/>
          </a:p>
        </p:txBody>
      </p:sp>
      <p:sp>
        <p:nvSpPr>
          <p:cNvPr id="67" name="Text 55"/>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−$840K</a:t>
            </a:r>
            <a:endParaRPr lang="en-US" sz="1300" dirty="0"/>
          </a:p>
        </p:txBody>
      </p:sp>
      <p:sp>
        <p:nvSpPr>
          <p:cNvPr id="68" name="Shape 56"/>
          <p:cNvSpPr/>
          <p:nvPr/>
        </p:nvSpPr>
        <p:spPr>
          <a:xfrm>
            <a:off x="8040624" y="1371600"/>
            <a:ext cx="3489960" cy="45720"/>
          </a:xfrm>
          <a:prstGeom prst="rect">
            <a:avLst/>
          </a:prstGeom>
          <a:solidFill>
            <a:srgbClr val="2587C5"/>
          </a:solidFill>
          <a:ln/>
        </p:spPr>
      </p:sp>
      <p:sp>
        <p:nvSpPr>
          <p:cNvPr id="69" name="Text 5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70" name="Shape 58"/>
          <p:cNvSpPr/>
          <p:nvPr/>
        </p:nvSpPr>
        <p:spPr>
          <a:xfrm>
            <a:off x="8040624" y="1810512"/>
            <a:ext cx="3489960" cy="886968"/>
          </a:xfrm>
          <a:prstGeom prst="rect">
            <a:avLst/>
          </a:prstGeom>
          <a:solidFill>
            <a:srgbClr val="F7F7F7"/>
          </a:solidFill>
          <a:ln/>
        </p:spPr>
      </p:sp>
      <p:sp>
        <p:nvSpPr>
          <p:cNvPr id="71" name="Text 59"/>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2" name="Text 60"/>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$425K</a:t>
            </a:r>
            <a:endParaRPr lang="en-US" sz="1400" dirty="0"/>
          </a:p>
        </p:txBody>
      </p:sp>
      <p:graphicFrame>
        <p:nvGraphicFramePr>
          <p:cNvPr id="73" name="Chart 10" descr=""/>
          <p:cNvGraphicFramePr/>
          <p:nvPr/>
        </p:nvGraphicFramePr>
        <p:xfrm>
          <a:off x="8479536" y="2342693"/>
          <a:ext cx="1972056" cy="301569"/>
        </p:xfrm>
        <a:graphic xmlns:a="http://schemas.openxmlformats.org/drawingml/2006/main">
          <a:graphicData uri="http://schemas.openxmlformats.org/drawingml/2006/chart">
            <c:chart xmlns:c="http://schemas.openxmlformats.org/drawingml/2006/chart" r:id="rId11"/>
          </a:graphicData>
        </a:graphic>
      </p:graphicFrame>
      <p:sp>
        <p:nvSpPr>
          <p:cNvPr id="74" name="Text 61"/>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+35.7%</a:t>
            </a:r>
            <a:endParaRPr lang="en-US" sz="1600" dirty="0"/>
          </a:p>
        </p:txBody>
      </p:sp>
      <p:sp>
        <p:nvSpPr>
          <p:cNvPr id="75" name="Text 62"/>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+$112K</a:t>
            </a:r>
            <a:endParaRPr lang="en-US" sz="1300" dirty="0"/>
          </a:p>
        </p:txBody>
      </p:sp>
      <p:sp>
        <p:nvSpPr>
          <p:cNvPr id="76" name="Text 63"/>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7" name="Text 64"/>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$301K</a:t>
            </a:r>
            <a:endParaRPr lang="en-US" sz="1400" dirty="0"/>
          </a:p>
        </p:txBody>
      </p:sp>
      <p:graphicFrame>
        <p:nvGraphicFramePr>
          <p:cNvPr id="78" name="Chart 11" descr=""/>
          <p:cNvGraphicFramePr/>
          <p:nvPr/>
        </p:nvGraphicFramePr>
        <p:xfrm>
          <a:off x="8479536" y="3229661"/>
          <a:ext cx="1972056" cy="301569"/>
        </p:xfrm>
        <a:graphic xmlns:a="http://schemas.openxmlformats.org/drawingml/2006/main">
          <a:graphicData uri="http://schemas.openxmlformats.org/drawingml/2006/chart">
            <c:chart xmlns:c="http://schemas.openxmlformats.org/drawingml/2006/chart" r:id="rId12"/>
          </a:graphicData>
        </a:graphic>
      </p:graphicFrame>
      <p:sp>
        <p:nvSpPr>
          <p:cNvPr id="79" name="Text 65"/>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+32.7%</a:t>
            </a:r>
            <a:endParaRPr lang="en-US" sz="1600" dirty="0"/>
          </a:p>
        </p:txBody>
      </p:sp>
      <p:sp>
        <p:nvSpPr>
          <p:cNvPr id="80" name="Text 66"/>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+$74K</a:t>
            </a:r>
            <a:endParaRPr lang="en-US" sz="1300" dirty="0"/>
          </a:p>
        </p:txBody>
      </p:sp>
      <p:sp>
        <p:nvSpPr>
          <p:cNvPr id="81" name="Shape 67"/>
          <p:cNvSpPr/>
          <p:nvPr/>
        </p:nvSpPr>
        <p:spPr>
          <a:xfrm>
            <a:off x="8040624" y="3584448"/>
            <a:ext cx="3489960" cy="886968"/>
          </a:xfrm>
          <a:prstGeom prst="rect">
            <a:avLst/>
          </a:prstGeom>
          <a:solidFill>
            <a:srgbClr val="F7F7F7"/>
          </a:solidFill>
          <a:ln/>
        </p:spPr>
      </p:sp>
      <p:sp>
        <p:nvSpPr>
          <p:cNvPr id="82" name="Text 68"/>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83" name="Text 69"/>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$429K</a:t>
            </a:r>
            <a:endParaRPr lang="en-US" sz="1400" dirty="0"/>
          </a:p>
        </p:txBody>
      </p:sp>
      <p:graphicFrame>
        <p:nvGraphicFramePr>
          <p:cNvPr id="84" name="Chart 12" descr=""/>
          <p:cNvGraphicFramePr/>
          <p:nvPr/>
        </p:nvGraphicFramePr>
        <p:xfrm>
          <a:off x="8479536" y="4116629"/>
          <a:ext cx="1972056" cy="301569"/>
        </p:xfrm>
        <a:graphic xmlns:a="http://schemas.openxmlformats.org/drawingml/2006/main">
          <a:graphicData uri="http://schemas.openxmlformats.org/drawingml/2006/chart">
            <c:chart xmlns:c="http://schemas.openxmlformats.org/drawingml/2006/chart" r:id="rId13"/>
          </a:graphicData>
        </a:graphic>
      </p:graphicFrame>
      <p:sp>
        <p:nvSpPr>
          <p:cNvPr id="85" name="Text 70"/>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+29.1%</a:t>
            </a:r>
            <a:endParaRPr lang="en-US" sz="1600" dirty="0"/>
          </a:p>
        </p:txBody>
      </p:sp>
      <p:sp>
        <p:nvSpPr>
          <p:cNvPr id="86" name="Text 71"/>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+$97K</a:t>
            </a:r>
            <a:endParaRPr lang="en-US" sz="1300" dirty="0"/>
          </a:p>
        </p:txBody>
      </p:sp>
      <p:sp>
        <p:nvSpPr>
          <p:cNvPr id="87" name="Text 72"/>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8" name="Text 73"/>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$364K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$448K</a:t>
            </a:r>
            <a:endParaRPr lang="en-US" sz="1400" dirty="0"/>
          </a:p>
        </p:txBody>
      </p:sp>
      <p:graphicFrame>
        <p:nvGraphicFramePr>
          <p:cNvPr id="89" name="Chart 13" descr=""/>
          <p:cNvGraphicFramePr/>
          <p:nvPr/>
        </p:nvGraphicFramePr>
        <p:xfrm>
          <a:off x="8479536" y="5003597"/>
          <a:ext cx="1972056" cy="301569"/>
        </p:xfrm>
        <a:graphic xmlns:a="http://schemas.openxmlformats.org/drawingml/2006/main">
          <a:graphicData uri="http://schemas.openxmlformats.org/drawingml/2006/chart">
            <c:chart xmlns:c="http://schemas.openxmlformats.org/drawingml/2006/chart" r:id="rId14"/>
          </a:graphicData>
        </a:graphic>
      </p:graphicFrame>
      <p:sp>
        <p:nvSpPr>
          <p:cNvPr id="90" name="Text 74"/>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+23.2%</a:t>
            </a:r>
            <a:endParaRPr lang="en-US" sz="1600" dirty="0"/>
          </a:p>
        </p:txBody>
      </p:sp>
      <p:sp>
        <p:nvSpPr>
          <p:cNvPr id="91" name="Text 75"/>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+$84K</a:t>
            </a:r>
            <a:endParaRPr lang="en-US" sz="1300" dirty="0"/>
          </a:p>
        </p:txBody>
      </p:sp>
      <p:sp>
        <p:nvSpPr>
          <p:cNvPr id="92" name="Shape 76"/>
          <p:cNvSpPr/>
          <p:nvPr/>
        </p:nvSpPr>
        <p:spPr>
          <a:xfrm>
            <a:off x="8040624" y="5358384"/>
            <a:ext cx="3489960" cy="886968"/>
          </a:xfrm>
          <a:prstGeom prst="rect">
            <a:avLst/>
          </a:prstGeom>
          <a:solidFill>
            <a:srgbClr val="F7F7F7"/>
          </a:solidFill>
          <a:ln/>
        </p:spPr>
      </p:sp>
      <p:sp>
        <p:nvSpPr>
          <p:cNvPr id="93" name="Shape 77"/>
          <p:cNvSpPr/>
          <p:nvPr/>
        </p:nvSpPr>
        <p:spPr>
          <a:xfrm>
            <a:off x="11466576" y="5394960"/>
            <a:ext cx="64008" cy="813816"/>
          </a:xfrm>
          <a:prstGeom prst="rect">
            <a:avLst/>
          </a:prstGeom>
          <a:solidFill>
            <a:srgbClr val="12A566"/>
          </a:solidFill>
          <a:ln/>
        </p:spPr>
      </p:sp>
      <p:sp>
        <p:nvSpPr>
          <p:cNvPr id="94" name="Text 78"/>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95" name="Text 79"/>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$188K</a:t>
            </a:r>
            <a:endParaRPr lang="en-US" sz="1400" dirty="0"/>
          </a:p>
        </p:txBody>
      </p:sp>
      <p:graphicFrame>
        <p:nvGraphicFramePr>
          <p:cNvPr id="96" name="Chart 14" descr=""/>
          <p:cNvGraphicFramePr/>
          <p:nvPr/>
        </p:nvGraphicFramePr>
        <p:xfrm>
          <a:off x="8479536" y="5890565"/>
          <a:ext cx="1972056" cy="301569"/>
        </p:xfrm>
        <a:graphic xmlns:a="http://schemas.openxmlformats.org/drawingml/2006/main">
          <a:graphicData uri="http://schemas.openxmlformats.org/drawingml/2006/chart">
            <c:chart xmlns:c="http://schemas.openxmlformats.org/drawingml/2006/chart" r:id="rId15"/>
          </a:graphicData>
        </a:graphic>
      </p:graphicFrame>
      <p:sp>
        <p:nvSpPr>
          <p:cNvPr id="97" name="Text 80"/>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+19.1%</a:t>
            </a:r>
            <a:endParaRPr lang="en-US" sz="1600" dirty="0"/>
          </a:p>
        </p:txBody>
      </p:sp>
      <p:sp>
        <p:nvSpPr>
          <p:cNvPr id="98" name="Text 81"/>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+$30K</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Service</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sp>
      <p:sp>
        <p:nvSpPr>
          <p:cNvPr id="10" name="Shape 8"/>
          <p:cNvSpPr/>
          <p:nvPr/>
        </p:nvSpPr>
        <p:spPr>
          <a:xfrm>
            <a:off x="4084320" y="1847088"/>
            <a:ext cx="64008" cy="813816"/>
          </a:xfrm>
          <a:prstGeom prst="rect">
            <a:avLst/>
          </a:prstGeom>
          <a:solidFill>
            <a:srgbClr val="12A566"/>
          </a:solidFill>
          <a:ln/>
        </p:spPr>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$648K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$993K</a:t>
            </a:r>
            <a:endParaRPr lang="en-US" sz="1400" dirty="0"/>
          </a:p>
        </p:txBody>
      </p:sp>
      <p:graphicFrame>
        <p:nvGraphicFramePr>
          <p:cNvPr id="13" name="Chart 0" descr=""/>
          <p:cNvGraphicFramePr/>
          <p:nvPr/>
        </p:nvGraphicFramePr>
        <p:xfrm>
          <a:off x="1097280" y="2342693"/>
          <a:ext cx="1972056" cy="301569"/>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+53.3%</a:t>
            </a:r>
            <a:endParaRPr lang="en-US" sz="1600" dirty="0"/>
          </a:p>
        </p:txBody>
      </p:sp>
      <p:sp>
        <p:nvSpPr>
          <p:cNvPr id="15" name="Text 12"/>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+$345K</a:t>
            </a:r>
            <a:endParaRPr lang="en-US" sz="1300" dirty="0"/>
          </a:p>
        </p:txBody>
      </p:sp>
      <p:sp>
        <p:nvSpPr>
          <p:cNvPr id="16" name="Text 13"/>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7" name="Text 14"/>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$2.09M</a:t>
            </a:r>
            <a:endParaRPr lang="en-US" sz="1400" dirty="0"/>
          </a:p>
        </p:txBody>
      </p:sp>
      <p:graphicFrame>
        <p:nvGraphicFramePr>
          <p:cNvPr id="18" name="Chart 1" descr=""/>
          <p:cNvGraphicFramePr/>
          <p:nvPr/>
        </p:nvGraphicFramePr>
        <p:xfrm>
          <a:off x="1097280" y="3229661"/>
          <a:ext cx="1972056" cy="301569"/>
        </p:xfrm>
        <a:graphic xmlns:a="http://schemas.openxmlformats.org/drawingml/2006/main">
          <a:graphicData uri="http://schemas.openxmlformats.org/drawingml/2006/chart">
            <c:chart xmlns:c="http://schemas.openxmlformats.org/drawingml/2006/chart" r:id="rId2"/>
          </a:graphicData>
        </a:graphic>
      </p:graphicFrame>
      <p:sp>
        <p:nvSpPr>
          <p:cNvPr id="19" name="Text 15"/>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+29.5%</a:t>
            </a:r>
            <a:endParaRPr lang="en-US" sz="1600" dirty="0"/>
          </a:p>
        </p:txBody>
      </p:sp>
      <p:sp>
        <p:nvSpPr>
          <p:cNvPr id="20" name="Text 16"/>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+$475K</a:t>
            </a:r>
            <a:endParaRPr lang="en-US" sz="1300" dirty="0"/>
          </a:p>
        </p:txBody>
      </p:sp>
      <p:sp>
        <p:nvSpPr>
          <p:cNvPr id="21" name="Shape 17"/>
          <p:cNvSpPr/>
          <p:nvPr/>
        </p:nvSpPr>
        <p:spPr>
          <a:xfrm>
            <a:off x="658368" y="3584448"/>
            <a:ext cx="3489960" cy="886968"/>
          </a:xfrm>
          <a:prstGeom prst="rect">
            <a:avLst/>
          </a:prstGeom>
          <a:solidFill>
            <a:srgbClr val="F7F7F7"/>
          </a:solidFill>
          <a:ln/>
        </p:spPr>
      </p:sp>
      <p:sp>
        <p:nvSpPr>
          <p:cNvPr id="22" name="Text 18"/>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3" name="Text 19"/>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$2.95M</a:t>
            </a:r>
            <a:endParaRPr lang="en-US" sz="1400" dirty="0"/>
          </a:p>
        </p:txBody>
      </p:sp>
      <p:graphicFrame>
        <p:nvGraphicFramePr>
          <p:cNvPr id="24" name="Chart 2" descr=""/>
          <p:cNvGraphicFramePr/>
          <p:nvPr/>
        </p:nvGraphicFramePr>
        <p:xfrm>
          <a:off x="1097280" y="4116629"/>
          <a:ext cx="1972056" cy="301569"/>
        </p:xfrm>
        <a:graphic xmlns:a="http://schemas.openxmlformats.org/drawingml/2006/main">
          <a:graphicData uri="http://schemas.openxmlformats.org/drawingml/2006/chart">
            <c:chart xmlns:c="http://schemas.openxmlformats.org/drawingml/2006/chart" r:id="rId3"/>
          </a:graphicData>
        </a:graphic>
      </p:graphicFrame>
      <p:sp>
        <p:nvSpPr>
          <p:cNvPr id="25" name="Text 20"/>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+27.7%</a:t>
            </a:r>
            <a:endParaRPr lang="en-US" sz="1600" dirty="0"/>
          </a:p>
        </p:txBody>
      </p:sp>
      <p:sp>
        <p:nvSpPr>
          <p:cNvPr id="26" name="Text 21"/>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+$639K</a:t>
            </a:r>
            <a:endParaRPr lang="en-US" sz="1300" dirty="0"/>
          </a:p>
        </p:txBody>
      </p:sp>
      <p:sp>
        <p:nvSpPr>
          <p:cNvPr id="27" name="Text 22"/>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8" name="Text 23"/>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$1.46M</a:t>
            </a:r>
            <a:endParaRPr lang="en-US" sz="1400" dirty="0"/>
          </a:p>
        </p:txBody>
      </p:sp>
      <p:graphicFrame>
        <p:nvGraphicFramePr>
          <p:cNvPr id="29" name="Chart 3" descr=""/>
          <p:cNvGraphicFramePr/>
          <p:nvPr/>
        </p:nvGraphicFramePr>
        <p:xfrm>
          <a:off x="1097280" y="5003597"/>
          <a:ext cx="1972056" cy="301569"/>
        </p:xfrm>
        <a:graphic xmlns:a="http://schemas.openxmlformats.org/drawingml/2006/main">
          <a:graphicData uri="http://schemas.openxmlformats.org/drawingml/2006/chart">
            <c:chart xmlns:c="http://schemas.openxmlformats.org/drawingml/2006/chart" r:id="rId4"/>
          </a:graphicData>
        </a:graphic>
      </p:graphicFrame>
      <p:sp>
        <p:nvSpPr>
          <p:cNvPr id="30" name="Text 24"/>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+27.5%</a:t>
            </a:r>
            <a:endParaRPr lang="en-US" sz="1600" dirty="0"/>
          </a:p>
        </p:txBody>
      </p:sp>
      <p:sp>
        <p:nvSpPr>
          <p:cNvPr id="31" name="Text 25"/>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+$315K</a:t>
            </a:r>
            <a:endParaRPr lang="en-US" sz="1300" dirty="0"/>
          </a:p>
        </p:txBody>
      </p:sp>
      <p:sp>
        <p:nvSpPr>
          <p:cNvPr id="32" name="Shape 26"/>
          <p:cNvSpPr/>
          <p:nvPr/>
        </p:nvSpPr>
        <p:spPr>
          <a:xfrm>
            <a:off x="658368" y="5358384"/>
            <a:ext cx="3489960" cy="886968"/>
          </a:xfrm>
          <a:prstGeom prst="rect">
            <a:avLst/>
          </a:prstGeom>
          <a:solidFill>
            <a:srgbClr val="F7F7F7"/>
          </a:solidFill>
          <a:ln/>
        </p:spPr>
      </p:sp>
      <p:sp>
        <p:nvSpPr>
          <p:cNvPr id="33" name="Text 27"/>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4" name="Text 28"/>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$3.01M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$3.63M</a:t>
            </a:r>
            <a:endParaRPr lang="en-US" sz="1400" dirty="0"/>
          </a:p>
        </p:txBody>
      </p:sp>
      <p:graphicFrame>
        <p:nvGraphicFramePr>
          <p:cNvPr id="35" name="Chart 4" descr=""/>
          <p:cNvGraphicFramePr/>
          <p:nvPr/>
        </p:nvGraphicFramePr>
        <p:xfrm>
          <a:off x="1097280" y="5890565"/>
          <a:ext cx="1972056" cy="301569"/>
        </p:xfrm>
        <a:graphic xmlns:a="http://schemas.openxmlformats.org/drawingml/2006/main">
          <a:graphicData uri="http://schemas.openxmlformats.org/drawingml/2006/chart">
            <c:chart xmlns:c="http://schemas.openxmlformats.org/drawingml/2006/chart" r:id="rId5"/>
          </a:graphicData>
        </a:graphic>
      </p:graphicFrame>
      <p:sp>
        <p:nvSpPr>
          <p:cNvPr id="36" name="Text 29"/>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+20.5%</a:t>
            </a:r>
            <a:endParaRPr lang="en-US" sz="1600" dirty="0"/>
          </a:p>
        </p:txBody>
      </p:sp>
      <p:sp>
        <p:nvSpPr>
          <p:cNvPr id="37" name="Text 30"/>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+$619K</a:t>
            </a:r>
            <a:endParaRPr lang="en-US" sz="1300" dirty="0"/>
          </a:p>
        </p:txBody>
      </p:sp>
      <p:sp>
        <p:nvSpPr>
          <p:cNvPr id="38" name="Shape 31"/>
          <p:cNvSpPr/>
          <p:nvPr/>
        </p:nvSpPr>
        <p:spPr>
          <a:xfrm>
            <a:off x="4349496" y="1371600"/>
            <a:ext cx="3489960" cy="45720"/>
          </a:xfrm>
          <a:prstGeom prst="rect">
            <a:avLst/>
          </a:prstGeom>
          <a:solidFill>
            <a:srgbClr val="C2352F"/>
          </a:solidFill>
          <a:ln/>
        </p:spPr>
      </p:sp>
      <p:sp>
        <p:nvSpPr>
          <p:cNvPr id="39" name="Text 3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40" name="Shape 33"/>
          <p:cNvSpPr/>
          <p:nvPr/>
        </p:nvSpPr>
        <p:spPr>
          <a:xfrm>
            <a:off x="4349496" y="1810512"/>
            <a:ext cx="3489960" cy="886968"/>
          </a:xfrm>
          <a:prstGeom prst="rect">
            <a:avLst/>
          </a:prstGeom>
          <a:solidFill>
            <a:srgbClr val="F7F7F7"/>
          </a:solidFill>
          <a:ln/>
        </p:spPr>
      </p:sp>
      <p:sp>
        <p:nvSpPr>
          <p:cNvPr id="41" name="Text 34"/>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2" name="Text 35"/>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$2.33M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$1.89M</a:t>
            </a:r>
            <a:endParaRPr lang="en-US" sz="1400" dirty="0"/>
          </a:p>
        </p:txBody>
      </p:sp>
      <p:graphicFrame>
        <p:nvGraphicFramePr>
          <p:cNvPr id="43" name="Chart 5" descr=""/>
          <p:cNvGraphicFramePr/>
          <p:nvPr/>
        </p:nvGraphicFramePr>
        <p:xfrm>
          <a:off x="4788408" y="2342693"/>
          <a:ext cx="1972056" cy="301569"/>
        </p:xfrm>
        <a:graphic xmlns:a="http://schemas.openxmlformats.org/drawingml/2006/main">
          <a:graphicData uri="http://schemas.openxmlformats.org/drawingml/2006/chart">
            <c:chart xmlns:c="http://schemas.openxmlformats.org/drawingml/2006/chart" r:id="rId6"/>
          </a:graphicData>
        </a:graphic>
      </p:graphicFrame>
      <p:sp>
        <p:nvSpPr>
          <p:cNvPr id="44" name="Text 36"/>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−18.8%</a:t>
            </a:r>
            <a:endParaRPr lang="en-US" sz="1600" dirty="0"/>
          </a:p>
        </p:txBody>
      </p:sp>
      <p:sp>
        <p:nvSpPr>
          <p:cNvPr id="45" name="Text 37"/>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−$438K</a:t>
            </a:r>
            <a:endParaRPr lang="en-US" sz="1300" dirty="0"/>
          </a:p>
        </p:txBody>
      </p:sp>
      <p:sp>
        <p:nvSpPr>
          <p:cNvPr id="46" name="Text 38"/>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7" name="Text 39"/>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$724K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$588K</a:t>
            </a:r>
            <a:endParaRPr lang="en-US" sz="1400" dirty="0"/>
          </a:p>
        </p:txBody>
      </p:sp>
      <p:graphicFrame>
        <p:nvGraphicFramePr>
          <p:cNvPr id="48" name="Chart 6" descr=""/>
          <p:cNvGraphicFramePr/>
          <p:nvPr/>
        </p:nvGraphicFramePr>
        <p:xfrm>
          <a:off x="4788408" y="3229661"/>
          <a:ext cx="1972056" cy="301569"/>
        </p:xfrm>
        <a:graphic xmlns:a="http://schemas.openxmlformats.org/drawingml/2006/main">
          <a:graphicData uri="http://schemas.openxmlformats.org/drawingml/2006/chart">
            <c:chart xmlns:c="http://schemas.openxmlformats.org/drawingml/2006/chart" r:id="rId7"/>
          </a:graphicData>
        </a:graphic>
      </p:graphicFrame>
      <p:sp>
        <p:nvSpPr>
          <p:cNvPr id="49" name="Text 40"/>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−18.7%</a:t>
            </a:r>
            <a:endParaRPr lang="en-US" sz="1600" dirty="0"/>
          </a:p>
        </p:txBody>
      </p:sp>
      <p:sp>
        <p:nvSpPr>
          <p:cNvPr id="50" name="Text 41"/>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−$135K</a:t>
            </a:r>
            <a:endParaRPr lang="en-US" sz="1300" dirty="0"/>
          </a:p>
        </p:txBody>
      </p:sp>
      <p:sp>
        <p:nvSpPr>
          <p:cNvPr id="51" name="Shape 42"/>
          <p:cNvSpPr/>
          <p:nvPr/>
        </p:nvSpPr>
        <p:spPr>
          <a:xfrm>
            <a:off x="4349496" y="3584448"/>
            <a:ext cx="3489960" cy="886968"/>
          </a:xfrm>
          <a:prstGeom prst="rect">
            <a:avLst/>
          </a:prstGeom>
          <a:solidFill>
            <a:srgbClr val="F7F7F7"/>
          </a:solidFill>
          <a:ln/>
        </p:spPr>
      </p:sp>
      <p:sp>
        <p:nvSpPr>
          <p:cNvPr id="52" name="Text 43"/>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3" name="Text 44"/>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$3.50M</a:t>
            </a:r>
            <a:endParaRPr lang="en-US" sz="1400" dirty="0"/>
          </a:p>
        </p:txBody>
      </p:sp>
      <p:graphicFrame>
        <p:nvGraphicFramePr>
          <p:cNvPr id="54" name="Chart 7" descr=""/>
          <p:cNvGraphicFramePr/>
          <p:nvPr/>
        </p:nvGraphicFramePr>
        <p:xfrm>
          <a:off x="4788408" y="4116629"/>
          <a:ext cx="1972056" cy="301569"/>
        </p:xfrm>
        <a:graphic xmlns:a="http://schemas.openxmlformats.org/drawingml/2006/main">
          <a:graphicData uri="http://schemas.openxmlformats.org/drawingml/2006/chart">
            <c:chart xmlns:c="http://schemas.openxmlformats.org/drawingml/2006/chart" r:id="rId8"/>
          </a:graphicData>
        </a:graphic>
      </p:graphicFrame>
      <p:sp>
        <p:nvSpPr>
          <p:cNvPr id="55" name="Text 45"/>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−13.5%</a:t>
            </a:r>
            <a:endParaRPr lang="en-US" sz="1600" dirty="0"/>
          </a:p>
        </p:txBody>
      </p:sp>
      <p:sp>
        <p:nvSpPr>
          <p:cNvPr id="56" name="Text 46"/>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−$547K</a:t>
            </a:r>
            <a:endParaRPr lang="en-US" sz="1300" dirty="0"/>
          </a:p>
        </p:txBody>
      </p:sp>
      <p:sp>
        <p:nvSpPr>
          <p:cNvPr id="57" name="Text 47"/>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8" name="Text 48"/>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$5.92M</a:t>
            </a:r>
            <a:endParaRPr lang="en-US" sz="1400" dirty="0"/>
          </a:p>
        </p:txBody>
      </p:sp>
      <p:graphicFrame>
        <p:nvGraphicFramePr>
          <p:cNvPr id="59" name="Chart 8" descr=""/>
          <p:cNvGraphicFramePr/>
          <p:nvPr/>
        </p:nvGraphicFramePr>
        <p:xfrm>
          <a:off x="4788408" y="5003597"/>
          <a:ext cx="1972056" cy="301569"/>
        </p:xfrm>
        <a:graphic xmlns:a="http://schemas.openxmlformats.org/drawingml/2006/main">
          <a:graphicData uri="http://schemas.openxmlformats.org/drawingml/2006/chart">
            <c:chart xmlns:c="http://schemas.openxmlformats.org/drawingml/2006/chart" r:id="rId9"/>
          </a:graphicData>
        </a:graphic>
      </p:graphicFrame>
      <p:sp>
        <p:nvSpPr>
          <p:cNvPr id="60" name="Text 49"/>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−10.5%</a:t>
            </a:r>
            <a:endParaRPr lang="en-US" sz="1600" dirty="0"/>
          </a:p>
        </p:txBody>
      </p:sp>
      <p:sp>
        <p:nvSpPr>
          <p:cNvPr id="61" name="Text 50"/>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−$695K</a:t>
            </a:r>
            <a:endParaRPr lang="en-US" sz="1300" dirty="0"/>
          </a:p>
        </p:txBody>
      </p:sp>
      <p:sp>
        <p:nvSpPr>
          <p:cNvPr id="62" name="Shape 51"/>
          <p:cNvSpPr/>
          <p:nvPr/>
        </p:nvSpPr>
        <p:spPr>
          <a:xfrm>
            <a:off x="4349496" y="5358384"/>
            <a:ext cx="3489960" cy="886968"/>
          </a:xfrm>
          <a:prstGeom prst="rect">
            <a:avLst/>
          </a:prstGeom>
          <a:solidFill>
            <a:srgbClr val="F7F7F7"/>
          </a:solidFill>
          <a:ln/>
        </p:spPr>
      </p:sp>
      <p:sp>
        <p:nvSpPr>
          <p:cNvPr id="63" name="Text 52"/>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4" name="Text 53"/>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$3.23M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$3.04M</a:t>
            </a:r>
            <a:endParaRPr lang="en-US" sz="1400" dirty="0"/>
          </a:p>
        </p:txBody>
      </p:sp>
      <p:graphicFrame>
        <p:nvGraphicFramePr>
          <p:cNvPr id="65" name="Chart 9" descr=""/>
          <p:cNvGraphicFramePr/>
          <p:nvPr/>
        </p:nvGraphicFramePr>
        <p:xfrm>
          <a:off x="4788408" y="5890565"/>
          <a:ext cx="1972056" cy="301569"/>
        </p:xfrm>
        <a:graphic xmlns:a="http://schemas.openxmlformats.org/drawingml/2006/main">
          <a:graphicData uri="http://schemas.openxmlformats.org/drawingml/2006/chart">
            <c:chart xmlns:c="http://schemas.openxmlformats.org/drawingml/2006/chart" r:id="rId10"/>
          </a:graphicData>
        </a:graphic>
      </p:graphicFrame>
      <p:sp>
        <p:nvSpPr>
          <p:cNvPr id="66" name="Text 54"/>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−5.9%</a:t>
            </a:r>
            <a:endParaRPr lang="en-US" sz="1600" dirty="0"/>
          </a:p>
        </p:txBody>
      </p:sp>
      <p:sp>
        <p:nvSpPr>
          <p:cNvPr id="67" name="Text 55"/>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−$192K</a:t>
            </a:r>
            <a:endParaRPr lang="en-US" sz="1300" dirty="0"/>
          </a:p>
        </p:txBody>
      </p:sp>
      <p:sp>
        <p:nvSpPr>
          <p:cNvPr id="68" name="Shape 56"/>
          <p:cNvSpPr/>
          <p:nvPr/>
        </p:nvSpPr>
        <p:spPr>
          <a:xfrm>
            <a:off x="8040624" y="1371600"/>
            <a:ext cx="3489960" cy="45720"/>
          </a:xfrm>
          <a:prstGeom prst="rect">
            <a:avLst/>
          </a:prstGeom>
          <a:solidFill>
            <a:srgbClr val="2587C5"/>
          </a:solidFill>
          <a:ln/>
        </p:spPr>
      </p:sp>
      <p:sp>
        <p:nvSpPr>
          <p:cNvPr id="69" name="Text 5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70" name="Shape 58"/>
          <p:cNvSpPr/>
          <p:nvPr/>
        </p:nvSpPr>
        <p:spPr>
          <a:xfrm>
            <a:off x="8040624" y="1810512"/>
            <a:ext cx="3489960" cy="886968"/>
          </a:xfrm>
          <a:prstGeom prst="rect">
            <a:avLst/>
          </a:prstGeom>
          <a:solidFill>
            <a:srgbClr val="F7F7F7"/>
          </a:solidFill>
          <a:ln/>
        </p:spPr>
      </p:sp>
      <p:sp>
        <p:nvSpPr>
          <p:cNvPr id="71" name="Text 59"/>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2" name="Text 60"/>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$275K</a:t>
            </a:r>
            <a:endParaRPr lang="en-US" sz="1400" dirty="0"/>
          </a:p>
        </p:txBody>
      </p:sp>
      <p:graphicFrame>
        <p:nvGraphicFramePr>
          <p:cNvPr id="73" name="Chart 10" descr=""/>
          <p:cNvGraphicFramePr/>
          <p:nvPr/>
        </p:nvGraphicFramePr>
        <p:xfrm>
          <a:off x="8479536" y="2342693"/>
          <a:ext cx="1972056" cy="301569"/>
        </p:xfrm>
        <a:graphic xmlns:a="http://schemas.openxmlformats.org/drawingml/2006/main">
          <a:graphicData uri="http://schemas.openxmlformats.org/drawingml/2006/chart">
            <c:chart xmlns:c="http://schemas.openxmlformats.org/drawingml/2006/chart" r:id="rId11"/>
          </a:graphicData>
        </a:graphic>
      </p:graphicFrame>
      <p:sp>
        <p:nvSpPr>
          <p:cNvPr id="74" name="Text 61"/>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+38.0%</a:t>
            </a:r>
            <a:endParaRPr lang="en-US" sz="1600" dirty="0"/>
          </a:p>
        </p:txBody>
      </p:sp>
      <p:sp>
        <p:nvSpPr>
          <p:cNvPr id="75" name="Text 62"/>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+$76K</a:t>
            </a:r>
            <a:endParaRPr lang="en-US" sz="1300" dirty="0"/>
          </a:p>
        </p:txBody>
      </p:sp>
      <p:sp>
        <p:nvSpPr>
          <p:cNvPr id="76" name="Text 63"/>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7" name="Text 64"/>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$178K</a:t>
            </a:r>
            <a:endParaRPr lang="en-US" sz="1400" dirty="0"/>
          </a:p>
        </p:txBody>
      </p:sp>
      <p:graphicFrame>
        <p:nvGraphicFramePr>
          <p:cNvPr id="78" name="Chart 11" descr=""/>
          <p:cNvGraphicFramePr/>
          <p:nvPr/>
        </p:nvGraphicFramePr>
        <p:xfrm>
          <a:off x="8479536" y="3229661"/>
          <a:ext cx="1972056" cy="301569"/>
        </p:xfrm>
        <a:graphic xmlns:a="http://schemas.openxmlformats.org/drawingml/2006/main">
          <a:graphicData uri="http://schemas.openxmlformats.org/drawingml/2006/chart">
            <c:chart xmlns:c="http://schemas.openxmlformats.org/drawingml/2006/chart" r:id="rId12"/>
          </a:graphicData>
        </a:graphic>
      </p:graphicFrame>
      <p:sp>
        <p:nvSpPr>
          <p:cNvPr id="79" name="Text 65"/>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+34.5%</a:t>
            </a:r>
            <a:endParaRPr lang="en-US" sz="1600" dirty="0"/>
          </a:p>
        </p:txBody>
      </p:sp>
      <p:sp>
        <p:nvSpPr>
          <p:cNvPr id="80" name="Text 66"/>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+$46K</a:t>
            </a:r>
            <a:endParaRPr lang="en-US" sz="1300" dirty="0"/>
          </a:p>
        </p:txBody>
      </p:sp>
      <p:sp>
        <p:nvSpPr>
          <p:cNvPr id="81" name="Shape 67"/>
          <p:cNvSpPr/>
          <p:nvPr/>
        </p:nvSpPr>
        <p:spPr>
          <a:xfrm>
            <a:off x="8040624" y="3584448"/>
            <a:ext cx="3489960" cy="886968"/>
          </a:xfrm>
          <a:prstGeom prst="rect">
            <a:avLst/>
          </a:prstGeom>
          <a:solidFill>
            <a:srgbClr val="F7F7F7"/>
          </a:solidFill>
          <a:ln/>
        </p:spPr>
      </p:sp>
      <p:sp>
        <p:nvSpPr>
          <p:cNvPr id="82" name="Shape 68"/>
          <p:cNvSpPr/>
          <p:nvPr/>
        </p:nvSpPr>
        <p:spPr>
          <a:xfrm>
            <a:off x="11466576" y="3621024"/>
            <a:ext cx="64008" cy="813816"/>
          </a:xfrm>
          <a:prstGeom prst="rect">
            <a:avLst/>
          </a:prstGeom>
          <a:solidFill>
            <a:srgbClr val="12A566"/>
          </a:solidFill>
          <a:ln/>
        </p:spPr>
      </p:sp>
      <p:sp>
        <p:nvSpPr>
          <p:cNvPr id="83" name="Text 69"/>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84" name="Text 70"/>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$128K</a:t>
            </a:r>
            <a:endParaRPr lang="en-US" sz="1400" dirty="0"/>
          </a:p>
        </p:txBody>
      </p:sp>
      <p:graphicFrame>
        <p:nvGraphicFramePr>
          <p:cNvPr id="85" name="Chart 12" descr=""/>
          <p:cNvGraphicFramePr/>
          <p:nvPr/>
        </p:nvGraphicFramePr>
        <p:xfrm>
          <a:off x="8479536" y="4116629"/>
          <a:ext cx="1972056" cy="301569"/>
        </p:xfrm>
        <a:graphic xmlns:a="http://schemas.openxmlformats.org/drawingml/2006/main">
          <a:graphicData uri="http://schemas.openxmlformats.org/drawingml/2006/chart">
            <c:chart xmlns:c="http://schemas.openxmlformats.org/drawingml/2006/chart" r:id="rId13"/>
          </a:graphicData>
        </a:graphic>
      </p:graphicFrame>
      <p:sp>
        <p:nvSpPr>
          <p:cNvPr id="86" name="Text 71"/>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+34.2%</a:t>
            </a:r>
            <a:endParaRPr lang="en-US" sz="1600" dirty="0"/>
          </a:p>
        </p:txBody>
      </p:sp>
      <p:sp>
        <p:nvSpPr>
          <p:cNvPr id="87" name="Text 72"/>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+$33K</a:t>
            </a:r>
            <a:endParaRPr lang="en-US" sz="1300" dirty="0"/>
          </a:p>
        </p:txBody>
      </p:sp>
      <p:sp>
        <p:nvSpPr>
          <p:cNvPr id="88" name="Text 73"/>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9" name="Text 74"/>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$273K</a:t>
            </a:r>
            <a:endParaRPr lang="en-US" sz="1400" dirty="0"/>
          </a:p>
        </p:txBody>
      </p:sp>
      <p:graphicFrame>
        <p:nvGraphicFramePr>
          <p:cNvPr id="90" name="Chart 13" descr=""/>
          <p:cNvGraphicFramePr/>
          <p:nvPr/>
        </p:nvGraphicFramePr>
        <p:xfrm>
          <a:off x="8479536" y="5003597"/>
          <a:ext cx="1972056" cy="301569"/>
        </p:xfrm>
        <a:graphic xmlns:a="http://schemas.openxmlformats.org/drawingml/2006/main">
          <a:graphicData uri="http://schemas.openxmlformats.org/drawingml/2006/chart">
            <c:chart xmlns:c="http://schemas.openxmlformats.org/drawingml/2006/chart" r:id="rId14"/>
          </a:graphicData>
        </a:graphic>
      </p:graphicFrame>
      <p:sp>
        <p:nvSpPr>
          <p:cNvPr id="91" name="Text 75"/>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+32.4%</a:t>
            </a:r>
            <a:endParaRPr lang="en-US" sz="1600" dirty="0"/>
          </a:p>
        </p:txBody>
      </p:sp>
      <p:sp>
        <p:nvSpPr>
          <p:cNvPr id="92" name="Text 76"/>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+$67K</a:t>
            </a:r>
            <a:endParaRPr lang="en-US" sz="1300" dirty="0"/>
          </a:p>
        </p:txBody>
      </p:sp>
      <p:sp>
        <p:nvSpPr>
          <p:cNvPr id="93" name="Shape 77"/>
          <p:cNvSpPr/>
          <p:nvPr/>
        </p:nvSpPr>
        <p:spPr>
          <a:xfrm>
            <a:off x="8040624" y="5358384"/>
            <a:ext cx="3489960" cy="886968"/>
          </a:xfrm>
          <a:prstGeom prst="rect">
            <a:avLst/>
          </a:prstGeom>
          <a:solidFill>
            <a:srgbClr val="F7F7F7"/>
          </a:solidFill>
          <a:ln/>
        </p:spPr>
      </p:sp>
      <p:sp>
        <p:nvSpPr>
          <p:cNvPr id="94" name="Text 78"/>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95" name="Text 79"/>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$290K</a:t>
            </a:r>
            <a:endParaRPr lang="en-US" sz="1400" dirty="0"/>
          </a:p>
        </p:txBody>
      </p:sp>
      <p:graphicFrame>
        <p:nvGraphicFramePr>
          <p:cNvPr id="96" name="Chart 14" descr=""/>
          <p:cNvGraphicFramePr/>
          <p:nvPr/>
        </p:nvGraphicFramePr>
        <p:xfrm>
          <a:off x="8479536" y="5890565"/>
          <a:ext cx="1972056" cy="301569"/>
        </p:xfrm>
        <a:graphic xmlns:a="http://schemas.openxmlformats.org/drawingml/2006/main">
          <a:graphicData uri="http://schemas.openxmlformats.org/drawingml/2006/chart">
            <c:chart xmlns:c="http://schemas.openxmlformats.org/drawingml/2006/chart" r:id="rId15"/>
          </a:graphicData>
        </a:graphic>
      </p:graphicFrame>
      <p:sp>
        <p:nvSpPr>
          <p:cNvPr id="97" name="Text 80"/>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+22.9%</a:t>
            </a:r>
            <a:endParaRPr lang="en-US" sz="1600" dirty="0"/>
          </a:p>
        </p:txBody>
      </p:sp>
      <p:sp>
        <p:nvSpPr>
          <p:cNvPr id="98" name="Text 81"/>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+$54K</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Parts</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sp>
      <p:sp>
        <p:nvSpPr>
          <p:cNvPr id="10" name="Text 8"/>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$654K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$896K</a:t>
            </a:r>
            <a:endParaRPr lang="en-US" sz="1400" dirty="0"/>
          </a:p>
        </p:txBody>
      </p:sp>
      <p:graphicFrame>
        <p:nvGraphicFramePr>
          <p:cNvPr id="12" name="Chart 0" descr=""/>
          <p:cNvGraphicFramePr/>
          <p:nvPr/>
        </p:nvGraphicFramePr>
        <p:xfrm>
          <a:off x="1097280" y="2342693"/>
          <a:ext cx="1972056" cy="301569"/>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3160776"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+37.1%</a:t>
            </a:r>
            <a:endParaRPr lang="en-US" sz="1600" dirty="0"/>
          </a:p>
        </p:txBody>
      </p:sp>
      <p:sp>
        <p:nvSpPr>
          <p:cNvPr id="14" name="Text 11"/>
          <p:cNvSpPr txBox="1"/>
          <p:nvPr/>
        </p:nvSpPr>
        <p:spPr>
          <a:xfrm>
            <a:off x="3160776"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+$243K</a:t>
            </a:r>
            <a:endParaRPr lang="en-US" sz="1300" dirty="0"/>
          </a:p>
        </p:txBody>
      </p:sp>
      <p:sp>
        <p:nvSpPr>
          <p:cNvPr id="15" name="Text 12"/>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3"/>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$2.42M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$3.11M</a:t>
            </a:r>
            <a:endParaRPr lang="en-US" sz="1400" dirty="0"/>
          </a:p>
        </p:txBody>
      </p:sp>
      <p:graphicFrame>
        <p:nvGraphicFramePr>
          <p:cNvPr id="17" name="Chart 1" descr=""/>
          <p:cNvGraphicFramePr/>
          <p:nvPr/>
        </p:nvGraphicFramePr>
        <p:xfrm>
          <a:off x="1097280" y="3229661"/>
          <a:ext cx="1972056" cy="301569"/>
        </p:xfrm>
        <a:graphic xmlns:a="http://schemas.openxmlformats.org/drawingml/2006/main">
          <a:graphicData uri="http://schemas.openxmlformats.org/drawingml/2006/chart">
            <c:chart xmlns:c="http://schemas.openxmlformats.org/drawingml/2006/chart" r:id="rId2"/>
          </a:graphicData>
        </a:graphic>
      </p:graphicFrame>
      <p:sp>
        <p:nvSpPr>
          <p:cNvPr id="18" name="Text 14"/>
          <p:cNvSpPr txBox="1"/>
          <p:nvPr/>
        </p:nvSpPr>
        <p:spPr>
          <a:xfrm>
            <a:off x="3160776"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+28.4%</a:t>
            </a:r>
            <a:endParaRPr lang="en-US" sz="1600" dirty="0"/>
          </a:p>
        </p:txBody>
      </p:sp>
      <p:sp>
        <p:nvSpPr>
          <p:cNvPr id="19" name="Text 15"/>
          <p:cNvSpPr txBox="1"/>
          <p:nvPr/>
        </p:nvSpPr>
        <p:spPr>
          <a:xfrm>
            <a:off x="3160776"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+$688K</a:t>
            </a:r>
            <a:endParaRPr lang="en-US" sz="1300" dirty="0"/>
          </a:p>
        </p:txBody>
      </p:sp>
      <p:sp>
        <p:nvSpPr>
          <p:cNvPr id="20" name="Shape 16"/>
          <p:cNvSpPr/>
          <p:nvPr/>
        </p:nvSpPr>
        <p:spPr>
          <a:xfrm>
            <a:off x="658368" y="3584448"/>
            <a:ext cx="3489960" cy="886968"/>
          </a:xfrm>
          <a:prstGeom prst="rect">
            <a:avLst/>
          </a:prstGeom>
          <a:solidFill>
            <a:srgbClr val="F7F7F7"/>
          </a:solidFill>
          <a:ln/>
        </p:spPr>
      </p:sp>
      <p:sp>
        <p:nvSpPr>
          <p:cNvPr id="21" name="Text 17"/>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2" name="Text 18"/>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$1.31M</a:t>
            </a:r>
            <a:endParaRPr lang="en-US" sz="1400" dirty="0"/>
          </a:p>
        </p:txBody>
      </p:sp>
      <p:graphicFrame>
        <p:nvGraphicFramePr>
          <p:cNvPr id="23" name="Chart 2" descr=""/>
          <p:cNvGraphicFramePr/>
          <p:nvPr/>
        </p:nvGraphicFramePr>
        <p:xfrm>
          <a:off x="1097280" y="4116629"/>
          <a:ext cx="1972056" cy="301569"/>
        </p:xfrm>
        <a:graphic xmlns:a="http://schemas.openxmlformats.org/drawingml/2006/main">
          <a:graphicData uri="http://schemas.openxmlformats.org/drawingml/2006/chart">
            <c:chart xmlns:c="http://schemas.openxmlformats.org/drawingml/2006/chart" r:id="rId3"/>
          </a:graphicData>
        </a:graphic>
      </p:graphicFrame>
      <p:sp>
        <p:nvSpPr>
          <p:cNvPr id="24" name="Text 19"/>
          <p:cNvSpPr txBox="1"/>
          <p:nvPr/>
        </p:nvSpPr>
        <p:spPr>
          <a:xfrm>
            <a:off x="3160776"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+26.0%</a:t>
            </a:r>
            <a:endParaRPr lang="en-US" sz="1600" dirty="0"/>
          </a:p>
        </p:txBody>
      </p:sp>
      <p:sp>
        <p:nvSpPr>
          <p:cNvPr id="25" name="Text 20"/>
          <p:cNvSpPr txBox="1"/>
          <p:nvPr/>
        </p:nvSpPr>
        <p:spPr>
          <a:xfrm>
            <a:off x="3160776"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+$271K</a:t>
            </a:r>
            <a:endParaRPr lang="en-US" sz="1300" dirty="0"/>
          </a:p>
        </p:txBody>
      </p:sp>
      <p:sp>
        <p:nvSpPr>
          <p:cNvPr id="26" name="Text 21"/>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7" name="Text 22"/>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$932K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$1.09M</a:t>
            </a:r>
            <a:endParaRPr lang="en-US" sz="1400" dirty="0"/>
          </a:p>
        </p:txBody>
      </p:sp>
      <p:graphicFrame>
        <p:nvGraphicFramePr>
          <p:cNvPr id="28" name="Chart 3" descr=""/>
          <p:cNvGraphicFramePr/>
          <p:nvPr/>
        </p:nvGraphicFramePr>
        <p:xfrm>
          <a:off x="1097280" y="5003597"/>
          <a:ext cx="1972056" cy="301569"/>
        </p:xfrm>
        <a:graphic xmlns:a="http://schemas.openxmlformats.org/drawingml/2006/main">
          <a:graphicData uri="http://schemas.openxmlformats.org/drawingml/2006/chart">
            <c:chart xmlns:c="http://schemas.openxmlformats.org/drawingml/2006/chart" r:id="rId4"/>
          </a:graphicData>
        </a:graphic>
      </p:graphicFrame>
      <p:sp>
        <p:nvSpPr>
          <p:cNvPr id="29" name="Text 23"/>
          <p:cNvSpPr txBox="1"/>
          <p:nvPr/>
        </p:nvSpPr>
        <p:spPr>
          <a:xfrm>
            <a:off x="3160776"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+17.0%</a:t>
            </a:r>
            <a:endParaRPr lang="en-US" sz="1600" dirty="0"/>
          </a:p>
        </p:txBody>
      </p:sp>
      <p:sp>
        <p:nvSpPr>
          <p:cNvPr id="30" name="Text 24"/>
          <p:cNvSpPr txBox="1"/>
          <p:nvPr/>
        </p:nvSpPr>
        <p:spPr>
          <a:xfrm>
            <a:off x="3160776"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+$158K</a:t>
            </a:r>
            <a:endParaRPr lang="en-US" sz="1300" dirty="0"/>
          </a:p>
        </p:txBody>
      </p:sp>
      <p:sp>
        <p:nvSpPr>
          <p:cNvPr id="31" name="Shape 25"/>
          <p:cNvSpPr/>
          <p:nvPr/>
        </p:nvSpPr>
        <p:spPr>
          <a:xfrm>
            <a:off x="658368" y="5358384"/>
            <a:ext cx="3489960" cy="886968"/>
          </a:xfrm>
          <a:prstGeom prst="rect">
            <a:avLst/>
          </a:prstGeom>
          <a:solidFill>
            <a:srgbClr val="F7F7F7"/>
          </a:solidFill>
          <a:ln/>
        </p:spPr>
      </p:sp>
      <p:sp>
        <p:nvSpPr>
          <p:cNvPr id="32" name="Text 26"/>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3" name="Text 27"/>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$948K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$1.10M</a:t>
            </a:r>
            <a:endParaRPr lang="en-US" sz="1400" dirty="0"/>
          </a:p>
        </p:txBody>
      </p:sp>
      <p:graphicFrame>
        <p:nvGraphicFramePr>
          <p:cNvPr id="34" name="Chart 4" descr=""/>
          <p:cNvGraphicFramePr/>
          <p:nvPr/>
        </p:nvGraphicFramePr>
        <p:xfrm>
          <a:off x="1097280" y="5890565"/>
          <a:ext cx="1972056" cy="301569"/>
        </p:xfrm>
        <a:graphic xmlns:a="http://schemas.openxmlformats.org/drawingml/2006/main">
          <a:graphicData uri="http://schemas.openxmlformats.org/drawingml/2006/chart">
            <c:chart xmlns:c="http://schemas.openxmlformats.org/drawingml/2006/chart" r:id="rId5"/>
          </a:graphicData>
        </a:graphic>
      </p:graphicFrame>
      <p:sp>
        <p:nvSpPr>
          <p:cNvPr id="35" name="Text 28"/>
          <p:cNvSpPr txBox="1"/>
          <p:nvPr/>
        </p:nvSpPr>
        <p:spPr>
          <a:xfrm>
            <a:off x="3160776"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+16.0%</a:t>
            </a:r>
            <a:endParaRPr lang="en-US" sz="1600" dirty="0"/>
          </a:p>
        </p:txBody>
      </p:sp>
      <p:sp>
        <p:nvSpPr>
          <p:cNvPr id="36" name="Text 29"/>
          <p:cNvSpPr txBox="1"/>
          <p:nvPr/>
        </p:nvSpPr>
        <p:spPr>
          <a:xfrm>
            <a:off x="3160776"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+$151K</a:t>
            </a:r>
            <a:endParaRPr lang="en-US" sz="1300" dirty="0"/>
          </a:p>
        </p:txBody>
      </p:sp>
      <p:sp>
        <p:nvSpPr>
          <p:cNvPr id="37" name="Shape 30"/>
          <p:cNvSpPr/>
          <p:nvPr/>
        </p:nvSpPr>
        <p:spPr>
          <a:xfrm>
            <a:off x="4349496" y="1371600"/>
            <a:ext cx="3489960" cy="45720"/>
          </a:xfrm>
          <a:prstGeom prst="rect">
            <a:avLst/>
          </a:prstGeom>
          <a:solidFill>
            <a:srgbClr val="C2352F"/>
          </a:solidFill>
          <a:ln/>
        </p:spPr>
      </p:sp>
      <p:sp>
        <p:nvSpPr>
          <p:cNvPr id="38" name="Text 31"/>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9" name="Shape 32"/>
          <p:cNvSpPr/>
          <p:nvPr/>
        </p:nvSpPr>
        <p:spPr>
          <a:xfrm>
            <a:off x="4349496" y="1810512"/>
            <a:ext cx="3489960" cy="886968"/>
          </a:xfrm>
          <a:prstGeom prst="rect">
            <a:avLst/>
          </a:prstGeom>
          <a:solidFill>
            <a:srgbClr val="F7F7F7"/>
          </a:solidFill>
          <a:ln/>
        </p:spPr>
      </p:sp>
      <p:sp>
        <p:nvSpPr>
          <p:cNvPr id="40" name="Text 33"/>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1" name="Text 34"/>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$827K</a:t>
            </a:r>
            <a:endParaRPr lang="en-US" sz="1400" dirty="0"/>
          </a:p>
        </p:txBody>
      </p:sp>
      <p:graphicFrame>
        <p:nvGraphicFramePr>
          <p:cNvPr id="42" name="Chart 5" descr=""/>
          <p:cNvGraphicFramePr/>
          <p:nvPr/>
        </p:nvGraphicFramePr>
        <p:xfrm>
          <a:off x="4788408" y="2342693"/>
          <a:ext cx="1972056" cy="301569"/>
        </p:xfrm>
        <a:graphic xmlns:a="http://schemas.openxmlformats.org/drawingml/2006/main">
          <a:graphicData uri="http://schemas.openxmlformats.org/drawingml/2006/chart">
            <c:chart xmlns:c="http://schemas.openxmlformats.org/drawingml/2006/chart" r:id="rId6"/>
          </a:graphicData>
        </a:graphic>
      </p:graphicFrame>
      <p:sp>
        <p:nvSpPr>
          <p:cNvPr id="43" name="Text 35"/>
          <p:cNvSpPr txBox="1"/>
          <p:nvPr/>
        </p:nvSpPr>
        <p:spPr>
          <a:xfrm>
            <a:off x="6851904" y="2076602"/>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−21.5%</a:t>
            </a:r>
            <a:endParaRPr lang="en-US" sz="1600" dirty="0"/>
          </a:p>
        </p:txBody>
      </p:sp>
      <p:sp>
        <p:nvSpPr>
          <p:cNvPr id="44" name="Text 36"/>
          <p:cNvSpPr txBox="1"/>
          <p:nvPr/>
        </p:nvSpPr>
        <p:spPr>
          <a:xfrm>
            <a:off x="6851904"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−$227K</a:t>
            </a:r>
            <a:endParaRPr lang="en-US" sz="1300" dirty="0"/>
          </a:p>
        </p:txBody>
      </p:sp>
      <p:sp>
        <p:nvSpPr>
          <p:cNvPr id="45" name="Text 37"/>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6" name="Text 38"/>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$1.42M</a:t>
            </a:r>
            <a:endParaRPr lang="en-US" sz="1400" dirty="0"/>
          </a:p>
        </p:txBody>
      </p:sp>
      <p:graphicFrame>
        <p:nvGraphicFramePr>
          <p:cNvPr id="47" name="Chart 6" descr=""/>
          <p:cNvGraphicFramePr/>
          <p:nvPr/>
        </p:nvGraphicFramePr>
        <p:xfrm>
          <a:off x="4788408" y="3229661"/>
          <a:ext cx="1972056" cy="301569"/>
        </p:xfrm>
        <a:graphic xmlns:a="http://schemas.openxmlformats.org/drawingml/2006/main">
          <a:graphicData uri="http://schemas.openxmlformats.org/drawingml/2006/chart">
            <c:chart xmlns:c="http://schemas.openxmlformats.org/drawingml/2006/chart" r:id="rId7"/>
          </a:graphicData>
        </a:graphic>
      </p:graphicFrame>
      <p:sp>
        <p:nvSpPr>
          <p:cNvPr id="48" name="Text 39"/>
          <p:cNvSpPr txBox="1"/>
          <p:nvPr/>
        </p:nvSpPr>
        <p:spPr>
          <a:xfrm>
            <a:off x="6851904" y="2963570"/>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−18.8%</a:t>
            </a:r>
            <a:endParaRPr lang="en-US" sz="1600" dirty="0"/>
          </a:p>
        </p:txBody>
      </p:sp>
      <p:sp>
        <p:nvSpPr>
          <p:cNvPr id="49" name="Text 40"/>
          <p:cNvSpPr txBox="1"/>
          <p:nvPr/>
        </p:nvSpPr>
        <p:spPr>
          <a:xfrm>
            <a:off x="6851904"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−$328K</a:t>
            </a:r>
            <a:endParaRPr lang="en-US" sz="1300" dirty="0"/>
          </a:p>
        </p:txBody>
      </p:sp>
      <p:sp>
        <p:nvSpPr>
          <p:cNvPr id="50" name="Shape 41"/>
          <p:cNvSpPr/>
          <p:nvPr/>
        </p:nvSpPr>
        <p:spPr>
          <a:xfrm>
            <a:off x="4349496" y="3584448"/>
            <a:ext cx="3489960" cy="886968"/>
          </a:xfrm>
          <a:prstGeom prst="rect">
            <a:avLst/>
          </a:prstGeom>
          <a:solidFill>
            <a:srgbClr val="F7F7F7"/>
          </a:solidFill>
          <a:ln/>
        </p:spPr>
      </p:sp>
      <p:sp>
        <p:nvSpPr>
          <p:cNvPr id="51" name="Text 42"/>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52" name="Text 43"/>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$1.50M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$1.29M</a:t>
            </a:r>
            <a:endParaRPr lang="en-US" sz="1400" dirty="0"/>
          </a:p>
        </p:txBody>
      </p:sp>
      <p:graphicFrame>
        <p:nvGraphicFramePr>
          <p:cNvPr id="53" name="Chart 7" descr=""/>
          <p:cNvGraphicFramePr/>
          <p:nvPr/>
        </p:nvGraphicFramePr>
        <p:xfrm>
          <a:off x="4788408" y="4116629"/>
          <a:ext cx="1972056" cy="301569"/>
        </p:xfrm>
        <a:graphic xmlns:a="http://schemas.openxmlformats.org/drawingml/2006/main">
          <a:graphicData uri="http://schemas.openxmlformats.org/drawingml/2006/chart">
            <c:chart xmlns:c="http://schemas.openxmlformats.org/drawingml/2006/chart" r:id="rId8"/>
          </a:graphicData>
        </a:graphic>
      </p:graphicFrame>
      <p:sp>
        <p:nvSpPr>
          <p:cNvPr id="54" name="Text 44"/>
          <p:cNvSpPr txBox="1"/>
          <p:nvPr/>
        </p:nvSpPr>
        <p:spPr>
          <a:xfrm>
            <a:off x="6851904" y="3850538"/>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−14.2%</a:t>
            </a:r>
            <a:endParaRPr lang="en-US" sz="1600" dirty="0"/>
          </a:p>
        </p:txBody>
      </p:sp>
      <p:sp>
        <p:nvSpPr>
          <p:cNvPr id="55" name="Text 45"/>
          <p:cNvSpPr txBox="1"/>
          <p:nvPr/>
        </p:nvSpPr>
        <p:spPr>
          <a:xfrm>
            <a:off x="6851904"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−$214K</a:t>
            </a:r>
            <a:endParaRPr lang="en-US" sz="1300" dirty="0"/>
          </a:p>
        </p:txBody>
      </p:sp>
      <p:sp>
        <p:nvSpPr>
          <p:cNvPr id="56" name="Text 46"/>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7" name="Text 47"/>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$1.40M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$1.26M</a:t>
            </a:r>
            <a:endParaRPr lang="en-US" sz="1400" dirty="0"/>
          </a:p>
        </p:txBody>
      </p:sp>
      <p:graphicFrame>
        <p:nvGraphicFramePr>
          <p:cNvPr id="58" name="Chart 8" descr=""/>
          <p:cNvGraphicFramePr/>
          <p:nvPr/>
        </p:nvGraphicFramePr>
        <p:xfrm>
          <a:off x="4788408" y="5003597"/>
          <a:ext cx="1972056" cy="301569"/>
        </p:xfrm>
        <a:graphic xmlns:a="http://schemas.openxmlformats.org/drawingml/2006/main">
          <a:graphicData uri="http://schemas.openxmlformats.org/drawingml/2006/chart">
            <c:chart xmlns:c="http://schemas.openxmlformats.org/drawingml/2006/chart" r:id="rId9"/>
          </a:graphicData>
        </a:graphic>
      </p:graphicFrame>
      <p:sp>
        <p:nvSpPr>
          <p:cNvPr id="59" name="Text 48"/>
          <p:cNvSpPr txBox="1"/>
          <p:nvPr/>
        </p:nvSpPr>
        <p:spPr>
          <a:xfrm>
            <a:off x="6851904" y="4737506"/>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−10.4%</a:t>
            </a:r>
            <a:endParaRPr lang="en-US" sz="1600" dirty="0"/>
          </a:p>
        </p:txBody>
      </p:sp>
      <p:sp>
        <p:nvSpPr>
          <p:cNvPr id="60" name="Text 49"/>
          <p:cNvSpPr txBox="1"/>
          <p:nvPr/>
        </p:nvSpPr>
        <p:spPr>
          <a:xfrm>
            <a:off x="6851904"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−$146K</a:t>
            </a:r>
            <a:endParaRPr lang="en-US" sz="1300" dirty="0"/>
          </a:p>
        </p:txBody>
      </p:sp>
      <p:sp>
        <p:nvSpPr>
          <p:cNvPr id="61" name="Shape 50"/>
          <p:cNvSpPr/>
          <p:nvPr/>
        </p:nvSpPr>
        <p:spPr>
          <a:xfrm>
            <a:off x="4349496" y="5358384"/>
            <a:ext cx="3489960" cy="886968"/>
          </a:xfrm>
          <a:prstGeom prst="rect">
            <a:avLst/>
          </a:prstGeom>
          <a:solidFill>
            <a:srgbClr val="F7F7F7"/>
          </a:solidFill>
          <a:ln/>
        </p:spPr>
      </p:sp>
      <p:sp>
        <p:nvSpPr>
          <p:cNvPr id="62" name="Text 51"/>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63" name="Text 52"/>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$2.10M</a:t>
            </a:r>
            <a:endParaRPr lang="en-US" sz="1400" dirty="0"/>
          </a:p>
        </p:txBody>
      </p:sp>
      <p:graphicFrame>
        <p:nvGraphicFramePr>
          <p:cNvPr id="64" name="Chart 9" descr=""/>
          <p:cNvGraphicFramePr/>
          <p:nvPr/>
        </p:nvGraphicFramePr>
        <p:xfrm>
          <a:off x="4788408" y="5890565"/>
          <a:ext cx="1972056" cy="301569"/>
        </p:xfrm>
        <a:graphic xmlns:a="http://schemas.openxmlformats.org/drawingml/2006/main">
          <a:graphicData uri="http://schemas.openxmlformats.org/drawingml/2006/chart">
            <c:chart xmlns:c="http://schemas.openxmlformats.org/drawingml/2006/chart" r:id="rId10"/>
          </a:graphicData>
        </a:graphic>
      </p:graphicFrame>
      <p:sp>
        <p:nvSpPr>
          <p:cNvPr id="65" name="Text 53"/>
          <p:cNvSpPr txBox="1"/>
          <p:nvPr/>
        </p:nvSpPr>
        <p:spPr>
          <a:xfrm>
            <a:off x="6851904" y="5624474"/>
            <a:ext cx="896112" cy="319308"/>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−7.4%</a:t>
            </a:r>
            <a:endParaRPr lang="en-US" sz="1600" dirty="0"/>
          </a:p>
        </p:txBody>
      </p:sp>
      <p:sp>
        <p:nvSpPr>
          <p:cNvPr id="66" name="Text 54"/>
          <p:cNvSpPr txBox="1"/>
          <p:nvPr/>
        </p:nvSpPr>
        <p:spPr>
          <a:xfrm>
            <a:off x="6851904"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−$167K</a:t>
            </a:r>
            <a:endParaRPr lang="en-US" sz="1300" dirty="0"/>
          </a:p>
        </p:txBody>
      </p:sp>
      <p:sp>
        <p:nvSpPr>
          <p:cNvPr id="67" name="Shape 55"/>
          <p:cNvSpPr/>
          <p:nvPr/>
        </p:nvSpPr>
        <p:spPr>
          <a:xfrm>
            <a:off x="8040624" y="1371600"/>
            <a:ext cx="3489960" cy="45720"/>
          </a:xfrm>
          <a:prstGeom prst="rect">
            <a:avLst/>
          </a:prstGeom>
          <a:solidFill>
            <a:srgbClr val="2587C5"/>
          </a:solidFill>
          <a:ln/>
        </p:spPr>
      </p:sp>
      <p:sp>
        <p:nvSpPr>
          <p:cNvPr id="68" name="Text 56"/>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9" name="Shape 57"/>
          <p:cNvSpPr/>
          <p:nvPr/>
        </p:nvSpPr>
        <p:spPr>
          <a:xfrm>
            <a:off x="8040624" y="1810512"/>
            <a:ext cx="3489960" cy="886968"/>
          </a:xfrm>
          <a:prstGeom prst="rect">
            <a:avLst/>
          </a:prstGeom>
          <a:solidFill>
            <a:srgbClr val="F7F7F7"/>
          </a:solidFill>
          <a:ln/>
        </p:spPr>
      </p:sp>
      <p:sp>
        <p:nvSpPr>
          <p:cNvPr id="70" name="Text 58"/>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71" name="Text 59"/>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$486K</a:t>
            </a:r>
            <a:endParaRPr lang="en-US" sz="1400" dirty="0"/>
          </a:p>
        </p:txBody>
      </p:sp>
      <p:graphicFrame>
        <p:nvGraphicFramePr>
          <p:cNvPr id="72" name="Chart 10" descr=""/>
          <p:cNvGraphicFramePr/>
          <p:nvPr/>
        </p:nvGraphicFramePr>
        <p:xfrm>
          <a:off x="8479536" y="2342693"/>
          <a:ext cx="1972056" cy="301569"/>
        </p:xfrm>
        <a:graphic xmlns:a="http://schemas.openxmlformats.org/drawingml/2006/main">
          <a:graphicData uri="http://schemas.openxmlformats.org/drawingml/2006/chart">
            <c:chart xmlns:c="http://schemas.openxmlformats.org/drawingml/2006/chart" r:id="rId11"/>
          </a:graphicData>
        </a:graphic>
      </p:graphicFrame>
      <p:sp>
        <p:nvSpPr>
          <p:cNvPr id="73" name="Text 60"/>
          <p:cNvSpPr txBox="1"/>
          <p:nvPr/>
        </p:nvSpPr>
        <p:spPr>
          <a:xfrm>
            <a:off x="10543032" y="2076602"/>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+43.4%</a:t>
            </a:r>
            <a:endParaRPr lang="en-US" sz="1600" dirty="0"/>
          </a:p>
        </p:txBody>
      </p:sp>
      <p:sp>
        <p:nvSpPr>
          <p:cNvPr id="74" name="Text 61"/>
          <p:cNvSpPr txBox="1"/>
          <p:nvPr/>
        </p:nvSpPr>
        <p:spPr>
          <a:xfrm>
            <a:off x="10543032" y="2395911"/>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+$147K</a:t>
            </a:r>
            <a:endParaRPr lang="en-US" sz="1300" dirty="0"/>
          </a:p>
        </p:txBody>
      </p:sp>
      <p:sp>
        <p:nvSpPr>
          <p:cNvPr id="75" name="Text 62"/>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6" name="Text 63"/>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$114K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$150K</a:t>
            </a:r>
            <a:endParaRPr lang="en-US" sz="1400" dirty="0"/>
          </a:p>
        </p:txBody>
      </p:sp>
      <p:graphicFrame>
        <p:nvGraphicFramePr>
          <p:cNvPr id="77" name="Chart 11" descr=""/>
          <p:cNvGraphicFramePr/>
          <p:nvPr/>
        </p:nvGraphicFramePr>
        <p:xfrm>
          <a:off x="8479536" y="3229661"/>
          <a:ext cx="1972056" cy="301569"/>
        </p:xfrm>
        <a:graphic xmlns:a="http://schemas.openxmlformats.org/drawingml/2006/main">
          <a:graphicData uri="http://schemas.openxmlformats.org/drawingml/2006/chart">
            <c:chart xmlns:c="http://schemas.openxmlformats.org/drawingml/2006/chart" r:id="rId12"/>
          </a:graphicData>
        </a:graphic>
      </p:graphicFrame>
      <p:sp>
        <p:nvSpPr>
          <p:cNvPr id="78" name="Text 64"/>
          <p:cNvSpPr txBox="1"/>
          <p:nvPr/>
        </p:nvSpPr>
        <p:spPr>
          <a:xfrm>
            <a:off x="10543032" y="2963570"/>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+31.5%</a:t>
            </a:r>
            <a:endParaRPr lang="en-US" sz="1600" dirty="0"/>
          </a:p>
        </p:txBody>
      </p:sp>
      <p:sp>
        <p:nvSpPr>
          <p:cNvPr id="79" name="Text 65"/>
          <p:cNvSpPr txBox="1"/>
          <p:nvPr/>
        </p:nvSpPr>
        <p:spPr>
          <a:xfrm>
            <a:off x="10543032" y="3282879"/>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+$36K</a:t>
            </a:r>
            <a:endParaRPr lang="en-US" sz="1300" dirty="0"/>
          </a:p>
        </p:txBody>
      </p:sp>
      <p:sp>
        <p:nvSpPr>
          <p:cNvPr id="80" name="Shape 66"/>
          <p:cNvSpPr/>
          <p:nvPr/>
        </p:nvSpPr>
        <p:spPr>
          <a:xfrm>
            <a:off x="8040624" y="3584448"/>
            <a:ext cx="3489960" cy="886968"/>
          </a:xfrm>
          <a:prstGeom prst="rect">
            <a:avLst/>
          </a:prstGeom>
          <a:solidFill>
            <a:srgbClr val="F7F7F7"/>
          </a:solidFill>
          <a:ln/>
        </p:spPr>
      </p:sp>
      <p:sp>
        <p:nvSpPr>
          <p:cNvPr id="81" name="Text 67"/>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82" name="Text 68"/>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$68K</a:t>
            </a:r>
            <a:endParaRPr lang="en-US" sz="1400" dirty="0"/>
          </a:p>
        </p:txBody>
      </p:sp>
      <p:graphicFrame>
        <p:nvGraphicFramePr>
          <p:cNvPr id="83" name="Chart 12" descr=""/>
          <p:cNvGraphicFramePr/>
          <p:nvPr/>
        </p:nvGraphicFramePr>
        <p:xfrm>
          <a:off x="8479536" y="4116629"/>
          <a:ext cx="1972056" cy="301569"/>
        </p:xfrm>
        <a:graphic xmlns:a="http://schemas.openxmlformats.org/drawingml/2006/main">
          <a:graphicData uri="http://schemas.openxmlformats.org/drawingml/2006/chart">
            <c:chart xmlns:c="http://schemas.openxmlformats.org/drawingml/2006/chart" r:id="rId13"/>
          </a:graphicData>
        </a:graphic>
      </p:graphicFrame>
      <p:sp>
        <p:nvSpPr>
          <p:cNvPr id="84" name="Text 69"/>
          <p:cNvSpPr txBox="1"/>
          <p:nvPr/>
        </p:nvSpPr>
        <p:spPr>
          <a:xfrm>
            <a:off x="10543032" y="3850538"/>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+31.3%</a:t>
            </a:r>
            <a:endParaRPr lang="en-US" sz="1600" dirty="0"/>
          </a:p>
        </p:txBody>
      </p:sp>
      <p:sp>
        <p:nvSpPr>
          <p:cNvPr id="85" name="Text 70"/>
          <p:cNvSpPr txBox="1"/>
          <p:nvPr/>
        </p:nvSpPr>
        <p:spPr>
          <a:xfrm>
            <a:off x="10543032" y="4169847"/>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+$16K</a:t>
            </a:r>
            <a:endParaRPr lang="en-US" sz="1300" dirty="0"/>
          </a:p>
        </p:txBody>
      </p:sp>
      <p:sp>
        <p:nvSpPr>
          <p:cNvPr id="86" name="Text 71"/>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7" name="Text 72"/>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$123K</a:t>
            </a:r>
            <a:endParaRPr lang="en-US" sz="1400" dirty="0"/>
          </a:p>
        </p:txBody>
      </p:sp>
      <p:graphicFrame>
        <p:nvGraphicFramePr>
          <p:cNvPr id="88" name="Chart 13" descr=""/>
          <p:cNvGraphicFramePr/>
          <p:nvPr/>
        </p:nvGraphicFramePr>
        <p:xfrm>
          <a:off x="8479536" y="5003597"/>
          <a:ext cx="1972056" cy="301569"/>
        </p:xfrm>
        <a:graphic xmlns:a="http://schemas.openxmlformats.org/drawingml/2006/main">
          <a:graphicData uri="http://schemas.openxmlformats.org/drawingml/2006/chart">
            <c:chart xmlns:c="http://schemas.openxmlformats.org/drawingml/2006/chart" r:id="rId14"/>
          </a:graphicData>
        </a:graphic>
      </p:graphicFrame>
      <p:sp>
        <p:nvSpPr>
          <p:cNvPr id="89" name="Text 73"/>
          <p:cNvSpPr txBox="1"/>
          <p:nvPr/>
        </p:nvSpPr>
        <p:spPr>
          <a:xfrm>
            <a:off x="10543032" y="4737506"/>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+30.1%</a:t>
            </a:r>
            <a:endParaRPr lang="en-US" sz="1600" dirty="0"/>
          </a:p>
        </p:txBody>
      </p:sp>
      <p:sp>
        <p:nvSpPr>
          <p:cNvPr id="90" name="Text 74"/>
          <p:cNvSpPr txBox="1"/>
          <p:nvPr/>
        </p:nvSpPr>
        <p:spPr>
          <a:xfrm>
            <a:off x="10543032" y="5056815"/>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+$28K</a:t>
            </a:r>
            <a:endParaRPr lang="en-US" sz="1300" dirty="0"/>
          </a:p>
        </p:txBody>
      </p:sp>
      <p:sp>
        <p:nvSpPr>
          <p:cNvPr id="91" name="Shape 75"/>
          <p:cNvSpPr/>
          <p:nvPr/>
        </p:nvSpPr>
        <p:spPr>
          <a:xfrm>
            <a:off x="8040624" y="5358384"/>
            <a:ext cx="3489960" cy="886968"/>
          </a:xfrm>
          <a:prstGeom prst="rect">
            <a:avLst/>
          </a:prstGeom>
          <a:solidFill>
            <a:srgbClr val="F7F7F7"/>
          </a:solidFill>
          <a:ln/>
        </p:spPr>
      </p:sp>
      <p:sp>
        <p:nvSpPr>
          <p:cNvPr id="92" name="Text 76"/>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93" name="Text 77"/>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$198K</a:t>
            </a:r>
            <a:endParaRPr lang="en-US" sz="1400" dirty="0"/>
          </a:p>
        </p:txBody>
      </p:sp>
      <p:graphicFrame>
        <p:nvGraphicFramePr>
          <p:cNvPr id="94" name="Chart 14" descr=""/>
          <p:cNvGraphicFramePr/>
          <p:nvPr/>
        </p:nvGraphicFramePr>
        <p:xfrm>
          <a:off x="8479536" y="5890565"/>
          <a:ext cx="1972056" cy="301569"/>
        </p:xfrm>
        <a:graphic xmlns:a="http://schemas.openxmlformats.org/drawingml/2006/main">
          <a:graphicData uri="http://schemas.openxmlformats.org/drawingml/2006/chart">
            <c:chart xmlns:c="http://schemas.openxmlformats.org/drawingml/2006/chart" r:id="rId15"/>
          </a:graphicData>
        </a:graphic>
      </p:graphicFrame>
      <p:sp>
        <p:nvSpPr>
          <p:cNvPr id="95" name="Text 78"/>
          <p:cNvSpPr txBox="1"/>
          <p:nvPr/>
        </p:nvSpPr>
        <p:spPr>
          <a:xfrm>
            <a:off x="10543032" y="5624474"/>
            <a:ext cx="896112" cy="319308"/>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+27.6%</a:t>
            </a:r>
            <a:endParaRPr lang="en-US" sz="1600" dirty="0"/>
          </a:p>
        </p:txBody>
      </p:sp>
      <p:sp>
        <p:nvSpPr>
          <p:cNvPr id="96" name="Text 79"/>
          <p:cNvSpPr txBox="1"/>
          <p:nvPr/>
        </p:nvSpPr>
        <p:spPr>
          <a:xfrm>
            <a:off x="10543032" y="5943783"/>
            <a:ext cx="896112" cy="2394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+$43K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2026-10-28T22:51:10Z</dcterms:created>
  <dcterms:modified xsi:type="dcterms:W3CDTF">2026-10-28T22:51:10Z</dcterms:modified>
</cp:coreProperties>
</file>