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Change in Fixed Ops Absorption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Change in Service Net to Gross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P&amp;A department profit / P&amp;A department gross (P&amp;L Detail statement).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Change in Parts Net to Gross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chart" Target="/ppt/charts/chart1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2026-10-24T00:53:06Z</dcterms:created>
  <dcterms:modified xsi:type="dcterms:W3CDTF">2026-10-24T00:53:06Z</dcterms:modified>
</cp:coreProperties>
</file>