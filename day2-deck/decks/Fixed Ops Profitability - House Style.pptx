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0.5007084766066044</c:v>
                </c:pt>
                <c:pt idx="1">
                  <c:v>0.4658918838951703</c:v>
                </c:pt>
                <c:pt idx="2">
                  <c:v>0.5175516423135714</c:v>
                </c:pt>
                <c:pt idx="3">
                  <c:v>0.39273961070513336</c:v>
                </c:pt>
                <c:pt idx="4">
                  <c:v>0.3799231348939657</c:v>
                </c:pt>
                <c:pt idx="5">
                  <c:v>0.4223488830238979</c:v>
                </c:pt>
                <c:pt idx="6">
                  <c:v>0.4417183644449401</c:v>
                </c:pt>
                <c:pt idx="7">
                  <c:v>0.49519175604866505</c:v>
                </c:pt>
                <c:pt idx="8">
                  <c:v>0.35446641609125773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0.5599060855951783</c:v>
                </c:pt>
                <c:pt idx="1">
                  <c:v>0.5953764289456657</c:v>
                </c:pt>
                <c:pt idx="2">
                  <c:v>0.6207784036759297</c:v>
                </c:pt>
                <c:pt idx="3">
                  <c:v>0.5641788497037027</c:v>
                </c:pt>
                <c:pt idx="4">
                  <c:v>0.5359691971939233</c:v>
                </c:pt>
                <c:pt idx="5">
                  <c:v>0.5256899089127502</c:v>
                </c:pt>
                <c:pt idx="6">
                  <c:v>0.6374969342654748</c:v>
                </c:pt>
                <c:pt idx="7">
                  <c:v>0.6639569377993084</c:v>
                </c:pt>
                <c:pt idx="8">
                  <c:v>0.6993705794894085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269629125612606"/>
          <c:min val="0.32687408301940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0.7391248471009725</c:v>
                </c:pt>
                <c:pt idx="1">
                  <c:v>0.7409028682892094</c:v>
                </c:pt>
                <c:pt idx="2">
                  <c:v>0.7035773620438628</c:v>
                </c:pt>
                <c:pt idx="3">
                  <c:v>0.7356171923561571</c:v>
                </c:pt>
                <c:pt idx="4">
                  <c:v>0.754332313805736</c:v>
                </c:pt>
                <c:pt idx="5">
                  <c:v>0.8437802736400347</c:v>
                </c:pt>
                <c:pt idx="6">
                  <c:v>0.826037384399677</c:v>
                </c:pt>
                <c:pt idx="7">
                  <c:v>0.8069663483423346</c:v>
                </c:pt>
                <c:pt idx="8">
                  <c:v>0.7428055066420377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0.8612503909127255</c:v>
                </c:pt>
                <c:pt idx="1">
                  <c:v>0.8502138452203871</c:v>
                </c:pt>
                <c:pt idx="2">
                  <c:v>0.8613062091675363</c:v>
                </c:pt>
                <c:pt idx="3">
                  <c:v>0.9594634463474739</c:v>
                </c:pt>
                <c:pt idx="4">
                  <c:v>0.8094036988521878</c:v>
                </c:pt>
                <c:pt idx="5">
                  <c:v>0.8474203476103612</c:v>
                </c:pt>
                <c:pt idx="6">
                  <c:v>0.8973011578897543</c:v>
                </c:pt>
                <c:pt idx="7">
                  <c:v>0.8703770629958808</c:v>
                </c:pt>
                <c:pt idx="8">
                  <c:v>0.7888740877263815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799343330917628"/>
          <c:min val="0.68310647529957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0.7780011942718925</c:v>
                </c:pt>
                <c:pt idx="1">
                  <c:v>0.6249344609333205</c:v>
                </c:pt>
                <c:pt idx="2">
                  <c:v>0.6079602160245704</c:v>
                </c:pt>
                <c:pt idx="3">
                  <c:v>0.7126662465412464</c:v>
                </c:pt>
                <c:pt idx="4">
                  <c:v>0.7391488656869744</c:v>
                </c:pt>
                <c:pt idx="5">
                  <c:v>0.7520176048780929</c:v>
                </c:pt>
                <c:pt idx="6">
                  <c:v>0.824033006206738</c:v>
                </c:pt>
                <c:pt idx="7">
                  <c:v>0.41598321657633663</c:v>
                </c:pt>
                <c:pt idx="8">
                  <c:v>0.6166608020266906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3359014840431"/>
          <c:min val="0.3687701944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0.853378636833553</c:v>
                </c:pt>
                <c:pt idx="1">
                  <c:v>0.6247038023296071</c:v>
                </c:pt>
                <c:pt idx="2">
                  <c:v>0.6792670837409984</c:v>
                </c:pt>
                <c:pt idx="3">
                  <c:v>0.878644639780231</c:v>
                </c:pt>
                <c:pt idx="4">
                  <c:v>0.7451530183571232</c:v>
                </c:pt>
                <c:pt idx="5">
                  <c:v>0.6576100477351875</c:v>
                </c:pt>
                <c:pt idx="6">
                  <c:v>0.6750289266701013</c:v>
                </c:pt>
                <c:pt idx="7">
                  <c:v>0.7202130547063254</c:v>
                </c:pt>
                <c:pt idx="8">
                  <c:v>0.5956656780653243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0.6171481379522767</c:v>
                </c:pt>
                <c:pt idx="1">
                  <c:v>0.46277890535786437</c:v>
                </c:pt>
                <c:pt idx="2">
                  <c:v>0.5529485629230996</c:v>
                </c:pt>
                <c:pt idx="3">
                  <c:v>0.5744854953580403</c:v>
                </c:pt>
                <c:pt idx="4">
                  <c:v>0.4429815006198323</c:v>
                </c:pt>
                <c:pt idx="5">
                  <c:v>0.6297826593153499</c:v>
                </c:pt>
                <c:pt idx="6">
                  <c:v>0.6161366435109226</c:v>
                </c:pt>
                <c:pt idx="7">
                  <c:v>0.44810640749418146</c:v>
                </c:pt>
                <c:pt idx="8">
                  <c:v>0.5271088831058458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34976909130629"/>
          <c:min val="0.40812844948700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0.7599768626538274</c:v>
                </c:pt>
                <c:pt idx="1">
                  <c:v>0.7830798437816583</c:v>
                </c:pt>
                <c:pt idx="2">
                  <c:v>0.7626795993431513</c:v>
                </c:pt>
                <c:pt idx="3">
                  <c:v>0.7688698524518264</c:v>
                </c:pt>
                <c:pt idx="4">
                  <c:v>0.7495697281542794</c:v>
                </c:pt>
                <c:pt idx="5">
                  <c:v>0.7963416143072259</c:v>
                </c:pt>
                <c:pt idx="6">
                  <c:v>0.736251369774425</c:v>
                </c:pt>
                <c:pt idx="7">
                  <c:v>0.6800766854095037</c:v>
                </c:pt>
                <c:pt idx="8">
                  <c:v>0.8021539845867794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81716821237554"/>
          <c:min val="0.585915067837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0.8085933842189513</c:v>
                </c:pt>
                <c:pt idx="1">
                  <c:v>0.8349538745023005</c:v>
                </c:pt>
                <c:pt idx="2">
                  <c:v>0.8737701164417023</c:v>
                </c:pt>
                <c:pt idx="3">
                  <c:v>0.8527346062964446</c:v>
                </c:pt>
                <c:pt idx="4">
                  <c:v>1.0582330985943935</c:v>
                </c:pt>
                <c:pt idx="5">
                  <c:v>1.028016161351654</c:v>
                </c:pt>
                <c:pt idx="6">
                  <c:v>1.0058575078440883</c:v>
                </c:pt>
                <c:pt idx="7">
                  <c:v>1.0234746382890063</c:v>
                </c:pt>
                <c:pt idx="8">
                  <c:v>0.9356321144067818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0.9009653319121848</c:v>
                </c:pt>
                <c:pt idx="1">
                  <c:v>0.8131285211419739</c:v>
                </c:pt>
                <c:pt idx="2">
                  <c:v>0.8066254594530933</c:v>
                </c:pt>
                <c:pt idx="3">
                  <c:v>0.8626575968564566</c:v>
                </c:pt>
                <c:pt idx="4">
                  <c:v>0.8454990906402006</c:v>
                </c:pt>
                <c:pt idx="5">
                  <c:v>0.8299379831261204</c:v>
                </c:pt>
                <c:pt idx="6">
                  <c:v>0.8713143037970473</c:v>
                </c:pt>
                <c:pt idx="7">
                  <c:v>0.8286440545521533</c:v>
                </c:pt>
                <c:pt idx="8">
                  <c:v>0.78232146024707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803060296621794"/>
          <c:min val="0.76024852917928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0.6667101490374474</c:v>
                </c:pt>
                <c:pt idx="1">
                  <c:v>0.6667101490374474</c:v>
                </c:pt>
                <c:pt idx="2">
                  <c:v>0.6667101490374474</c:v>
                </c:pt>
                <c:pt idx="3">
                  <c:v>0.6667101490374474</c:v>
                </c:pt>
                <c:pt idx="4">
                  <c:v>0.6667101490374474</c:v>
                </c:pt>
                <c:pt idx="5">
                  <c:v>0.6667101490374474</c:v>
                </c:pt>
                <c:pt idx="6">
                  <c:v>0.6667101490374474</c:v>
                </c:pt>
                <c:pt idx="7">
                  <c:v>0.6667101490374474</c:v>
                </c:pt>
                <c:pt idx="8">
                  <c:v>0.6667101490374474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0.6416340660216564</c:v>
                </c:pt>
                <c:pt idx="1">
                  <c:v>0.6879866984579203</c:v>
                </c:pt>
                <c:pt idx="2">
                  <c:v>0.6710215851370895</c:v>
                </c:pt>
                <c:pt idx="3">
                  <c:v>0.8146457262660504</c:v>
                </c:pt>
                <c:pt idx="4">
                  <c:v>0.6633982076488285</c:v>
                </c:pt>
                <c:pt idx="5">
                  <c:v>0.7216184194447294</c:v>
                </c:pt>
                <c:pt idx="6">
                  <c:v>0.7962932865515217</c:v>
                </c:pt>
                <c:pt idx="7">
                  <c:v>0.8310729032296043</c:v>
                </c:pt>
                <c:pt idx="8">
                  <c:v>0.8639318103141082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0.6953218301011714</c:v>
                </c:pt>
                <c:pt idx="1">
                  <c:v>0.6953218301011714</c:v>
                </c:pt>
                <c:pt idx="2">
                  <c:v>0.6953218301011714</c:v>
                </c:pt>
                <c:pt idx="3">
                  <c:v>0.6953218301011714</c:v>
                </c:pt>
                <c:pt idx="4">
                  <c:v>0.6953218301011714</c:v>
                </c:pt>
                <c:pt idx="5">
                  <c:v>0.6953218301011714</c:v>
                </c:pt>
                <c:pt idx="6">
                  <c:v>0.6953218301011714</c:v>
                </c:pt>
                <c:pt idx="7">
                  <c:v>0.6953218301011714</c:v>
                </c:pt>
                <c:pt idx="8">
                  <c:v>0.6953218301011714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0.6198224052282543</c:v>
                </c:pt>
                <c:pt idx="1">
                  <c:v>0.6198224052282543</c:v>
                </c:pt>
                <c:pt idx="2">
                  <c:v>0.6198224052282543</c:v>
                </c:pt>
                <c:pt idx="3">
                  <c:v>0.6198224052282543</c:v>
                </c:pt>
                <c:pt idx="4">
                  <c:v>0.6198224052282543</c:v>
                </c:pt>
                <c:pt idx="5">
                  <c:v>0.6198224052282543</c:v>
                </c:pt>
                <c:pt idx="6">
                  <c:v>0.6198224052282543</c:v>
                </c:pt>
                <c:pt idx="7">
                  <c:v>0.6198224052282543</c:v>
                </c:pt>
                <c:pt idx="8">
                  <c:v>0.6198224052282543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-0.5686827588607907</c:v>
                </c:pt>
                <c:pt idx="1">
                  <c:v>-0.21640515305861333</c:v>
                </c:pt>
                <c:pt idx="2">
                  <c:v>-0.5010258887230374</c:v>
                </c:pt>
                <c:pt idx="3">
                  <c:v>0.020036439834512355</c:v>
                </c:pt>
                <c:pt idx="4">
                  <c:v>-0.5551277962549547</c:v>
                </c:pt>
                <c:pt idx="5">
                  <c:v>-1.043289815031404</c:v>
                </c:pt>
                <c:pt idx="6">
                  <c:v>-0.43700864305120807</c:v>
                </c:pt>
                <c:pt idx="7">
                  <c:v>-0.8198436289605565</c:v>
                </c:pt>
                <c:pt idx="8">
                  <c:v>-0.9277138934612698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510254022378566"/>
          <c:min val="-1.12835591542067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-0.16088902116997236</c:v>
                </c:pt>
                <c:pt idx="1">
                  <c:v>-0.21520608469900315</c:v>
                </c:pt>
                <c:pt idx="2">
                  <c:v>-0.07862350375250017</c:v>
                </c:pt>
                <c:pt idx="3">
                  <c:v>-0.19928126894081516</c:v>
                </c:pt>
                <c:pt idx="4">
                  <c:v>-0.15813975747406558</c:v>
                </c:pt>
                <c:pt idx="5">
                  <c:v>-0.40171309037710323</c:v>
                </c:pt>
                <c:pt idx="6">
                  <c:v>-0.3785704453058477</c:v>
                </c:pt>
                <c:pt idx="7">
                  <c:v>-0.23715561637553315</c:v>
                </c:pt>
                <c:pt idx="8">
                  <c:v>-0.6283735504004846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2218958037949"/>
          <c:min val="-0.6843213829916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0.19073581415503624</c:v>
                </c:pt>
                <c:pt idx="1">
                  <c:v>-0.09482884404710147</c:v>
                </c:pt>
                <c:pt idx="2">
                  <c:v>-0.07923748967010867</c:v>
                </c:pt>
                <c:pt idx="3">
                  <c:v>0.03100531914859389</c:v>
                </c:pt>
                <c:pt idx="4">
                  <c:v>0.002445552508567806</c:v>
                </c:pt>
                <c:pt idx="5">
                  <c:v>0.033769739655606104</c:v>
                </c:pt>
                <c:pt idx="6">
                  <c:v>0.02122288658942832</c:v>
                </c:pt>
                <c:pt idx="7">
                  <c:v>-0.728898343026288</c:v>
                </c:pt>
                <c:pt idx="8">
                  <c:v>-0.1695181947766519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82514009335515"/>
          <c:min val="-0.81458156399811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0.11544436183560457</c:v>
                </c:pt>
                <c:pt idx="1">
                  <c:v>-0.06631758746613263</c:v>
                </c:pt>
                <c:pt idx="2">
                  <c:v>-0.0234549948345081</c:v>
                </c:pt>
                <c:pt idx="3">
                  <c:v>0.2017034924118726</c:v>
                </c:pt>
                <c:pt idx="4">
                  <c:v>0.016618815486759874</c:v>
                </c:pt>
                <c:pt idx="5">
                  <c:v>0.002315798179225444</c:v>
                </c:pt>
                <c:pt idx="6">
                  <c:v>-0.11689105121802629</c:v>
                </c:pt>
                <c:pt idx="7">
                  <c:v>0.04727296036846859</c:v>
                </c:pt>
                <c:pt idx="8">
                  <c:v>-0.14997668141985984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-0.04134314976329328</c:v>
                </c:pt>
                <c:pt idx="1">
                  <c:v>-0.43848086239975703</c:v>
                </c:pt>
                <c:pt idx="2">
                  <c:v>-0.06674784783358878</c:v>
                </c:pt>
                <c:pt idx="3">
                  <c:v>-0.11159858679392061</c:v>
                </c:pt>
                <c:pt idx="4">
                  <c:v>-0.6608435740521793</c:v>
                </c:pt>
                <c:pt idx="5">
                  <c:v>-0.03425020964822147</c:v>
                </c:pt>
                <c:pt idx="6">
                  <c:v>-0.15894095735827188</c:v>
                </c:pt>
                <c:pt idx="7">
                  <c:v>-0.7170716061650543</c:v>
                </c:pt>
                <c:pt idx="8">
                  <c:v>-0.29102711626934785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520550029802676"/>
          <c:min val="-0.7905736140512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0.07743202013331102</c:v>
                </c:pt>
                <c:pt idx="1">
                  <c:v>0.19089457679130983</c:v>
                </c:pt>
                <c:pt idx="2">
                  <c:v>0.22723282113629445</c:v>
                </c:pt>
                <c:pt idx="3">
                  <c:v>0.1548873567041565</c:v>
                </c:pt>
                <c:pt idx="4">
                  <c:v>0.2209480307483303</c:v>
                </c:pt>
                <c:pt idx="5">
                  <c:v>0.1794010879752614</c:v>
                </c:pt>
                <c:pt idx="6">
                  <c:v>0.25050997066878383</c:v>
                </c:pt>
                <c:pt idx="7">
                  <c:v>0.11994303962108095</c:v>
                </c:pt>
                <c:pt idx="8">
                  <c:v>0.041419723019555044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-0.029915872620162525</c:v>
                </c:pt>
                <c:pt idx="1">
                  <c:v>-0.024313134706238623</c:v>
                </c:pt>
                <c:pt idx="2">
                  <c:v>-0.008477001494444142</c:v>
                </c:pt>
                <c:pt idx="3">
                  <c:v>0.09114549756658424</c:v>
                </c:pt>
                <c:pt idx="4">
                  <c:v>0.09633143656506905</c:v>
                </c:pt>
                <c:pt idx="5">
                  <c:v>0.07994039034333943</c:v>
                </c:pt>
                <c:pt idx="6">
                  <c:v>0.18092511500907785</c:v>
                </c:pt>
                <c:pt idx="7">
                  <c:v>0.02254651263002137</c:v>
                </c:pt>
                <c:pt idx="8">
                  <c:v>0.0060572564713424785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294403813189955"/>
          <c:min val="-0.0523499400832782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0.3668387033117843</c:v>
                </c:pt>
                <c:pt idx="1">
                  <c:v>0.27817082121713677</c:v>
                </c:pt>
                <c:pt idx="2">
                  <c:v>0.4424800960742535</c:v>
                </c:pt>
                <c:pt idx="3">
                  <c:v>0.38996894963610984</c:v>
                </c:pt>
                <c:pt idx="4">
                  <c:v>0.35711022376104146</c:v>
                </c:pt>
                <c:pt idx="5">
                  <c:v>0.42349841765665863</c:v>
                </c:pt>
                <c:pt idx="6">
                  <c:v>0.33905831280872795</c:v>
                </c:pt>
                <c:pt idx="7">
                  <c:v>0.26759622110514336</c:v>
                </c:pt>
                <c:pt idx="8">
                  <c:v>0.31278561100432156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88732464552609"/>
          <c:min val="0.086172565930652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-0.31985697087121123</c:v>
                </c:pt>
                <c:pt idx="1">
                  <c:v>-0.31985697087121123</c:v>
                </c:pt>
                <c:pt idx="2">
                  <c:v>-0.31985697087121123</c:v>
                </c:pt>
                <c:pt idx="3">
                  <c:v>-0.31985697087121123</c:v>
                </c:pt>
                <c:pt idx="4">
                  <c:v>-0.31985697087121123</c:v>
                </c:pt>
                <c:pt idx="5">
                  <c:v>-0.31985697087121123</c:v>
                </c:pt>
                <c:pt idx="6">
                  <c:v>-0.31985697087121123</c:v>
                </c:pt>
                <c:pt idx="7">
                  <c:v>-0.31985697087121123</c:v>
                </c:pt>
                <c:pt idx="8">
                  <c:v>-0.31985697087121123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-0.044793139836889664</c:v>
                </c:pt>
                <c:pt idx="1">
                  <c:v>-0.044793139836889664</c:v>
                </c:pt>
                <c:pt idx="2">
                  <c:v>-0.044793139836889664</c:v>
                </c:pt>
                <c:pt idx="3">
                  <c:v>-0.044793139836889664</c:v>
                </c:pt>
                <c:pt idx="4">
                  <c:v>-0.044793139836889664</c:v>
                </c:pt>
                <c:pt idx="5">
                  <c:v>-0.044793139836889664</c:v>
                </c:pt>
                <c:pt idx="6">
                  <c:v>-0.044793139836889664</c:v>
                </c:pt>
                <c:pt idx="7">
                  <c:v>-0.044793139836889664</c:v>
                </c:pt>
                <c:pt idx="8">
                  <c:v>-0.044793139836889664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-0.05447804732239696</c:v>
                </c:pt>
                <c:pt idx="1">
                  <c:v>0.03264451964570743</c:v>
                </c:pt>
                <c:pt idx="2">
                  <c:v>-0.1074490965575623</c:v>
                </c:pt>
                <c:pt idx="3">
                  <c:v>0.07847639310634129</c:v>
                </c:pt>
                <c:pt idx="4">
                  <c:v>-0.025021254011407555</c:v>
                </c:pt>
                <c:pt idx="5">
                  <c:v>-0.056317572181302296</c:v>
                </c:pt>
                <c:pt idx="6">
                  <c:v>0.015325823041029368</c:v>
                </c:pt>
                <c:pt idx="7">
                  <c:v>0.15331788274455688</c:v>
                </c:pt>
                <c:pt idx="8">
                  <c:v>0.21027698742821307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0.04796827900924639</c:v>
                </c:pt>
                <c:pt idx="1">
                  <c:v>0.04796827900924639</c:v>
                </c:pt>
                <c:pt idx="2">
                  <c:v>0.04796827900924639</c:v>
                </c:pt>
                <c:pt idx="3">
                  <c:v>0.04796827900924639</c:v>
                </c:pt>
                <c:pt idx="4">
                  <c:v>0.04796827900924639</c:v>
                </c:pt>
                <c:pt idx="5">
                  <c:v>0.04796827900924639</c:v>
                </c:pt>
                <c:pt idx="6">
                  <c:v>0.04796827900924639</c:v>
                </c:pt>
                <c:pt idx="7">
                  <c:v>0.04796827900924639</c:v>
                </c:pt>
                <c:pt idx="8">
                  <c:v>0.04796827900924639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0.07905057382264888</c:v>
                </c:pt>
                <c:pt idx="1">
                  <c:v>-0.0760049520508818</c:v>
                </c:pt>
                <c:pt idx="2">
                  <c:v>0.04567775400084998</c:v>
                </c:pt>
                <c:pt idx="3">
                  <c:v>0.06399112842456917</c:v>
                </c:pt>
                <c:pt idx="4">
                  <c:v>-0.01828219094433665</c:v>
                </c:pt>
                <c:pt idx="5">
                  <c:v>-0.045427487294004844</c:v>
                </c:pt>
                <c:pt idx="6">
                  <c:v>0.13815167011275684</c:v>
                </c:pt>
                <c:pt idx="7">
                  <c:v>0.1652464750351222</c:v>
                </c:pt>
                <c:pt idx="8">
                  <c:v>-0.13002049484345665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0.18996256677633971</c:v>
                </c:pt>
                <c:pt idx="1">
                  <c:v>0.13898877360379536</c:v>
                </c:pt>
                <c:pt idx="2">
                  <c:v>0.24801479712720978</c:v>
                </c:pt>
                <c:pt idx="3">
                  <c:v>0.1336779250041133</c:v>
                </c:pt>
                <c:pt idx="4">
                  <c:v>0.0016154009705438655</c:v>
                </c:pt>
                <c:pt idx="5">
                  <c:v>0.10975567902190309</c:v>
                </c:pt>
                <c:pt idx="6">
                  <c:v>0.24238636646722342</c:v>
                </c:pt>
                <c:pt idx="7">
                  <c:v>0.2570640794263215</c:v>
                </c:pt>
                <c:pt idx="8">
                  <c:v>0.225187934748232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803084536790374"/>
          <c:min val="-0.160987260785038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0.3572101834897656</c:v>
                </c:pt>
                <c:pt idx="1">
                  <c:v>0.3504575347717104</c:v>
                </c:pt>
                <c:pt idx="2">
                  <c:v>0.24726798843767067</c:v>
                </c:pt>
                <c:pt idx="3">
                  <c:v>-0.12478043896559973</c:v>
                </c:pt>
                <c:pt idx="4">
                  <c:v>-0.2547139438531676</c:v>
                </c:pt>
                <c:pt idx="5">
                  <c:v>-0.5118558364159164</c:v>
                </c:pt>
                <c:pt idx="6">
                  <c:v>-0.08870081471753104</c:v>
                </c:pt>
                <c:pt idx="7">
                  <c:v>0.12350605494815609</c:v>
                </c:pt>
                <c:pt idx="8">
                  <c:v>0.06740212146099062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871797795120275"/>
          <c:min val="-0.5859724152579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0.26714885873391747</c:v>
                </c:pt>
                <c:pt idx="1">
                  <c:v>0.29218416907165573</c:v>
                </c:pt>
                <c:pt idx="2">
                  <c:v>0.3364487448529274</c:v>
                </c:pt>
                <c:pt idx="3">
                  <c:v>0.20117672519851593</c:v>
                </c:pt>
                <c:pt idx="4">
                  <c:v>0.19497353259576625</c:v>
                </c:pt>
                <c:pt idx="5">
                  <c:v>0.15207617816403263</c:v>
                </c:pt>
                <c:pt idx="6">
                  <c:v>0.2845824488215541</c:v>
                </c:pt>
                <c:pt idx="7">
                  <c:v>0.1405442203826185</c:v>
                </c:pt>
                <c:pt idx="8">
                  <c:v>0.09951158212297814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0.20967206575997677</c:v>
                </c:pt>
                <c:pt idx="1">
                  <c:v>0.27288855329754347</c:v>
                </c:pt>
                <c:pt idx="2">
                  <c:v>0.3181237036651762</c:v>
                </c:pt>
                <c:pt idx="3">
                  <c:v>0.35368249277889413</c:v>
                </c:pt>
                <c:pt idx="4">
                  <c:v>0.3140671139651349</c:v>
                </c:pt>
                <c:pt idx="5">
                  <c:v>0.3547191861889211</c:v>
                </c:pt>
                <c:pt idx="6">
                  <c:v>0.41948048970106755</c:v>
                </c:pt>
                <c:pt idx="7">
                  <c:v>0.33507334139420925</c:v>
                </c:pt>
                <c:pt idx="8">
                  <c:v>0.327364904637173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50780023073147"/>
          <c:min val="0.07391406951673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0.41247107696657953</c:v>
                </c:pt>
                <c:pt idx="1">
                  <c:v>0.13689265343427875</c:v>
                </c:pt>
                <c:pt idx="2">
                  <c:v>0.3398155178958078</c:v>
                </c:pt>
                <c:pt idx="3">
                  <c:v>0.32791677194920893</c:v>
                </c:pt>
                <c:pt idx="4">
                  <c:v>-0.0009045418483624139</c:v>
                </c:pt>
                <c:pt idx="5">
                  <c:v>0.08675737883549421</c:v>
                </c:pt>
                <c:pt idx="6">
                  <c:v>0.3228444415024582</c:v>
                </c:pt>
                <c:pt idx="7">
                  <c:v>0.14136468807791713</c:v>
                </c:pt>
                <c:pt idx="8">
                  <c:v>0.1097685930909959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-0.021637253568333733</c:v>
                </c:pt>
                <c:pt idx="1">
                  <c:v>0.28688062853724633</c:v>
                </c:pt>
                <c:pt idx="2">
                  <c:v>-0.013275557904842365</c:v>
                </c:pt>
                <c:pt idx="3">
                  <c:v>0.16249716866181238</c:v>
                </c:pt>
                <c:pt idx="4">
                  <c:v>-0.007031034319714161</c:v>
                </c:pt>
                <c:pt idx="5">
                  <c:v>0.14879454639417744</c:v>
                </c:pt>
                <c:pt idx="6">
                  <c:v>0.07839589377885028</c:v>
                </c:pt>
                <c:pt idx="7">
                  <c:v>0.051653514521827766</c:v>
                </c:pt>
                <c:pt idx="8">
                  <c:v>0.11543456537581386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71997434093726"/>
          <c:min val="-0.056365920011126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0.5389438142456224</c:v>
                </c:pt>
                <c:pt idx="1">
                  <c:v>0.4154070369265624</c:v>
                </c:pt>
                <c:pt idx="2">
                  <c:v>0.40898836431506697</c:v>
                </c:pt>
                <c:pt idx="3">
                  <c:v>0.44910711388469343</c:v>
                </c:pt>
                <c:pt idx="4">
                  <c:v>0.6092948269828378</c:v>
                </c:pt>
                <c:pt idx="5">
                  <c:v>0.4592973553219096</c:v>
                </c:pt>
                <c:pt idx="6">
                  <c:v>0.48364714206158954</c:v>
                </c:pt>
                <c:pt idx="7">
                  <c:v>0.4886442016103326</c:v>
                </c:pt>
                <c:pt idx="8">
                  <c:v>0.5183136364312517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0.4124586466071866</c:v>
                </c:pt>
                <c:pt idx="1">
                  <c:v>0.2940014867164353</c:v>
                </c:pt>
                <c:pt idx="2">
                  <c:v>0.375067368143895</c:v>
                </c:pt>
                <c:pt idx="3">
                  <c:v>0.4607117718858795</c:v>
                </c:pt>
                <c:pt idx="4">
                  <c:v>0.4209857907783481</c:v>
                </c:pt>
                <c:pt idx="5">
                  <c:v>0.26820915870066414</c:v>
                </c:pt>
                <c:pt idx="6">
                  <c:v>0.24501349158446756</c:v>
                </c:pt>
                <c:pt idx="7">
                  <c:v>0.4188294795136823</c:v>
                </c:pt>
                <c:pt idx="8">
                  <c:v>0.4079217127724491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6384373338147074"/>
          <c:min val="0.21587098475259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0.4475876590522234</c:v>
                </c:pt>
                <c:pt idx="1">
                  <c:v>0.24819369075044914</c:v>
                </c:pt>
                <c:pt idx="2">
                  <c:v>0.30457946640266564</c:v>
                </c:pt>
                <c:pt idx="3">
                  <c:v>0.4874227464262222</c:v>
                </c:pt>
                <c:pt idx="4">
                  <c:v>0.4085958585523327</c:v>
                </c:pt>
                <c:pt idx="5">
                  <c:v>0.26191913500751235</c:v>
                </c:pt>
                <c:pt idx="6">
                  <c:v>0.3680905355108436</c:v>
                </c:pt>
                <c:pt idx="7">
                  <c:v>0.2834789378700642</c:v>
                </c:pt>
                <c:pt idx="8">
                  <c:v>0.21331922073209797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9757452924125"/>
          <c:min val="0.05090420870453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0.15664789459525832</c:v>
                </c:pt>
                <c:pt idx="1">
                  <c:v>0.15664789459525832</c:v>
                </c:pt>
                <c:pt idx="2">
                  <c:v>0.15664789459525832</c:v>
                </c:pt>
                <c:pt idx="3">
                  <c:v>0.15664789459525832</c:v>
                </c:pt>
                <c:pt idx="4">
                  <c:v>0.15664789459525832</c:v>
                </c:pt>
                <c:pt idx="5">
                  <c:v>0.15664789459525832</c:v>
                </c:pt>
                <c:pt idx="6">
                  <c:v>0.15664789459525832</c:v>
                </c:pt>
                <c:pt idx="7">
                  <c:v>0.15664789459525832</c:v>
                </c:pt>
                <c:pt idx="8">
                  <c:v>0.15664789459525832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0.14091781354071506</c:v>
                </c:pt>
                <c:pt idx="1">
                  <c:v>-0.13942862912967197</c:v>
                </c:pt>
                <c:pt idx="2">
                  <c:v>0.33670839550788934</c:v>
                </c:pt>
                <c:pt idx="3">
                  <c:v>0.2577790909118599</c:v>
                </c:pt>
                <c:pt idx="4">
                  <c:v>0.1695474739260496</c:v>
                </c:pt>
                <c:pt idx="5">
                  <c:v>0.2736052705665371</c:v>
                </c:pt>
                <c:pt idx="6">
                  <c:v>0.4040565582889985</c:v>
                </c:pt>
                <c:pt idx="7">
                  <c:v>0.4341389817499179</c:v>
                </c:pt>
                <c:pt idx="8">
                  <c:v>0.18281142983865897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0.17250313460543393</c:v>
                </c:pt>
                <c:pt idx="1">
                  <c:v>0.17250313460543393</c:v>
                </c:pt>
                <c:pt idx="2">
                  <c:v>0.17250313460543393</c:v>
                </c:pt>
                <c:pt idx="3">
                  <c:v>0.17250313460543393</c:v>
                </c:pt>
                <c:pt idx="4">
                  <c:v>0.17250313460543393</c:v>
                </c:pt>
                <c:pt idx="5">
                  <c:v>0.17250313460543393</c:v>
                </c:pt>
                <c:pt idx="6">
                  <c:v>0.17250313460543393</c:v>
                </c:pt>
                <c:pt idx="7">
                  <c:v>0.17250313460543393</c:v>
                </c:pt>
                <c:pt idx="8">
                  <c:v>0.17250313460543393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0.24182631866854415</c:v>
                </c:pt>
                <c:pt idx="1">
                  <c:v>0.24182631866854415</c:v>
                </c:pt>
                <c:pt idx="2">
                  <c:v>0.24182631866854415</c:v>
                </c:pt>
                <c:pt idx="3">
                  <c:v>0.24182631866854415</c:v>
                </c:pt>
                <c:pt idx="4">
                  <c:v>0.24182631866854415</c:v>
                </c:pt>
                <c:pt idx="5">
                  <c:v>0.24182631866854415</c:v>
                </c:pt>
                <c:pt idx="6">
                  <c:v>0.24182631866854415</c:v>
                </c:pt>
                <c:pt idx="7">
                  <c:v>0.24182631866854415</c:v>
                </c:pt>
                <c:pt idx="8">
                  <c:v>0.24182631866854415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0.07803115845718345</c:v>
                </c:pt>
                <c:pt idx="1">
                  <c:v>0.1046142692492718</c:v>
                </c:pt>
                <c:pt idx="2">
                  <c:v>0.4499881999308293</c:v>
                </c:pt>
                <c:pt idx="3">
                  <c:v>0.3602813778226699</c:v>
                </c:pt>
                <c:pt idx="4">
                  <c:v>0.33477056619001216</c:v>
                </c:pt>
                <c:pt idx="5">
                  <c:v>0.39148428540738117</c:v>
                </c:pt>
                <c:pt idx="6">
                  <c:v>0.3325913968608955</c:v>
                </c:pt>
                <c:pt idx="7">
                  <c:v>0.318159177285802</c:v>
                </c:pt>
                <c:pt idx="8">
                  <c:v>0.5075748731323613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(Noah, Oct 28: kept in).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(Noah, Oct 28: kept in). Jan-Sep 2026 YTD. Green at or above the group, red below. Bars start at 30.0%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(Noah, Oct 28: kept in). Top and bottom three stores by change in Fixed Ops Absorption %, Jan-Sep 2026 vs 2025. Moving now: Jul-Sep 2026 vs Jan-Mar 2026, each store against itself; the group moved +4.2 pts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three stores by change in Service Net to Gross %, Jan-Sep 2026 vs 2025. Moving now: Jul-Sep 2026 vs Jan-Mar 2026, each store against itself; the group moved +1.0 pts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three stores by change in Parts Net to Gross %, Jan-Sep 2026 vs 2025. Moving now: Jul-Sep 2026 vs Jan-Mar 2026, each store against itself; the group moved +5.3 pts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chart" Target="/ppt/charts/chart13.xml"/><Relationship Id="rId8" Type="http://schemas.openxmlformats.org/officeDocument/2006/relationships/chart" Target="/ppt/charts/chart14.xml"/><Relationship Id="rId9" Type="http://schemas.openxmlformats.org/officeDocument/2006/relationships/chart" Target="/ppt/charts/chart15.xml"/><Relationship Id="rId10" Type="http://schemas.openxmlformats.org/officeDocument/2006/relationships/chart" Target="/ppt/charts/chart16.xml"/><Relationship Id="rId11" Type="http://schemas.openxmlformats.org/officeDocument/2006/relationships/chart" Target="/ppt/charts/chart17.xml"/><Relationship Id="rId12" Type="http://schemas.openxmlformats.org/officeDocument/2006/relationships/chart" Target="/ppt/charts/chart18.xml"/><Relationship Id="rId13" Type="http://schemas.openxmlformats.org/officeDocument/2006/relationships/slideLayout" Target="../slideLayouts/slideLayout1.xml"/><Relationship Id="rId1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chart" Target="/ppt/charts/chart23.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chart" Target="/ppt/charts/chart25.xml"/><Relationship Id="rId3" Type="http://schemas.openxmlformats.org/officeDocument/2006/relationships/chart" Target="/ppt/charts/chart26.xml"/><Relationship Id="rId4" Type="http://schemas.openxmlformats.org/officeDocument/2006/relationships/chart" Target="/ppt/charts/chart27.xml"/><Relationship Id="rId5" Type="http://schemas.openxmlformats.org/officeDocument/2006/relationships/chart" Target="/ppt/charts/chart28.xml"/><Relationship Id="rId6" Type="http://schemas.openxmlformats.org/officeDocument/2006/relationships/chart" Target="/ppt/charts/chart29.xml"/><Relationship Id="rId7" Type="http://schemas.openxmlformats.org/officeDocument/2006/relationships/chart" Target="/ppt/charts/chart30.xml"/><Relationship Id="rId8" Type="http://schemas.openxmlformats.org/officeDocument/2006/relationships/chart" Target="/ppt/charts/chart31.xml"/><Relationship Id="rId9" Type="http://schemas.openxmlformats.org/officeDocument/2006/relationships/chart" Target="/ppt/charts/chart32.xml"/><Relationship Id="rId10" Type="http://schemas.openxmlformats.org/officeDocument/2006/relationships/chart" Target="/ppt/charts/chart33.xml"/><Relationship Id="rId11" Type="http://schemas.openxmlformats.org/officeDocument/2006/relationships/chart" Target="/ppt/charts/chart34.xml"/><Relationship Id="rId12" Type="http://schemas.openxmlformats.org/officeDocument/2006/relationships/chart" Target="/ppt/charts/chart35.xml"/><Relationship Id="rId13" Type="http://schemas.openxmlformats.org/officeDocument/2006/relationships/slideLayout" Target="../slideLayouts/slideLayout1.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6.xml"/><Relationship Id="rId2" Type="http://schemas.openxmlformats.org/officeDocument/2006/relationships/chart" Target="/ppt/charts/chart37.xml"/><Relationship Id="rId3" Type="http://schemas.openxmlformats.org/officeDocument/2006/relationships/chart" Target="/ppt/charts/chart38.xml"/><Relationship Id="rId4" Type="http://schemas.openxmlformats.org/officeDocument/2006/relationships/chart" Target="/ppt/charts/chart39.xml"/><Relationship Id="rId5" Type="http://schemas.openxmlformats.org/officeDocument/2006/relationships/chart" Target="/ppt/charts/chart40.xml"/><Relationship Id="rId6" Type="http://schemas.openxmlformats.org/officeDocument/2006/relationships/chart" Target="/ppt/charts/chart41.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2.xml"/><Relationship Id="rId2" Type="http://schemas.openxmlformats.org/officeDocument/2006/relationships/chart" Target="/ppt/charts/chart43.xml"/><Relationship Id="rId3" Type="http://schemas.openxmlformats.org/officeDocument/2006/relationships/chart" Target="/ppt/charts/chart44.xml"/><Relationship Id="rId4" Type="http://schemas.openxmlformats.org/officeDocument/2006/relationships/chart" Target="/ppt/charts/chart45.xml"/><Relationship Id="rId5" Type="http://schemas.openxmlformats.org/officeDocument/2006/relationships/chart" Target="/ppt/charts/chart46.xml"/><Relationship Id="rId6" Type="http://schemas.openxmlformats.org/officeDocument/2006/relationships/chart" Target="/ppt/charts/chart47.xml"/><Relationship Id="rId7" Type="http://schemas.openxmlformats.org/officeDocument/2006/relationships/chart" Target="/ppt/charts/chart48.xml"/><Relationship Id="rId8" Type="http://schemas.openxmlformats.org/officeDocument/2006/relationships/chart" Target="/ppt/charts/chart49.xml"/><Relationship Id="rId9" Type="http://schemas.openxmlformats.org/officeDocument/2006/relationships/chart" Target="/ppt/charts/chart50.xml"/><Relationship Id="rId10" Type="http://schemas.openxmlformats.org/officeDocument/2006/relationships/chart" Target="/ppt/charts/chart51.xml"/><Relationship Id="rId11" Type="http://schemas.openxmlformats.org/officeDocument/2006/relationships/chart" Target="/ppt/charts/chart52.xml"/><Relationship Id="rId12" Type="http://schemas.openxmlformats.org/officeDocument/2006/relationships/chart" Target="/ppt/charts/chart53.xml"/><Relationship Id="rId13" Type="http://schemas.openxmlformats.org/officeDocument/2006/relationships/slideLayout" Target="../slideLayouts/slideLayout1.xml"/><Relationship Id="rId1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21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graphicFrame>
        <p:nvGraphicFramePr>
          <p:cNvPr id="12" name="Chart 0" descr=""/>
          <p:cNvGraphicFramePr/>
          <p:nvPr/>
        </p:nvGraphicFramePr>
        <p:xfrm>
          <a:off x="1097280" y="2697480"/>
          <a:ext cx="1972056" cy="502615"/>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41320"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4" name="Text 11"/>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5" name="Text 12"/>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graphicFrame>
        <p:nvGraphicFramePr>
          <p:cNvPr id="16" name="Chart 1" descr=""/>
          <p:cNvGraphicFramePr/>
          <p:nvPr/>
        </p:nvGraphicFramePr>
        <p:xfrm>
          <a:off x="1097280" y="4175760"/>
          <a:ext cx="1972056" cy="502615"/>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2941320"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8" name="Shape 14"/>
          <p:cNvSpPr/>
          <p:nvPr/>
        </p:nvSpPr>
        <p:spPr>
          <a:xfrm>
            <a:off x="658368" y="4767072"/>
            <a:ext cx="3489960" cy="1478280"/>
          </a:xfrm>
          <a:prstGeom prst="rect">
            <a:avLst/>
          </a:prstGeom>
          <a:solidFill>
            <a:srgbClr val="F7F7F7"/>
          </a:solidFill>
          <a:ln/>
        </p:spPr>
      </p:sp>
      <p:sp>
        <p:nvSpPr>
          <p:cNvPr id="19" name="Shape 15"/>
          <p:cNvSpPr/>
          <p:nvPr/>
        </p:nvSpPr>
        <p:spPr>
          <a:xfrm>
            <a:off x="4084320" y="4803648"/>
            <a:ext cx="64008" cy="1405128"/>
          </a:xfrm>
          <a:prstGeom prst="rect">
            <a:avLst/>
          </a:prstGeom>
          <a:solidFill>
            <a:srgbClr val="12A566"/>
          </a:solidFill>
          <a:ln/>
        </p:spPr>
      </p:sp>
      <p:sp>
        <p:nvSpPr>
          <p:cNvPr id="20" name="Text 16"/>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1" name="Text 17"/>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graphicFrame>
        <p:nvGraphicFramePr>
          <p:cNvPr id="22" name="Chart 2" descr=""/>
          <p:cNvGraphicFramePr/>
          <p:nvPr/>
        </p:nvGraphicFramePr>
        <p:xfrm>
          <a:off x="1097280" y="5654040"/>
          <a:ext cx="1972056" cy="502615"/>
        </p:xfrm>
        <a:graphic xmlns:a="http://schemas.openxmlformats.org/drawingml/2006/main">
          <a:graphicData uri="http://schemas.openxmlformats.org/drawingml/2006/chart">
            <c:chart xmlns:c="http://schemas.openxmlformats.org/drawingml/2006/chart" r:id="rId3"/>
          </a:graphicData>
        </a:graphic>
      </p:graphicFrame>
      <p:sp>
        <p:nvSpPr>
          <p:cNvPr id="23" name="Text 18"/>
          <p:cNvSpPr txBox="1"/>
          <p:nvPr/>
        </p:nvSpPr>
        <p:spPr>
          <a:xfrm>
            <a:off x="2941320"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4" name="Shape 19"/>
          <p:cNvSpPr/>
          <p:nvPr/>
        </p:nvSpPr>
        <p:spPr>
          <a:xfrm>
            <a:off x="4349496" y="1371600"/>
            <a:ext cx="3489960" cy="45720"/>
          </a:xfrm>
          <a:prstGeom prst="rect">
            <a:avLst/>
          </a:prstGeom>
          <a:solidFill>
            <a:srgbClr val="C2352F"/>
          </a:solidFill>
          <a:ln/>
        </p:spPr>
      </p:sp>
      <p:sp>
        <p:nvSpPr>
          <p:cNvPr id="25" name="Text 20"/>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6" name="Shape 21"/>
          <p:cNvSpPr/>
          <p:nvPr/>
        </p:nvSpPr>
        <p:spPr>
          <a:xfrm>
            <a:off x="4349496" y="1810512"/>
            <a:ext cx="3489960" cy="1478280"/>
          </a:xfrm>
          <a:prstGeom prst="rect">
            <a:avLst/>
          </a:prstGeom>
          <a:solidFill>
            <a:srgbClr val="F7F7F7"/>
          </a:solidFill>
          <a:ln/>
        </p:spPr>
      </p:sp>
      <p:sp>
        <p:nvSpPr>
          <p:cNvPr id="27" name="Text 22"/>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8" name="Text 23"/>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graphicFrame>
        <p:nvGraphicFramePr>
          <p:cNvPr id="29" name="Chart 3" descr=""/>
          <p:cNvGraphicFramePr/>
          <p:nvPr/>
        </p:nvGraphicFramePr>
        <p:xfrm>
          <a:off x="4788408" y="2697480"/>
          <a:ext cx="1972056" cy="502615"/>
        </p:xfrm>
        <a:graphic xmlns:a="http://schemas.openxmlformats.org/drawingml/2006/main">
          <a:graphicData uri="http://schemas.openxmlformats.org/drawingml/2006/chart">
            <c:chart xmlns:c="http://schemas.openxmlformats.org/drawingml/2006/chart" r:id="rId4"/>
          </a:graphicData>
        </a:graphic>
      </p:graphicFrame>
      <p:sp>
        <p:nvSpPr>
          <p:cNvPr id="30" name="Text 24"/>
          <p:cNvSpPr txBox="1"/>
          <p:nvPr/>
        </p:nvSpPr>
        <p:spPr>
          <a:xfrm>
            <a:off x="6632448" y="181051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1" name="Shape 25"/>
          <p:cNvSpPr/>
          <p:nvPr/>
        </p:nvSpPr>
        <p:spPr>
          <a:xfrm>
            <a:off x="7775448" y="3325368"/>
            <a:ext cx="64008" cy="1405128"/>
          </a:xfrm>
          <a:prstGeom prst="rect">
            <a:avLst/>
          </a:prstGeom>
          <a:solidFill>
            <a:srgbClr val="2587C5"/>
          </a:solidFill>
          <a:ln/>
        </p:spPr>
      </p:sp>
      <p:sp>
        <p:nvSpPr>
          <p:cNvPr id="32" name="Text 26"/>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3" name="Text 27"/>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graphicFrame>
        <p:nvGraphicFramePr>
          <p:cNvPr id="34" name="Chart 4" descr=""/>
          <p:cNvGraphicFramePr/>
          <p:nvPr/>
        </p:nvGraphicFramePr>
        <p:xfrm>
          <a:off x="4788408" y="4175760"/>
          <a:ext cx="1972056" cy="502615"/>
        </p:xfrm>
        <a:graphic xmlns:a="http://schemas.openxmlformats.org/drawingml/2006/main">
          <a:graphicData uri="http://schemas.openxmlformats.org/drawingml/2006/chart">
            <c:chart xmlns:c="http://schemas.openxmlformats.org/drawingml/2006/chart" r:id="rId5"/>
          </a:graphicData>
        </a:graphic>
      </p:graphicFrame>
      <p:sp>
        <p:nvSpPr>
          <p:cNvPr id="35" name="Text 28"/>
          <p:cNvSpPr txBox="1"/>
          <p:nvPr/>
        </p:nvSpPr>
        <p:spPr>
          <a:xfrm>
            <a:off x="6632448" y="328879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6" name="Shape 29"/>
          <p:cNvSpPr/>
          <p:nvPr/>
        </p:nvSpPr>
        <p:spPr>
          <a:xfrm>
            <a:off x="4349496" y="4767072"/>
            <a:ext cx="3489960" cy="1478280"/>
          </a:xfrm>
          <a:prstGeom prst="rect">
            <a:avLst/>
          </a:prstGeom>
          <a:solidFill>
            <a:srgbClr val="F7F7F7"/>
          </a:solidFill>
          <a:ln/>
        </p:spPr>
      </p:sp>
      <p:sp>
        <p:nvSpPr>
          <p:cNvPr id="37" name="Text 30"/>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8" name="Text 31"/>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graphicFrame>
        <p:nvGraphicFramePr>
          <p:cNvPr id="39" name="Chart 5" descr=""/>
          <p:cNvGraphicFramePr/>
          <p:nvPr/>
        </p:nvGraphicFramePr>
        <p:xfrm>
          <a:off x="4788408" y="5654040"/>
          <a:ext cx="1972056" cy="502615"/>
        </p:xfrm>
        <a:graphic xmlns:a="http://schemas.openxmlformats.org/drawingml/2006/main">
          <a:graphicData uri="http://schemas.openxmlformats.org/drawingml/2006/chart">
            <c:chart xmlns:c="http://schemas.openxmlformats.org/drawingml/2006/chart" r:id="rId6"/>
          </a:graphicData>
        </a:graphic>
      </p:graphicFrame>
      <p:sp>
        <p:nvSpPr>
          <p:cNvPr id="40" name="Text 32"/>
          <p:cNvSpPr txBox="1"/>
          <p:nvPr/>
        </p:nvSpPr>
        <p:spPr>
          <a:xfrm>
            <a:off x="6632448" y="476707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1" name="Shape 33"/>
          <p:cNvSpPr/>
          <p:nvPr/>
        </p:nvSpPr>
        <p:spPr>
          <a:xfrm>
            <a:off x="8040624" y="1371600"/>
            <a:ext cx="3489960" cy="45720"/>
          </a:xfrm>
          <a:prstGeom prst="rect">
            <a:avLst/>
          </a:prstGeom>
          <a:solidFill>
            <a:srgbClr val="2587C5"/>
          </a:solidFill>
          <a:ln/>
        </p:spPr>
      </p:sp>
      <p:sp>
        <p:nvSpPr>
          <p:cNvPr id="42" name="Text 34"/>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3" name="Shape 35"/>
          <p:cNvSpPr/>
          <p:nvPr/>
        </p:nvSpPr>
        <p:spPr>
          <a:xfrm>
            <a:off x="8040624" y="1810512"/>
            <a:ext cx="3489960" cy="1478280"/>
          </a:xfrm>
          <a:prstGeom prst="rect">
            <a:avLst/>
          </a:prstGeom>
          <a:solidFill>
            <a:srgbClr val="F7F7F7"/>
          </a:solidFill>
          <a:ln/>
        </p:spPr>
      </p:sp>
      <p:sp>
        <p:nvSpPr>
          <p:cNvPr id="44" name="Text 36"/>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5" name="Text 37"/>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graphicFrame>
        <p:nvGraphicFramePr>
          <p:cNvPr id="46" name="Chart 6"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7"/>
          </a:graphicData>
        </a:graphic>
      </p:graphicFrame>
      <p:graphicFrame>
        <p:nvGraphicFramePr>
          <p:cNvPr id="47" name="Chart 7"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8"/>
          </a:graphicData>
        </a:graphic>
      </p:graphicFrame>
      <p:sp>
        <p:nvSpPr>
          <p:cNvPr id="48" name="Text 38"/>
          <p:cNvSpPr txBox="1"/>
          <p:nvPr/>
        </p:nvSpPr>
        <p:spPr>
          <a:xfrm>
            <a:off x="10323576"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49" name="Shape 39"/>
          <p:cNvSpPr/>
          <p:nvPr/>
        </p:nvSpPr>
        <p:spPr>
          <a:xfrm>
            <a:off x="11466576" y="3325368"/>
            <a:ext cx="64008" cy="1405128"/>
          </a:xfrm>
          <a:prstGeom prst="rect">
            <a:avLst/>
          </a:prstGeom>
          <a:solidFill>
            <a:srgbClr val="12A566"/>
          </a:solidFill>
          <a:ln/>
        </p:spPr>
      </p:sp>
      <p:sp>
        <p:nvSpPr>
          <p:cNvPr id="50" name="Text 40"/>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1" name="Text 41"/>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graphicFrame>
        <p:nvGraphicFramePr>
          <p:cNvPr id="52" name="Chart 8"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9"/>
          </a:graphicData>
        </a:graphic>
      </p:graphicFrame>
      <p:graphicFrame>
        <p:nvGraphicFramePr>
          <p:cNvPr id="53" name="Chart 9"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10"/>
          </a:graphicData>
        </a:graphic>
      </p:graphicFrame>
      <p:sp>
        <p:nvSpPr>
          <p:cNvPr id="54" name="Text 42"/>
          <p:cNvSpPr txBox="1"/>
          <p:nvPr/>
        </p:nvSpPr>
        <p:spPr>
          <a:xfrm>
            <a:off x="10323576"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55" name="Shape 43"/>
          <p:cNvSpPr/>
          <p:nvPr/>
        </p:nvSpPr>
        <p:spPr>
          <a:xfrm>
            <a:off x="8040624" y="4767072"/>
            <a:ext cx="3489960" cy="1478280"/>
          </a:xfrm>
          <a:prstGeom prst="rect">
            <a:avLst/>
          </a:prstGeom>
          <a:solidFill>
            <a:srgbClr val="F7F7F7"/>
          </a:solidFill>
          <a:ln/>
        </p:spPr>
      </p:sp>
      <p:sp>
        <p:nvSpPr>
          <p:cNvPr id="56" name="Shape 44"/>
          <p:cNvSpPr/>
          <p:nvPr/>
        </p:nvSpPr>
        <p:spPr>
          <a:xfrm>
            <a:off x="11466576" y="4803648"/>
            <a:ext cx="64008" cy="1405128"/>
          </a:xfrm>
          <a:prstGeom prst="rect">
            <a:avLst/>
          </a:prstGeom>
          <a:solidFill>
            <a:srgbClr val="2587C5"/>
          </a:solidFill>
          <a:ln/>
        </p:spPr>
      </p:sp>
      <p:sp>
        <p:nvSpPr>
          <p:cNvPr id="57" name="Text 45"/>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8" name="Text 46"/>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graphicFrame>
        <p:nvGraphicFramePr>
          <p:cNvPr id="59" name="Chart 10"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1"/>
          </a:graphicData>
        </a:graphic>
      </p:graphicFrame>
      <p:graphicFrame>
        <p:nvGraphicFramePr>
          <p:cNvPr id="60" name="Chart 11"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2"/>
          </a:graphicData>
        </a:graphic>
      </p:graphicFrame>
      <p:sp>
        <p:nvSpPr>
          <p:cNvPr id="61" name="Text 47"/>
          <p:cNvSpPr txBox="1"/>
          <p:nvPr/>
        </p:nvSpPr>
        <p:spPr>
          <a:xfrm>
            <a:off x="10323576"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Shape 8"/>
          <p:cNvSpPr/>
          <p:nvPr/>
        </p:nvSpPr>
        <p:spPr>
          <a:xfrm>
            <a:off x="4084320" y="1847088"/>
            <a:ext cx="64008" cy="1405128"/>
          </a:xfrm>
          <a:prstGeom prst="rect">
            <a:avLst/>
          </a:prstGeom>
          <a:solidFill>
            <a:srgbClr val="12A566"/>
          </a:solidFill>
          <a:ln/>
        </p:spPr>
      </p:sp>
      <p:sp>
        <p:nvSpPr>
          <p:cNvPr id="11" name="Text 9"/>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2" name="Text 10"/>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13" name="Chart 0" descr=""/>
          <p:cNvGraphicFramePr/>
          <p:nvPr/>
        </p:nvGraphicFramePr>
        <p:xfrm>
          <a:off x="1097280" y="2697480"/>
          <a:ext cx="1972056" cy="502615"/>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2941320"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5" name="Text 12"/>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6" name="Text 13"/>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graphicFrame>
        <p:nvGraphicFramePr>
          <p:cNvPr id="17" name="Chart 1" descr=""/>
          <p:cNvGraphicFramePr/>
          <p:nvPr/>
        </p:nvGraphicFramePr>
        <p:xfrm>
          <a:off x="1097280" y="4175760"/>
          <a:ext cx="1972056" cy="502615"/>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2941320"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9" name="Shape 15"/>
          <p:cNvSpPr/>
          <p:nvPr/>
        </p:nvSpPr>
        <p:spPr>
          <a:xfrm>
            <a:off x="658368" y="4767072"/>
            <a:ext cx="3489960" cy="1478280"/>
          </a:xfrm>
          <a:prstGeom prst="rect">
            <a:avLst/>
          </a:prstGeom>
          <a:solidFill>
            <a:srgbClr val="F7F7F7"/>
          </a:solidFill>
          <a:ln/>
        </p:spPr>
      </p:sp>
      <p:sp>
        <p:nvSpPr>
          <p:cNvPr id="20" name="Shape 16"/>
          <p:cNvSpPr/>
          <p:nvPr/>
        </p:nvSpPr>
        <p:spPr>
          <a:xfrm>
            <a:off x="4084320" y="4803648"/>
            <a:ext cx="64008" cy="1405128"/>
          </a:xfrm>
          <a:prstGeom prst="rect">
            <a:avLst/>
          </a:prstGeom>
          <a:solidFill>
            <a:srgbClr val="12A566"/>
          </a:solidFill>
          <a:ln/>
        </p:spPr>
      </p:sp>
      <p:sp>
        <p:nvSpPr>
          <p:cNvPr id="21" name="Text 17"/>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2" name="Text 18"/>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23" name="Chart 2" descr=""/>
          <p:cNvGraphicFramePr/>
          <p:nvPr/>
        </p:nvGraphicFramePr>
        <p:xfrm>
          <a:off x="1097280" y="5654040"/>
          <a:ext cx="1972056" cy="502615"/>
        </p:xfrm>
        <a:graphic xmlns:a="http://schemas.openxmlformats.org/drawingml/2006/main">
          <a:graphicData uri="http://schemas.openxmlformats.org/drawingml/2006/chart">
            <c:chart xmlns:c="http://schemas.openxmlformats.org/drawingml/2006/chart" r:id="rId3"/>
          </a:graphicData>
        </a:graphic>
      </p:graphicFrame>
      <p:sp>
        <p:nvSpPr>
          <p:cNvPr id="24" name="Text 19"/>
          <p:cNvSpPr txBox="1"/>
          <p:nvPr/>
        </p:nvSpPr>
        <p:spPr>
          <a:xfrm>
            <a:off x="2941320"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5" name="Shape 20"/>
          <p:cNvSpPr/>
          <p:nvPr/>
        </p:nvSpPr>
        <p:spPr>
          <a:xfrm>
            <a:off x="4349496" y="1371600"/>
            <a:ext cx="3489960" cy="45720"/>
          </a:xfrm>
          <a:prstGeom prst="rect">
            <a:avLst/>
          </a:prstGeom>
          <a:solidFill>
            <a:srgbClr val="C2352F"/>
          </a:solidFill>
          <a:ln/>
        </p:spPr>
      </p:sp>
      <p:sp>
        <p:nvSpPr>
          <p:cNvPr id="26" name="Text 2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7" name="Shape 22"/>
          <p:cNvSpPr/>
          <p:nvPr/>
        </p:nvSpPr>
        <p:spPr>
          <a:xfrm>
            <a:off x="4349496" y="1810512"/>
            <a:ext cx="3489960" cy="1478280"/>
          </a:xfrm>
          <a:prstGeom prst="rect">
            <a:avLst/>
          </a:prstGeom>
          <a:solidFill>
            <a:srgbClr val="F7F7F7"/>
          </a:solidFill>
          <a:ln/>
        </p:spPr>
      </p:sp>
      <p:sp>
        <p:nvSpPr>
          <p:cNvPr id="28" name="Text 23"/>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9" name="Text 24"/>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30" name="Chart 3" descr=""/>
          <p:cNvGraphicFramePr/>
          <p:nvPr/>
        </p:nvGraphicFramePr>
        <p:xfrm>
          <a:off x="4788408" y="2697480"/>
          <a:ext cx="1972056" cy="502615"/>
        </p:xfrm>
        <a:graphic xmlns:a="http://schemas.openxmlformats.org/drawingml/2006/main">
          <a:graphicData uri="http://schemas.openxmlformats.org/drawingml/2006/chart">
            <c:chart xmlns:c="http://schemas.openxmlformats.org/drawingml/2006/chart" r:id="rId4"/>
          </a:graphicData>
        </a:graphic>
      </p:graphicFrame>
      <p:sp>
        <p:nvSpPr>
          <p:cNvPr id="31" name="Text 25"/>
          <p:cNvSpPr txBox="1"/>
          <p:nvPr/>
        </p:nvSpPr>
        <p:spPr>
          <a:xfrm>
            <a:off x="6632448" y="181051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2" name="Text 26"/>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3" name="Text 27"/>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34" name="Chart 4" descr=""/>
          <p:cNvGraphicFramePr/>
          <p:nvPr/>
        </p:nvGraphicFramePr>
        <p:xfrm>
          <a:off x="4788408" y="4175760"/>
          <a:ext cx="1972056" cy="502615"/>
        </p:xfrm>
        <a:graphic xmlns:a="http://schemas.openxmlformats.org/drawingml/2006/main">
          <a:graphicData uri="http://schemas.openxmlformats.org/drawingml/2006/chart">
            <c:chart xmlns:c="http://schemas.openxmlformats.org/drawingml/2006/chart" r:id="rId5"/>
          </a:graphicData>
        </a:graphic>
      </p:graphicFrame>
      <p:sp>
        <p:nvSpPr>
          <p:cNvPr id="35" name="Text 28"/>
          <p:cNvSpPr txBox="1"/>
          <p:nvPr/>
        </p:nvSpPr>
        <p:spPr>
          <a:xfrm>
            <a:off x="6632448" y="328879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36" name="Shape 29"/>
          <p:cNvSpPr/>
          <p:nvPr/>
        </p:nvSpPr>
        <p:spPr>
          <a:xfrm>
            <a:off x="4349496" y="4767072"/>
            <a:ext cx="3489960" cy="1478280"/>
          </a:xfrm>
          <a:prstGeom prst="rect">
            <a:avLst/>
          </a:prstGeom>
          <a:solidFill>
            <a:srgbClr val="F7F7F7"/>
          </a:solidFill>
          <a:ln/>
        </p:spPr>
      </p:sp>
      <p:sp>
        <p:nvSpPr>
          <p:cNvPr id="37" name="Text 30"/>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8" name="Text 31"/>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graphicFrame>
        <p:nvGraphicFramePr>
          <p:cNvPr id="39" name="Chart 5" descr=""/>
          <p:cNvGraphicFramePr/>
          <p:nvPr/>
        </p:nvGraphicFramePr>
        <p:xfrm>
          <a:off x="4788408" y="5654040"/>
          <a:ext cx="1972056" cy="502615"/>
        </p:xfrm>
        <a:graphic xmlns:a="http://schemas.openxmlformats.org/drawingml/2006/main">
          <a:graphicData uri="http://schemas.openxmlformats.org/drawingml/2006/chart">
            <c:chart xmlns:c="http://schemas.openxmlformats.org/drawingml/2006/chart" r:id="rId6"/>
          </a:graphicData>
        </a:graphic>
      </p:graphicFrame>
      <p:sp>
        <p:nvSpPr>
          <p:cNvPr id="40" name="Text 32"/>
          <p:cNvSpPr txBox="1"/>
          <p:nvPr/>
        </p:nvSpPr>
        <p:spPr>
          <a:xfrm>
            <a:off x="6632448" y="476707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1" name="Shape 33"/>
          <p:cNvSpPr/>
          <p:nvPr/>
        </p:nvSpPr>
        <p:spPr>
          <a:xfrm>
            <a:off x="8040624" y="1371600"/>
            <a:ext cx="3489960" cy="45720"/>
          </a:xfrm>
          <a:prstGeom prst="rect">
            <a:avLst/>
          </a:prstGeom>
          <a:solidFill>
            <a:srgbClr val="2587C5"/>
          </a:solidFill>
          <a:ln/>
        </p:spPr>
      </p:sp>
      <p:sp>
        <p:nvSpPr>
          <p:cNvPr id="42" name="Text 34"/>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3" name="Shape 35"/>
          <p:cNvSpPr/>
          <p:nvPr/>
        </p:nvSpPr>
        <p:spPr>
          <a:xfrm>
            <a:off x="8040624" y="1810512"/>
            <a:ext cx="3489960" cy="1478280"/>
          </a:xfrm>
          <a:prstGeom prst="rect">
            <a:avLst/>
          </a:prstGeom>
          <a:solidFill>
            <a:srgbClr val="F7F7F7"/>
          </a:solidFill>
          <a:ln/>
        </p:spPr>
      </p:sp>
      <p:sp>
        <p:nvSpPr>
          <p:cNvPr id="44" name="Shape 36"/>
          <p:cNvSpPr/>
          <p:nvPr/>
        </p:nvSpPr>
        <p:spPr>
          <a:xfrm>
            <a:off x="11466576" y="1847088"/>
            <a:ext cx="64008" cy="1405128"/>
          </a:xfrm>
          <a:prstGeom prst="rect">
            <a:avLst/>
          </a:prstGeom>
          <a:solidFill>
            <a:srgbClr val="12A566"/>
          </a:solidFill>
          <a:ln/>
        </p:spPr>
      </p:sp>
      <p:sp>
        <p:nvSpPr>
          <p:cNvPr id="45" name="Text 37"/>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6" name="Text 38"/>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graphicFrame>
        <p:nvGraphicFramePr>
          <p:cNvPr id="47" name="Chart 6"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7"/>
          </a:graphicData>
        </a:graphic>
      </p:graphicFrame>
      <p:graphicFrame>
        <p:nvGraphicFramePr>
          <p:cNvPr id="48" name="Chart 7"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8"/>
          </a:graphicData>
        </a:graphic>
      </p:graphicFrame>
      <p:sp>
        <p:nvSpPr>
          <p:cNvPr id="49" name="Text 39"/>
          <p:cNvSpPr txBox="1"/>
          <p:nvPr/>
        </p:nvSpPr>
        <p:spPr>
          <a:xfrm>
            <a:off x="10323576"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50" name="Text 40"/>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1" name="Text 41"/>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52" name="Chart 8"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9"/>
          </a:graphicData>
        </a:graphic>
      </p:graphicFrame>
      <p:graphicFrame>
        <p:nvGraphicFramePr>
          <p:cNvPr id="53" name="Chart 9"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10"/>
          </a:graphicData>
        </a:graphic>
      </p:graphicFrame>
      <p:sp>
        <p:nvSpPr>
          <p:cNvPr id="54" name="Text 42"/>
          <p:cNvSpPr txBox="1"/>
          <p:nvPr/>
        </p:nvSpPr>
        <p:spPr>
          <a:xfrm>
            <a:off x="10323576"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55" name="Shape 43"/>
          <p:cNvSpPr/>
          <p:nvPr/>
        </p:nvSpPr>
        <p:spPr>
          <a:xfrm>
            <a:off x="8040624" y="4767072"/>
            <a:ext cx="3489960" cy="1478280"/>
          </a:xfrm>
          <a:prstGeom prst="rect">
            <a:avLst/>
          </a:prstGeom>
          <a:solidFill>
            <a:srgbClr val="F7F7F7"/>
          </a:solidFill>
          <a:ln/>
        </p:spPr>
      </p:sp>
      <p:sp>
        <p:nvSpPr>
          <p:cNvPr id="56" name="Shape 44"/>
          <p:cNvSpPr/>
          <p:nvPr/>
        </p:nvSpPr>
        <p:spPr>
          <a:xfrm>
            <a:off x="11466576" y="4803648"/>
            <a:ext cx="64008" cy="1405128"/>
          </a:xfrm>
          <a:prstGeom prst="rect">
            <a:avLst/>
          </a:prstGeom>
          <a:solidFill>
            <a:srgbClr val="12A566"/>
          </a:solidFill>
          <a:ln/>
        </p:spPr>
      </p:sp>
      <p:sp>
        <p:nvSpPr>
          <p:cNvPr id="57" name="Text 45"/>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8" name="Text 46"/>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graphicFrame>
        <p:nvGraphicFramePr>
          <p:cNvPr id="59" name="Chart 10"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1"/>
          </a:graphicData>
        </a:graphic>
      </p:graphicFrame>
      <p:graphicFrame>
        <p:nvGraphicFramePr>
          <p:cNvPr id="60" name="Chart 11"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2"/>
          </a:graphicData>
        </a:graphic>
      </p:graphicFrame>
      <p:sp>
        <p:nvSpPr>
          <p:cNvPr id="61" name="Text 47"/>
          <p:cNvSpPr txBox="1"/>
          <p:nvPr/>
        </p:nvSpPr>
        <p:spPr>
          <a:xfrm>
            <a:off x="10323576"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2" name="Chart 0" descr=""/>
          <p:cNvGraphicFramePr/>
          <p:nvPr/>
        </p:nvGraphicFramePr>
        <p:xfrm>
          <a:off x="1097280" y="2697480"/>
          <a:ext cx="1972056" cy="502615"/>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41320"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4" name="Text 11"/>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5" name="Text 12"/>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graphicFrame>
        <p:nvGraphicFramePr>
          <p:cNvPr id="16" name="Chart 1" descr=""/>
          <p:cNvGraphicFramePr/>
          <p:nvPr/>
        </p:nvGraphicFramePr>
        <p:xfrm>
          <a:off x="1097280" y="4175760"/>
          <a:ext cx="1972056" cy="502615"/>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2941320"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8" name="Shape 14"/>
          <p:cNvSpPr/>
          <p:nvPr/>
        </p:nvSpPr>
        <p:spPr>
          <a:xfrm>
            <a:off x="658368" y="4767072"/>
            <a:ext cx="3489960" cy="1478280"/>
          </a:xfrm>
          <a:prstGeom prst="rect">
            <a:avLst/>
          </a:prstGeom>
          <a:solidFill>
            <a:srgbClr val="F7F7F7"/>
          </a:solidFill>
          <a:ln/>
        </p:spPr>
      </p:sp>
      <p:sp>
        <p:nvSpPr>
          <p:cNvPr id="19" name="Text 15"/>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0" name="Text 16"/>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graphicFrame>
        <p:nvGraphicFramePr>
          <p:cNvPr id="21" name="Chart 2" descr=""/>
          <p:cNvGraphicFramePr/>
          <p:nvPr/>
        </p:nvGraphicFramePr>
        <p:xfrm>
          <a:off x="1097280" y="5654040"/>
          <a:ext cx="1972056" cy="502615"/>
        </p:xfrm>
        <a:graphic xmlns:a="http://schemas.openxmlformats.org/drawingml/2006/main">
          <a:graphicData uri="http://schemas.openxmlformats.org/drawingml/2006/chart">
            <c:chart xmlns:c="http://schemas.openxmlformats.org/drawingml/2006/chart" r:id="rId3"/>
          </a:graphicData>
        </a:graphic>
      </p:graphicFrame>
      <p:sp>
        <p:nvSpPr>
          <p:cNvPr id="22" name="Text 17"/>
          <p:cNvSpPr txBox="1"/>
          <p:nvPr/>
        </p:nvSpPr>
        <p:spPr>
          <a:xfrm>
            <a:off x="2941320"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3" name="Shape 18"/>
          <p:cNvSpPr/>
          <p:nvPr/>
        </p:nvSpPr>
        <p:spPr>
          <a:xfrm>
            <a:off x="4349496" y="1371600"/>
            <a:ext cx="3489960" cy="45720"/>
          </a:xfrm>
          <a:prstGeom prst="rect">
            <a:avLst/>
          </a:prstGeom>
          <a:solidFill>
            <a:srgbClr val="C2352F"/>
          </a:solidFill>
          <a:ln/>
        </p:spPr>
      </p:sp>
      <p:sp>
        <p:nvSpPr>
          <p:cNvPr id="24" name="Text 1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5" name="Shape 20"/>
          <p:cNvSpPr/>
          <p:nvPr/>
        </p:nvSpPr>
        <p:spPr>
          <a:xfrm>
            <a:off x="4349496" y="1810512"/>
            <a:ext cx="3489960" cy="1478280"/>
          </a:xfrm>
          <a:prstGeom prst="rect">
            <a:avLst/>
          </a:prstGeom>
          <a:solidFill>
            <a:srgbClr val="F7F7F7"/>
          </a:solidFill>
          <a:ln/>
        </p:spPr>
      </p:sp>
      <p:sp>
        <p:nvSpPr>
          <p:cNvPr id="26" name="Text 21"/>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7" name="Text 22"/>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graphicFrame>
        <p:nvGraphicFramePr>
          <p:cNvPr id="28" name="Chart 3" descr=""/>
          <p:cNvGraphicFramePr/>
          <p:nvPr/>
        </p:nvGraphicFramePr>
        <p:xfrm>
          <a:off x="4788408" y="2697480"/>
          <a:ext cx="1972056" cy="502615"/>
        </p:xfrm>
        <a:graphic xmlns:a="http://schemas.openxmlformats.org/drawingml/2006/main">
          <a:graphicData uri="http://schemas.openxmlformats.org/drawingml/2006/chart">
            <c:chart xmlns:c="http://schemas.openxmlformats.org/drawingml/2006/chart" r:id="rId4"/>
          </a:graphicData>
        </a:graphic>
      </p:graphicFrame>
      <p:sp>
        <p:nvSpPr>
          <p:cNvPr id="29" name="Text 23"/>
          <p:cNvSpPr txBox="1"/>
          <p:nvPr/>
        </p:nvSpPr>
        <p:spPr>
          <a:xfrm>
            <a:off x="6632448" y="181051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0" name="Text 24"/>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1" name="Text 25"/>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graphicFrame>
        <p:nvGraphicFramePr>
          <p:cNvPr id="32" name="Chart 4" descr=""/>
          <p:cNvGraphicFramePr/>
          <p:nvPr/>
        </p:nvGraphicFramePr>
        <p:xfrm>
          <a:off x="4788408" y="4175760"/>
          <a:ext cx="1972056" cy="502615"/>
        </p:xfrm>
        <a:graphic xmlns:a="http://schemas.openxmlformats.org/drawingml/2006/main">
          <a:graphicData uri="http://schemas.openxmlformats.org/drawingml/2006/chart">
            <c:chart xmlns:c="http://schemas.openxmlformats.org/drawingml/2006/chart" r:id="rId5"/>
          </a:graphicData>
        </a:graphic>
      </p:graphicFrame>
      <p:sp>
        <p:nvSpPr>
          <p:cNvPr id="33" name="Text 26"/>
          <p:cNvSpPr txBox="1"/>
          <p:nvPr/>
        </p:nvSpPr>
        <p:spPr>
          <a:xfrm>
            <a:off x="6632448" y="328879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4" name="Shape 27"/>
          <p:cNvSpPr/>
          <p:nvPr/>
        </p:nvSpPr>
        <p:spPr>
          <a:xfrm>
            <a:off x="4349496" y="4767072"/>
            <a:ext cx="3489960" cy="1478280"/>
          </a:xfrm>
          <a:prstGeom prst="rect">
            <a:avLst/>
          </a:prstGeom>
          <a:solidFill>
            <a:srgbClr val="F7F7F7"/>
          </a:solidFill>
          <a:ln/>
        </p:spPr>
      </p:sp>
      <p:sp>
        <p:nvSpPr>
          <p:cNvPr id="35" name="Shape 28"/>
          <p:cNvSpPr/>
          <p:nvPr/>
        </p:nvSpPr>
        <p:spPr>
          <a:xfrm>
            <a:off x="7775448" y="4803648"/>
            <a:ext cx="64008" cy="1405128"/>
          </a:xfrm>
          <a:prstGeom prst="rect">
            <a:avLst/>
          </a:prstGeom>
          <a:solidFill>
            <a:srgbClr val="2587C5"/>
          </a:solidFill>
          <a:ln/>
        </p:spPr>
      </p:sp>
      <p:sp>
        <p:nvSpPr>
          <p:cNvPr id="36" name="Text 29"/>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7" name="Text 30"/>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graphicFrame>
        <p:nvGraphicFramePr>
          <p:cNvPr id="38" name="Chart 5" descr=""/>
          <p:cNvGraphicFramePr/>
          <p:nvPr/>
        </p:nvGraphicFramePr>
        <p:xfrm>
          <a:off x="4788408" y="5654040"/>
          <a:ext cx="1972056" cy="502615"/>
        </p:xfrm>
        <a:graphic xmlns:a="http://schemas.openxmlformats.org/drawingml/2006/main">
          <a:graphicData uri="http://schemas.openxmlformats.org/drawingml/2006/chart">
            <c:chart xmlns:c="http://schemas.openxmlformats.org/drawingml/2006/chart" r:id="rId6"/>
          </a:graphicData>
        </a:graphic>
      </p:graphicFrame>
      <p:sp>
        <p:nvSpPr>
          <p:cNvPr id="39" name="Text 31"/>
          <p:cNvSpPr txBox="1"/>
          <p:nvPr/>
        </p:nvSpPr>
        <p:spPr>
          <a:xfrm>
            <a:off x="6632448" y="476707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0" name="Shape 32"/>
          <p:cNvSpPr/>
          <p:nvPr/>
        </p:nvSpPr>
        <p:spPr>
          <a:xfrm>
            <a:off x="8040624" y="1371600"/>
            <a:ext cx="3489960" cy="45720"/>
          </a:xfrm>
          <a:prstGeom prst="rect">
            <a:avLst/>
          </a:prstGeom>
          <a:solidFill>
            <a:srgbClr val="2587C5"/>
          </a:solidFill>
          <a:ln/>
        </p:spPr>
      </p:sp>
      <p:sp>
        <p:nvSpPr>
          <p:cNvPr id="41" name="Text 33"/>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2" name="Shape 34"/>
          <p:cNvSpPr/>
          <p:nvPr/>
        </p:nvSpPr>
        <p:spPr>
          <a:xfrm>
            <a:off x="8040624" y="1810512"/>
            <a:ext cx="3489960" cy="1478280"/>
          </a:xfrm>
          <a:prstGeom prst="rect">
            <a:avLst/>
          </a:prstGeom>
          <a:solidFill>
            <a:srgbClr val="F7F7F7"/>
          </a:solidFill>
          <a:ln/>
        </p:spPr>
      </p:sp>
      <p:sp>
        <p:nvSpPr>
          <p:cNvPr id="43" name="Text 35"/>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4" name="Text 36"/>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graphicFrame>
        <p:nvGraphicFramePr>
          <p:cNvPr id="45" name="Chart 6"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7"/>
          </a:graphicData>
        </a:graphic>
      </p:graphicFrame>
      <p:graphicFrame>
        <p:nvGraphicFramePr>
          <p:cNvPr id="46" name="Chart 7"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8"/>
          </a:graphicData>
        </a:graphic>
      </p:graphicFrame>
      <p:sp>
        <p:nvSpPr>
          <p:cNvPr id="47" name="Text 37"/>
          <p:cNvSpPr txBox="1"/>
          <p:nvPr/>
        </p:nvSpPr>
        <p:spPr>
          <a:xfrm>
            <a:off x="10323576"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48" name="Shape 38"/>
          <p:cNvSpPr/>
          <p:nvPr/>
        </p:nvSpPr>
        <p:spPr>
          <a:xfrm>
            <a:off x="11466576" y="3325368"/>
            <a:ext cx="64008" cy="1405128"/>
          </a:xfrm>
          <a:prstGeom prst="rect">
            <a:avLst/>
          </a:prstGeom>
          <a:solidFill>
            <a:srgbClr val="2587C5"/>
          </a:solidFill>
          <a:ln/>
        </p:spPr>
      </p:sp>
      <p:sp>
        <p:nvSpPr>
          <p:cNvPr id="49" name="Text 39"/>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0" name="Text 40"/>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51" name="Chart 8"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9"/>
          </a:graphicData>
        </a:graphic>
      </p:graphicFrame>
      <p:graphicFrame>
        <p:nvGraphicFramePr>
          <p:cNvPr id="52" name="Chart 9"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10"/>
          </a:graphicData>
        </a:graphic>
      </p:graphicFrame>
      <p:sp>
        <p:nvSpPr>
          <p:cNvPr id="53" name="Text 41"/>
          <p:cNvSpPr txBox="1"/>
          <p:nvPr/>
        </p:nvSpPr>
        <p:spPr>
          <a:xfrm>
            <a:off x="10323576"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4" name="Shape 42"/>
          <p:cNvSpPr/>
          <p:nvPr/>
        </p:nvSpPr>
        <p:spPr>
          <a:xfrm>
            <a:off x="8040624" y="4767072"/>
            <a:ext cx="3489960" cy="1478280"/>
          </a:xfrm>
          <a:prstGeom prst="rect">
            <a:avLst/>
          </a:prstGeom>
          <a:solidFill>
            <a:srgbClr val="F7F7F7"/>
          </a:solidFill>
          <a:ln/>
        </p:spPr>
      </p:sp>
      <p:sp>
        <p:nvSpPr>
          <p:cNvPr id="55" name="Text 43"/>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6" name="Text 44"/>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graphicFrame>
        <p:nvGraphicFramePr>
          <p:cNvPr id="57" name="Chart 10"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1"/>
          </a:graphicData>
        </a:graphic>
      </p:graphicFrame>
      <p:graphicFrame>
        <p:nvGraphicFramePr>
          <p:cNvPr id="58" name="Chart 11"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2"/>
          </a:graphicData>
        </a:graphic>
      </p:graphicFrame>
      <p:sp>
        <p:nvSpPr>
          <p:cNvPr id="59" name="Text 45"/>
          <p:cNvSpPr txBox="1"/>
          <p:nvPr/>
        </p:nvSpPr>
        <p:spPr>
          <a:xfrm>
            <a:off x="10323576"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2026-10-29T16:33:50Z</dcterms:created>
  <dcterms:modified xsi:type="dcterms:W3CDTF">2026-10-29T16:33:50Z</dcterms:modified>
</cp:coreProperties>
</file>