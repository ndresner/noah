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73852"/>
            <a:ext cx="1625327"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35262"/>
            <a:ext cx="1406928"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96673"/>
            <a:ext cx="1323114"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958084"/>
            <a:ext cx="1271788"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219495"/>
            <a:ext cx="1243905"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480906"/>
            <a:ext cx="1238289"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742316"/>
            <a:ext cx="1236225"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4003727"/>
            <a:ext cx="1203167"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265138"/>
            <a:ext cx="1188815"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526549"/>
            <a:ext cx="1143609"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787960"/>
            <a:ext cx="1136929"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5049371"/>
            <a:ext cx="1094886"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310781"/>
            <a:ext cx="1073984"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572192"/>
            <a:ext cx="1069793"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833603"/>
            <a:ext cx="1044916"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6095014"/>
            <a:ext cx="1007984"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12441"/>
            <a:ext cx="1007915"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73852"/>
            <a:ext cx="979751"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435262"/>
            <a:ext cx="956432"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96673"/>
            <a:ext cx="897553"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958084"/>
            <a:ext cx="890311"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219495"/>
            <a:ext cx="88351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480906"/>
            <a:ext cx="860120"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742316"/>
            <a:ext cx="791399"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4003727"/>
            <a:ext cx="774373"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265138"/>
            <a:ext cx="743729"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526549"/>
            <a:ext cx="730224"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787960"/>
            <a:ext cx="660247"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5049371"/>
            <a:ext cx="601492"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310781"/>
            <a:ext cx="531644"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572192"/>
            <a:ext cx="471852"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833603"/>
            <a:ext cx="358005"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443984"/>
          </a:xfrm>
          <a:prstGeom prst="rect">
            <a:avLst/>
          </a:prstGeom>
          <a:solidFill>
            <a:srgbClr val="0B2C4A"/>
          </a:solidFill>
          <a:ln/>
        </p:spPr>
      </p:sp>
      <p:sp>
        <p:nvSpPr>
          <p:cNvPr id="144" name="Shape 142"/>
          <p:cNvSpPr/>
          <p:nvPr/>
        </p:nvSpPr>
        <p:spPr>
          <a:xfrm>
            <a:off x="9614043"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7669"/>
            <a:ext cx="716268"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79080"/>
            <a:ext cx="425726"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440491"/>
            <a:ext cx="423929"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701901"/>
            <a:ext cx="249780"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963312"/>
            <a:ext cx="241902"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224723"/>
            <a:ext cx="234433"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486134"/>
            <a:ext cx="234127"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747545"/>
            <a:ext cx="230514"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4008956"/>
            <a:ext cx="227415"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270366"/>
            <a:ext cx="222558"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531777"/>
            <a:ext cx="220801"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793188"/>
            <a:ext cx="212368"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5054599"/>
            <a:ext cx="178083"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316010"/>
            <a:ext cx="171975"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577420"/>
            <a:ext cx="170724"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838831"/>
            <a:ext cx="145782"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6100242"/>
            <a:ext cx="144022"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7669"/>
            <a:ext cx="111949"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79080"/>
            <a:ext cx="76399"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440491"/>
            <a:ext cx="71229"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701901"/>
            <a:ext cx="27863"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963312"/>
            <a:ext cx="13338"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224723"/>
            <a:ext cx="12802"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486134"/>
            <a:ext cx="12802"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747545"/>
            <a:ext cx="12802"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4008956"/>
            <a:ext cx="12802"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270366"/>
            <a:ext cx="47952"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531777"/>
            <a:ext cx="49357"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793188"/>
            <a:ext cx="103304"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5054599"/>
            <a:ext cx="273011"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316010"/>
            <a:ext cx="432282"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577420"/>
            <a:ext cx="451100"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12441"/>
            <a:ext cx="82707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73852"/>
            <a:ext cx="741210"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435262"/>
            <a:ext cx="733821"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96673"/>
            <a:ext cx="712087"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958084"/>
            <a:ext cx="655726"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219495"/>
            <a:ext cx="566887"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480906"/>
            <a:ext cx="539181"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742316"/>
            <a:ext cx="521670"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4003727"/>
            <a:ext cx="516222"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265138"/>
            <a:ext cx="486582"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526549"/>
            <a:ext cx="419144" cy="130705"/>
          </a:xfrm>
          <a:prstGeom prst="rect">
            <a:avLst/>
          </a:prstGeom>
          <a:solidFill>
            <a:srgbClr val="C2352F"/>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787960"/>
            <a:ext cx="413606" cy="130705"/>
          </a:xfrm>
          <a:prstGeom prst="rect">
            <a:avLst/>
          </a:prstGeom>
          <a:solidFill>
            <a:srgbClr val="C2352F"/>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5049371"/>
            <a:ext cx="387517"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310781"/>
            <a:ext cx="372520"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572192"/>
            <a:ext cx="370433"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833603"/>
            <a:ext cx="362889"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6095014"/>
            <a:ext cx="347211"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12441"/>
            <a:ext cx="307434"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73852"/>
            <a:ext cx="299427"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435262"/>
            <a:ext cx="228054"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96673"/>
            <a:ext cx="226811"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958084"/>
            <a:ext cx="150781"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219495"/>
            <a:ext cx="98956"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480906"/>
            <a:ext cx="92745"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742316"/>
            <a:ext cx="72080"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4003727"/>
            <a:ext cx="68131"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265138"/>
            <a:ext cx="60885"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526549"/>
            <a:ext cx="122204"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787960"/>
            <a:ext cx="265877"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5049371"/>
            <a:ext cx="276203"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310781"/>
            <a:ext cx="368910"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572192"/>
            <a:ext cx="484122"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833603"/>
            <a:ext cx="732205"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443984"/>
          </a:xfrm>
          <a:prstGeom prst="rect">
            <a:avLst/>
          </a:prstGeom>
          <a:solidFill>
            <a:srgbClr val="9AA3AD"/>
          </a:solidFill>
          <a:ln/>
        </p:spPr>
      </p:sp>
      <p:sp>
        <p:nvSpPr>
          <p:cNvPr id="144" name="Shape 142"/>
          <p:cNvSpPr/>
          <p:nvPr/>
        </p:nvSpPr>
        <p:spPr>
          <a:xfrm>
            <a:off x="4285058" y="1847088"/>
            <a:ext cx="14630" cy="4443984"/>
          </a:xfrm>
          <a:prstGeom prst="rect">
            <a:avLst/>
          </a:prstGeom>
          <a:solidFill>
            <a:srgbClr val="0B2C4A"/>
          </a:solidFill>
          <a:ln/>
        </p:spPr>
      </p:sp>
      <p:sp>
        <p:nvSpPr>
          <p:cNvPr id="145" name="Shape 143"/>
          <p:cNvSpPr/>
          <p:nvPr/>
        </p:nvSpPr>
        <p:spPr>
          <a:xfrm>
            <a:off x="9418782" y="1847088"/>
            <a:ext cx="9144" cy="4443984"/>
          </a:xfrm>
          <a:prstGeom prst="rect">
            <a:avLst/>
          </a:prstGeom>
          <a:solidFill>
            <a:srgbClr val="9AA3AD"/>
          </a:solidFill>
          <a:ln/>
        </p:spPr>
      </p:sp>
      <p:sp>
        <p:nvSpPr>
          <p:cNvPr id="146" name="Shape 144"/>
          <p:cNvSpPr/>
          <p:nvPr/>
        </p:nvSpPr>
        <p:spPr>
          <a:xfrm>
            <a:off x="9835466" y="1847088"/>
            <a:ext cx="14630" cy="4443984"/>
          </a:xfrm>
          <a:prstGeom prst="rect">
            <a:avLst/>
          </a:prstGeom>
          <a:solidFill>
            <a:srgbClr val="0B2C4A"/>
          </a:solidFill>
          <a:ln/>
        </p:spPr>
      </p:sp>
      <p:sp>
        <p:nvSpPr>
          <p:cNvPr id="147" name="Shape 145"/>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79080"/>
            <a:ext cx="522301"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440491"/>
            <a:ext cx="466019"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701901"/>
            <a:ext cx="318357"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963312"/>
            <a:ext cx="277139"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224723"/>
            <a:ext cx="194030"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486134"/>
            <a:ext cx="183450"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747545"/>
            <a:ext cx="169078"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4008956"/>
            <a:ext cx="164481"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270366"/>
            <a:ext cx="146713"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531777"/>
            <a:ext cx="143918"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793188"/>
            <a:ext cx="139313"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5054599"/>
            <a:ext cx="111722"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316010"/>
            <a:ext cx="108452"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577420"/>
            <a:ext cx="104888"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838831"/>
            <a:ext cx="95711"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6100242"/>
            <a:ext cx="95177"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7669"/>
            <a:ext cx="90237"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79080"/>
            <a:ext cx="87077"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440491"/>
            <a:ext cx="54978"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701901"/>
            <a:ext cx="52170"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963312"/>
            <a:ext cx="24496"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224723"/>
            <a:ext cx="12802"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486134"/>
            <a:ext cx="12802" cy="120249"/>
          </a:xfrm>
          <a:prstGeom prst="rect">
            <a:avLst/>
          </a:prstGeom>
          <a:solidFill>
            <a:srgbClr val="12A566"/>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747545"/>
            <a:ext cx="12802"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4008956"/>
            <a:ext cx="34908"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270366"/>
            <a:ext cx="52901"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531777"/>
            <a:ext cx="72938"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793188"/>
            <a:ext cx="91898"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5054599"/>
            <a:ext cx="119651"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316010"/>
            <a:ext cx="196164"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577420"/>
            <a:ext cx="254296"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838831"/>
            <a:ext cx="62275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Shape 61"/>
          <p:cNvSpPr/>
          <p:nvPr/>
        </p:nvSpPr>
        <p:spPr>
          <a:xfrm>
            <a:off x="11466576" y="3796589"/>
            <a:ext cx="64008" cy="755294"/>
          </a:xfrm>
          <a:prstGeom prst="rect">
            <a:avLst/>
          </a:prstGeom>
          <a:solidFill>
            <a:srgbClr val="12A566"/>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73852"/>
            <a:ext cx="1429353"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435262"/>
            <a:ext cx="1412066"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96673"/>
            <a:ext cx="1398451"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958084"/>
            <a:ext cx="1317467"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219495"/>
            <a:ext cx="1312721"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480906"/>
            <a:ext cx="1306825"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742316"/>
            <a:ext cx="1279067"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4003727"/>
            <a:ext cx="1273414"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265138"/>
            <a:ext cx="1261946"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526549"/>
            <a:ext cx="1239549"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787960"/>
            <a:ext cx="1209944"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5049371"/>
            <a:ext cx="1143812"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310781"/>
            <a:ext cx="1134120"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572192"/>
            <a:ext cx="1079936"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833603"/>
            <a:ext cx="1039071"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6095014"/>
            <a:ext cx="1026056"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12441"/>
            <a:ext cx="994650"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73852"/>
            <a:ext cx="946998"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435262"/>
            <a:ext cx="941033"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96673"/>
            <a:ext cx="900852"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958084"/>
            <a:ext cx="894005"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219495"/>
            <a:ext cx="887363"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480906"/>
            <a:ext cx="863472"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742316"/>
            <a:ext cx="767637"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4003727"/>
            <a:ext cx="740911"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265138"/>
            <a:ext cx="728589"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526549"/>
            <a:ext cx="726153"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787960"/>
            <a:ext cx="687804"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5049371"/>
            <a:ext cx="680786"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310781"/>
            <a:ext cx="516128"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572192"/>
            <a:ext cx="455373"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833603"/>
            <a:ext cx="287195"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443984"/>
          </a:xfrm>
          <a:prstGeom prst="rect">
            <a:avLst/>
          </a:prstGeom>
          <a:solidFill>
            <a:srgbClr val="0B2C4A"/>
          </a:solidFill>
          <a:ln/>
        </p:spPr>
      </p:sp>
      <p:sp>
        <p:nvSpPr>
          <p:cNvPr id="144" name="Shape 142"/>
          <p:cNvSpPr/>
          <p:nvPr/>
        </p:nvSpPr>
        <p:spPr>
          <a:xfrm>
            <a:off x="9610485"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79080"/>
            <a:ext cx="712549"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440491"/>
            <a:ext cx="579309"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701901"/>
            <a:ext cx="412524"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963312"/>
            <a:ext cx="384335"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224723"/>
            <a:ext cx="345136"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486134"/>
            <a:ext cx="344254"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747545"/>
            <a:ext cx="326556"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4008956"/>
            <a:ext cx="248228"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270366"/>
            <a:ext cx="176703"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531777"/>
            <a:ext cx="172791"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793188"/>
            <a:ext cx="120839"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5054599"/>
            <a:ext cx="109670"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316010"/>
            <a:ext cx="81021"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577420"/>
            <a:ext cx="69580"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838831"/>
            <a:ext cx="12802" cy="120249"/>
          </a:xfrm>
          <a:prstGeom prst="rect">
            <a:avLst/>
          </a:prstGeom>
          <a:solidFill>
            <a:srgbClr val="C2352F"/>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6100242"/>
            <a:ext cx="12802" cy="120249"/>
          </a:xfrm>
          <a:prstGeom prst="rect">
            <a:avLst/>
          </a:prstGeom>
          <a:solidFill>
            <a:srgbClr val="C2352F"/>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7669"/>
            <a:ext cx="56318" cy="120249"/>
          </a:xfrm>
          <a:prstGeom prst="rect">
            <a:avLst/>
          </a:prstGeom>
          <a:solidFill>
            <a:srgbClr val="C2352F"/>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79080"/>
            <a:ext cx="74815" cy="120249"/>
          </a:xfrm>
          <a:prstGeom prst="rect">
            <a:avLst/>
          </a:prstGeom>
          <a:solidFill>
            <a:srgbClr val="C2352F"/>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440491"/>
            <a:ext cx="153199" cy="120249"/>
          </a:xfrm>
          <a:prstGeom prst="rect">
            <a:avLst/>
          </a:prstGeom>
          <a:solidFill>
            <a:srgbClr val="C2352F"/>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701901"/>
            <a:ext cx="185450"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963312"/>
            <a:ext cx="228075"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224723"/>
            <a:ext cx="229856"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486134"/>
            <a:ext cx="259551"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747545"/>
            <a:ext cx="298321"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4008956"/>
            <a:ext cx="300845"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270366"/>
            <a:ext cx="317435"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531777"/>
            <a:ext cx="372720"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793188"/>
            <a:ext cx="453794"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5054599"/>
            <a:ext cx="540319"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316010"/>
            <a:ext cx="610420"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577420"/>
            <a:ext cx="644388"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838831"/>
            <a:ext cx="683609"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2026-10-27T17:13:15Z</dcterms:created>
  <dcterms:modified xsi:type="dcterms:W3CDTF">2026-10-27T17:13:15Z</dcterms:modified>
</cp:coreProperties>
</file>