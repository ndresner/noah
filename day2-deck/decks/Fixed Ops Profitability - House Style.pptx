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chart" Target="/ppt/charts/chart38.xml"/><Relationship Id="rId8" Type="http://schemas.openxmlformats.org/officeDocument/2006/relationships/chart" Target="/ppt/charts/chart39.xml"/><Relationship Id="rId9" Type="http://schemas.openxmlformats.org/officeDocument/2006/relationships/chart" Target="/ppt/charts/chart40.xml"/><Relationship Id="rId10" Type="http://schemas.openxmlformats.org/officeDocument/2006/relationships/chart" Target="/ppt/charts/chart41.xml"/><Relationship Id="rId11" Type="http://schemas.openxmlformats.org/officeDocument/2006/relationships/chart" Target="/ppt/charts/chart42.xml"/><Relationship Id="rId12" Type="http://schemas.openxmlformats.org/officeDocument/2006/relationships/chart" Target="/ppt/charts/chart43.xml"/><Relationship Id="rId13" Type="http://schemas.openxmlformats.org/officeDocument/2006/relationships/chart" Target="/ppt/charts/chart44.xml"/><Relationship Id="rId14" Type="http://schemas.openxmlformats.org/officeDocument/2006/relationships/chart" Target="/ppt/charts/chart45.xml"/><Relationship Id="rId15" Type="http://schemas.openxmlformats.org/officeDocument/2006/relationships/chart" Target="/ppt/charts/chart46.xml"/><Relationship Id="rId16" Type="http://schemas.openxmlformats.org/officeDocument/2006/relationships/chart" Target="/ppt/charts/chart47.xml"/><Relationship Id="rId17" Type="http://schemas.openxmlformats.org/officeDocument/2006/relationships/chart" Target="/ppt/charts/chart48.xml"/><Relationship Id="rId18" Type="http://schemas.openxmlformats.org/officeDocument/2006/relationships/chart" Target="/ppt/charts/chart49.xml"/><Relationship Id="rId19" Type="http://schemas.openxmlformats.org/officeDocument/2006/relationships/chart" Target="/ppt/charts/chart50.xml"/><Relationship Id="rId20" Type="http://schemas.openxmlformats.org/officeDocument/2006/relationships/chart" Target="/ppt/charts/chart51.xml"/><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chart" Target="/ppt/charts/chart53.xml"/><Relationship Id="rId3" Type="http://schemas.openxmlformats.org/officeDocument/2006/relationships/chart" Target="/ppt/charts/chart54.xml"/><Relationship Id="rId4" Type="http://schemas.openxmlformats.org/officeDocument/2006/relationships/chart" Target="/ppt/charts/chart55.xml"/><Relationship Id="rId5" Type="http://schemas.openxmlformats.org/officeDocument/2006/relationships/chart" Target="/ppt/charts/chart56.xml"/><Relationship Id="rId6" Type="http://schemas.openxmlformats.org/officeDocument/2006/relationships/chart" Target="/ppt/charts/chart5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chart" Target="/ppt/charts/chart59.xml"/><Relationship Id="rId3" Type="http://schemas.openxmlformats.org/officeDocument/2006/relationships/chart" Target="/ppt/charts/chart60.xml"/><Relationship Id="rId4" Type="http://schemas.openxmlformats.org/officeDocument/2006/relationships/chart" Target="/ppt/charts/chart61.xml"/><Relationship Id="rId5" Type="http://schemas.openxmlformats.org/officeDocument/2006/relationships/chart" Target="/ppt/charts/chart62.xml"/><Relationship Id="rId6" Type="http://schemas.openxmlformats.org/officeDocument/2006/relationships/chart" Target="/ppt/charts/chart63.xml"/><Relationship Id="rId7" Type="http://schemas.openxmlformats.org/officeDocument/2006/relationships/chart" Target="/ppt/charts/chart64.xml"/><Relationship Id="rId8" Type="http://schemas.openxmlformats.org/officeDocument/2006/relationships/chart" Target="/ppt/charts/chart65.xml"/><Relationship Id="rId9" Type="http://schemas.openxmlformats.org/officeDocument/2006/relationships/chart" Target="/ppt/charts/chart66.xml"/><Relationship Id="rId10" Type="http://schemas.openxmlformats.org/officeDocument/2006/relationships/chart" Target="/ppt/charts/chart67.xml"/><Relationship Id="rId11" Type="http://schemas.openxmlformats.org/officeDocument/2006/relationships/chart" Target="/ppt/charts/chart68.xml"/><Relationship Id="rId12" Type="http://schemas.openxmlformats.org/officeDocument/2006/relationships/chart" Target="/ppt/charts/chart69.xml"/><Relationship Id="rId13" Type="http://schemas.openxmlformats.org/officeDocument/2006/relationships/chart" Target="/ppt/charts/chart70.xml"/><Relationship Id="rId14" Type="http://schemas.openxmlformats.org/officeDocument/2006/relationships/chart" Target="/ppt/charts/chart71.xml"/><Relationship Id="rId15" Type="http://schemas.openxmlformats.org/officeDocument/2006/relationships/chart" Target="/ppt/charts/chart72.xml"/><Relationship Id="rId16" Type="http://schemas.openxmlformats.org/officeDocument/2006/relationships/chart" Target="/ppt/charts/chart73.xml"/><Relationship Id="rId17" Type="http://schemas.openxmlformats.org/officeDocument/2006/relationships/chart" Target="/ppt/charts/chart74.xml"/><Relationship Id="rId18" Type="http://schemas.openxmlformats.org/officeDocument/2006/relationships/chart" Target="/ppt/charts/chart75.xml"/><Relationship Id="rId19" Type="http://schemas.openxmlformats.org/officeDocument/2006/relationships/chart" Target="/ppt/charts/chart76.xml"/><Relationship Id="rId20" Type="http://schemas.openxmlformats.org/officeDocument/2006/relationships/chart" Target="/ppt/charts/chart77.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8"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3"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0"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6"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3"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2"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2026-10-29T02:28:33Z</dcterms:created>
  <dcterms:modified xsi:type="dcterms:W3CDTF">2026-10-29T02:28:33Z</dcterms:modified>
</cp:coreProperties>
</file>