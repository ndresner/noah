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1012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3425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0235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6053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88466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87195"/>
            <a:ext cx="58521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1012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3425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0235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171243"/>
            <a:ext cx="52130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1012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3425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0235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555291"/>
            <a:ext cx="32168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1012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3425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0235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939339"/>
            <a:ext cx="31309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1012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3425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0235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323387"/>
            <a:ext cx="29354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1012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3425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0235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707435"/>
            <a:ext cx="26847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1012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3425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0235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091483"/>
            <a:ext cx="25251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31012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3425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0235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475531"/>
            <a:ext cx="2441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31012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3425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0235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859579"/>
            <a:ext cx="24399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31012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3425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0235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243627"/>
            <a:ext cx="19772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31012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3425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0235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5412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627675"/>
            <a:ext cx="19700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31012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3425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0235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1787195"/>
            <a:ext cx="9614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6053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88466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65276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171243"/>
            <a:ext cx="8977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6053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88466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65276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2555291"/>
            <a:ext cx="8828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6053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88466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65276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939339"/>
            <a:ext cx="8158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6053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88466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65276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323387"/>
            <a:ext cx="7376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6053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88466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65276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3707435"/>
            <a:ext cx="4541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6053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88466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65276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091483"/>
            <a:ext cx="3744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6053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88466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5276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4475531"/>
            <a:ext cx="2603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6053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88466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5276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86053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88466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5276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86053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88466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5276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2026-10-21T21:13:52Z</dcterms:created>
  <dcterms:modified xsi:type="dcterms:W3CDTF">2026-10-21T21:13:52Z</dcterms:modified>
</cp:coreProperties>
</file>