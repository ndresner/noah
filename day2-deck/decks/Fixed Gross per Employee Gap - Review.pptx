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compared with its own segment average a month: luxury $16,998, non-luxury $12,714 (luxury = Lexus, Lincoln, Cadillac, Volvo, Audi Reno, Audi Henderson, LR Reno, LR LV, LR Henderson). Gross/yr = (segment average - store) x the store's average fixed employees x 12. Stores at or above their segment average are not shown. Per emp = the store's fixed gross per fixed employee a month. Seg avg = its segment's average.Framing: gross the team already in the building could produce, not a headcount target. Luxury stores are measured against luxury, non-luxury against non-luxury. Audi Henderson ($23,686) lifts the luxury average; Lincoln ($11,127) sits below even the non-luxury average.
CADILLAC (luxury): $14,260 per employee a month vs $16,998; 74.8 fixed employees; $2,456,862 a year
LINCOLN (luxury): $10,963 per employee a month vs $16,998; 30.2 fixed employees; $2,188,561 a year
CHEVY GMC BULLHEAD (non-luxury): $10,391 per employee a month vs $12,714; 48.4 fixed employees; $1,350,504 a year
CDJR POST FALLS (non-luxury): $9,953 per employee a month vs $12,714; 39.7 fixed employees; $1,314,435 a year
CHEVY LV (non-luxury): $12,042 per employee a month vs $12,714; 152.7 fixed employees; $1,232,343 a year
TOYOTA SPOKANE (non-luxury): $11,128 per employee a month vs $12,714; 59.2 fixed employees; $1,127,104 a year
TOYOTA FLAGSTAFF (non-luxury): $10,794 per employee a month vs $12,714; 46.0 fixed employees; $1,060,118 a year
GMC PRESCOTT (non-luxury): $9,498 per employee a month vs $12,714; 26.6 fixed employees; $1,024,925 a year
TOYOTA PRESCOTT (non-luxury): $11,044 per employee a month vs $12,714; 51.1 fixed employees; $1,024,357 a year
AUDI RENO (luxury): $14,916 per employee a month vs $16,998; 33.2 fixed employees; $830,073 a year
HONDA FLAGSTAFF (non-luxury): $9,149 per employee a month vs $12,714; 19.3 fixed employees; $827,082 a year
NISSAN (non-luxury): $11,957 per employee a month vs $12,714; 44.4 fixed employees; $403,638 a year
VW HENDERSON (non-luxury): $12,006 per employee a month vs $12,714; 44.3 fixed employees; $376,895 a year
VW ST GEORGE (non-luxury): $9,878 per employee a month vs $12,714; 10.9 fixed employees; $370,634 a year
LR RENO (luxury): $15,226 per employee a month vs $16,998; 16.1 fixed employees; $342,526 a year
HYUNDAI ST GEORGE (non-luxury): $11,541 per employee a month vs $12,714; 22.0 fixed employees; $309,678 a year
HYUNDAI PRESCOTT (non-luxury): $11,631 per employee a month vs $12,714; 14.7 fixed employees; $190,674 a year
KIA ST GEORGE (non-luxury): $12,103 per employee a month vs $12,714; 21.4 fixed employees; $157,193 a year
ACURA (non-luxury): $12,364 per employee a month vs $12,714; 26.0 fixed employees; $109,303 a year
SUBARU PRESCOTT (non-luxury): $12,501 per employee a month vs $12,714; 24.0 fixed employees; $61,379 a year
LEXUS (luxury): $16,919 per employee a month vs $16,998; 27.2 fixed employees; $25,739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1012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34256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02352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860536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884664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52760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87195"/>
            <a:ext cx="58521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310128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$2,456,862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34256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02352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08483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171243"/>
            <a:ext cx="52130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310128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$2,188,561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34256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02352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46888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555291"/>
            <a:ext cx="32168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310128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$1,350,504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334256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02352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5292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939339"/>
            <a:ext cx="31309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310128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$1,314,435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34256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02352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23697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323387"/>
            <a:ext cx="29354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10128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$1,232,343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34256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02352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62102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707435"/>
            <a:ext cx="26847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10128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$1,127,104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34256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02352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00507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4091483"/>
            <a:ext cx="25251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310128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$1,060,118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334256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02352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3891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475531"/>
            <a:ext cx="24413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310128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$1,024,925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334256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02352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77316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859579"/>
            <a:ext cx="24399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310128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$1,024,357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334256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02352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515721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5243627"/>
            <a:ext cx="19772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310128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$830,073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334256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02352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54126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5627675"/>
            <a:ext cx="19700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310128" y="554126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$827,082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334256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02352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170078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220456" y="1787195"/>
            <a:ext cx="9614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860536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$403,638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9884664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10652760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208483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220456" y="2171243"/>
            <a:ext cx="8977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860536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$376,895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9884664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10652760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46888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2555291"/>
            <a:ext cx="8828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860536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$370,634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884664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652760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285292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2939339"/>
            <a:ext cx="8158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8860536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$342,526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884664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652760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323697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3323387"/>
            <a:ext cx="7376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860536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$309,678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884664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652760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362102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3707435"/>
            <a:ext cx="4541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860536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$190,674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884664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652760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00507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4091483"/>
            <a:ext cx="3744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860536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$157,193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884664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52760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43891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4475531"/>
            <a:ext cx="2603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860536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$109,303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884664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52760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477316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4859579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8860536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$61,379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884664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52760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515721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8860536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$25,739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884664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52760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17" name="Shape 11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stores are compared with $16,998 a month, non-luxury with $12,714. 21 stores below their average leave $16,784,025 a year with the same staff.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2026-10-21T21:04:26Z</dcterms:created>
  <dcterms:modified xsi:type="dcterms:W3CDTF">2026-10-21T21:04:26Z</dcterms:modified>
</cp:coreProperties>
</file>