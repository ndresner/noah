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same-store (INEOS excluded). Fixed ops = service (Mechanical) + parts (P&amp;A) department profit: department gross less the department's own expenses. Group net = Net Profit Or Loss on the GM statement.PREVIEW (Noah, Oct 24).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If the room uses net before bonus and tax instead ($119,985,939), the share is 42%.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$50.45M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$32.29M.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2026-10-24T20:52:28Z</dcterms:created>
  <dcterms:modified xsi:type="dcterms:W3CDTF">2026-10-24T20:52:28Z</dcterms:modified>
</cp:coreProperties>
</file>