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Profit &amp; Loss, Jan-Sep 2026 vs 2025, all stores (INEOS included, to match the group P&amp;L). Fixed ops = service (Mechanical) + parts (P&amp;A) department profit: department gross less the department's own expenses. Group net = Net Profit Or Loss on the GM statement.PREVIEW (Noah, Oct 24). Group-level view of fixed ops' weight in the dealership's profit, Jan-Sep. Fixed ops department profit $50,194,950 (2025 $45,336,135); group net profit $82,240,434 (2025 $95,664,709). On the P&amp;L, F&amp;I income, other income and store-level costs are not split by department, so 'the rest of the store' is the group net less fixed ops department profit. Group net = Net Profit Or Loss on the GM statement (P&amp;L summary), all stores; INEOS (opened 2026) is in both lines. Body shop (GMC Prescott) department profit is left out of fixed ops, as everywhere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Are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collaboration, introduce ideas that drive operational excellence, and set a clear path to exceptional service performance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profit-generating activities: the work that brings in incremental dollars, not just the work that fills the day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on the business, not just in it: step out of the daily fires long enough to fix the process behind them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risk of judgement: your success is our success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first, company second, team third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what you tolerate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power in this room: collaboration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group's net profit came from service and parts: $50.19M of $82.24M (47% in 2025).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$50.19M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department profit. New, used, F&amp;I and the rest of the store together: $32.05M.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+$4,858,815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fixed ops profit than 2025, while group net profit fell $13.42M.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leave today with one or two things you will put in place before year end, and tell the room what they 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2026-10-24T21:30:19Z</dcterms:created>
  <dcterms:modified xsi:type="dcterms:W3CDTF">2026-10-24T21:30:19Z</dcterms:modified>
</cp:coreProperties>
</file>