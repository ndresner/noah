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2 of 2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3 of 3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2 of 3
MAZDA: −$28K, −223 opcodes Jan-Sep against the four benchmarks; under 3 of 4
AUDI HENDERSON: −$22K, −661 opcodes Jan-Sep against the four benchmarks; under 1 of 2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2026-10-28T22:08:25Z</dcterms:created>
  <dcterms:modified xsi:type="dcterms:W3CDTF">2026-10-28T22:08:25Z</dcterms:modified>
</cp:coreProperties>
</file>