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34996" y="2005199"/>
            <a:ext cx="124432" cy="136676"/>
          </a:xfrm>
          <a:prstGeom prst="rect">
            <a:avLst/>
          </a:prstGeom>
          <a:solidFill>
            <a:srgbClr val="12A566"/>
          </a:solidFill>
          <a:ln/>
        </p:spPr>
      </p:sp>
      <p:sp>
        <p:nvSpPr>
          <p:cNvPr id="20" name="Text 18"/>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1" name="Text 19"/>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 name="Shape 22"/>
          <p:cNvSpPr/>
          <p:nvPr/>
        </p:nvSpPr>
        <p:spPr>
          <a:xfrm>
            <a:off x="3434996" y="2253700"/>
            <a:ext cx="44339" cy="136676"/>
          </a:xfrm>
          <a:prstGeom prst="rect">
            <a:avLst/>
          </a:prstGeom>
          <a:solidFill>
            <a:srgbClr val="12A566"/>
          </a:solidFill>
          <a:ln/>
        </p:spPr>
      </p:sp>
      <p:sp>
        <p:nvSpPr>
          <p:cNvPr id="25" name="Text 23"/>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6" name="Text 24"/>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9" name="Shape 27"/>
          <p:cNvSpPr/>
          <p:nvPr/>
        </p:nvSpPr>
        <p:spPr>
          <a:xfrm>
            <a:off x="3434996" y="2502202"/>
            <a:ext cx="37145" cy="136676"/>
          </a:xfrm>
          <a:prstGeom prst="rect">
            <a:avLst/>
          </a:prstGeom>
          <a:solidFill>
            <a:srgbClr val="12A566"/>
          </a:solidFill>
          <a:ln/>
        </p:spPr>
      </p:sp>
      <p:sp>
        <p:nvSpPr>
          <p:cNvPr id="30" name="Text 28"/>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1" name="Text 29"/>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434996" y="2750703"/>
            <a:ext cx="34144" cy="136676"/>
          </a:xfrm>
          <a:prstGeom prst="rect">
            <a:avLst/>
          </a:prstGeom>
          <a:solidFill>
            <a:srgbClr val="12A566"/>
          </a:solidFill>
          <a:ln/>
        </p:spPr>
      </p:sp>
      <p:sp>
        <p:nvSpPr>
          <p:cNvPr id="35" name="Text 33"/>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6" name="Text 3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434996" y="2999205"/>
            <a:ext cx="27581" cy="136676"/>
          </a:xfrm>
          <a:prstGeom prst="rect">
            <a:avLst/>
          </a:prstGeom>
          <a:solidFill>
            <a:srgbClr val="12A566"/>
          </a:solidFill>
          <a:ln/>
        </p:spPr>
      </p:sp>
      <p:sp>
        <p:nvSpPr>
          <p:cNvPr id="40" name="Text 38"/>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1" name="Text 39"/>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434996" y="3247707"/>
            <a:ext cx="19282" cy="136676"/>
          </a:xfrm>
          <a:prstGeom prst="rect">
            <a:avLst/>
          </a:prstGeom>
          <a:solidFill>
            <a:srgbClr val="12A566"/>
          </a:solidFill>
          <a:ln/>
        </p:spPr>
      </p:sp>
      <p:sp>
        <p:nvSpPr>
          <p:cNvPr id="45" name="Text 43"/>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6" name="Text 44"/>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9" name="Shape 47"/>
          <p:cNvSpPr/>
          <p:nvPr/>
        </p:nvSpPr>
        <p:spPr>
          <a:xfrm>
            <a:off x="3416704" y="3496208"/>
            <a:ext cx="18292" cy="136676"/>
          </a:xfrm>
          <a:prstGeom prst="rect">
            <a:avLst/>
          </a:prstGeom>
          <a:solidFill>
            <a:srgbClr val="C2352F"/>
          </a:solidFill>
          <a:ln/>
        </p:spPr>
      </p:sp>
      <p:sp>
        <p:nvSpPr>
          <p:cNvPr id="50" name="Text 48"/>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1" name="Text 49"/>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411703" y="3744710"/>
            <a:ext cx="23293" cy="136676"/>
          </a:xfrm>
          <a:prstGeom prst="rect">
            <a:avLst/>
          </a:prstGeom>
          <a:solidFill>
            <a:srgbClr val="C2352F"/>
          </a:solidFill>
          <a:ln/>
        </p:spPr>
      </p:sp>
      <p:sp>
        <p:nvSpPr>
          <p:cNvPr id="55" name="Text 53"/>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6" name="Text 54"/>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411379" y="3993212"/>
            <a:ext cx="23618" cy="136676"/>
          </a:xfrm>
          <a:prstGeom prst="rect">
            <a:avLst/>
          </a:prstGeom>
          <a:solidFill>
            <a:srgbClr val="C2352F"/>
          </a:solidFill>
          <a:ln/>
        </p:spPr>
      </p:sp>
      <p:sp>
        <p:nvSpPr>
          <p:cNvPr id="60" name="Text 58"/>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1" name="Text 5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08491" y="4241713"/>
            <a:ext cx="26505" cy="136676"/>
          </a:xfrm>
          <a:prstGeom prst="rect">
            <a:avLst/>
          </a:prstGeom>
          <a:solidFill>
            <a:srgbClr val="C2352F"/>
          </a:solidFill>
          <a:ln/>
        </p:spPr>
      </p:sp>
      <p:sp>
        <p:nvSpPr>
          <p:cNvPr id="65" name="Text 63"/>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6" name="Text 64"/>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69" name="Shape 67"/>
          <p:cNvSpPr/>
          <p:nvPr/>
        </p:nvSpPr>
        <p:spPr>
          <a:xfrm>
            <a:off x="3401031" y="4490215"/>
            <a:ext cx="33965" cy="136676"/>
          </a:xfrm>
          <a:prstGeom prst="rect">
            <a:avLst/>
          </a:prstGeom>
          <a:solidFill>
            <a:srgbClr val="C2352F"/>
          </a:solidFill>
          <a:ln/>
        </p:spPr>
      </p:sp>
      <p:sp>
        <p:nvSpPr>
          <p:cNvPr id="70" name="Text 68"/>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1" name="Text 69"/>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4" name="Shape 72"/>
          <p:cNvSpPr/>
          <p:nvPr/>
        </p:nvSpPr>
        <p:spPr>
          <a:xfrm>
            <a:off x="3395551" y="4738717"/>
            <a:ext cx="39445" cy="136676"/>
          </a:xfrm>
          <a:prstGeom prst="rect">
            <a:avLst/>
          </a:prstGeom>
          <a:solidFill>
            <a:srgbClr val="C2352F"/>
          </a:solidFill>
          <a:ln/>
        </p:spPr>
      </p:sp>
      <p:sp>
        <p:nvSpPr>
          <p:cNvPr id="75" name="Text 73"/>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6" name="Text 74"/>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Shape 77"/>
          <p:cNvSpPr/>
          <p:nvPr/>
        </p:nvSpPr>
        <p:spPr>
          <a:xfrm>
            <a:off x="3391623" y="4987218"/>
            <a:ext cx="43373" cy="136676"/>
          </a:xfrm>
          <a:prstGeom prst="rect">
            <a:avLst/>
          </a:prstGeom>
          <a:solidFill>
            <a:srgbClr val="C2352F"/>
          </a:solidFill>
          <a:ln/>
        </p:spPr>
      </p:sp>
      <p:sp>
        <p:nvSpPr>
          <p:cNvPr id="80" name="Text 78"/>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1" name="Text 79"/>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4" name="Shape 82"/>
          <p:cNvSpPr/>
          <p:nvPr/>
        </p:nvSpPr>
        <p:spPr>
          <a:xfrm>
            <a:off x="3386113" y="5235720"/>
            <a:ext cx="48884" cy="136676"/>
          </a:xfrm>
          <a:prstGeom prst="rect">
            <a:avLst/>
          </a:prstGeom>
          <a:solidFill>
            <a:srgbClr val="C2352F"/>
          </a:solidFill>
          <a:ln/>
        </p:spPr>
      </p:sp>
      <p:sp>
        <p:nvSpPr>
          <p:cNvPr id="85" name="Text 83"/>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6" name="Text 8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9" name="Shape 87"/>
          <p:cNvSpPr/>
          <p:nvPr/>
        </p:nvSpPr>
        <p:spPr>
          <a:xfrm>
            <a:off x="3385317" y="5484222"/>
            <a:ext cx="49679" cy="136676"/>
          </a:xfrm>
          <a:prstGeom prst="rect">
            <a:avLst/>
          </a:prstGeom>
          <a:solidFill>
            <a:srgbClr val="C2352F"/>
          </a:solidFill>
          <a:ln/>
        </p:spPr>
      </p:sp>
      <p:sp>
        <p:nvSpPr>
          <p:cNvPr id="90" name="Text 88"/>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1" name="Text 89"/>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384944" y="5732723"/>
            <a:ext cx="50052" cy="136676"/>
          </a:xfrm>
          <a:prstGeom prst="rect">
            <a:avLst/>
          </a:prstGeom>
          <a:solidFill>
            <a:srgbClr val="C2352F"/>
          </a:solidFill>
          <a:ln/>
        </p:spPr>
      </p:sp>
      <p:sp>
        <p:nvSpPr>
          <p:cNvPr id="95" name="Text 93"/>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6" name="Text 94"/>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9" name="Shape 97"/>
          <p:cNvSpPr/>
          <p:nvPr/>
        </p:nvSpPr>
        <p:spPr>
          <a:xfrm>
            <a:off x="8931186" y="1756697"/>
            <a:ext cx="54219" cy="136676"/>
          </a:xfrm>
          <a:prstGeom prst="rect">
            <a:avLst/>
          </a:prstGeom>
          <a:solidFill>
            <a:srgbClr val="C2352F"/>
          </a:solidFill>
          <a:ln/>
        </p:spPr>
      </p:sp>
      <p:sp>
        <p:nvSpPr>
          <p:cNvPr id="100" name="Text 98"/>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1" name="Text 99"/>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07378" y="2005199"/>
            <a:ext cx="78026" cy="136676"/>
          </a:xfrm>
          <a:prstGeom prst="rect">
            <a:avLst/>
          </a:prstGeom>
          <a:solidFill>
            <a:srgbClr val="C2352F"/>
          </a:solidFill>
          <a:ln/>
        </p:spPr>
      </p:sp>
      <p:sp>
        <p:nvSpPr>
          <p:cNvPr id="105" name="Text 103"/>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6" name="Text 104"/>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8903182" y="2253700"/>
            <a:ext cx="82223" cy="136676"/>
          </a:xfrm>
          <a:prstGeom prst="rect">
            <a:avLst/>
          </a:prstGeom>
          <a:solidFill>
            <a:srgbClr val="C2352F"/>
          </a:solidFill>
          <a:ln/>
        </p:spPr>
      </p:sp>
      <p:sp>
        <p:nvSpPr>
          <p:cNvPr id="110" name="Text 108"/>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4" name="Shape 112"/>
          <p:cNvSpPr/>
          <p:nvPr/>
        </p:nvSpPr>
        <p:spPr>
          <a:xfrm>
            <a:off x="8898772" y="2502202"/>
            <a:ext cx="86632" cy="136676"/>
          </a:xfrm>
          <a:prstGeom prst="rect">
            <a:avLst/>
          </a:prstGeom>
          <a:solidFill>
            <a:srgbClr val="C2352F"/>
          </a:solidFill>
          <a:ln/>
        </p:spPr>
      </p:sp>
      <p:sp>
        <p:nvSpPr>
          <p:cNvPr id="115" name="Text 113"/>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6" name="Text 114"/>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8898356" y="2750703"/>
            <a:ext cx="87048" cy="136676"/>
          </a:xfrm>
          <a:prstGeom prst="rect">
            <a:avLst/>
          </a:prstGeom>
          <a:solidFill>
            <a:srgbClr val="C2352F"/>
          </a:solidFill>
          <a:ln/>
        </p:spPr>
      </p:sp>
      <p:sp>
        <p:nvSpPr>
          <p:cNvPr id="120" name="Text 118"/>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1" name="Text 119"/>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4" name="Shape 122"/>
          <p:cNvSpPr/>
          <p:nvPr/>
        </p:nvSpPr>
        <p:spPr>
          <a:xfrm>
            <a:off x="8869908" y="2999205"/>
            <a:ext cx="115496" cy="136676"/>
          </a:xfrm>
          <a:prstGeom prst="rect">
            <a:avLst/>
          </a:prstGeom>
          <a:solidFill>
            <a:srgbClr val="C2352F"/>
          </a:solidFill>
          <a:ln/>
        </p:spPr>
      </p:sp>
      <p:sp>
        <p:nvSpPr>
          <p:cNvPr id="125" name="Text 123"/>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6" name="Text 124"/>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Shape 127"/>
          <p:cNvSpPr/>
          <p:nvPr/>
        </p:nvSpPr>
        <p:spPr>
          <a:xfrm>
            <a:off x="8861676" y="3247707"/>
            <a:ext cx="123728" cy="136676"/>
          </a:xfrm>
          <a:prstGeom prst="rect">
            <a:avLst/>
          </a:prstGeom>
          <a:solidFill>
            <a:srgbClr val="C2352F"/>
          </a:solidFill>
          <a:ln/>
        </p:spPr>
      </p:sp>
      <p:sp>
        <p:nvSpPr>
          <p:cNvPr id="130" name="Text 128"/>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1" name="Text 129"/>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4" name="Shape 132"/>
          <p:cNvSpPr/>
          <p:nvPr/>
        </p:nvSpPr>
        <p:spPr>
          <a:xfrm>
            <a:off x="8861519" y="3496208"/>
            <a:ext cx="123885" cy="136676"/>
          </a:xfrm>
          <a:prstGeom prst="rect">
            <a:avLst/>
          </a:prstGeom>
          <a:solidFill>
            <a:srgbClr val="C2352F"/>
          </a:solidFill>
          <a:ln/>
        </p:spPr>
      </p:sp>
      <p:sp>
        <p:nvSpPr>
          <p:cNvPr id="135" name="Text 133"/>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6" name="Text 13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9" name="Shape 137"/>
          <p:cNvSpPr/>
          <p:nvPr/>
        </p:nvSpPr>
        <p:spPr>
          <a:xfrm>
            <a:off x="8851844" y="3744710"/>
            <a:ext cx="133560" cy="136676"/>
          </a:xfrm>
          <a:prstGeom prst="rect">
            <a:avLst/>
          </a:prstGeom>
          <a:solidFill>
            <a:srgbClr val="C2352F"/>
          </a:solidFill>
          <a:ln/>
        </p:spPr>
      </p:sp>
      <p:sp>
        <p:nvSpPr>
          <p:cNvPr id="140" name="Text 138"/>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1" name="Text 139"/>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8841233" y="3993212"/>
            <a:ext cx="144171" cy="136676"/>
          </a:xfrm>
          <a:prstGeom prst="rect">
            <a:avLst/>
          </a:prstGeom>
          <a:solidFill>
            <a:srgbClr val="C2352F"/>
          </a:solidFill>
          <a:ln/>
        </p:spPr>
      </p:sp>
      <p:sp>
        <p:nvSpPr>
          <p:cNvPr id="145" name="Text 143"/>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6" name="Text 144"/>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8833790" y="4241713"/>
            <a:ext cx="151614" cy="136676"/>
          </a:xfrm>
          <a:prstGeom prst="rect">
            <a:avLst/>
          </a:prstGeom>
          <a:solidFill>
            <a:srgbClr val="C2352F"/>
          </a:solidFill>
          <a:ln/>
        </p:spPr>
      </p:sp>
      <p:sp>
        <p:nvSpPr>
          <p:cNvPr id="150" name="Text 148"/>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1" name="Text 149"/>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32658" y="4490215"/>
            <a:ext cx="152747" cy="136676"/>
          </a:xfrm>
          <a:prstGeom prst="rect">
            <a:avLst/>
          </a:prstGeom>
          <a:solidFill>
            <a:srgbClr val="C2352F"/>
          </a:solidFill>
          <a:ln/>
        </p:spPr>
      </p:sp>
      <p:sp>
        <p:nvSpPr>
          <p:cNvPr id="155" name="Text 153"/>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6" name="Text 154"/>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9" name="Shape 157"/>
          <p:cNvSpPr/>
          <p:nvPr/>
        </p:nvSpPr>
        <p:spPr>
          <a:xfrm>
            <a:off x="8798077" y="4738717"/>
            <a:ext cx="187327" cy="136676"/>
          </a:xfrm>
          <a:prstGeom prst="rect">
            <a:avLst/>
          </a:prstGeom>
          <a:solidFill>
            <a:srgbClr val="C2352F"/>
          </a:solidFill>
          <a:ln/>
        </p:spPr>
      </p:sp>
      <p:sp>
        <p:nvSpPr>
          <p:cNvPr id="160" name="Text 158"/>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1" name="Text 15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65072" y="4987218"/>
            <a:ext cx="220332" cy="136676"/>
          </a:xfrm>
          <a:prstGeom prst="rect">
            <a:avLst/>
          </a:prstGeom>
          <a:solidFill>
            <a:srgbClr val="C2352F"/>
          </a:solidFill>
          <a:ln/>
        </p:spPr>
      </p:sp>
      <p:sp>
        <p:nvSpPr>
          <p:cNvPr id="165" name="Text 163"/>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6" name="Text 164"/>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69" name="Shape 167"/>
          <p:cNvSpPr/>
          <p:nvPr/>
        </p:nvSpPr>
        <p:spPr>
          <a:xfrm>
            <a:off x="8691210" y="5235720"/>
            <a:ext cx="294194" cy="136676"/>
          </a:xfrm>
          <a:prstGeom prst="rect">
            <a:avLst/>
          </a:prstGeom>
          <a:solidFill>
            <a:srgbClr val="C2352F"/>
          </a:solidFill>
          <a:ln/>
        </p:spPr>
      </p:sp>
      <p:sp>
        <p:nvSpPr>
          <p:cNvPr id="170" name="Text 168"/>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1" name="Text 169"/>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335180" cy="136676"/>
          </a:xfrm>
          <a:prstGeom prst="rect">
            <a:avLst/>
          </a:prstGeom>
          <a:solidFill>
            <a:srgbClr val="C2352F"/>
          </a:solidFill>
          <a:ln/>
        </p:spPr>
      </p:sp>
      <p:sp>
        <p:nvSpPr>
          <p:cNvPr id="175" name="Text 173"/>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76" name="Text 17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2026-10-27T00:09:42Z</dcterms:created>
  <dcterms:modified xsi:type="dcterms:W3CDTF">2026-10-27T00:09:42Z</dcterms:modified>
</cp:coreProperties>
</file>