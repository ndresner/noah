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2 of 2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3 of 3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2 of 3
MAZDA: −$28K, −223 opcodes Jan-Sep against the four benchmarks; under 3 of 4
AUDI HENDERSON: −$22K, −661 opcodes Jan-Sep against the four benchmarks; under 1 of 2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13892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68933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9" name="Shape 17"/>
          <p:cNvSpPr/>
          <p:nvPr/>
        </p:nvSpPr>
        <p:spPr>
          <a:xfrm>
            <a:off x="5193792" y="1746504"/>
            <a:ext cx="54864" cy="157062"/>
          </a:xfrm>
          <a:prstGeom prst="rect">
            <a:avLst/>
          </a:prstGeom>
          <a:solidFill>
            <a:srgbClr val="12A566"/>
          </a:solidFill>
          <a:ln/>
        </p:spPr>
      </p:sp>
      <p:sp>
        <p:nvSpPr>
          <p:cNvPr id="20" name="Text 18"/>
          <p:cNvSpPr txBox="1"/>
          <p:nvPr/>
        </p:nvSpPr>
        <p:spPr>
          <a:xfrm>
            <a:off x="513892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6" name="Shape 24"/>
          <p:cNvSpPr/>
          <p:nvPr/>
        </p:nvSpPr>
        <p:spPr>
          <a:xfrm>
            <a:off x="5193792" y="1995006"/>
            <a:ext cx="54864" cy="157062"/>
          </a:xfrm>
          <a:prstGeom prst="rect">
            <a:avLst/>
          </a:prstGeom>
          <a:solidFill>
            <a:srgbClr val="12A566"/>
          </a:solidFill>
          <a:ln/>
        </p:spPr>
      </p:sp>
      <p:sp>
        <p:nvSpPr>
          <p:cNvPr id="27" name="Text 25"/>
          <p:cNvSpPr txBox="1"/>
          <p:nvPr/>
        </p:nvSpPr>
        <p:spPr>
          <a:xfrm>
            <a:off x="513892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3" name="Shape 31"/>
          <p:cNvSpPr/>
          <p:nvPr/>
        </p:nvSpPr>
        <p:spPr>
          <a:xfrm>
            <a:off x="5193792" y="2243507"/>
            <a:ext cx="54864" cy="157062"/>
          </a:xfrm>
          <a:prstGeom prst="rect">
            <a:avLst/>
          </a:prstGeom>
          <a:solidFill>
            <a:srgbClr val="12A566"/>
          </a:solidFill>
          <a:ln/>
        </p:spPr>
      </p:sp>
      <p:sp>
        <p:nvSpPr>
          <p:cNvPr id="34" name="Text 32"/>
          <p:cNvSpPr txBox="1"/>
          <p:nvPr/>
        </p:nvSpPr>
        <p:spPr>
          <a:xfrm>
            <a:off x="513892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0" name="Text 38"/>
          <p:cNvSpPr txBox="1"/>
          <p:nvPr/>
        </p:nvSpPr>
        <p:spPr>
          <a:xfrm>
            <a:off x="513892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6" name="Text 44"/>
          <p:cNvSpPr txBox="1"/>
          <p:nvPr/>
        </p:nvSpPr>
        <p:spPr>
          <a:xfrm>
            <a:off x="513892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2" name="Text 50"/>
          <p:cNvSpPr txBox="1"/>
          <p:nvPr/>
        </p:nvSpPr>
        <p:spPr>
          <a:xfrm>
            <a:off x="513892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13892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4" name="Text 62"/>
          <p:cNvSpPr txBox="1"/>
          <p:nvPr/>
        </p:nvSpPr>
        <p:spPr>
          <a:xfrm>
            <a:off x="513892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0" name="Text 68"/>
          <p:cNvSpPr txBox="1"/>
          <p:nvPr/>
        </p:nvSpPr>
        <p:spPr>
          <a:xfrm>
            <a:off x="513892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6" name="Text 74"/>
          <p:cNvSpPr txBox="1"/>
          <p:nvPr/>
        </p:nvSpPr>
        <p:spPr>
          <a:xfrm>
            <a:off x="513892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2" name="Text 80"/>
          <p:cNvSpPr txBox="1"/>
          <p:nvPr/>
        </p:nvSpPr>
        <p:spPr>
          <a:xfrm>
            <a:off x="513892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8" name="Text 86"/>
          <p:cNvSpPr txBox="1"/>
          <p:nvPr/>
        </p:nvSpPr>
        <p:spPr>
          <a:xfrm>
            <a:off x="513892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4" name="Text 92"/>
          <p:cNvSpPr txBox="1"/>
          <p:nvPr/>
        </p:nvSpPr>
        <p:spPr>
          <a:xfrm>
            <a:off x="513892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0" name="Text 98"/>
          <p:cNvSpPr txBox="1"/>
          <p:nvPr/>
        </p:nvSpPr>
        <p:spPr>
          <a:xfrm>
            <a:off x="513892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6" name="Text 104"/>
          <p:cNvSpPr txBox="1"/>
          <p:nvPr/>
        </p:nvSpPr>
        <p:spPr>
          <a:xfrm>
            <a:off x="513892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2" name="Text 110"/>
          <p:cNvSpPr txBox="1"/>
          <p:nvPr/>
        </p:nvSpPr>
        <p:spPr>
          <a:xfrm>
            <a:off x="513892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8" name="Text 116"/>
          <p:cNvSpPr txBox="1"/>
          <p:nvPr/>
        </p:nvSpPr>
        <p:spPr>
          <a:xfrm>
            <a:off x="513892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4" name="Text 122"/>
          <p:cNvSpPr txBox="1"/>
          <p:nvPr/>
        </p:nvSpPr>
        <p:spPr>
          <a:xfrm>
            <a:off x="1068933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0" name="Text 128"/>
          <p:cNvSpPr txBox="1"/>
          <p:nvPr/>
        </p:nvSpPr>
        <p:spPr>
          <a:xfrm>
            <a:off x="1068933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6" name="Text 134"/>
          <p:cNvSpPr txBox="1"/>
          <p:nvPr/>
        </p:nvSpPr>
        <p:spPr>
          <a:xfrm>
            <a:off x="1068933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2" name="Text 140"/>
          <p:cNvSpPr txBox="1"/>
          <p:nvPr/>
        </p:nvSpPr>
        <p:spPr>
          <a:xfrm>
            <a:off x="1068933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8" name="Text 146"/>
          <p:cNvSpPr txBox="1"/>
          <p:nvPr/>
        </p:nvSpPr>
        <p:spPr>
          <a:xfrm>
            <a:off x="1068933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4" name="Text 152"/>
          <p:cNvSpPr txBox="1"/>
          <p:nvPr/>
        </p:nvSpPr>
        <p:spPr>
          <a:xfrm>
            <a:off x="1068933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0" name="Text 158"/>
          <p:cNvSpPr txBox="1"/>
          <p:nvPr/>
        </p:nvSpPr>
        <p:spPr>
          <a:xfrm>
            <a:off x="1068933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6" name="Text 164"/>
          <p:cNvSpPr txBox="1"/>
          <p:nvPr/>
        </p:nvSpPr>
        <p:spPr>
          <a:xfrm>
            <a:off x="1068933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2" name="Text 170"/>
          <p:cNvSpPr txBox="1"/>
          <p:nvPr/>
        </p:nvSpPr>
        <p:spPr>
          <a:xfrm>
            <a:off x="1068933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8" name="Text 176"/>
          <p:cNvSpPr txBox="1"/>
          <p:nvPr/>
        </p:nvSpPr>
        <p:spPr>
          <a:xfrm>
            <a:off x="1068933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4" name="Text 182"/>
          <p:cNvSpPr txBox="1"/>
          <p:nvPr/>
        </p:nvSpPr>
        <p:spPr>
          <a:xfrm>
            <a:off x="1068933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0" name="Text 188"/>
          <p:cNvSpPr txBox="1"/>
          <p:nvPr/>
        </p:nvSpPr>
        <p:spPr>
          <a:xfrm>
            <a:off x="1068933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6" name="Text 194"/>
          <p:cNvSpPr txBox="1"/>
          <p:nvPr/>
        </p:nvSpPr>
        <p:spPr>
          <a:xfrm>
            <a:off x="1068933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2" name="Shape 200"/>
          <p:cNvSpPr/>
          <p:nvPr/>
        </p:nvSpPr>
        <p:spPr>
          <a:xfrm>
            <a:off x="10744200" y="4977025"/>
            <a:ext cx="54864" cy="157062"/>
          </a:xfrm>
          <a:prstGeom prst="rect">
            <a:avLst/>
          </a:prstGeom>
          <a:solidFill>
            <a:srgbClr val="C2352F"/>
          </a:solidFill>
          <a:ln/>
        </p:spPr>
      </p:sp>
      <p:sp>
        <p:nvSpPr>
          <p:cNvPr id="203" name="Text 201"/>
          <p:cNvSpPr txBox="1"/>
          <p:nvPr/>
        </p:nvSpPr>
        <p:spPr>
          <a:xfrm>
            <a:off x="1068933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09" name="Shape 207"/>
          <p:cNvSpPr/>
          <p:nvPr/>
        </p:nvSpPr>
        <p:spPr>
          <a:xfrm>
            <a:off x="10744200" y="5225527"/>
            <a:ext cx="54864" cy="157062"/>
          </a:xfrm>
          <a:prstGeom prst="rect">
            <a:avLst/>
          </a:prstGeom>
          <a:solidFill>
            <a:srgbClr val="C2352F"/>
          </a:solidFill>
          <a:ln/>
        </p:spPr>
      </p:sp>
      <p:sp>
        <p:nvSpPr>
          <p:cNvPr id="210" name="Text 208"/>
          <p:cNvSpPr txBox="1"/>
          <p:nvPr/>
        </p:nvSpPr>
        <p:spPr>
          <a:xfrm>
            <a:off x="1068933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6" name="Shape 214"/>
          <p:cNvSpPr/>
          <p:nvPr/>
        </p:nvSpPr>
        <p:spPr>
          <a:xfrm>
            <a:off x="10744200" y="5474029"/>
            <a:ext cx="54864" cy="157062"/>
          </a:xfrm>
          <a:prstGeom prst="rect">
            <a:avLst/>
          </a:prstGeom>
          <a:solidFill>
            <a:srgbClr val="C2352F"/>
          </a:solidFill>
          <a:ln/>
        </p:spPr>
      </p:sp>
      <p:sp>
        <p:nvSpPr>
          <p:cNvPr id="217" name="Text 215"/>
          <p:cNvSpPr txBox="1"/>
          <p:nvPr/>
        </p:nvSpPr>
        <p:spPr>
          <a:xfrm>
            <a:off x="1068933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2026-10-28T21:58:03Z</dcterms:created>
  <dcterms:modified xsi:type="dcterms:W3CDTF">2026-10-28T21:58:03Z</dcterms:modified>
</cp:coreProperties>
</file>