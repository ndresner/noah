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together. Below = how many of the four benchmarks the store is under. Services = services short a year.TOYOTA SPOKANE: $541,039 a year, 6,921 services, under 4 of 4
CHEVY LV: $474,880 a year, 4,236 services, under 4 of 4
TOYOTA FLAGSTAFF: $355,653 a year, 4,659 services, under 4 of 4
TOYOTA HENDERSON: $309,068 a year, 4,054 services, under 3 of 4
KIA LV: $246,559 a year, 2,278 services, under 4 of 4
CDJR POST FALLS: $244,731 a year, 2,484 services, under 4 of 4
TOYOTA PRESCOTT: $232,717 a year, 2,541 services, under 4 of 4
NISSAN: $223,362 a year, 2,304 services, under 3 of 4
AUDI RENO: $215,588 a year, 1,536 services, under 4 of 4
HONDA FLAGSTAFF: $199,972 a year, 1,676 services, under 4 of 4
AUDI HENDERSON: $192,876 a year, 1,512 services, under 3 of 4
HONDA SPOKANE: $191,456 a year, 2,329 services, under 3 of 4
SUBARU ST GEORGE: $147,537 a year, 1,128 services, under 2 of 4
LEXUS: $140,511 a year, 1,424 services, under 4 of 4
VW HENDERSON: $139,840 a year, 1,103 services, under 4 of 4
CHEVY GMC BULLHEAD: $132,721 a year, 1,466 services, under 4 of 4
CADILLAC: $125,947 a year, 1,273 services, under 4 of 4
SUBARU LV: $87,782 a year, 1,070 services, under 3 of 4
VW ST GEORGE: $87,518 a year, 853 services, under 4 of 4
KIA ST GEORGE: $81,619 a year, 956 services, under 3 of 4
HYUNDAI ST GEORGE: $80,793 a year, 929 services, under 4 of 4
GMC PRESCOTT: $80,190 a year, 757 services, under 4 of 4
VOLVO: $70,733 a year, 540 services, under 3 of 4
LINCOLN: $68,050 a year, 784 services, under 3 of 4
MAZDA: $54,625 a year, 426 services, under 3 of 4
LR RENO: $48,324 a year, 148 services, under 3 of 4
HONDA NORTH: $38,266 a year, 600 services, under 1 of 4
LR HENDERSON: $33,745 a year, 103 services, under 1 of 4
LR LV: $23,832 a year, 92 services, under 1 of 4
SUBARU PRESCOTT: $12,118 a year, 166 services, under 2 of 4
HYUNDAI PRESCOTT: $10,380 a year, 52 services, under 3 of 4
ACURA: $2,765 a year, 44 services, under 1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group gross per service $129.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14.5%, 326 services short a year x $102/service = $33,148
CHEVY LV: 12.8%, 556 services short a year x $136/service = $75,460
TOYOTA SPOKANE: 4.2%, 2,490 services short a year x $90/service = $225,288
TOYOTA FLAGSTAFF: 9.7%, 1,066 services short a year x $84/service = $89,952
SUBARU LV: 14.5%, 83 services short a year x $117/service = $9,769
TOYOTA PRESCOTT: 12.3%, 478 services short a year x $103/service = $49,384
HONDA SPOKANE: 12.5%, 294 services short a year x $124/service = $36,325
KIA LV: 9.7%, 568 services short a year x $135/service = $76,788
NISSAN: 7.4%, 700 services short a year x $119/service = $83,122
CHEVY GMC BULLHEAD: 11.1%, 324 services short a year x $78/service = $25,354
SUBARU ST GEORGE: 11.0%, 291 services short a year x $78/service = $22,634
CDJR POST FALLS: 4.2%, 770 services short a year x $74/service = $57,157
CADILLAC: 13.8%, 79 services short a year x $115/service = $9,131
VW HENDERSON: 13.6%, 96 services short a year x $245/service = $23,446
SUBARU PRESCOTT: 12.5%, 165 services short a year x $73/service = $12,083
LEXUS: 11.3%, 221 services short a year x $147/service = $32,644
HONDA FLAGSTAFF: 11.0%, 210 services short a year x $100/service = $20,944
KIA ST GEORGE: 8.0%, 365 services short a year x $105/service = $38,212
AUDI RENO: 11.8%, 149 services short a year x $230/service = $34,339
VOLVO: 13.8%, 51 services short a year x $142/service = $7,258
HYUNDAI ST GEORGE: 14.8%, 7 services short a year x $121/service = $865
GMC PRESCOTT: 11.7%, 135 services short a year x $85/service = $11,494
LINCOLN: 8.4%, 230 services short a year x $114/service = $26,302
VW ST GEORGE: 5.6%, 240 services short a year x $74/service = $17,767
LR RENO: 12.8%, 40 services short a year x $259/service = $10,409 (capped; raw $715/service)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group gross per service $75.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11.2%, 2,671 services short a year x $55/service = $147,351
CHEVY LV: 7.3%, 2,001 services short a year x $53/service = $106,293
TOYOTA SPOKANE: 0.4%, 3,361 services short a year x $53/service = $179,701
TOYOTA FLAGSTAFF: 4.9%, 2,031 services short a year x $54/service = $109,054
HONDA NORTH: 12.0%, 600 services short a year x $64/service = $38,266
SUBARU LV: 10.2%, 909 services short a year x $75/service = $67,808
TOYOTA PRESCOTT: 6.1%, 1,590 services short a year x $83/service = $132,315
HONDA SPOKANE: 2.1%, 1,526 services short a year x $52/service = $80,060
KIA LV: 5.2%, 1,059 services short a year x $68/service = $71,767
NISSAN: 1.0%, 1,296 services short a year x $59/service = $76,668
CHEVY GMC BULLHEAD: 9.0%, 496 services short a year x $42/service = $20,863
MAZDA: 13.1%, 138 services short a year x $79/service = $10,870
SUBARU ST GEORGE: 3.6%, 837 services short a year x $149/service = $124,903 (capped; raw $247/service)
CDJR POST FALLS: 1.2%, 981 services short a year x $75/service = $73,291
CADILLAC: 5.9%, 643 services short a year x $22/service = $14,275
VW HENDERSON: 8.2%, 460 services short a year x $60/service = $27,375
SUBARU PRESCOTT: 14.9%, 1 services short a year x $34/service = $34
LEXUS: 0.0%, 909 services short a year x $75/service (group avg) = $67,832
HONDA FLAGSTAFF: 1.3%, 735 services short a year x $70/service = $51,753
KIA ST GEORGE: 7.7%, 380 services short a year x $48/service = $18,369
AUDI HENDERSON: 0.0%, 754 services short a year x $75/service (group avg) = $56,275
ACURA: 14.1%, 44 services short a year x $64/service = $2,765
AUDI RENO: 0.1%, 696 services short a year x $75/service (group avg) = $51,909
VOLVO: 11.7%, 148 services short a year x $51/service = $7,511
HYUNDAI ST GEORGE: 1.2%, 615 services short a year x $58/service = $35,684
GMC PRESCOTT: 7.7%, 300 services short a year x $90/service = $26,856
LINCOLN: 1.6%, 467 services short a year x $66/service = $30,836
HYUNDAI PRESCOTT: 13.5%, 39 services short a year x $149/service = $5,868 (capped; raw $311/service)
VW ST GEORGE: 0.4%, 373 services short a year x $75/service (group avg) = $27,832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group gross per service $189.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1,093 services short a year x $138/service = $150,836
TOYOTA SPOKANE: 7.0%, 683 services short a year x $117/service = $79,964
TOYOTA FLAGSTAFF: 8.0%, 389 services short a year x $123/service = $47,769
TOYOTA PRESCOTT: 8.4%, 287 services short a year x $112/service = $32,135
KIA LV: 8.2%, 187 services short a year x $120/service = $22,410
CHEVY GMC BULLHEAD: 7.0%, 245 services short a year x $87/service = $21,314
MAZDA: 8.4%, 115 services short a year x $154/service = $17,686
CDJR POST FALLS: 4.2%, 412 services short a year x $128/service = $52,525
CADILLAC: 4.6%, 379 services short a year x $150/service = $56,716
VW HENDERSON: 9.5%, 33 services short a year x $134/service = $4,382
LEXUS: 8.3%, 98 services short a year x $154/service = $15,116
HONDA FLAGSTAFF: 3.1%, 367 services short a year x $184/service = $67,341
KIA ST GEORGE: 5.9%, 211 services short a year x $119/service = $25,037
AUDI HENDERSON: 2.4%, 380 services short a year x $196/service = $74,435
AUDI RENO: 1.9%, 378 services short a year x $206/service = $77,911
HYUNDAI ST GEORGE: 4.7%, 235 services short a year x $134/service = $31,519
GMC PRESCOTT: 6.0%, 162 services short a year x $127/service = $20,618
LINCOLN: 7.5%, 87 services short a year x $126/service = $10,912
HYUNDAI PRESCOTT: 9.6%, 9 services short a year x $354/service = $3,306
VW ST GEORGE: 5.4%, 117 services short a year x $111/service = $13,049
LR RENO: 7.2%, 52 services short a year x $377/service = $19,677 (capped; raw $1,380/service)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group gross per service $165.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6.0%, 1,056 services short a year x $122/service = $128,570
CHEVY LV: 5.2%, 585 services short a year x $243/service = $142,290
TOYOTA SPOKANE: 5.8%, 387 services short a year x $145/service = $56,085
TOYOTA FLAGSTAFF: 1.6%, 1,173 services short a year x $93/service = $108,879
SUBARU LV: 7.0%, 78 services short a year x $130/service = $10,205
TOYOTA PRESCOTT: 6.4%, 186 services short a year x $101/service = $18,882
HONDA SPOKANE: 3.2%, 509 services short a year x $147/service = $75,071
KIA LV: 3.2%, 464 services short a year x $163/service = $75,595
NISSAN: 4.1%, 308 services short a year x $206/service = $63,573
CHEVY GMC BULLHEAD: 2.7%, 400 services short a year x $163/service = $65,189
MAZDA: 5.2%, 174 services short a year x $150/service = $26,069
CDJR POST FALLS: 3.0%, 321 services short a year x $192/service = $61,758
CADILLAC: 5.1%, 170 services short a year x $269/service = $45,825
VW HENDERSON: 0.0%, 515 services short a year x $165/service (group avg) = $84,636
LEXUS: 4.2%, 195 services short a year x $128/service = $24,920
HONDA FLAGSTAFF: 0.7%, 364 services short a year x $165/service (group avg) = $59,934
AUDI HENDERSON: 0.0%, 378 services short a year x $165/service (group avg) = $62,165
AUDI RENO: 0.8%, 313 services short a year x $165/service (group avg) = $51,429
LR LV: 5.5%, 92 services short a year x $258/service = $23,832
VOLVO: 0.0%, 340 services short a year x $165/service (group avg) = $55,964
HYUNDAI ST GEORGE: 5.8%, 72 services short a year x $176/service = $12,726
GMC PRESCOTT: 3.6%, 160 services short a year x $133/service = $21,222
HYUNDAI PRESCOTT: 7.3%, 4 services short a year x $329/service = $1,206 (capped; raw $459/service)
VW ST GEORGE: 2.7%, 123 services short a year x $236/service = $28,870
LR HENDERSON: 2.5%, 103 services short a year x $329/service = $33,745 (capped; raw $774/service)
LR RENO: 4.5%, 55 services short a year x $329/service = $18,238 (capped; raw $1,631/service)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Missed Opportunity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7363"/>
            <a:ext cx="804672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$541,039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6,921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5224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8823"/>
            <a:ext cx="706276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5224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$474,880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5224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5224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4,236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0370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60283"/>
            <a:ext cx="528954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20370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$355,653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0370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20370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4,659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5516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11743"/>
            <a:ext cx="459669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45516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$309,068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45516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5516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4,054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70662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63203"/>
            <a:ext cx="366701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70662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$246,559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70662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0662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2,278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580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014663"/>
            <a:ext cx="363983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29580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$244,731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29580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9580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20954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66123"/>
            <a:ext cx="346113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20954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$232,717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20954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20954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6100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517583"/>
            <a:ext cx="332201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46100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$223,362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46100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46100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2,304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71246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69042"/>
            <a:ext cx="320639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71246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$215,588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71246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71246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1,536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6392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020502"/>
            <a:ext cx="297413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396392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$199,972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396392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396392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1,676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2153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71962"/>
            <a:ext cx="286859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2153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$192,876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2153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2153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6684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523422"/>
            <a:ext cx="28474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46684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$191,456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46684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46684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2,329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71830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74883"/>
            <a:ext cx="21942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71830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$147,537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471830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71830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1,128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6976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026342"/>
            <a:ext cx="20897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496976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$140,511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496976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496976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22122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77803"/>
            <a:ext cx="207980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22122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$139,840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22122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22122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1,103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726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529262"/>
            <a:ext cx="197393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529584" y="54726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$132,721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25696" y="54726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4726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1,466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7007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1757363"/>
            <a:ext cx="18731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17007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$125,947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7007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17007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1,273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95224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008823"/>
            <a:ext cx="130556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195224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$87,782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195224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95224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1,070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20370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260283"/>
            <a:ext cx="130163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220370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$87,518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20370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220370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45516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511743"/>
            <a:ext cx="121390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45516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$81,619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45516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45516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956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70662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763203"/>
            <a:ext cx="120162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270662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$80,793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270662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70662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929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9580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014663"/>
            <a:ext cx="119265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29580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$80,190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29580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29580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20954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266123"/>
            <a:ext cx="105199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320954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$70,733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20954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320954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46100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517583"/>
            <a:ext cx="101209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46100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$68,050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46100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46100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71246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769042"/>
            <a:ext cx="81242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371246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$54,625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371246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71246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426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96392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020502"/>
            <a:ext cx="71870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396392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$48,324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396392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396392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2153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271962"/>
            <a:ext cx="56913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42153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$38,266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2153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42153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46684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523422"/>
            <a:ext cx="5018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46684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$33,745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446684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46684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71830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774883"/>
            <a:ext cx="35445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471830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$23,832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471830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71830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96976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5026342"/>
            <a:ext cx="1828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79992" y="496976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$12,118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76104" y="496976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496976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522122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5277803"/>
            <a:ext cx="1828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79992" y="522122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$10,380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76104" y="522122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522122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472684"/>
            <a:ext cx="193852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529262"/>
            <a:ext cx="18288" cy="13830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79992" y="5472684"/>
            <a:ext cx="89611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$2,765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76104" y="5472684"/>
            <a:ext cx="6035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472684"/>
            <a:ext cx="84124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leaves the most at $541,039 a year. 15 stores are under all four benchmarks.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0419"/>
            <a:ext cx="804672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$225,288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2,490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10273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79908"/>
            <a:ext cx="321286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10273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$89,952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10273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10273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1,066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1976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389398"/>
            <a:ext cx="296891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31976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$83,122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1976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1976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2925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698887"/>
            <a:ext cx="274266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62925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$76,788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2925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2925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938741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08376"/>
            <a:ext cx="269526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938741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$75,460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938741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938741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248230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17865"/>
            <a:ext cx="204151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248230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$57,157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248230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248230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55771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627354"/>
            <a:ext cx="17638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55771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$49,384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55771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55771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86720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936844"/>
            <a:ext cx="136485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86720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$38,212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86720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86720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176698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246333"/>
            <a:ext cx="12974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176698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$36,325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176698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176698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486187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555822"/>
            <a:ext cx="122649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486187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$34,339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486187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486187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79567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865311"/>
            <a:ext cx="118396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79567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$33,148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79567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79567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10516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174801"/>
            <a:ext cx="11659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510516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$32,644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10516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10516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414655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484290"/>
            <a:ext cx="9394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414655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$26,302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414655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414655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0419"/>
            <a:ext cx="90559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1700784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$25,354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10273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79908"/>
            <a:ext cx="8374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010273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$23,446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10273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10273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1976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389398"/>
            <a:ext cx="8084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231976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$22,634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1976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1976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291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2925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698887"/>
            <a:ext cx="7480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262925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$20,944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2925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2925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210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2938741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08376"/>
            <a:ext cx="63460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2938741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$17,767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2938741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2938741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48230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17865"/>
            <a:ext cx="4315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3248230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$12,083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248230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248230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5771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627354"/>
            <a:ext cx="4105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355771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$11,494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55771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55771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86720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3936844"/>
            <a:ext cx="3717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86720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$10,409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86720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86720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176698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246333"/>
            <a:ext cx="34892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4176698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$9,769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176698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176698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86187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555822"/>
            <a:ext cx="3261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4486187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$9,131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486187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486187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9567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4865311"/>
            <a:ext cx="2592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479567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$7,258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79567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79567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0516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174801"/>
            <a:ext cx="1828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510516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10516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10516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year: 9,935 services. TOYOTA SPOKANE has the most at $225,288.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1134"/>
            <a:ext cx="804672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$179,701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3,361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69008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29358"/>
            <a:ext cx="659813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69008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$147,351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69008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1969008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37232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97582"/>
            <a:ext cx="592487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237232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$132,315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37232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237232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1,590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505456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65806"/>
            <a:ext cx="55929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505456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$124,903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505456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505456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773680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34030"/>
            <a:ext cx="48832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773680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$109,054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773680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773680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2,031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041904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102254"/>
            <a:ext cx="475963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041904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$106,293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041904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041904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2,001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310128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370478"/>
            <a:ext cx="35849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310128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$80,060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310128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310128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1,526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578352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638702"/>
            <a:ext cx="34330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578352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$76,668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578352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578352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1,296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846576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906926"/>
            <a:ext cx="328186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846576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$73,291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846576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3846576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981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114800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175150"/>
            <a:ext cx="321360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114800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$71,767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114800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114800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383024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443374"/>
            <a:ext cx="303740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383024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$67,832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383024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383024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651248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711598"/>
            <a:ext cx="303633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651248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$67,808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651248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4651248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919472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979822"/>
            <a:ext cx="251992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919472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$56,275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4919472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4919472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187696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248046"/>
            <a:ext cx="232442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5187696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$51,909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187696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992624" y="5187696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455920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516270"/>
            <a:ext cx="231742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455920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$51,753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455920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92624" y="5455920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1700784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1761134"/>
            <a:ext cx="171351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1700784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$38,266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1700784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1700784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969008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029358"/>
            <a:ext cx="159786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1969008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$35,684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969008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1969008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2237232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297582"/>
            <a:ext cx="138080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2237232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$30,836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2237232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2237232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505456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565806"/>
            <a:ext cx="124627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2505456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$27,832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505456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2505456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773680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834030"/>
            <a:ext cx="122580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773680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$27,375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773680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2773680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041904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3102254"/>
            <a:ext cx="120258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041904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$26,856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041904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041904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310128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370478"/>
            <a:ext cx="93422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3310128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$20,863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310128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3310128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578352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638702"/>
            <a:ext cx="8225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3578352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$18,369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578352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3578352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846576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906926"/>
            <a:ext cx="63920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846576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$14,275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846576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3846576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4114800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4175150"/>
            <a:ext cx="4867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4114800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$10,870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4114800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4114800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383024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443374"/>
            <a:ext cx="33634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4383024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$7,511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383024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4383024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651248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711598"/>
            <a:ext cx="26275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4651248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$5,868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651248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43032" y="4651248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919472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979822"/>
            <a:ext cx="18288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919472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$2,765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4919472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43032" y="4919472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5187696"/>
            <a:ext cx="19385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5248046"/>
            <a:ext cx="18288" cy="14752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5187696"/>
            <a:ext cx="89611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5187696"/>
            <a:ext cx="56692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43032" y="5187696"/>
            <a:ext cx="87782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year: 26,062 services. TOYOTA SPOKANE has the most at $179,701.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83080"/>
            <a:ext cx="804672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$150,836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1,093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6654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148840"/>
            <a:ext cx="426590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665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$79,964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665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6654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3230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514600"/>
            <a:ext cx="415637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4323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$77,911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323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43230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79806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880360"/>
            <a:ext cx="397090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79806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$74,435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79806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79806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6382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246120"/>
            <a:ext cx="359248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16382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$67,341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1638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16382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52958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611880"/>
            <a:ext cx="30256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5295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$56,716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5295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52958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89534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977640"/>
            <a:ext cx="280206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8953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$52,525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8953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89534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26110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343400"/>
            <a:ext cx="254835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42611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$47,769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42611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426110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62686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709160"/>
            <a:ext cx="171431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62686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$32,135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62686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62686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99262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074920"/>
            <a:ext cx="168143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99262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$31,519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9926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99262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35838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440680"/>
            <a:ext cx="133568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5358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$25,037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53583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535838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170078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1783080"/>
            <a:ext cx="119552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079992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$22,410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976104" y="17007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43032" y="170078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06654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148840"/>
            <a:ext cx="113707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079992" y="20665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$21,314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976104" y="20665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43032" y="206654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43230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2514600"/>
            <a:ext cx="109990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24323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$20,618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24323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243230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79806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880360"/>
            <a:ext cx="104971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79806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$19,677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79806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79806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16382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246120"/>
            <a:ext cx="94348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316382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$17,686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31638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316382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352958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3611880"/>
            <a:ext cx="80639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35295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$15,116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35295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352958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89534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977640"/>
            <a:ext cx="69613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38953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$13,049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8953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89534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426110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4343400"/>
            <a:ext cx="58212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42611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$10,912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42611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426110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462686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4709160"/>
            <a:ext cx="23377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462686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$4,382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462686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462686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4992624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5074920"/>
            <a:ext cx="18288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499262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$3,306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49926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4992624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year: 5,919 services. CHEVY LV has the most at $150,836.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0419"/>
            <a:ext cx="804672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$142,290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10273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79908"/>
            <a:ext cx="727080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10273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$128,570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10273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10273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1976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389398"/>
            <a:ext cx="61572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31976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$108,879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1976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1976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1,173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2925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698887"/>
            <a:ext cx="478631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62925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$84,636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2925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2925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938741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08376"/>
            <a:ext cx="427501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938741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$75,595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938741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938741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248230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17865"/>
            <a:ext cx="42453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248230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$75,071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248230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248230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55771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627354"/>
            <a:ext cx="368655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55771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$65,189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55771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55771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86720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936844"/>
            <a:ext cx="35951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86720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$63,573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86720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86720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176698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246333"/>
            <a:ext cx="35155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176698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$62,165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176698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176698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486187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555822"/>
            <a:ext cx="34925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486187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$61,758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486187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486187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79567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865311"/>
            <a:ext cx="33893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79567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$59,934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79567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79567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10516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174801"/>
            <a:ext cx="317170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510516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$56,085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10516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10516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414655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484290"/>
            <a:ext cx="31648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414655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$55,964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414655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414655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0419"/>
            <a:ext cx="29083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1700784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$51,429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313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10273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79908"/>
            <a:ext cx="259149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010273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$45,825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10273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10273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1976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389398"/>
            <a:ext cx="190832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231976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$33,745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1976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1976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29252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698887"/>
            <a:ext cx="16326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2629252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$28,870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29252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29252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2938741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08376"/>
            <a:ext cx="14742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2938741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$26,069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2938741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2938741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48230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17865"/>
            <a:ext cx="140924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3248230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$24,920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248230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248230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5771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627354"/>
            <a:ext cx="134775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355771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$23,832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55771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55771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867209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3936844"/>
            <a:ext cx="120016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867209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$21,222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867209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867209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176698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246333"/>
            <a:ext cx="106781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4176698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$18,882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176698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176698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86187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555822"/>
            <a:ext cx="103137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4486187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$18,238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486187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486187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9567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4865311"/>
            <a:ext cx="71967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479567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$12,726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79567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79567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05166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174801"/>
            <a:ext cx="57713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5105166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$10,205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105166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105166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5414655"/>
            <a:ext cx="19385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5484290"/>
            <a:ext cx="18288" cy="17021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5414655"/>
            <a:ext cx="896112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$1,206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5414655"/>
            <a:ext cx="56692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5414655"/>
            <a:ext cx="87782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year: 8,527 services. CHEVY LV has the most at $142,290.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2026-10-19T19:35:38Z</dcterms:created>
  <dcterms:modified xsi:type="dcterms:W3CDTF">2026-10-19T19:35:38Z</dcterms:modified>
</cp:coreProperties>
</file>