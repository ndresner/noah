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5961888"/>
            <a:ext cx="11274552" cy="548640"/>
          </a:xfrm>
          <a:prstGeom prst="rect">
            <a:avLst/>
          </a:prstGeom>
          <a:solidFill>
            <a:srgbClr val="E6F6EE"/>
          </a:solidFill>
          <a:ln/>
        </p:spPr>
      </p:sp>
      <p:sp>
        <p:nvSpPr>
          <p:cNvPr id="104" name="Text 102"/>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5961888"/>
            <a:ext cx="11274552" cy="548640"/>
          </a:xfrm>
          <a:prstGeom prst="rect">
            <a:avLst/>
          </a:prstGeom>
          <a:solidFill>
            <a:srgbClr val="E6F6EE"/>
          </a:solidFill>
          <a:ln/>
        </p:spPr>
      </p:sp>
      <p:sp>
        <p:nvSpPr>
          <p:cNvPr id="104" name="Text 102"/>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5961888"/>
            <a:ext cx="11274552" cy="548640"/>
          </a:xfrm>
          <a:prstGeom prst="rect">
            <a:avLst/>
          </a:prstGeom>
          <a:solidFill>
            <a:srgbClr val="E6F6EE"/>
          </a:solidFill>
          <a:ln/>
        </p:spPr>
      </p:sp>
      <p:sp>
        <p:nvSpPr>
          <p:cNvPr id="54" name="Text 52"/>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5961888"/>
            <a:ext cx="11274552" cy="548640"/>
          </a:xfrm>
          <a:prstGeom prst="rect">
            <a:avLst/>
          </a:prstGeom>
          <a:solidFill>
            <a:srgbClr val="E6F6EE"/>
          </a:solidFill>
          <a:ln/>
        </p:spPr>
      </p:sp>
      <p:sp>
        <p:nvSpPr>
          <p:cNvPr id="70" name="Text 68"/>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5961888"/>
            <a:ext cx="11274552" cy="548640"/>
          </a:xfrm>
          <a:prstGeom prst="rect">
            <a:avLst/>
          </a:prstGeom>
          <a:solidFill>
            <a:srgbClr val="E6F6EE"/>
          </a:solidFill>
          <a:ln/>
        </p:spPr>
      </p:sp>
      <p:sp>
        <p:nvSpPr>
          <p:cNvPr id="70" name="Text 68"/>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5961888"/>
            <a:ext cx="11274552" cy="548640"/>
          </a:xfrm>
          <a:prstGeom prst="rect">
            <a:avLst/>
          </a:prstGeom>
          <a:solidFill>
            <a:srgbClr val="E6F6EE"/>
          </a:solidFill>
          <a:ln/>
        </p:spPr>
      </p:sp>
      <p:sp>
        <p:nvSpPr>
          <p:cNvPr id="70" name="Text 68"/>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5961888"/>
            <a:ext cx="11274552" cy="548640"/>
          </a:xfrm>
          <a:prstGeom prst="rect">
            <a:avLst/>
          </a:prstGeom>
          <a:solidFill>
            <a:srgbClr val="E6F6EE"/>
          </a:solidFill>
          <a:ln/>
        </p:spPr>
      </p:sp>
      <p:sp>
        <p:nvSpPr>
          <p:cNvPr id="70" name="Text 68"/>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5961888"/>
            <a:ext cx="11274552" cy="548640"/>
          </a:xfrm>
          <a:prstGeom prst="rect">
            <a:avLst/>
          </a:prstGeom>
          <a:solidFill>
            <a:srgbClr val="E6F6EE"/>
          </a:solidFill>
          <a:ln/>
        </p:spPr>
      </p:sp>
      <p:sp>
        <p:nvSpPr>
          <p:cNvPr id="70" name="Text 68"/>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5961888"/>
            <a:ext cx="11274552" cy="548640"/>
          </a:xfrm>
          <a:prstGeom prst="rect">
            <a:avLst/>
          </a:prstGeom>
          <a:solidFill>
            <a:srgbClr val="E6F6EE"/>
          </a:solidFill>
          <a:ln/>
        </p:spPr>
      </p:sp>
      <p:sp>
        <p:nvSpPr>
          <p:cNvPr id="70" name="Text 68"/>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2026-10-19T22:44:35Z</dcterms:created>
  <dcterms:modified xsi:type="dcterms:W3CDTF">2026-10-19T22:44:35Z</dcterms:modified>
</cp:coreProperties>
</file>