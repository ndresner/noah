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Lincoln makes three of six lists; three stores make two.Source: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
Review note: percent change rewards a store coming off a weak base. The before → after values are on the card so the room sees the starting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Lincoln and Kia St George each make three of six lists.Source: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
Review note: percent change rewards a store coming off a weak base. The before → after values are on the card so the room sees the starting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Lincoln has 6 top-3 finishes of 12. 8 stores make a top-3 list in both periods.Source: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Lincoln leads both periods.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Kia LV leads Jan–Sep; LR Reno leads the last 90 days.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Hyundai St George leads both periods. Hyundai St George and Kia St George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Honda Spokane leads Jan–Sep; Lincoln leads the last 90 days. Five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Lincoln leads both periods.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Acura leads both periods. Acura and Subaru Prescott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
        <p:nvSpPr>
          <p:cNvPr id="104" name="Shape 101"/>
          <p:cNvSpPr/>
          <p:nvPr/>
        </p:nvSpPr>
        <p:spPr>
          <a:xfrm>
            <a:off x="457200" y="6126480"/>
            <a:ext cx="11274552" cy="371856"/>
          </a:xfrm>
          <a:prstGeom prst="rect">
            <a:avLst/>
          </a:prstGeom>
          <a:solidFill>
            <a:srgbClr val="E6F6EE"/>
          </a:solidFill>
          <a:ln/>
        </p:spPr>
      </p:sp>
      <p:sp>
        <p:nvSpPr>
          <p:cNvPr id="105"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make two.</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4" name="Shape 51"/>
          <p:cNvSpPr/>
          <p:nvPr/>
        </p:nvSpPr>
        <p:spPr>
          <a:xfrm>
            <a:off x="457200" y="6126480"/>
            <a:ext cx="11274552" cy="371856"/>
          </a:xfrm>
          <a:prstGeom prst="rect">
            <a:avLst/>
          </a:prstGeom>
          <a:solidFill>
            <a:srgbClr val="E6F6EE"/>
          </a:solidFill>
          <a:ln/>
        </p:spPr>
      </p:sp>
      <p:sp>
        <p:nvSpPr>
          <p:cNvPr id="55" name="Text 5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8 stores make a top-3 list in both periods.</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are top five in both.</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are top five in both.</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Five stores are top five in both.</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are top five in both.</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2026-10-28T15:29:17Z</dcterms:created>
  <dcterms:modified xsi:type="dcterms:W3CDTF">2026-10-28T15:29:17Z</dcterms:modified>
</cp:coreProperties>
</file>