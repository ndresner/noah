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4" name="Shape 82"/>
          <p:cNvSpPr/>
          <p:nvPr/>
        </p:nvSpPr>
        <p:spPr>
          <a:xfrm>
            <a:off x="457200" y="6126480"/>
            <a:ext cx="11274552" cy="585216"/>
          </a:xfrm>
          <a:prstGeom prst="rect">
            <a:avLst/>
          </a:prstGeom>
          <a:solidFill>
            <a:srgbClr val="EDF4FA"/>
          </a:solidFill>
          <a:ln/>
        </p:spPr>
      </p:sp>
      <p:sp>
        <p:nvSpPr>
          <p:cNvPr id="85" name="Text 83"/>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$218 and 12 of 24 others beat $151. Acura leads non-luxury at $211.</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71856"/>
          </a:xfrm>
          <a:prstGeom prst="rect">
            <a:avLst/>
          </a:prstGeom>
          <a:solidFill>
            <a:srgbClr val="EDF4FA"/>
          </a:solidFill>
          <a:ln/>
        </p:spPr>
      </p:sp>
      <p:sp>
        <p:nvSpPr>
          <p:cNvPr id="219"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 Cadillac runs $175 against a $200 target.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1154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456745"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3061462"/>
            <a:ext cx="1319524"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97008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90213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649646"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626189"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43016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519422"/>
            <a:ext cx="1569727"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727702"/>
            <a:ext cx="137401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4935982"/>
            <a:ext cx="133088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326955"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352542"/>
            <a:ext cx="1326556"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560822"/>
            <a:ext cx="130756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5769102"/>
            <a:ext cx="127152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8558784" y="2228342"/>
            <a:ext cx="12497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6" name="Shape 84"/>
          <p:cNvSpPr/>
          <p:nvPr/>
        </p:nvSpPr>
        <p:spPr>
          <a:xfrm>
            <a:off x="8558784" y="2436622"/>
            <a:ext cx="1227346"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8558784" y="2644902"/>
            <a:ext cx="1113278"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4" name="Shape 92"/>
          <p:cNvSpPr/>
          <p:nvPr/>
        </p:nvSpPr>
        <p:spPr>
          <a:xfrm>
            <a:off x="8558784" y="2853182"/>
            <a:ext cx="1034713"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8558784" y="3061462"/>
            <a:ext cx="1024709"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2" name="Shape 100"/>
          <p:cNvSpPr/>
          <p:nvPr/>
        </p:nvSpPr>
        <p:spPr>
          <a:xfrm>
            <a:off x="8558784" y="3269742"/>
            <a:ext cx="1009123"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006292"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0" name="Shape 108"/>
          <p:cNvSpPr/>
          <p:nvPr/>
        </p:nvSpPr>
        <p:spPr>
          <a:xfrm>
            <a:off x="8558784" y="3686302"/>
            <a:ext cx="1003941" cy="104140"/>
          </a:xfrm>
          <a:prstGeom prst="rect">
            <a:avLst/>
          </a:prstGeom>
          <a:solidFill>
            <a:srgbClr val="12A566"/>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984258" cy="104140"/>
          </a:xfrm>
          <a:prstGeom prst="rect">
            <a:avLst/>
          </a:prstGeom>
          <a:solidFill>
            <a:srgbClr val="12A566"/>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8" name="Shape 116"/>
          <p:cNvSpPr/>
          <p:nvPr/>
        </p:nvSpPr>
        <p:spPr>
          <a:xfrm>
            <a:off x="8558784" y="4102862"/>
            <a:ext cx="927664"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8558784" y="4311142"/>
            <a:ext cx="91388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6" name="Shape 124"/>
          <p:cNvSpPr/>
          <p:nvPr/>
        </p:nvSpPr>
        <p:spPr>
          <a:xfrm>
            <a:off x="8558784" y="4519422"/>
            <a:ext cx="865848"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0" name="Shape 128"/>
          <p:cNvSpPr/>
          <p:nvPr/>
        </p:nvSpPr>
        <p:spPr>
          <a:xfrm>
            <a:off x="8558784" y="4727702"/>
            <a:ext cx="856180"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4" name="Shape 132"/>
          <p:cNvSpPr/>
          <p:nvPr/>
        </p:nvSpPr>
        <p:spPr>
          <a:xfrm>
            <a:off x="8558784" y="4935982"/>
            <a:ext cx="805303"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8" name="Shape 136"/>
          <p:cNvSpPr/>
          <p:nvPr/>
        </p:nvSpPr>
        <p:spPr>
          <a:xfrm>
            <a:off x="8558784" y="5144262"/>
            <a:ext cx="726848"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2" name="Shape 140"/>
          <p:cNvSpPr/>
          <p:nvPr/>
        </p:nvSpPr>
        <p:spPr>
          <a:xfrm>
            <a:off x="8558784" y="5352542"/>
            <a:ext cx="724227"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6" name="Shape 144"/>
          <p:cNvSpPr/>
          <p:nvPr/>
        </p:nvSpPr>
        <p:spPr>
          <a:xfrm>
            <a:off x="8558784" y="5560822"/>
            <a:ext cx="70440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48" name="Shape 146"/>
          <p:cNvSpPr/>
          <p:nvPr/>
        </p:nvSpPr>
        <p:spPr>
          <a:xfrm>
            <a:off x="3957886" y="2176272"/>
            <a:ext cx="14630" cy="3749040"/>
          </a:xfrm>
          <a:prstGeom prst="rect">
            <a:avLst/>
          </a:prstGeom>
          <a:solidFill>
            <a:srgbClr val="0B2C4A"/>
          </a:solidFill>
          <a:ln/>
        </p:spPr>
      </p:sp>
      <p:sp>
        <p:nvSpPr>
          <p:cNvPr id="149" name="Shape 147"/>
          <p:cNvSpPr/>
          <p:nvPr/>
        </p:nvSpPr>
        <p:spPr>
          <a:xfrm>
            <a:off x="9508294"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2026-10-24T00:53:01Z</dcterms:created>
  <dcterms:modified xsi:type="dcterms:W3CDTF">2026-10-24T00:53:01Z</dcterms:modified>
</cp:coreProperties>
</file>