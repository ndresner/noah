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31531</c:v>
                </c:pt>
                <c:pt idx="3">
                  <c:v/>
                </c:pt>
                <c:pt idx="4">
                  <c:v/>
                </c:pt>
                <c:pt idx="5">
                  <c:v>32541</c:v>
                </c:pt>
                <c:pt idx="6">
                  <c:v>33097</c:v>
                </c:pt>
                <c:pt idx="7">
                  <c:v>32319</c:v>
                </c:pt>
                <c:pt idx="8">
                  <c:v>30839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30678</c:v>
                </c:pt>
                <c:pt idx="1">
                  <c:v>27329</c:v>
                </c:pt>
                <c:pt idx="2">
                  <c:v/>
                </c:pt>
                <c:pt idx="3">
                  <c:v>30786</c:v>
                </c:pt>
                <c:pt idx="4">
                  <c:v>30636</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
                </c:pt>
                <c:pt idx="3">
                  <c:v>31754</c:v>
                </c:pt>
                <c:pt idx="4">
                  <c:v>31740</c:v>
                </c:pt>
                <c:pt idx="5">
                  <c:v/>
                </c:pt>
                <c:pt idx="6">
                  <c:v/>
                </c:pt>
                <c:pt idx="7">
                  <c:v/>
                </c:pt>
                <c:pt idx="8">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31247</c:v>
                </c:pt>
                <c:pt idx="3">
                  <c:v/>
                </c:pt>
                <c:pt idx="4">
                  <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2026-10-22T00:09:50Z</dcterms:created>
  <dcterms:modified xsi:type="dcterms:W3CDTF">2026-10-22T00:09:50Z</dcterms:modified>
</cp:coreProperties>
</file>