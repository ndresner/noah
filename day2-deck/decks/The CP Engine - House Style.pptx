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Relationships xmlns="http://schemas.openxmlformats.org/package/2006/relationships"><Relationship Id="rId1" Type="http://schemas.openxmlformats.org/officeDocument/2006/relationships/package" Target="../embeddings/Microsoft_Excel_Worksheet1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825.0741798941798</c:v>
                </c:pt>
                <c:pt idx="1">
                  <c:v>816.7460795454546</c:v>
                </c:pt>
                <c:pt idx="2">
                  <c:v>777.1222674418605</c:v>
                </c:pt>
                <c:pt idx="3">
                  <c:v>892.902011494253</c:v>
                </c:pt>
                <c:pt idx="4">
                  <c:v>895.7462195121951</c:v>
                </c:pt>
                <c:pt idx="5">
                  <c:v>899.6470779220779</c:v>
                </c:pt>
                <c:pt idx="6">
                  <c:v>834.2512258064517</c:v>
                </c:pt>
                <c:pt idx="7">
                  <c:v>770.0607936507936</c:v>
                </c:pt>
                <c:pt idx="8">
                  <c:v>780.3905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6.7485546897547"/>
          <c:min val="748.82466320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245.50333333333333</c:v>
                </c:pt>
                <c:pt idx="1">
                  <c:v>326.7297744360902</c:v>
                </c:pt>
                <c:pt idx="2">
                  <c:v>339.98853146853145</c:v>
                </c:pt>
                <c:pt idx="3">
                  <c:v>295.7366149068323</c:v>
                </c:pt>
                <c:pt idx="4">
                  <c:v>270.41499999999996</c:v>
                </c:pt>
                <c:pt idx="5">
                  <c:v>254.28630597014924</c:v>
                </c:pt>
                <c:pt idx="6">
                  <c:v>312.2047619047619</c:v>
                </c:pt>
                <c:pt idx="7">
                  <c:v>253.26851711026615</c:v>
                </c:pt>
                <c:pt idx="8">
                  <c:v>222.70026200873363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247.78975438596493</c:v>
                </c:pt>
                <c:pt idx="1">
                  <c:v>397.98837209302326</c:v>
                </c:pt>
                <c:pt idx="2">
                  <c:v>406.01126623376626</c:v>
                </c:pt>
                <c:pt idx="3">
                  <c:v>358.2803971119134</c:v>
                </c:pt>
                <c:pt idx="4">
                  <c:v>375.05325088339225</c:v>
                </c:pt>
                <c:pt idx="5">
                  <c:v>359.74528358208954</c:v>
                </c:pt>
                <c:pt idx="6">
                  <c:v>317.7281388012619</c:v>
                </c:pt>
                <c:pt idx="7">
                  <c:v>428.23125954198474</c:v>
                </c:pt>
                <c:pt idx="8">
                  <c:v>383.5145245901639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4.67373934464484"/>
          <c:min val="206.257782206073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192.55665071770332</c:v>
                </c:pt>
                <c:pt idx="1">
                  <c:v>200.49878962536025</c:v>
                </c:pt>
                <c:pt idx="2">
                  <c:v>171.68098159509202</c:v>
                </c:pt>
                <c:pt idx="3">
                  <c:v>173.58066413662237</c:v>
                </c:pt>
                <c:pt idx="4">
                  <c:v>182.38385496183207</c:v>
                </c:pt>
                <c:pt idx="5">
                  <c:v>195.74456140350878</c:v>
                </c:pt>
                <c:pt idx="6">
                  <c:v>175.2189391304348</c:v>
                </c:pt>
                <c:pt idx="7">
                  <c:v>209.48684118673648</c:v>
                </c:pt>
                <c:pt idx="8">
                  <c:v>228.76983108108107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189.18769620253164</c:v>
                </c:pt>
                <c:pt idx="1">
                  <c:v>231.7244871794872</c:v>
                </c:pt>
                <c:pt idx="2">
                  <c:v>249.45183299389004</c:v>
                </c:pt>
                <c:pt idx="3">
                  <c:v>240.34405156537755</c:v>
                </c:pt>
                <c:pt idx="4">
                  <c:v>299.59222680412375</c:v>
                </c:pt>
                <c:pt idx="5">
                  <c:v>257.0501446654611</c:v>
                </c:pt>
                <c:pt idx="6">
                  <c:v>230.5215780141844</c:v>
                </c:pt>
                <c:pt idx="7">
                  <c:v>222.40613518197574</c:v>
                </c:pt>
                <c:pt idx="8">
                  <c:v>234.10810193321618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8251264208463"/>
          <c:min val="161.44808197836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846.185828220859</c:v>
                </c:pt>
                <c:pt idx="1">
                  <c:v>833.1438636363637</c:v>
                </c:pt>
                <c:pt idx="2">
                  <c:v>677.389465648855</c:v>
                </c:pt>
                <c:pt idx="3">
                  <c:v>1076.0006293706294</c:v>
                </c:pt>
                <c:pt idx="4">
                  <c:v>942.9829677419353</c:v>
                </c:pt>
                <c:pt idx="5">
                  <c:v>1036.260867052023</c:v>
                </c:pt>
                <c:pt idx="6">
                  <c:v>850.4500609756097</c:v>
                </c:pt>
                <c:pt idx="7">
                  <c:v>752.1251578947368</c:v>
                </c:pt>
                <c:pt idx="8">
                  <c:v>778.3002040816327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11.3995208967503"/>
          <c:min val="598.1155937679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581.8566477272727</c:v>
                </c:pt>
                <c:pt idx="1">
                  <c:v>721.0946489104117</c:v>
                </c:pt>
                <c:pt idx="2">
                  <c:v>655.863416856492</c:v>
                </c:pt>
                <c:pt idx="3">
                  <c:v>588.9062909836066</c:v>
                </c:pt>
                <c:pt idx="4">
                  <c:v>579.2197319587628</c:v>
                </c:pt>
                <c:pt idx="5">
                  <c:v>630.7104743083004</c:v>
                </c:pt>
                <c:pt idx="6">
                  <c:v>564.8076727272727</c:v>
                </c:pt>
                <c:pt idx="7">
                  <c:v>483.0306175298805</c:v>
                </c:pt>
                <c:pt idx="8">
                  <c:v>590.1702777777778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582.6087472035794</c:v>
                </c:pt>
                <c:pt idx="1">
                  <c:v>452.45295999999996</c:v>
                </c:pt>
                <c:pt idx="2">
                  <c:v>554.459373650108</c:v>
                </c:pt>
                <c:pt idx="3">
                  <c:v>512.9115384615384</c:v>
                </c:pt>
                <c:pt idx="4">
                  <c:v>505.65339912280706</c:v>
                </c:pt>
                <c:pt idx="5">
                  <c:v>572.2110869565217</c:v>
                </c:pt>
                <c:pt idx="6">
                  <c:v>585.7418097447796</c:v>
                </c:pt>
                <c:pt idx="7">
                  <c:v>553.3443918918919</c:v>
                </c:pt>
                <c:pt idx="8">
                  <c:v>541.7567961165048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2.5859840232447"/>
          <c:min val="430.961624887167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229.17281413612565</c:v>
                </c:pt>
                <c:pt idx="1">
                  <c:v>245.75500695410292</c:v>
                </c:pt>
                <c:pt idx="2">
                  <c:v>236.75908474576272</c:v>
                </c:pt>
                <c:pt idx="3">
                  <c:v>208.39345828295043</c:v>
                </c:pt>
                <c:pt idx="4">
                  <c:v>210.8395118898623</c:v>
                </c:pt>
                <c:pt idx="5">
                  <c:v>201.87218274111675</c:v>
                </c:pt>
                <c:pt idx="6">
                  <c:v>185.34606958762885</c:v>
                </c:pt>
                <c:pt idx="7">
                  <c:v>263.5094371257485</c:v>
                </c:pt>
                <c:pt idx="8">
                  <c:v>265.6472608125819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195.07652642934195</c:v>
                </c:pt>
                <c:pt idx="1">
                  <c:v>171.1466581956798</c:v>
                </c:pt>
                <c:pt idx="2">
                  <c:v>185.2419264069264</c:v>
                </c:pt>
                <c:pt idx="3">
                  <c:v>196.2144491525424</c:v>
                </c:pt>
                <c:pt idx="4">
                  <c:v>184.57196721311476</c:v>
                </c:pt>
                <c:pt idx="5">
                  <c:v>202.41708333333335</c:v>
                </c:pt>
                <c:pt idx="6">
                  <c:v>213.52611458333334</c:v>
                </c:pt>
                <c:pt idx="7">
                  <c:v>187.53502837684448</c:v>
                </c:pt>
                <c:pt idx="8">
                  <c:v>198.23332945285213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3.20730902193407"/>
          <c:min val="163.58660998632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692.2724999999999</c:v>
                </c:pt>
                <c:pt idx="1">
                  <c:v>692.2724999999999</c:v>
                </c:pt>
                <c:pt idx="2">
                  <c:v>692.2724999999999</c:v>
                </c:pt>
                <c:pt idx="3">
                  <c:v>692.2724999999999</c:v>
                </c:pt>
                <c:pt idx="4">
                  <c:v>692.2724999999999</c:v>
                </c:pt>
                <c:pt idx="5">
                  <c:v>692.2724999999999</c:v>
                </c:pt>
                <c:pt idx="6">
                  <c:v>692.2724999999999</c:v>
                </c:pt>
                <c:pt idx="7">
                  <c:v>692.2724999999999</c:v>
                </c:pt>
                <c:pt idx="8">
                  <c:v>692.2724999999999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5646071339173"/>
          <c:min val="607.65892071339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5646071339173"/>
          <c:min val="607.65892071339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897.138069815195</c:v>
                </c:pt>
                <c:pt idx="1">
                  <c:v>897.138069815195</c:v>
                </c:pt>
                <c:pt idx="2">
                  <c:v>897.138069815195</c:v>
                </c:pt>
                <c:pt idx="3">
                  <c:v>897.138069815195</c:v>
                </c:pt>
                <c:pt idx="4">
                  <c:v>897.138069815195</c:v>
                </c:pt>
                <c:pt idx="5">
                  <c:v>897.138069815195</c:v>
                </c:pt>
                <c:pt idx="6">
                  <c:v>897.138069815195</c:v>
                </c:pt>
                <c:pt idx="7">
                  <c:v>897.138069815195</c:v>
                </c:pt>
                <c:pt idx="8">
                  <c:v>897.138069815195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4.0054977139819"/>
          <c:min val="785.85593237639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4.0054977139819"/>
          <c:min val="785.85593237639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728.3088304093567</c:v>
                </c:pt>
                <c:pt idx="1">
                  <c:v>728.3088304093567</c:v>
                </c:pt>
                <c:pt idx="2">
                  <c:v>728.3088304093567</c:v>
                </c:pt>
                <c:pt idx="3">
                  <c:v>728.3088304093567</c:v>
                </c:pt>
                <c:pt idx="4">
                  <c:v>728.3088304093567</c:v>
                </c:pt>
                <c:pt idx="5">
                  <c:v>728.3088304093567</c:v>
                </c:pt>
                <c:pt idx="6">
                  <c:v>728.3088304093567</c:v>
                </c:pt>
                <c:pt idx="7">
                  <c:v>728.3088304093567</c:v>
                </c:pt>
                <c:pt idx="8">
                  <c:v>728.3088304093567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4.4888516263725"/>
          <c:min val="602.12574001079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4.4888516263725"/>
          <c:min val="602.12574001079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three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three stores by change in CP Hours per RO, Jan-Sep 2026 vs 2025. Moving now: Jul-Sep 2026 vs Jan-Mar 2026, each store against itself; the group moved −1.9%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three stores by change in CP ELR, Jan-Sep 2026 vs 2025. Moving now: Jul-Sep 2026 vs Jan-Mar 2026, each store against itself; the group moved +1.1%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three stores by change in CP Labor $ per RO, Jan-Sep 2026 vs 2025. Moving now: Jul-Sep 2026 vs Jan-Mar 2026, each store against itself; the group moved −0.8%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three stores by change in CP Parts $ per RO, Jan-Sep 2026 vs 2025. Moving now: Jul-Sep 2026 vs Jan-Mar 2026, each store against itself; the group moved +$12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three stores by change in CP Labor Gross Profit %, Jan-Sep 2026 vs 2025. Moving now: Jul-Sep 2026 vs Jan-Mar 2026, each store against itself; the group moved +0.0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three stores by change in CP Parts Gross Profit %, Jan-Sep 2026 vs 2025. Moving now: Jul-Sep 2026 vs Jan-Mar 2026, each store against itself; the group moved 0.0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slideLayout" Target="../slideLayouts/slideLayout1.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chart" Target="/ppt/charts/chart29.xml"/><Relationship Id="rId7" Type="http://schemas.openxmlformats.org/officeDocument/2006/relationships/chart" Target="/ppt/charts/chart30.xml"/><Relationship Id="rId8" Type="http://schemas.openxmlformats.org/officeDocument/2006/relationships/chart" Target="/ppt/charts/chart31.xml"/><Relationship Id="rId9" Type="http://schemas.openxmlformats.org/officeDocument/2006/relationships/chart" Target="/ppt/charts/chart32.xml"/><Relationship Id="rId10" Type="http://schemas.openxmlformats.org/officeDocument/2006/relationships/chart" Target="/ppt/charts/chart33.xml"/><Relationship Id="rId11" Type="http://schemas.openxmlformats.org/officeDocument/2006/relationships/chart" Target="/ppt/charts/chart34.xml"/><Relationship Id="rId12" Type="http://schemas.openxmlformats.org/officeDocument/2006/relationships/chart" Target="/ppt/charts/chart35.xm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chart" Target="/ppt/charts/chart37.xml"/><Relationship Id="rId3" Type="http://schemas.openxmlformats.org/officeDocument/2006/relationships/chart" Target="/ppt/charts/chart38.xml"/><Relationship Id="rId4" Type="http://schemas.openxmlformats.org/officeDocument/2006/relationships/chart" Target="/ppt/charts/chart39.xml"/><Relationship Id="rId5" Type="http://schemas.openxmlformats.org/officeDocument/2006/relationships/chart" Target="/ppt/charts/chart40.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chart" Target="/ppt/charts/chart42.xml"/><Relationship Id="rId3" Type="http://schemas.openxmlformats.org/officeDocument/2006/relationships/chart" Target="/ppt/charts/chart43.xml"/><Relationship Id="rId4" Type="http://schemas.openxmlformats.org/officeDocument/2006/relationships/chart" Target="/ppt/charts/chart44.xml"/><Relationship Id="rId5" Type="http://schemas.openxmlformats.org/officeDocument/2006/relationships/chart" Target="/ppt/charts/chart45.xml"/><Relationship Id="rId6" Type="http://schemas.openxmlformats.org/officeDocument/2006/relationships/chart" Target="/ppt/charts/chart46.xml"/><Relationship Id="rId7" Type="http://schemas.openxmlformats.org/officeDocument/2006/relationships/chart" Target="/ppt/charts/chart47.xml"/><Relationship Id="rId8" Type="http://schemas.openxmlformats.org/officeDocument/2006/relationships/chart" Target="/ppt/charts/chart48.xml"/><Relationship Id="rId9" Type="http://schemas.openxmlformats.org/officeDocument/2006/relationships/chart" Target="/ppt/charts/chart49.xml"/><Relationship Id="rId10" Type="http://schemas.openxmlformats.org/officeDocument/2006/relationships/chart" Target="/ppt/charts/chart50.xml"/><Relationship Id="rId11" Type="http://schemas.openxmlformats.org/officeDocument/2006/relationships/chart" Target="/ppt/charts/chart51.xml"/><Relationship Id="rId12" Type="http://schemas.openxmlformats.org/officeDocument/2006/relationships/chart" Target="/ppt/charts/chart52.xml"/><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3.xml"/><Relationship Id="rId2" Type="http://schemas.openxmlformats.org/officeDocument/2006/relationships/chart" Target="/ppt/charts/chart54.xml"/><Relationship Id="rId3" Type="http://schemas.openxmlformats.org/officeDocument/2006/relationships/chart" Target="/ppt/charts/chart55.xml"/><Relationship Id="rId4" Type="http://schemas.openxmlformats.org/officeDocument/2006/relationships/chart" Target="/ppt/charts/chart56.xml"/><Relationship Id="rId5" Type="http://schemas.openxmlformats.org/officeDocument/2006/relationships/chart" Target="/ppt/charts/chart57.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chart" Target="/ppt/charts/chart59.xml"/><Relationship Id="rId3" Type="http://schemas.openxmlformats.org/officeDocument/2006/relationships/chart" Target="/ppt/charts/chart60.xml"/><Relationship Id="rId4" Type="http://schemas.openxmlformats.org/officeDocument/2006/relationships/chart" Target="/ppt/charts/chart61.xml"/><Relationship Id="rId5" Type="http://schemas.openxmlformats.org/officeDocument/2006/relationships/chart" Target="/ppt/charts/chart62.xml"/><Relationship Id="rId6" Type="http://schemas.openxmlformats.org/officeDocument/2006/relationships/chart" Target="/ppt/charts/chart63.xml"/><Relationship Id="rId7" Type="http://schemas.openxmlformats.org/officeDocument/2006/relationships/chart" Target="/ppt/charts/chart64.xml"/><Relationship Id="rId8" Type="http://schemas.openxmlformats.org/officeDocument/2006/relationships/chart" Target="/ppt/charts/chart65.xml"/><Relationship Id="rId9" Type="http://schemas.openxmlformats.org/officeDocument/2006/relationships/chart" Target="/ppt/charts/chart66.xml"/><Relationship Id="rId10" Type="http://schemas.openxmlformats.org/officeDocument/2006/relationships/chart" Target="/ppt/charts/chart67.xml"/><Relationship Id="rId11" Type="http://schemas.openxmlformats.org/officeDocument/2006/relationships/chart" Target="/ppt/charts/chart68.xml"/><Relationship Id="rId12" Type="http://schemas.openxmlformats.org/officeDocument/2006/relationships/chart" Target="/ppt/charts/chart69.xml"/><Relationship Id="rId13" Type="http://schemas.openxmlformats.org/officeDocument/2006/relationships/slideLayout" Target="../slideLayouts/slideLayout1.xml"/><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0.xml"/><Relationship Id="rId2" Type="http://schemas.openxmlformats.org/officeDocument/2006/relationships/chart" Target="/ppt/charts/chart71.xml"/><Relationship Id="rId3" Type="http://schemas.openxmlformats.org/officeDocument/2006/relationships/chart" Target="/ppt/charts/chart72.xml"/><Relationship Id="rId4" Type="http://schemas.openxmlformats.org/officeDocument/2006/relationships/chart" Target="/ppt/charts/chart73.xml"/><Relationship Id="rId5" Type="http://schemas.openxmlformats.org/officeDocument/2006/relationships/chart" Target="/ppt/charts/chart74.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75.xml"/><Relationship Id="rId2" Type="http://schemas.openxmlformats.org/officeDocument/2006/relationships/chart" Target="/ppt/charts/chart76.xml"/><Relationship Id="rId3" Type="http://schemas.openxmlformats.org/officeDocument/2006/relationships/chart" Target="/ppt/charts/chart77.xml"/><Relationship Id="rId4" Type="http://schemas.openxmlformats.org/officeDocument/2006/relationships/chart" Target="/ppt/charts/chart78.xml"/><Relationship Id="rId5" Type="http://schemas.openxmlformats.org/officeDocument/2006/relationships/chart" Target="/ppt/charts/chart79.xml"/><Relationship Id="rId6" Type="http://schemas.openxmlformats.org/officeDocument/2006/relationships/chart" Target="/ppt/charts/chart80.xml"/><Relationship Id="rId7" Type="http://schemas.openxmlformats.org/officeDocument/2006/relationships/chart" Target="/ppt/charts/chart81.xml"/><Relationship Id="rId8" Type="http://schemas.openxmlformats.org/officeDocument/2006/relationships/chart" Target="/ppt/charts/chart82.xml"/><Relationship Id="rId9" Type="http://schemas.openxmlformats.org/officeDocument/2006/relationships/chart" Target="/ppt/charts/chart83.xml"/><Relationship Id="rId10" Type="http://schemas.openxmlformats.org/officeDocument/2006/relationships/chart" Target="/ppt/charts/chart84.xml"/><Relationship Id="rId11" Type="http://schemas.openxmlformats.org/officeDocument/2006/relationships/chart" Target="/ppt/charts/chart85.xml"/><Relationship Id="rId12" Type="http://schemas.openxmlformats.org/officeDocument/2006/relationships/chart" Target="/ppt/charts/chart86.xml"/><Relationship Id="rId13" Type="http://schemas.openxmlformats.org/officeDocument/2006/relationships/slideLayout" Target="../slideLayouts/slideLayout1.xml"/><Relationship Id="rId1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7.xml"/><Relationship Id="rId2" Type="http://schemas.openxmlformats.org/officeDocument/2006/relationships/chart" Target="/ppt/charts/chart88.xml"/><Relationship Id="rId3" Type="http://schemas.openxmlformats.org/officeDocument/2006/relationships/chart" Target="/ppt/charts/chart89.xml"/><Relationship Id="rId4" Type="http://schemas.openxmlformats.org/officeDocument/2006/relationships/chart" Target="/ppt/charts/chart90.xml"/><Relationship Id="rId5" Type="http://schemas.openxmlformats.org/officeDocument/2006/relationships/chart" Target="/ppt/charts/chart91.xml"/><Relationship Id="rId6" Type="http://schemas.openxmlformats.org/officeDocument/2006/relationships/chart" Target="/ppt/charts/chart92.xml"/><Relationship Id="rId7" Type="http://schemas.openxmlformats.org/officeDocument/2006/relationships/chart" Target="/ppt/charts/chart93.xml"/><Relationship Id="rId8" Type="http://schemas.openxmlformats.org/officeDocument/2006/relationships/chart" Target="/ppt/charts/chart9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95.xml"/><Relationship Id="rId2" Type="http://schemas.openxmlformats.org/officeDocument/2006/relationships/chart" Target="/ppt/charts/chart96.xml"/><Relationship Id="rId3" Type="http://schemas.openxmlformats.org/officeDocument/2006/relationships/chart" Target="/ppt/charts/chart97.xml"/><Relationship Id="rId4" Type="http://schemas.openxmlformats.org/officeDocument/2006/relationships/chart" Target="/ppt/charts/chart98.xml"/><Relationship Id="rId5" Type="http://schemas.openxmlformats.org/officeDocument/2006/relationships/chart" Target="/ppt/charts/chart99.xml"/><Relationship Id="rId6" Type="http://schemas.openxmlformats.org/officeDocument/2006/relationships/chart" Target="/ppt/charts/chart100.xml"/><Relationship Id="rId7" Type="http://schemas.openxmlformats.org/officeDocument/2006/relationships/chart" Target="/ppt/charts/chart101.xml"/><Relationship Id="rId8" Type="http://schemas.openxmlformats.org/officeDocument/2006/relationships/chart" Target="/ppt/charts/chart102.xml"/><Relationship Id="rId9" Type="http://schemas.openxmlformats.org/officeDocument/2006/relationships/chart" Target="/ppt/charts/chart103.xml"/><Relationship Id="rId10" Type="http://schemas.openxmlformats.org/officeDocument/2006/relationships/chart" Target="/ppt/charts/chart104.xml"/><Relationship Id="rId11" Type="http://schemas.openxmlformats.org/officeDocument/2006/relationships/chart" Target="/ppt/charts/chart105.xml"/><Relationship Id="rId12" Type="http://schemas.openxmlformats.org/officeDocument/2006/relationships/chart" Target="/ppt/charts/chart106.xml"/><Relationship Id="rId13" Type="http://schemas.openxmlformats.org/officeDocument/2006/relationships/slideLayout" Target="../slideLayouts/slideLayout1.xml"/><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07.xml"/><Relationship Id="rId2" Type="http://schemas.openxmlformats.org/officeDocument/2006/relationships/chart" Target="/ppt/charts/chart108.xml"/><Relationship Id="rId3" Type="http://schemas.openxmlformats.org/officeDocument/2006/relationships/chart" Target="/ppt/charts/chart109.xml"/><Relationship Id="rId4" Type="http://schemas.openxmlformats.org/officeDocument/2006/relationships/chart" Target="/ppt/charts/chart110.xml"/><Relationship Id="rId5" Type="http://schemas.openxmlformats.org/officeDocument/2006/relationships/chart" Target="/ppt/charts/chart111.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12.xml"/><Relationship Id="rId2" Type="http://schemas.openxmlformats.org/officeDocument/2006/relationships/chart" Target="/ppt/charts/chart113.xml"/><Relationship Id="rId3" Type="http://schemas.openxmlformats.org/officeDocument/2006/relationships/chart" Target="/ppt/charts/chart114.xml"/><Relationship Id="rId4" Type="http://schemas.openxmlformats.org/officeDocument/2006/relationships/chart" Target="/ppt/charts/chart115.xml"/><Relationship Id="rId5" Type="http://schemas.openxmlformats.org/officeDocument/2006/relationships/chart" Target="/ppt/charts/chart116.xml"/><Relationship Id="rId6" Type="http://schemas.openxmlformats.org/officeDocument/2006/relationships/chart" Target="/ppt/charts/chart117.xml"/><Relationship Id="rId7" Type="http://schemas.openxmlformats.org/officeDocument/2006/relationships/chart" Target="/ppt/charts/chart118.xml"/><Relationship Id="rId8" Type="http://schemas.openxmlformats.org/officeDocument/2006/relationships/chart" Target="/ppt/charts/chart119.xml"/><Relationship Id="rId9" Type="http://schemas.openxmlformats.org/officeDocument/2006/relationships/chart" Target="/ppt/charts/chart120.xml"/><Relationship Id="rId10" Type="http://schemas.openxmlformats.org/officeDocument/2006/relationships/chart" Target="/ppt/charts/chart121.xml"/><Relationship Id="rId11" Type="http://schemas.openxmlformats.org/officeDocument/2006/relationships/chart" Target="/ppt/charts/chart122.xml"/><Relationship Id="rId12" Type="http://schemas.openxmlformats.org/officeDocument/2006/relationships/chart" Target="/ppt/charts/chart123.xml"/><Relationship Id="rId13" Type="http://schemas.openxmlformats.org/officeDocument/2006/relationships/slideLayout" Target="../slideLayouts/slideLayout1.xml"/><Relationship Id="rId1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Shape 21"/>
          <p:cNvSpPr/>
          <p:nvPr/>
        </p:nvSpPr>
        <p:spPr>
          <a:xfrm>
            <a:off x="4349496" y="1371600"/>
            <a:ext cx="3489960" cy="45720"/>
          </a:xfrm>
          <a:prstGeom prst="rect">
            <a:avLst/>
          </a:prstGeom>
          <a:solidFill>
            <a:srgbClr val="C2352F"/>
          </a:solidFill>
          <a:ln/>
        </p:spPr>
      </p:sp>
      <p:sp>
        <p:nvSpPr>
          <p:cNvPr id="27" name="Text 2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8" name="Shape 23"/>
          <p:cNvSpPr/>
          <p:nvPr/>
        </p:nvSpPr>
        <p:spPr>
          <a:xfrm>
            <a:off x="4349496" y="1810512"/>
            <a:ext cx="3489960" cy="1478280"/>
          </a:xfrm>
          <a:prstGeom prst="rect">
            <a:avLst/>
          </a:prstGeom>
          <a:solidFill>
            <a:srgbClr val="F7F7F7"/>
          </a:solidFill>
          <a:ln/>
        </p:spPr>
      </p:sp>
      <p:sp>
        <p:nvSpPr>
          <p:cNvPr id="29" name="Text 24"/>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0" name="Text 25"/>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31"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2" name="Text 26"/>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3" name="Text 27"/>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34" name="Text 28"/>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5" name="Text 29"/>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36"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8" name="Text 31"/>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39" name="Shape 32"/>
          <p:cNvSpPr/>
          <p:nvPr/>
        </p:nvSpPr>
        <p:spPr>
          <a:xfrm>
            <a:off x="4349496" y="4767072"/>
            <a:ext cx="3489960" cy="1478280"/>
          </a:xfrm>
          <a:prstGeom prst="rect">
            <a:avLst/>
          </a:prstGeom>
          <a:solidFill>
            <a:srgbClr val="F7F7F7"/>
          </a:solidFill>
          <a:ln/>
        </p:spPr>
      </p:sp>
      <p:sp>
        <p:nvSpPr>
          <p:cNvPr id="40" name="Text 33"/>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1" name="Text 34"/>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42"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4" name="Text 36"/>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45" name="Shape 37"/>
          <p:cNvSpPr/>
          <p:nvPr/>
        </p:nvSpPr>
        <p:spPr>
          <a:xfrm>
            <a:off x="8040624" y="1371600"/>
            <a:ext cx="3489960" cy="45720"/>
          </a:xfrm>
          <a:prstGeom prst="rect">
            <a:avLst/>
          </a:prstGeom>
          <a:solidFill>
            <a:srgbClr val="2587C5"/>
          </a:solidFill>
          <a:ln/>
        </p:spPr>
      </p:sp>
      <p:sp>
        <p:nvSpPr>
          <p:cNvPr id="46" name="Text 3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7" name="Shape 39"/>
          <p:cNvSpPr/>
          <p:nvPr/>
        </p:nvSpPr>
        <p:spPr>
          <a:xfrm>
            <a:off x="8040624" y="1810512"/>
            <a:ext cx="3489960" cy="1478280"/>
          </a:xfrm>
          <a:prstGeom prst="rect">
            <a:avLst/>
          </a:prstGeom>
          <a:solidFill>
            <a:srgbClr val="F7F7F7"/>
          </a:solidFill>
          <a:ln/>
        </p:spPr>
      </p:sp>
      <p:sp>
        <p:nvSpPr>
          <p:cNvPr id="48" name="Text 40"/>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9" name="Text 41"/>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50"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51"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52" name="Text 42"/>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3" name="Text 43"/>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54" name="Text 44"/>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5" name="Text 45"/>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56"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7"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9" name="Text 47"/>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60" name="Shape 48"/>
          <p:cNvSpPr/>
          <p:nvPr/>
        </p:nvSpPr>
        <p:spPr>
          <a:xfrm>
            <a:off x="8040624" y="4767072"/>
            <a:ext cx="3489960" cy="1478280"/>
          </a:xfrm>
          <a:prstGeom prst="rect">
            <a:avLst/>
          </a:prstGeom>
          <a:solidFill>
            <a:srgbClr val="F7F7F7"/>
          </a:solidFill>
          <a:ln/>
        </p:spPr>
      </p:sp>
      <p:sp>
        <p:nvSpPr>
          <p:cNvPr id="61" name="Text 49"/>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2" name="Text 50"/>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63"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4"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5" name="Text 51"/>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6" name="Text 52"/>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7" name="Text 14"/>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4767072"/>
            <a:ext cx="3489960" cy="1478280"/>
          </a:xfrm>
          <a:prstGeom prst="rect">
            <a:avLst/>
          </a:prstGeom>
          <a:solidFill>
            <a:srgbClr val="F7F7F7"/>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4"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Text 25"/>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1" name="Text 26"/>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32"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3" name="Text 27"/>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34" name="Text 28"/>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35" name="Text 29"/>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6" name="Text 30"/>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37"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8" name="Text 31"/>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39" name="Text 32"/>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0" name="Shape 33"/>
          <p:cNvSpPr/>
          <p:nvPr/>
        </p:nvSpPr>
        <p:spPr>
          <a:xfrm>
            <a:off x="4349496" y="4767072"/>
            <a:ext cx="3489960" cy="1478280"/>
          </a:xfrm>
          <a:prstGeom prst="rect">
            <a:avLst/>
          </a:prstGeom>
          <a:solidFill>
            <a:srgbClr val="F7F7F7"/>
          </a:solidFill>
          <a:ln/>
        </p:spPr>
      </p:sp>
      <p:sp>
        <p:nvSpPr>
          <p:cNvPr id="41" name="Text 34"/>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2" name="Text 35"/>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43"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45" name="Text 37"/>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46" name="Shape 38"/>
          <p:cNvSpPr/>
          <p:nvPr/>
        </p:nvSpPr>
        <p:spPr>
          <a:xfrm>
            <a:off x="8040624" y="1371600"/>
            <a:ext cx="3489960" cy="45720"/>
          </a:xfrm>
          <a:prstGeom prst="rect">
            <a:avLst/>
          </a:prstGeom>
          <a:solidFill>
            <a:srgbClr val="2587C5"/>
          </a:solidFill>
          <a:ln/>
        </p:spPr>
      </p:sp>
      <p:sp>
        <p:nvSpPr>
          <p:cNvPr id="47" name="Text 3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8" name="Shape 40"/>
          <p:cNvSpPr/>
          <p:nvPr/>
        </p:nvSpPr>
        <p:spPr>
          <a:xfrm>
            <a:off x="8040624" y="1810512"/>
            <a:ext cx="3489960" cy="1478280"/>
          </a:xfrm>
          <a:prstGeom prst="rect">
            <a:avLst/>
          </a:prstGeom>
          <a:solidFill>
            <a:srgbClr val="F7F7F7"/>
          </a:solidFill>
          <a:ln/>
        </p:spPr>
      </p:sp>
      <p:sp>
        <p:nvSpPr>
          <p:cNvPr id="49" name="Text 41"/>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0" name="Text 42"/>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51"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52"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53" name="Text 43"/>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4" name="Text 44"/>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5" name="Text 45"/>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6" name="Text 46"/>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57"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8"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9" name="Text 47"/>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48"/>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61" name="Shape 49"/>
          <p:cNvSpPr/>
          <p:nvPr/>
        </p:nvSpPr>
        <p:spPr>
          <a:xfrm>
            <a:off x="8040624" y="4767072"/>
            <a:ext cx="3489960" cy="1478280"/>
          </a:xfrm>
          <a:prstGeom prst="rect">
            <a:avLst/>
          </a:prstGeom>
          <a:solidFill>
            <a:srgbClr val="F7F7F7"/>
          </a:solidFill>
          <a:ln/>
        </p:spPr>
      </p:sp>
      <p:sp>
        <p:nvSpPr>
          <p:cNvPr id="62" name="Shape 50"/>
          <p:cNvSpPr/>
          <p:nvPr/>
        </p:nvSpPr>
        <p:spPr>
          <a:xfrm>
            <a:off x="11466576" y="4803648"/>
            <a:ext cx="64008" cy="1405128"/>
          </a:xfrm>
          <a:prstGeom prst="rect">
            <a:avLst/>
          </a:prstGeom>
          <a:solidFill>
            <a:srgbClr val="12A566"/>
          </a:solidFill>
          <a:ln/>
        </p:spPr>
      </p:sp>
      <p:sp>
        <p:nvSpPr>
          <p:cNvPr id="63" name="Text 5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4" name="Text 5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6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8" name="Text 54"/>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7" name="Text 14"/>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4767072"/>
            <a:ext cx="3489960" cy="1478280"/>
          </a:xfrm>
          <a:prstGeom prst="rect">
            <a:avLst/>
          </a:prstGeom>
          <a:solidFill>
            <a:srgbClr val="F7F7F7"/>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Text 25"/>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1" name="Text 26"/>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32"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3" name="Text 27"/>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34" name="Text 28"/>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35" name="Text 29"/>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6" name="Text 30"/>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37"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8" name="Text 31"/>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39" name="Text 32"/>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0" name="Shape 33"/>
          <p:cNvSpPr/>
          <p:nvPr/>
        </p:nvSpPr>
        <p:spPr>
          <a:xfrm>
            <a:off x="4349496" y="4767072"/>
            <a:ext cx="3489960" cy="1478280"/>
          </a:xfrm>
          <a:prstGeom prst="rect">
            <a:avLst/>
          </a:prstGeom>
          <a:solidFill>
            <a:srgbClr val="F7F7F7"/>
          </a:solidFill>
          <a:ln/>
        </p:spPr>
      </p:sp>
      <p:sp>
        <p:nvSpPr>
          <p:cNvPr id="41" name="Text 34"/>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2" name="Text 35"/>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43"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5" name="Text 37"/>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46" name="Shape 38"/>
          <p:cNvSpPr/>
          <p:nvPr/>
        </p:nvSpPr>
        <p:spPr>
          <a:xfrm>
            <a:off x="8040624" y="1371600"/>
            <a:ext cx="3489960" cy="45720"/>
          </a:xfrm>
          <a:prstGeom prst="rect">
            <a:avLst/>
          </a:prstGeom>
          <a:solidFill>
            <a:srgbClr val="2587C5"/>
          </a:solidFill>
          <a:ln/>
        </p:spPr>
      </p:sp>
      <p:sp>
        <p:nvSpPr>
          <p:cNvPr id="47" name="Text 3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8" name="Shape 40"/>
          <p:cNvSpPr/>
          <p:nvPr/>
        </p:nvSpPr>
        <p:spPr>
          <a:xfrm>
            <a:off x="8040624" y="1810512"/>
            <a:ext cx="3489960" cy="1478280"/>
          </a:xfrm>
          <a:prstGeom prst="rect">
            <a:avLst/>
          </a:prstGeom>
          <a:solidFill>
            <a:srgbClr val="F7F7F7"/>
          </a:solidFill>
          <a:ln/>
        </p:spPr>
      </p:sp>
      <p:sp>
        <p:nvSpPr>
          <p:cNvPr id="49" name="Text 41"/>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0" name="Text 42"/>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51"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52"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53" name="Text 43"/>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54" name="Text 44"/>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55" name="Text 45"/>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6" name="Text 46"/>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57"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8"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9" name="Text 47"/>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0" name="Text 48"/>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61" name="Shape 49"/>
          <p:cNvSpPr/>
          <p:nvPr/>
        </p:nvSpPr>
        <p:spPr>
          <a:xfrm>
            <a:off x="8040624" y="4767072"/>
            <a:ext cx="3489960" cy="1478280"/>
          </a:xfrm>
          <a:prstGeom prst="rect">
            <a:avLst/>
          </a:prstGeom>
          <a:solidFill>
            <a:srgbClr val="F7F7F7"/>
          </a:solidFill>
          <a:ln/>
        </p:spPr>
      </p:sp>
      <p:sp>
        <p:nvSpPr>
          <p:cNvPr id="62" name="Shape 50"/>
          <p:cNvSpPr/>
          <p:nvPr/>
        </p:nvSpPr>
        <p:spPr>
          <a:xfrm>
            <a:off x="11466576" y="4803648"/>
            <a:ext cx="64008" cy="1405128"/>
          </a:xfrm>
          <a:prstGeom prst="rect">
            <a:avLst/>
          </a:prstGeom>
          <a:solidFill>
            <a:srgbClr val="12A566"/>
          </a:solidFill>
          <a:ln/>
        </p:spPr>
      </p:sp>
      <p:sp>
        <p:nvSpPr>
          <p:cNvPr id="63" name="Text 5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4" name="Text 5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6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68" name="Text 54"/>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349496" y="1371600"/>
            <a:ext cx="3489960" cy="45720"/>
          </a:xfrm>
          <a:prstGeom prst="rect">
            <a:avLst/>
          </a:prstGeom>
          <a:solidFill>
            <a:srgbClr val="C2352F"/>
          </a:solidFill>
          <a:ln/>
        </p:spPr>
      </p:sp>
      <p:sp>
        <p:nvSpPr>
          <p:cNvPr id="27" name="Text 2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8" name="Shape 23"/>
          <p:cNvSpPr/>
          <p:nvPr/>
        </p:nvSpPr>
        <p:spPr>
          <a:xfrm>
            <a:off x="4349496" y="1810512"/>
            <a:ext cx="3489960" cy="1478280"/>
          </a:xfrm>
          <a:prstGeom prst="rect">
            <a:avLst/>
          </a:prstGeom>
          <a:solidFill>
            <a:srgbClr val="F7F7F7"/>
          </a:solidFill>
          <a:ln/>
        </p:spPr>
      </p:sp>
      <p:sp>
        <p:nvSpPr>
          <p:cNvPr id="29" name="Text 24"/>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0" name="Text 25"/>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31"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2" name="Text 26"/>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33" name="Text 27"/>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34" name="Text 28"/>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5" name="Text 29"/>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36"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38" name="Text 31"/>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39" name="Shape 32"/>
          <p:cNvSpPr/>
          <p:nvPr/>
        </p:nvSpPr>
        <p:spPr>
          <a:xfrm>
            <a:off x="4349496" y="4767072"/>
            <a:ext cx="3489960" cy="1478280"/>
          </a:xfrm>
          <a:prstGeom prst="rect">
            <a:avLst/>
          </a:prstGeom>
          <a:solidFill>
            <a:srgbClr val="F7F7F7"/>
          </a:solidFill>
          <a:ln/>
        </p:spPr>
      </p:sp>
      <p:sp>
        <p:nvSpPr>
          <p:cNvPr id="40" name="Text 33"/>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1" name="Text 34"/>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42"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4" name="Text 36"/>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45" name="Shape 37"/>
          <p:cNvSpPr/>
          <p:nvPr/>
        </p:nvSpPr>
        <p:spPr>
          <a:xfrm>
            <a:off x="8040624" y="1371600"/>
            <a:ext cx="3489960" cy="45720"/>
          </a:xfrm>
          <a:prstGeom prst="rect">
            <a:avLst/>
          </a:prstGeom>
          <a:solidFill>
            <a:srgbClr val="2587C5"/>
          </a:solidFill>
          <a:ln/>
        </p:spPr>
      </p:sp>
      <p:sp>
        <p:nvSpPr>
          <p:cNvPr id="46" name="Text 3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7" name="Shape 39"/>
          <p:cNvSpPr/>
          <p:nvPr/>
        </p:nvSpPr>
        <p:spPr>
          <a:xfrm>
            <a:off x="8040624" y="1810512"/>
            <a:ext cx="3489960" cy="1478280"/>
          </a:xfrm>
          <a:prstGeom prst="rect">
            <a:avLst/>
          </a:prstGeom>
          <a:solidFill>
            <a:srgbClr val="F7F7F7"/>
          </a:solidFill>
          <a:ln/>
        </p:spPr>
      </p:sp>
      <p:sp>
        <p:nvSpPr>
          <p:cNvPr id="48" name="Text 40"/>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9" name="Text 41"/>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50"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51"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52" name="Text 42"/>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53" name="Text 43"/>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4" name="Text 44"/>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5" name="Text 45"/>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56"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7"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59" name="Text 47"/>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0" name="Shape 48"/>
          <p:cNvSpPr/>
          <p:nvPr/>
        </p:nvSpPr>
        <p:spPr>
          <a:xfrm>
            <a:off x="8040624" y="4767072"/>
            <a:ext cx="3489960" cy="1478280"/>
          </a:xfrm>
          <a:prstGeom prst="rect">
            <a:avLst/>
          </a:prstGeom>
          <a:solidFill>
            <a:srgbClr val="F7F7F7"/>
          </a:solidFill>
          <a:ln/>
        </p:spPr>
      </p:sp>
      <p:sp>
        <p:nvSpPr>
          <p:cNvPr id="61" name="Text 49"/>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2" name="Text 50"/>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63"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4"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5" name="Text 51"/>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66" name="Text 52"/>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CP parts per RO. 9 declined.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graphicFrame>
        <p:nvGraphicFramePr>
          <p:cNvPr id="13"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graphicFrame>
        <p:nvGraphicFramePr>
          <p:cNvPr id="17"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9" name="Shape 15"/>
          <p:cNvSpPr/>
          <p:nvPr/>
        </p:nvSpPr>
        <p:spPr>
          <a:xfrm>
            <a:off x="658368" y="4767072"/>
            <a:ext cx="3489960" cy="1478280"/>
          </a:xfrm>
          <a:prstGeom prst="rect">
            <a:avLst/>
          </a:prstGeom>
          <a:solidFill>
            <a:srgbClr val="F7F7F7"/>
          </a:solidFill>
          <a:ln/>
        </p:spPr>
      </p:sp>
      <p:sp>
        <p:nvSpPr>
          <p:cNvPr id="20" name="Text 16"/>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1" name="Text 17"/>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22"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4" name="Shape 19"/>
          <p:cNvSpPr/>
          <p:nvPr/>
        </p:nvSpPr>
        <p:spPr>
          <a:xfrm>
            <a:off x="4349496" y="1371600"/>
            <a:ext cx="3489960" cy="45720"/>
          </a:xfrm>
          <a:prstGeom prst="rect">
            <a:avLst/>
          </a:prstGeom>
          <a:solidFill>
            <a:srgbClr val="C2352F"/>
          </a:solidFill>
          <a:ln/>
        </p:spPr>
      </p:sp>
      <p:sp>
        <p:nvSpPr>
          <p:cNvPr id="25" name="Text 20"/>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6" name="Shape 21"/>
          <p:cNvSpPr/>
          <p:nvPr/>
        </p:nvSpPr>
        <p:spPr>
          <a:xfrm>
            <a:off x="4349496" y="1810512"/>
            <a:ext cx="3489960" cy="1478280"/>
          </a:xfrm>
          <a:prstGeom prst="rect">
            <a:avLst/>
          </a:prstGeom>
          <a:solidFill>
            <a:srgbClr val="F7F7F7"/>
          </a:solidFill>
          <a:ln/>
        </p:spPr>
      </p:sp>
      <p:sp>
        <p:nvSpPr>
          <p:cNvPr id="27" name="Shape 22"/>
          <p:cNvSpPr/>
          <p:nvPr/>
        </p:nvSpPr>
        <p:spPr>
          <a:xfrm>
            <a:off x="7775448" y="1847088"/>
            <a:ext cx="64008" cy="1405128"/>
          </a:xfrm>
          <a:prstGeom prst="rect">
            <a:avLst/>
          </a:prstGeom>
          <a:solidFill>
            <a:srgbClr val="2587C5"/>
          </a:solidFill>
          <a:ln/>
        </p:spPr>
      </p:sp>
      <p:sp>
        <p:nvSpPr>
          <p:cNvPr id="28" name="Text 23"/>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9" name="Text 24"/>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graphicFrame>
        <p:nvGraphicFramePr>
          <p:cNvPr id="30"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2" name="Text 26"/>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3" name="Text 27"/>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graphicFrame>
        <p:nvGraphicFramePr>
          <p:cNvPr id="34"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6" name="Shape 29"/>
          <p:cNvSpPr/>
          <p:nvPr/>
        </p:nvSpPr>
        <p:spPr>
          <a:xfrm>
            <a:off x="4349496" y="4767072"/>
            <a:ext cx="3489960" cy="1478280"/>
          </a:xfrm>
          <a:prstGeom prst="rect">
            <a:avLst/>
          </a:prstGeom>
          <a:solidFill>
            <a:srgbClr val="F7F7F7"/>
          </a:solidFill>
          <a:ln/>
        </p:spPr>
      </p:sp>
      <p:sp>
        <p:nvSpPr>
          <p:cNvPr id="37" name="Text 30"/>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8" name="Text 31"/>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graphicFrame>
        <p:nvGraphicFramePr>
          <p:cNvPr id="39"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1" name="Shape 33"/>
          <p:cNvSpPr/>
          <p:nvPr/>
        </p:nvSpPr>
        <p:spPr>
          <a:xfrm>
            <a:off x="8040624" y="1371600"/>
            <a:ext cx="3489960" cy="45720"/>
          </a:xfrm>
          <a:prstGeom prst="rect">
            <a:avLst/>
          </a:prstGeom>
          <a:solidFill>
            <a:srgbClr val="2587C5"/>
          </a:solidFill>
          <a:ln/>
        </p:spPr>
      </p:sp>
      <p:sp>
        <p:nvSpPr>
          <p:cNvPr id="42" name="Text 34"/>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3" name="Shape 35"/>
          <p:cNvSpPr/>
          <p:nvPr/>
        </p:nvSpPr>
        <p:spPr>
          <a:xfrm>
            <a:off x="8040624" y="1810512"/>
            <a:ext cx="3489960" cy="1478280"/>
          </a:xfrm>
          <a:prstGeom prst="rect">
            <a:avLst/>
          </a:prstGeom>
          <a:solidFill>
            <a:srgbClr val="F7F7F7"/>
          </a:solidFill>
          <a:ln/>
        </p:spPr>
      </p:sp>
      <p:sp>
        <p:nvSpPr>
          <p:cNvPr id="44" name="Shape 36"/>
          <p:cNvSpPr/>
          <p:nvPr/>
        </p:nvSpPr>
        <p:spPr>
          <a:xfrm>
            <a:off x="11466576" y="1847088"/>
            <a:ext cx="64008" cy="1405128"/>
          </a:xfrm>
          <a:prstGeom prst="rect">
            <a:avLst/>
          </a:prstGeom>
          <a:solidFill>
            <a:srgbClr val="2587C5"/>
          </a:solidFill>
          <a:ln/>
        </p:spPr>
      </p:sp>
      <p:sp>
        <p:nvSpPr>
          <p:cNvPr id="45" name="Text 37"/>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6" name="Text 38"/>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47"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8"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0" name="Shape 40"/>
          <p:cNvSpPr/>
          <p:nvPr/>
        </p:nvSpPr>
        <p:spPr>
          <a:xfrm>
            <a:off x="11466576" y="3325368"/>
            <a:ext cx="64008" cy="1405128"/>
          </a:xfrm>
          <a:prstGeom prst="rect">
            <a:avLst/>
          </a:prstGeom>
          <a:solidFill>
            <a:srgbClr val="12A566"/>
          </a:solidFill>
          <a:ln/>
        </p:spPr>
      </p:sp>
      <p:sp>
        <p:nvSpPr>
          <p:cNvPr id="51" name="Text 41"/>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2" name="Text 42"/>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graphicFrame>
        <p:nvGraphicFramePr>
          <p:cNvPr id="53"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4"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5" name="Text 43"/>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56" name="Shape 44"/>
          <p:cNvSpPr/>
          <p:nvPr/>
        </p:nvSpPr>
        <p:spPr>
          <a:xfrm>
            <a:off x="8040624" y="4767072"/>
            <a:ext cx="3489960" cy="1478280"/>
          </a:xfrm>
          <a:prstGeom prst="rect">
            <a:avLst/>
          </a:prstGeom>
          <a:solidFill>
            <a:srgbClr val="F7F7F7"/>
          </a:solidFill>
          <a:ln/>
        </p:spPr>
      </p:sp>
      <p:sp>
        <p:nvSpPr>
          <p:cNvPr id="57" name="Text 45"/>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8" name="Text 46"/>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graphicFrame>
        <p:nvGraphicFramePr>
          <p:cNvPr id="59"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0"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1" name="Text 47"/>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1"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28"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32"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37"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44"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5"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49"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0"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5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5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4767072"/>
            <a:ext cx="3489960" cy="1478280"/>
          </a:xfrm>
          <a:prstGeom prst="rect">
            <a:avLst/>
          </a:prstGeom>
          <a:solidFill>
            <a:srgbClr val="F7F7F7"/>
          </a:solidFill>
          <a:ln/>
        </p:spPr>
      </p:sp>
      <p:sp>
        <p:nvSpPr>
          <p:cNvPr id="20" name="Text 16"/>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1" name="Text 17"/>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Shape 19"/>
          <p:cNvSpPr/>
          <p:nvPr/>
        </p:nvSpPr>
        <p:spPr>
          <a:xfrm>
            <a:off x="4349496" y="1371600"/>
            <a:ext cx="3489960" cy="45720"/>
          </a:xfrm>
          <a:prstGeom prst="rect">
            <a:avLst/>
          </a:prstGeom>
          <a:solidFill>
            <a:srgbClr val="C2352F"/>
          </a:solidFill>
          <a:ln/>
        </p:spPr>
      </p:sp>
      <p:sp>
        <p:nvSpPr>
          <p:cNvPr id="25" name="Text 20"/>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6" name="Shape 21"/>
          <p:cNvSpPr/>
          <p:nvPr/>
        </p:nvSpPr>
        <p:spPr>
          <a:xfrm>
            <a:off x="4349496" y="1810512"/>
            <a:ext cx="3489960" cy="1478280"/>
          </a:xfrm>
          <a:prstGeom prst="rect">
            <a:avLst/>
          </a:prstGeom>
          <a:solidFill>
            <a:srgbClr val="F7F7F7"/>
          </a:solidFill>
          <a:ln/>
        </p:spPr>
      </p:sp>
      <p:sp>
        <p:nvSpPr>
          <p:cNvPr id="27" name="Text 22"/>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8" name="Text 23"/>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29"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1" name="Text 25"/>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2" name="Text 26"/>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33"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4" name="Text 27"/>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5" name="Shape 28"/>
          <p:cNvSpPr/>
          <p:nvPr/>
        </p:nvSpPr>
        <p:spPr>
          <a:xfrm>
            <a:off x="4349496" y="4767072"/>
            <a:ext cx="3489960" cy="1478280"/>
          </a:xfrm>
          <a:prstGeom prst="rect">
            <a:avLst/>
          </a:prstGeom>
          <a:solidFill>
            <a:srgbClr val="F7F7F7"/>
          </a:solidFill>
          <a:ln/>
        </p:spPr>
      </p:sp>
      <p:sp>
        <p:nvSpPr>
          <p:cNvPr id="36" name="Text 29"/>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7" name="Text 30"/>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38"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0" name="Shape 32"/>
          <p:cNvSpPr/>
          <p:nvPr/>
        </p:nvSpPr>
        <p:spPr>
          <a:xfrm>
            <a:off x="8040624" y="1371600"/>
            <a:ext cx="3489960" cy="45720"/>
          </a:xfrm>
          <a:prstGeom prst="rect">
            <a:avLst/>
          </a:prstGeom>
          <a:solidFill>
            <a:srgbClr val="2587C5"/>
          </a:solidFill>
          <a:ln/>
        </p:spPr>
      </p:sp>
      <p:sp>
        <p:nvSpPr>
          <p:cNvPr id="41" name="Text 33"/>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2" name="Shape 34"/>
          <p:cNvSpPr/>
          <p:nvPr/>
        </p:nvSpPr>
        <p:spPr>
          <a:xfrm>
            <a:off x="8040624" y="1810512"/>
            <a:ext cx="3489960" cy="1478280"/>
          </a:xfrm>
          <a:prstGeom prst="rect">
            <a:avLst/>
          </a:prstGeom>
          <a:solidFill>
            <a:srgbClr val="F7F7F7"/>
          </a:solidFill>
          <a:ln/>
        </p:spPr>
      </p:sp>
      <p:sp>
        <p:nvSpPr>
          <p:cNvPr id="43" name="Shape 35"/>
          <p:cNvSpPr/>
          <p:nvPr/>
        </p:nvSpPr>
        <p:spPr>
          <a:xfrm>
            <a:off x="11466576" y="1847088"/>
            <a:ext cx="64008" cy="1405128"/>
          </a:xfrm>
          <a:prstGeom prst="rect">
            <a:avLst/>
          </a:prstGeom>
          <a:solidFill>
            <a:srgbClr val="12A566"/>
          </a:solidFill>
          <a:ln/>
        </p:spPr>
      </p:sp>
      <p:sp>
        <p:nvSpPr>
          <p:cNvPr id="44" name="Text 36"/>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5" name="Text 37"/>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46"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7"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49" name="Text 39"/>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0" name="Text 40"/>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51"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2"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3" name="Text 41"/>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4" name="Shape 42"/>
          <p:cNvSpPr/>
          <p:nvPr/>
        </p:nvSpPr>
        <p:spPr>
          <a:xfrm>
            <a:off x="8040624" y="4767072"/>
            <a:ext cx="3489960" cy="1478280"/>
          </a:xfrm>
          <a:prstGeom prst="rect">
            <a:avLst/>
          </a:prstGeom>
          <a:solidFill>
            <a:srgbClr val="F7F7F7"/>
          </a:solidFill>
          <a:ln/>
        </p:spPr>
      </p:sp>
      <p:sp>
        <p:nvSpPr>
          <p:cNvPr id="55" name="Text 43"/>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6" name="Text 44"/>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57"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58"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59" name="Text 45"/>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2026-10-29T16:33:50Z</dcterms:created>
  <dcterms:modified xsi:type="dcterms:W3CDTF">2026-10-29T16:33:50Z</dcterms:modified>
</cp:coreProperties>
</file>