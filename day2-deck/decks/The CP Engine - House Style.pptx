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Hours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$264.87 (Diesel/Corvette)
AUDI HENDERSON: premium $399.00 (Lambo Non-Grid)
VW HENDERSON: premium $210.00 (EV)
CHEVY GMC BULLHEAD: premium $199.87 (Non-Standard Grid)
SUBARU ST GEORGE: premium $210.00 (EV)
HONDA FLAGSTAFF: premium $215.00 (EV)
GMC PRESCOTT: premium $230.00 (EV)
KIA ST GEORGE: premium $195.00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$244.12 / door $235.87 = 103.4%
VOLVO: ELR $225.50 / door $249.95 = 90.2%
CHEVY GMC BULLHEAD: ELR $161.80 / door $179.87 = 89.9%
HYUNDAI ST GEORGE: ELR $165.96 / door $184.87 = 89.7%
ACURA: ELR $199.04 / door $224.87 = 88.5%
LR RENO: ELR $238.62 / door $275.00 = 86.7%
HONDA FLAGSTAFF: ELR $159.69 / door $185.00 = 86.3%
HONDA SPOKANE: ELR $147.93 / door $179.00 = 82.6%
LEXUS: ELR $187.42 / door $229.95 = 81.5%
CDJR POST FALLS: ELR $161.93 / door $199.95 = 80.9%
TOYOTA PRESCOTT: ELR $155.78 / door $195.00 = 79.8%
LR HENDERSON: ELR $234.48 / door $294.87 = 79.5%
KIA ST GEORGE: ELR $146.04 / door $185.00 = 78.9%
MAZDA: ELR $165.67 / door $209.87 = 78.9%
VW HENDERSON: ELR $160.84 / door $204.87 = 78.5%
VW ST GEORGE: ELR $141.89 / door $184.87 = 76.7%
AUDI HENDERSON: ELR $266.72 / door $348.87 = 76.4%
LR LV: ELR $233.88 / door $310.00 = 75.4%
SUBARU LV: ELR $162.12 / door $215.37 = 75.2%
NISSAN: ELR $180.14 / door $239.87 = 75.1%
TOYOTA FLAGSTAFF: ELR $142.51 / door $190.00 = 75.0%
SUBARU ST GEORGE: ELR $136.71 / door $185.00 = 73.8%
TOYOTA HENDERSON: ELR $154.55 / door $211.26 = 73.1%
HONDA HENDERSON: ELR $153.45 / door $211.87 = 72.4%
HONDA NORTH: ELR $149.70 / door $211.87 = 70.6%
KIA LV: ELR $150.72 / door $219.87 = 68.5%
LINCOLN: ELR $167.22 / door $244.87 = 68.2%
TOYOTA SPOKANE: ELR $124.92 / door $185.00 = 67.5%
GMC PRESCOTT: ELR $146.92 / door $220.00 = 66.7%
SUBARU PRESCOTT: ELR $139.81 / door $210.00 = 66.5%
CHEVY LV: ELR $146.25 / door $224.87 = 65.0%
HYUNDAI PRESCOTT: ELR $136.12 / door $210.00 = 64.8%
CADILLAC: ELR $175.47 / door $285.00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chart" Target="/ppt/charts/chart25.xml"/><Relationship Id="rId4" Type="http://schemas.openxmlformats.org/officeDocument/2006/relationships/chart" Target="/ppt/charts/chart26.xml"/><Relationship Id="rId5" Type="http://schemas.openxmlformats.org/officeDocument/2006/relationships/chart" Target="/ppt/charts/chart27.xml"/><Relationship Id="rId6" Type="http://schemas.openxmlformats.org/officeDocument/2006/relationships/chart" Target="/ppt/charts/chart28.xml"/><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chart" Target="/ppt/charts/chart30.xml"/><Relationship Id="rId3" Type="http://schemas.openxmlformats.org/officeDocument/2006/relationships/chart" Target="/ppt/charts/chart31.xml"/><Relationship Id="rId4" Type="http://schemas.openxmlformats.org/officeDocument/2006/relationships/chart" Target="/ppt/charts/chart32.xml"/><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599253" cy="110266"/>
          </a:xfrm>
          <a:prstGeom prst="rect">
            <a:avLst/>
          </a:prstGeom>
          <a:solidFill>
            <a:srgbClr val="12A566"/>
          </a:solidFill>
          <a:ln/>
        </p:spPr>
      </p:sp>
      <p:sp>
        <p:nvSpPr>
          <p:cNvPr id="16" name="Shape 14"/>
          <p:cNvSpPr/>
          <p:nvPr/>
        </p:nvSpPr>
        <p:spPr>
          <a:xfrm>
            <a:off x="4159743"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97857" cy="110266"/>
          </a:xfrm>
          <a:prstGeom prst="rect">
            <a:avLst/>
          </a:prstGeom>
          <a:solidFill>
            <a:srgbClr val="12A566"/>
          </a:solidFill>
          <a:ln/>
        </p:spPr>
      </p:sp>
      <p:sp>
        <p:nvSpPr>
          <p:cNvPr id="22" name="Shape 20"/>
          <p:cNvSpPr/>
          <p:nvPr/>
        </p:nvSpPr>
        <p:spPr>
          <a:xfrm>
            <a:off x="4159743"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396154" cy="110266"/>
          </a:xfrm>
          <a:prstGeom prst="rect">
            <a:avLst/>
          </a:prstGeom>
          <a:solidFill>
            <a:srgbClr val="12A566"/>
          </a:solidFill>
          <a:ln/>
        </p:spPr>
      </p:sp>
      <p:sp>
        <p:nvSpPr>
          <p:cNvPr id="28" name="Shape 26"/>
          <p:cNvSpPr/>
          <p:nvPr/>
        </p:nvSpPr>
        <p:spPr>
          <a:xfrm>
            <a:off x="4159743"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395716" cy="110266"/>
          </a:xfrm>
          <a:prstGeom prst="rect">
            <a:avLst/>
          </a:prstGeom>
          <a:solidFill>
            <a:srgbClr val="12A566"/>
          </a:solidFill>
          <a:ln/>
        </p:spPr>
      </p:sp>
      <p:sp>
        <p:nvSpPr>
          <p:cNvPr id="34" name="Shape 32"/>
          <p:cNvSpPr/>
          <p:nvPr/>
        </p:nvSpPr>
        <p:spPr>
          <a:xfrm>
            <a:off x="4159743"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094195" cy="110266"/>
          </a:xfrm>
          <a:prstGeom prst="rect">
            <a:avLst/>
          </a:prstGeom>
          <a:solidFill>
            <a:srgbClr val="C2352F"/>
          </a:solidFill>
          <a:ln/>
        </p:spPr>
      </p:sp>
      <p:sp>
        <p:nvSpPr>
          <p:cNvPr id="40" name="Shape 38"/>
          <p:cNvSpPr/>
          <p:nvPr/>
        </p:nvSpPr>
        <p:spPr>
          <a:xfrm>
            <a:off x="4159743"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092999" cy="110266"/>
          </a:xfrm>
          <a:prstGeom prst="rect">
            <a:avLst/>
          </a:prstGeom>
          <a:solidFill>
            <a:srgbClr val="C2352F"/>
          </a:solidFill>
          <a:ln/>
        </p:spPr>
      </p:sp>
      <p:sp>
        <p:nvSpPr>
          <p:cNvPr id="46" name="Shape 44"/>
          <p:cNvSpPr/>
          <p:nvPr/>
        </p:nvSpPr>
        <p:spPr>
          <a:xfrm>
            <a:off x="4159743"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658471" cy="110266"/>
          </a:xfrm>
          <a:prstGeom prst="rect">
            <a:avLst/>
          </a:prstGeom>
          <a:solidFill>
            <a:srgbClr val="12A566"/>
          </a:solidFill>
          <a:ln/>
        </p:spPr>
      </p:sp>
      <p:sp>
        <p:nvSpPr>
          <p:cNvPr id="51" name="Shape 49"/>
          <p:cNvSpPr/>
          <p:nvPr/>
        </p:nvSpPr>
        <p:spPr>
          <a:xfrm>
            <a:off x="4159743"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995599" cy="110266"/>
          </a:xfrm>
          <a:prstGeom prst="rect">
            <a:avLst/>
          </a:prstGeom>
          <a:solidFill>
            <a:srgbClr val="C2352F"/>
          </a:solidFill>
          <a:ln/>
        </p:spPr>
      </p:sp>
      <p:sp>
        <p:nvSpPr>
          <p:cNvPr id="57" name="Shape 55"/>
          <p:cNvSpPr/>
          <p:nvPr/>
        </p:nvSpPr>
        <p:spPr>
          <a:xfrm>
            <a:off x="4159743"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1530972" cy="110266"/>
          </a:xfrm>
          <a:prstGeom prst="rect">
            <a:avLst/>
          </a:prstGeom>
          <a:solidFill>
            <a:srgbClr val="12A566"/>
          </a:solidFill>
          <a:ln/>
        </p:spPr>
      </p:sp>
      <p:sp>
        <p:nvSpPr>
          <p:cNvPr id="62" name="Shape 60"/>
          <p:cNvSpPr/>
          <p:nvPr/>
        </p:nvSpPr>
        <p:spPr>
          <a:xfrm>
            <a:off x="4159743"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1530733" cy="110266"/>
          </a:xfrm>
          <a:prstGeom prst="rect">
            <a:avLst/>
          </a:prstGeom>
          <a:solidFill>
            <a:srgbClr val="12A566"/>
          </a:solidFill>
          <a:ln/>
        </p:spPr>
      </p:sp>
      <p:sp>
        <p:nvSpPr>
          <p:cNvPr id="67" name="Shape 65"/>
          <p:cNvSpPr/>
          <p:nvPr/>
        </p:nvSpPr>
        <p:spPr>
          <a:xfrm>
            <a:off x="4159743"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12830" cy="110266"/>
          </a:xfrm>
          <a:prstGeom prst="rect">
            <a:avLst/>
          </a:prstGeom>
          <a:solidFill>
            <a:srgbClr val="C2352F"/>
          </a:solidFill>
          <a:ln/>
        </p:spPr>
      </p:sp>
      <p:sp>
        <p:nvSpPr>
          <p:cNvPr id="73" name="Shape 71"/>
          <p:cNvSpPr/>
          <p:nvPr/>
        </p:nvSpPr>
        <p:spPr>
          <a:xfrm>
            <a:off x="4159743"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1465702" cy="110266"/>
          </a:xfrm>
          <a:prstGeom prst="rect">
            <a:avLst/>
          </a:prstGeom>
          <a:solidFill>
            <a:srgbClr val="12A566"/>
          </a:solidFill>
          <a:ln/>
        </p:spPr>
      </p:sp>
      <p:sp>
        <p:nvSpPr>
          <p:cNvPr id="78" name="Shape 76"/>
          <p:cNvSpPr/>
          <p:nvPr/>
        </p:nvSpPr>
        <p:spPr>
          <a:xfrm>
            <a:off x="4159743"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1405167" cy="110266"/>
          </a:xfrm>
          <a:prstGeom prst="rect">
            <a:avLst/>
          </a:prstGeom>
          <a:solidFill>
            <a:srgbClr val="12A566"/>
          </a:solidFill>
          <a:ln/>
        </p:spPr>
      </p:sp>
      <p:sp>
        <p:nvSpPr>
          <p:cNvPr id="83" name="Shape 81"/>
          <p:cNvSpPr/>
          <p:nvPr/>
        </p:nvSpPr>
        <p:spPr>
          <a:xfrm>
            <a:off x="4159743"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34814" cy="110266"/>
          </a:xfrm>
          <a:prstGeom prst="rect">
            <a:avLst/>
          </a:prstGeom>
          <a:solidFill>
            <a:srgbClr val="C2352F"/>
          </a:solidFill>
          <a:ln/>
        </p:spPr>
      </p:sp>
      <p:sp>
        <p:nvSpPr>
          <p:cNvPr id="89" name="Shape 87"/>
          <p:cNvSpPr/>
          <p:nvPr/>
        </p:nvSpPr>
        <p:spPr>
          <a:xfrm>
            <a:off x="4159743"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1345161" cy="110266"/>
          </a:xfrm>
          <a:prstGeom prst="rect">
            <a:avLst/>
          </a:prstGeom>
          <a:solidFill>
            <a:srgbClr val="12A566"/>
          </a:solidFill>
          <a:ln/>
        </p:spPr>
      </p:sp>
      <p:sp>
        <p:nvSpPr>
          <p:cNvPr id="94" name="Shape 92"/>
          <p:cNvSpPr/>
          <p:nvPr/>
        </p:nvSpPr>
        <p:spPr>
          <a:xfrm>
            <a:off x="4159743"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1336576" cy="110266"/>
          </a:xfrm>
          <a:prstGeom prst="rect">
            <a:avLst/>
          </a:prstGeom>
          <a:solidFill>
            <a:srgbClr val="12A566"/>
          </a:solidFill>
          <a:ln/>
        </p:spPr>
      </p:sp>
      <p:sp>
        <p:nvSpPr>
          <p:cNvPr id="99" name="Shape 97"/>
          <p:cNvSpPr/>
          <p:nvPr/>
        </p:nvSpPr>
        <p:spPr>
          <a:xfrm>
            <a:off x="4159743"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1310628" cy="110266"/>
          </a:xfrm>
          <a:prstGeom prst="rect">
            <a:avLst/>
          </a:prstGeom>
          <a:solidFill>
            <a:srgbClr val="12A566"/>
          </a:solidFill>
          <a:ln/>
        </p:spPr>
      </p:sp>
      <p:sp>
        <p:nvSpPr>
          <p:cNvPr id="104" name="Shape 102"/>
          <p:cNvSpPr/>
          <p:nvPr/>
        </p:nvSpPr>
        <p:spPr>
          <a:xfrm>
            <a:off x="4159743"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1303142" cy="110266"/>
          </a:xfrm>
          <a:prstGeom prst="rect">
            <a:avLst/>
          </a:prstGeom>
          <a:solidFill>
            <a:srgbClr val="12A566"/>
          </a:solidFill>
          <a:ln/>
        </p:spPr>
      </p:sp>
      <p:sp>
        <p:nvSpPr>
          <p:cNvPr id="109" name="Shape 107"/>
          <p:cNvSpPr/>
          <p:nvPr/>
        </p:nvSpPr>
        <p:spPr>
          <a:xfrm>
            <a:off x="9710151"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1296433" cy="110266"/>
          </a:xfrm>
          <a:prstGeom prst="rect">
            <a:avLst/>
          </a:prstGeom>
          <a:solidFill>
            <a:srgbClr val="12A566"/>
          </a:solidFill>
          <a:ln/>
        </p:spPr>
      </p:sp>
      <p:sp>
        <p:nvSpPr>
          <p:cNvPr id="114" name="Shape 112"/>
          <p:cNvSpPr/>
          <p:nvPr/>
        </p:nvSpPr>
        <p:spPr>
          <a:xfrm>
            <a:off x="9710151"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1160151" cy="110266"/>
          </a:xfrm>
          <a:prstGeom prst="rect">
            <a:avLst/>
          </a:prstGeom>
          <a:solidFill>
            <a:srgbClr val="C2352F"/>
          </a:solidFill>
          <a:ln/>
        </p:spPr>
      </p:sp>
      <p:sp>
        <p:nvSpPr>
          <p:cNvPr id="119" name="Shape 117"/>
          <p:cNvSpPr/>
          <p:nvPr/>
        </p:nvSpPr>
        <p:spPr>
          <a:xfrm>
            <a:off x="9710151"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1136807" cy="110266"/>
          </a:xfrm>
          <a:prstGeom prst="rect">
            <a:avLst/>
          </a:prstGeom>
          <a:solidFill>
            <a:srgbClr val="C2352F"/>
          </a:solidFill>
          <a:ln/>
        </p:spPr>
      </p:sp>
      <p:sp>
        <p:nvSpPr>
          <p:cNvPr id="124" name="Shape 122"/>
          <p:cNvSpPr/>
          <p:nvPr/>
        </p:nvSpPr>
        <p:spPr>
          <a:xfrm>
            <a:off x="9710151"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1108783" cy="110266"/>
          </a:xfrm>
          <a:prstGeom prst="rect">
            <a:avLst/>
          </a:prstGeom>
          <a:solidFill>
            <a:srgbClr val="C2352F"/>
          </a:solidFill>
          <a:ln/>
        </p:spPr>
      </p:sp>
      <p:sp>
        <p:nvSpPr>
          <p:cNvPr id="129" name="Shape 127"/>
          <p:cNvSpPr/>
          <p:nvPr/>
        </p:nvSpPr>
        <p:spPr>
          <a:xfrm>
            <a:off x="9710151"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1088944" cy="110266"/>
          </a:xfrm>
          <a:prstGeom prst="rect">
            <a:avLst/>
          </a:prstGeom>
          <a:solidFill>
            <a:srgbClr val="C2352F"/>
          </a:solidFill>
          <a:ln/>
        </p:spPr>
      </p:sp>
      <p:sp>
        <p:nvSpPr>
          <p:cNvPr id="134" name="Shape 132"/>
          <p:cNvSpPr/>
          <p:nvPr/>
        </p:nvSpPr>
        <p:spPr>
          <a:xfrm>
            <a:off x="9710151"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1063571" cy="110266"/>
          </a:xfrm>
          <a:prstGeom prst="rect">
            <a:avLst/>
          </a:prstGeom>
          <a:solidFill>
            <a:srgbClr val="C2352F"/>
          </a:solidFill>
          <a:ln/>
        </p:spPr>
      </p:sp>
      <p:sp>
        <p:nvSpPr>
          <p:cNvPr id="139" name="Shape 137"/>
          <p:cNvSpPr/>
          <p:nvPr/>
        </p:nvSpPr>
        <p:spPr>
          <a:xfrm>
            <a:off x="9710151"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1044439" cy="110266"/>
          </a:xfrm>
          <a:prstGeom prst="rect">
            <a:avLst/>
          </a:prstGeom>
          <a:solidFill>
            <a:srgbClr val="C2352F"/>
          </a:solidFill>
          <a:ln/>
        </p:spPr>
      </p:sp>
      <p:sp>
        <p:nvSpPr>
          <p:cNvPr id="144" name="Shape 142"/>
          <p:cNvSpPr/>
          <p:nvPr/>
        </p:nvSpPr>
        <p:spPr>
          <a:xfrm>
            <a:off x="9710151"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986681" cy="110266"/>
          </a:xfrm>
          <a:prstGeom prst="rect">
            <a:avLst/>
          </a:prstGeom>
          <a:solidFill>
            <a:srgbClr val="C2352F"/>
          </a:solidFill>
          <a:ln/>
        </p:spPr>
      </p:sp>
      <p:sp>
        <p:nvSpPr>
          <p:cNvPr id="149" name="Shape 147"/>
          <p:cNvSpPr/>
          <p:nvPr/>
        </p:nvSpPr>
        <p:spPr>
          <a:xfrm>
            <a:off x="9710151"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979901" cy="110266"/>
          </a:xfrm>
          <a:prstGeom prst="rect">
            <a:avLst/>
          </a:prstGeom>
          <a:solidFill>
            <a:srgbClr val="C2352F"/>
          </a:solidFill>
          <a:ln/>
        </p:spPr>
      </p:sp>
      <p:sp>
        <p:nvSpPr>
          <p:cNvPr id="154" name="Shape 152"/>
          <p:cNvSpPr/>
          <p:nvPr/>
        </p:nvSpPr>
        <p:spPr>
          <a:xfrm>
            <a:off x="9710151"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969197" cy="110266"/>
          </a:xfrm>
          <a:prstGeom prst="rect">
            <a:avLst/>
          </a:prstGeom>
          <a:solidFill>
            <a:srgbClr val="C2352F"/>
          </a:solidFill>
          <a:ln/>
        </p:spPr>
      </p:sp>
      <p:sp>
        <p:nvSpPr>
          <p:cNvPr id="159" name="Shape 157"/>
          <p:cNvSpPr/>
          <p:nvPr/>
        </p:nvSpPr>
        <p:spPr>
          <a:xfrm>
            <a:off x="9710151"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951153" cy="110266"/>
          </a:xfrm>
          <a:prstGeom prst="rect">
            <a:avLst/>
          </a:prstGeom>
          <a:solidFill>
            <a:srgbClr val="C2352F"/>
          </a:solidFill>
          <a:ln/>
        </p:spPr>
      </p:sp>
      <p:sp>
        <p:nvSpPr>
          <p:cNvPr id="164" name="Shape 162"/>
          <p:cNvSpPr/>
          <p:nvPr/>
        </p:nvSpPr>
        <p:spPr>
          <a:xfrm>
            <a:off x="9710151"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945514" cy="110266"/>
          </a:xfrm>
          <a:prstGeom prst="rect">
            <a:avLst/>
          </a:prstGeom>
          <a:solidFill>
            <a:srgbClr val="C2352F"/>
          </a:solidFill>
          <a:ln/>
        </p:spPr>
      </p:sp>
      <p:sp>
        <p:nvSpPr>
          <p:cNvPr id="169" name="Shape 167"/>
          <p:cNvSpPr/>
          <p:nvPr/>
        </p:nvSpPr>
        <p:spPr>
          <a:xfrm>
            <a:off x="9710151"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935633" cy="110266"/>
          </a:xfrm>
          <a:prstGeom prst="rect">
            <a:avLst/>
          </a:prstGeom>
          <a:solidFill>
            <a:srgbClr val="C2352F"/>
          </a:solidFill>
          <a:ln/>
        </p:spPr>
      </p:sp>
      <p:sp>
        <p:nvSpPr>
          <p:cNvPr id="174" name="Shape 172"/>
          <p:cNvSpPr/>
          <p:nvPr/>
        </p:nvSpPr>
        <p:spPr>
          <a:xfrm>
            <a:off x="9710151"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920871" cy="110266"/>
          </a:xfrm>
          <a:prstGeom prst="rect">
            <a:avLst/>
          </a:prstGeom>
          <a:solidFill>
            <a:srgbClr val="C2352F"/>
          </a:solidFill>
          <a:ln/>
        </p:spPr>
      </p:sp>
      <p:sp>
        <p:nvSpPr>
          <p:cNvPr id="179" name="Shape 177"/>
          <p:cNvSpPr/>
          <p:nvPr/>
        </p:nvSpPr>
        <p:spPr>
          <a:xfrm>
            <a:off x="9710151"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858628" cy="110266"/>
          </a:xfrm>
          <a:prstGeom prst="rect">
            <a:avLst/>
          </a:prstGeom>
          <a:solidFill>
            <a:srgbClr val="C2352F"/>
          </a:solidFill>
          <a:ln/>
        </p:spPr>
      </p:sp>
      <p:sp>
        <p:nvSpPr>
          <p:cNvPr id="184" name="Shape 182"/>
          <p:cNvSpPr/>
          <p:nvPr/>
        </p:nvSpPr>
        <p:spPr>
          <a:xfrm>
            <a:off x="971015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457852" cy="110266"/>
          </a:xfrm>
          <a:prstGeom prst="rect">
            <a:avLst/>
          </a:prstGeom>
          <a:solidFill>
            <a:srgbClr val="12A566"/>
          </a:solidFill>
          <a:ln/>
        </p:spPr>
      </p:sp>
      <p:sp>
        <p:nvSpPr>
          <p:cNvPr id="16" name="Shape 14"/>
          <p:cNvSpPr/>
          <p:nvPr/>
        </p:nvSpPr>
        <p:spPr>
          <a:xfrm>
            <a:off x="4189582"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286740" cy="110266"/>
          </a:xfrm>
          <a:prstGeom prst="rect">
            <a:avLst/>
          </a:prstGeom>
          <a:solidFill>
            <a:srgbClr val="12A566"/>
          </a:solidFill>
          <a:ln/>
        </p:spPr>
      </p:sp>
      <p:sp>
        <p:nvSpPr>
          <p:cNvPr id="22" name="Shape 20"/>
          <p:cNvSpPr/>
          <p:nvPr/>
        </p:nvSpPr>
        <p:spPr>
          <a:xfrm>
            <a:off x="4189582"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283929" cy="110266"/>
          </a:xfrm>
          <a:prstGeom prst="rect">
            <a:avLst/>
          </a:prstGeom>
          <a:solidFill>
            <a:srgbClr val="12A566"/>
          </a:solidFill>
          <a:ln/>
        </p:spPr>
      </p:sp>
      <p:sp>
        <p:nvSpPr>
          <p:cNvPr id="28" name="Shape 26"/>
          <p:cNvSpPr/>
          <p:nvPr/>
        </p:nvSpPr>
        <p:spPr>
          <a:xfrm>
            <a:off x="4189582"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279771" cy="110266"/>
          </a:xfrm>
          <a:prstGeom prst="rect">
            <a:avLst/>
          </a:prstGeom>
          <a:solidFill>
            <a:srgbClr val="12A566"/>
          </a:solidFill>
          <a:ln/>
        </p:spPr>
      </p:sp>
      <p:sp>
        <p:nvSpPr>
          <p:cNvPr id="34" name="Shape 32"/>
          <p:cNvSpPr/>
          <p:nvPr/>
        </p:nvSpPr>
        <p:spPr>
          <a:xfrm>
            <a:off x="4189582"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277948" cy="110266"/>
          </a:xfrm>
          <a:prstGeom prst="rect">
            <a:avLst/>
          </a:prstGeom>
          <a:solidFill>
            <a:srgbClr val="12A566"/>
          </a:solidFill>
          <a:ln/>
        </p:spPr>
      </p:sp>
      <p:sp>
        <p:nvSpPr>
          <p:cNvPr id="40" name="Shape 38"/>
          <p:cNvSpPr/>
          <p:nvPr/>
        </p:nvSpPr>
        <p:spPr>
          <a:xfrm>
            <a:off x="4189582"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215860" cy="110266"/>
          </a:xfrm>
          <a:prstGeom prst="rect">
            <a:avLst/>
          </a:prstGeom>
          <a:solidFill>
            <a:srgbClr val="12A566"/>
          </a:solidFill>
          <a:ln/>
        </p:spPr>
      </p:sp>
      <p:sp>
        <p:nvSpPr>
          <p:cNvPr id="46" name="Shape 44"/>
          <p:cNvSpPr/>
          <p:nvPr/>
        </p:nvSpPr>
        <p:spPr>
          <a:xfrm>
            <a:off x="4189582"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658471" cy="110266"/>
          </a:xfrm>
          <a:prstGeom prst="rect">
            <a:avLst/>
          </a:prstGeom>
          <a:solidFill>
            <a:srgbClr val="12A566"/>
          </a:solidFill>
          <a:ln/>
        </p:spPr>
      </p:sp>
      <p:sp>
        <p:nvSpPr>
          <p:cNvPr id="51" name="Shape 49"/>
          <p:cNvSpPr/>
          <p:nvPr/>
        </p:nvSpPr>
        <p:spPr>
          <a:xfrm>
            <a:off x="4189582"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058054" cy="110266"/>
          </a:xfrm>
          <a:prstGeom prst="rect">
            <a:avLst/>
          </a:prstGeom>
          <a:solidFill>
            <a:srgbClr val="C2352F"/>
          </a:solidFill>
          <a:ln/>
        </p:spPr>
      </p:sp>
      <p:sp>
        <p:nvSpPr>
          <p:cNvPr id="57" name="Shape 55"/>
          <p:cNvSpPr/>
          <p:nvPr/>
        </p:nvSpPr>
        <p:spPr>
          <a:xfrm>
            <a:off x="4189582"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385836" cy="110266"/>
          </a:xfrm>
          <a:prstGeom prst="rect">
            <a:avLst/>
          </a:prstGeom>
          <a:solidFill>
            <a:srgbClr val="12A566"/>
          </a:solidFill>
          <a:ln/>
        </p:spPr>
      </p:sp>
      <p:sp>
        <p:nvSpPr>
          <p:cNvPr id="62" name="Shape 60"/>
          <p:cNvSpPr/>
          <p:nvPr/>
        </p:nvSpPr>
        <p:spPr>
          <a:xfrm>
            <a:off x="4189582"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930641" cy="110266"/>
          </a:xfrm>
          <a:prstGeom prst="rect">
            <a:avLst/>
          </a:prstGeom>
          <a:solidFill>
            <a:srgbClr val="C2352F"/>
          </a:solidFill>
          <a:ln/>
        </p:spPr>
      </p:sp>
      <p:sp>
        <p:nvSpPr>
          <p:cNvPr id="68" name="Shape 66"/>
          <p:cNvSpPr/>
          <p:nvPr/>
        </p:nvSpPr>
        <p:spPr>
          <a:xfrm>
            <a:off x="4189582"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917631" cy="110266"/>
          </a:xfrm>
          <a:prstGeom prst="rect">
            <a:avLst/>
          </a:prstGeom>
          <a:solidFill>
            <a:srgbClr val="C2352F"/>
          </a:solidFill>
          <a:ln/>
        </p:spPr>
      </p:sp>
      <p:sp>
        <p:nvSpPr>
          <p:cNvPr id="74" name="Shape 72"/>
          <p:cNvSpPr/>
          <p:nvPr/>
        </p:nvSpPr>
        <p:spPr>
          <a:xfrm>
            <a:off x="418958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311361" cy="110266"/>
          </a:xfrm>
          <a:prstGeom prst="rect">
            <a:avLst/>
          </a:prstGeom>
          <a:solidFill>
            <a:srgbClr val="12A566"/>
          </a:solidFill>
          <a:ln/>
        </p:spPr>
      </p:sp>
      <p:sp>
        <p:nvSpPr>
          <p:cNvPr id="79" name="Shape 77"/>
          <p:cNvSpPr/>
          <p:nvPr/>
        </p:nvSpPr>
        <p:spPr>
          <a:xfrm>
            <a:off x="418958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289251" cy="110266"/>
          </a:xfrm>
          <a:prstGeom prst="rect">
            <a:avLst/>
          </a:prstGeom>
          <a:solidFill>
            <a:srgbClr val="12A566"/>
          </a:solidFill>
          <a:ln/>
        </p:spPr>
      </p:sp>
      <p:sp>
        <p:nvSpPr>
          <p:cNvPr id="84" name="Shape 82"/>
          <p:cNvSpPr/>
          <p:nvPr/>
        </p:nvSpPr>
        <p:spPr>
          <a:xfrm>
            <a:off x="418958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283069" cy="110266"/>
          </a:xfrm>
          <a:prstGeom prst="rect">
            <a:avLst/>
          </a:prstGeom>
          <a:solidFill>
            <a:srgbClr val="12A566"/>
          </a:solidFill>
          <a:ln/>
        </p:spPr>
      </p:sp>
      <p:sp>
        <p:nvSpPr>
          <p:cNvPr id="89" name="Shape 87"/>
          <p:cNvSpPr/>
          <p:nvPr/>
        </p:nvSpPr>
        <p:spPr>
          <a:xfrm>
            <a:off x="418958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265801" cy="110266"/>
          </a:xfrm>
          <a:prstGeom prst="rect">
            <a:avLst/>
          </a:prstGeom>
          <a:solidFill>
            <a:srgbClr val="12A566"/>
          </a:solidFill>
          <a:ln/>
        </p:spPr>
      </p:sp>
      <p:sp>
        <p:nvSpPr>
          <p:cNvPr id="94" name="Shape 92"/>
          <p:cNvSpPr/>
          <p:nvPr/>
        </p:nvSpPr>
        <p:spPr>
          <a:xfrm>
            <a:off x="418958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257200" cy="110266"/>
          </a:xfrm>
          <a:prstGeom prst="rect">
            <a:avLst/>
          </a:prstGeom>
          <a:solidFill>
            <a:srgbClr val="12A566"/>
          </a:solidFill>
          <a:ln/>
        </p:spPr>
      </p:sp>
      <p:sp>
        <p:nvSpPr>
          <p:cNvPr id="99" name="Shape 97"/>
          <p:cNvSpPr/>
          <p:nvPr/>
        </p:nvSpPr>
        <p:spPr>
          <a:xfrm>
            <a:off x="418958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255672" cy="110266"/>
          </a:xfrm>
          <a:prstGeom prst="rect">
            <a:avLst/>
          </a:prstGeom>
          <a:solidFill>
            <a:srgbClr val="12A566"/>
          </a:solidFill>
          <a:ln/>
        </p:spPr>
      </p:sp>
      <p:sp>
        <p:nvSpPr>
          <p:cNvPr id="104" name="Shape 102"/>
          <p:cNvSpPr/>
          <p:nvPr/>
        </p:nvSpPr>
        <p:spPr>
          <a:xfrm>
            <a:off x="418958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1239620" cy="110266"/>
          </a:xfrm>
          <a:prstGeom prst="rect">
            <a:avLst/>
          </a:prstGeom>
          <a:solidFill>
            <a:srgbClr val="12A566"/>
          </a:solidFill>
          <a:ln/>
        </p:spPr>
      </p:sp>
      <p:sp>
        <p:nvSpPr>
          <p:cNvPr id="109" name="Shape 107"/>
          <p:cNvSpPr/>
          <p:nvPr/>
        </p:nvSpPr>
        <p:spPr>
          <a:xfrm>
            <a:off x="973999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1230530" cy="110266"/>
          </a:xfrm>
          <a:prstGeom prst="rect">
            <a:avLst/>
          </a:prstGeom>
          <a:solidFill>
            <a:srgbClr val="12A566"/>
          </a:solidFill>
          <a:ln/>
        </p:spPr>
      </p:sp>
      <p:sp>
        <p:nvSpPr>
          <p:cNvPr id="114" name="Shape 112"/>
          <p:cNvSpPr/>
          <p:nvPr/>
        </p:nvSpPr>
        <p:spPr>
          <a:xfrm>
            <a:off x="973999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1217330" cy="110266"/>
          </a:xfrm>
          <a:prstGeom prst="rect">
            <a:avLst/>
          </a:prstGeom>
          <a:solidFill>
            <a:srgbClr val="12A566"/>
          </a:solidFill>
          <a:ln/>
        </p:spPr>
      </p:sp>
      <p:sp>
        <p:nvSpPr>
          <p:cNvPr id="119" name="Shape 117"/>
          <p:cNvSpPr/>
          <p:nvPr/>
        </p:nvSpPr>
        <p:spPr>
          <a:xfrm>
            <a:off x="973999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1207702" cy="110266"/>
          </a:xfrm>
          <a:prstGeom prst="rect">
            <a:avLst/>
          </a:prstGeom>
          <a:solidFill>
            <a:srgbClr val="12A566"/>
          </a:solidFill>
          <a:ln/>
        </p:spPr>
      </p:sp>
      <p:sp>
        <p:nvSpPr>
          <p:cNvPr id="124" name="Shape 122"/>
          <p:cNvSpPr/>
          <p:nvPr/>
        </p:nvSpPr>
        <p:spPr>
          <a:xfrm>
            <a:off x="973999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1175735" cy="110266"/>
          </a:xfrm>
          <a:prstGeom prst="rect">
            <a:avLst/>
          </a:prstGeom>
          <a:solidFill>
            <a:srgbClr val="C2352F"/>
          </a:solidFill>
          <a:ln/>
        </p:spPr>
      </p:sp>
      <p:sp>
        <p:nvSpPr>
          <p:cNvPr id="129" name="Shape 127"/>
          <p:cNvSpPr/>
          <p:nvPr/>
        </p:nvSpPr>
        <p:spPr>
          <a:xfrm>
            <a:off x="973999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1167864" cy="110266"/>
          </a:xfrm>
          <a:prstGeom prst="rect">
            <a:avLst/>
          </a:prstGeom>
          <a:solidFill>
            <a:srgbClr val="C2352F"/>
          </a:solidFill>
          <a:ln/>
        </p:spPr>
      </p:sp>
      <p:sp>
        <p:nvSpPr>
          <p:cNvPr id="134" name="Shape 132"/>
          <p:cNvSpPr/>
          <p:nvPr/>
        </p:nvSpPr>
        <p:spPr>
          <a:xfrm>
            <a:off x="973999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1138434" cy="110266"/>
          </a:xfrm>
          <a:prstGeom prst="rect">
            <a:avLst/>
          </a:prstGeom>
          <a:solidFill>
            <a:srgbClr val="C2352F"/>
          </a:solidFill>
          <a:ln/>
        </p:spPr>
      </p:sp>
      <p:sp>
        <p:nvSpPr>
          <p:cNvPr id="139" name="Shape 137"/>
          <p:cNvSpPr/>
          <p:nvPr/>
        </p:nvSpPr>
        <p:spPr>
          <a:xfrm>
            <a:off x="973999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1133676" cy="110266"/>
          </a:xfrm>
          <a:prstGeom prst="rect">
            <a:avLst/>
          </a:prstGeom>
          <a:solidFill>
            <a:srgbClr val="C2352F"/>
          </a:solidFill>
          <a:ln/>
        </p:spPr>
      </p:sp>
      <p:sp>
        <p:nvSpPr>
          <p:cNvPr id="144" name="Shape 142"/>
          <p:cNvSpPr/>
          <p:nvPr/>
        </p:nvSpPr>
        <p:spPr>
          <a:xfrm>
            <a:off x="973999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1127091" cy="110266"/>
          </a:xfrm>
          <a:prstGeom prst="rect">
            <a:avLst/>
          </a:prstGeom>
          <a:solidFill>
            <a:srgbClr val="C2352F"/>
          </a:solidFill>
          <a:ln/>
        </p:spPr>
      </p:sp>
      <p:sp>
        <p:nvSpPr>
          <p:cNvPr id="149" name="Shape 147"/>
          <p:cNvSpPr/>
          <p:nvPr/>
        </p:nvSpPr>
        <p:spPr>
          <a:xfrm>
            <a:off x="973999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1125055" cy="110266"/>
          </a:xfrm>
          <a:prstGeom prst="rect">
            <a:avLst/>
          </a:prstGeom>
          <a:solidFill>
            <a:srgbClr val="C2352F"/>
          </a:solidFill>
          <a:ln/>
        </p:spPr>
      </p:sp>
      <p:sp>
        <p:nvSpPr>
          <p:cNvPr id="154" name="Shape 152"/>
          <p:cNvSpPr/>
          <p:nvPr/>
        </p:nvSpPr>
        <p:spPr>
          <a:xfrm>
            <a:off x="973999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1111707" cy="110266"/>
          </a:xfrm>
          <a:prstGeom prst="rect">
            <a:avLst/>
          </a:prstGeom>
          <a:solidFill>
            <a:srgbClr val="C2352F"/>
          </a:solidFill>
          <a:ln/>
        </p:spPr>
      </p:sp>
      <p:sp>
        <p:nvSpPr>
          <p:cNvPr id="159" name="Shape 157"/>
          <p:cNvSpPr/>
          <p:nvPr/>
        </p:nvSpPr>
        <p:spPr>
          <a:xfrm>
            <a:off x="973999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1096152" cy="110266"/>
          </a:xfrm>
          <a:prstGeom prst="rect">
            <a:avLst/>
          </a:prstGeom>
          <a:solidFill>
            <a:srgbClr val="C2352F"/>
          </a:solidFill>
          <a:ln/>
        </p:spPr>
      </p:sp>
      <p:sp>
        <p:nvSpPr>
          <p:cNvPr id="164" name="Shape 162"/>
          <p:cNvSpPr/>
          <p:nvPr/>
        </p:nvSpPr>
        <p:spPr>
          <a:xfrm>
            <a:off x="973999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1091062" cy="110266"/>
          </a:xfrm>
          <a:prstGeom prst="rect">
            <a:avLst/>
          </a:prstGeom>
          <a:solidFill>
            <a:srgbClr val="C2352F"/>
          </a:solidFill>
          <a:ln/>
        </p:spPr>
      </p:sp>
      <p:sp>
        <p:nvSpPr>
          <p:cNvPr id="169" name="Shape 167"/>
          <p:cNvSpPr/>
          <p:nvPr/>
        </p:nvSpPr>
        <p:spPr>
          <a:xfrm>
            <a:off x="973999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1064841" cy="110266"/>
          </a:xfrm>
          <a:prstGeom prst="rect">
            <a:avLst/>
          </a:prstGeom>
          <a:solidFill>
            <a:srgbClr val="C2352F"/>
          </a:solidFill>
          <a:ln/>
        </p:spPr>
      </p:sp>
      <p:sp>
        <p:nvSpPr>
          <p:cNvPr id="174" name="Shape 172"/>
          <p:cNvSpPr/>
          <p:nvPr/>
        </p:nvSpPr>
        <p:spPr>
          <a:xfrm>
            <a:off x="973999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1027823" cy="110266"/>
          </a:xfrm>
          <a:prstGeom prst="rect">
            <a:avLst/>
          </a:prstGeom>
          <a:solidFill>
            <a:srgbClr val="C2352F"/>
          </a:solidFill>
          <a:ln/>
        </p:spPr>
      </p:sp>
      <p:sp>
        <p:nvSpPr>
          <p:cNvPr id="179" name="Shape 177"/>
          <p:cNvSpPr/>
          <p:nvPr/>
        </p:nvSpPr>
        <p:spPr>
          <a:xfrm>
            <a:off x="973999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993409" cy="110266"/>
          </a:xfrm>
          <a:prstGeom prst="rect">
            <a:avLst/>
          </a:prstGeom>
          <a:solidFill>
            <a:srgbClr val="C2352F"/>
          </a:solidFill>
          <a:ln/>
        </p:spPr>
      </p:sp>
      <p:sp>
        <p:nvSpPr>
          <p:cNvPr id="184" name="Shape 182"/>
          <p:cNvSpPr/>
          <p:nvPr/>
        </p:nvSpPr>
        <p:spPr>
          <a:xfrm>
            <a:off x="973999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58471" cy="110266"/>
          </a:xfrm>
          <a:prstGeom prst="rect">
            <a:avLst/>
          </a:prstGeom>
          <a:solidFill>
            <a:srgbClr val="12A566"/>
          </a:solidFill>
          <a:ln/>
        </p:spPr>
      </p:sp>
      <p:sp>
        <p:nvSpPr>
          <p:cNvPr id="16" name="Shape 14"/>
          <p:cNvSpPr/>
          <p:nvPr/>
        </p:nvSpPr>
        <p:spPr>
          <a:xfrm>
            <a:off x="4120282"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54662" cy="110266"/>
          </a:xfrm>
          <a:prstGeom prst="rect">
            <a:avLst/>
          </a:prstGeom>
          <a:solidFill>
            <a:srgbClr val="12A566"/>
          </a:solidFill>
          <a:ln/>
        </p:spPr>
      </p:sp>
      <p:sp>
        <p:nvSpPr>
          <p:cNvPr id="22" name="Shape 20"/>
          <p:cNvSpPr/>
          <p:nvPr/>
        </p:nvSpPr>
        <p:spPr>
          <a:xfrm>
            <a:off x="4120282"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49321" cy="110266"/>
          </a:xfrm>
          <a:prstGeom prst="rect">
            <a:avLst/>
          </a:prstGeom>
          <a:solidFill>
            <a:srgbClr val="12A566"/>
          </a:solidFill>
          <a:ln/>
        </p:spPr>
      </p:sp>
      <p:sp>
        <p:nvSpPr>
          <p:cNvPr id="28" name="Shape 26"/>
          <p:cNvSpPr/>
          <p:nvPr/>
        </p:nvSpPr>
        <p:spPr>
          <a:xfrm>
            <a:off x="4120282"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52099" cy="110266"/>
          </a:xfrm>
          <a:prstGeom prst="rect">
            <a:avLst/>
          </a:prstGeom>
          <a:solidFill>
            <a:srgbClr val="12A566"/>
          </a:solidFill>
          <a:ln/>
        </p:spPr>
      </p:sp>
      <p:sp>
        <p:nvSpPr>
          <p:cNvPr id="34" name="Shape 32"/>
          <p:cNvSpPr/>
          <p:nvPr/>
        </p:nvSpPr>
        <p:spPr>
          <a:xfrm>
            <a:off x="4120282"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39643" cy="110266"/>
          </a:xfrm>
          <a:prstGeom prst="rect">
            <a:avLst/>
          </a:prstGeom>
          <a:solidFill>
            <a:srgbClr val="12A566"/>
          </a:solidFill>
          <a:ln/>
        </p:spPr>
      </p:sp>
      <p:sp>
        <p:nvSpPr>
          <p:cNvPr id="40" name="Shape 38"/>
          <p:cNvSpPr/>
          <p:nvPr/>
        </p:nvSpPr>
        <p:spPr>
          <a:xfrm>
            <a:off x="4120282"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899356" cy="110266"/>
          </a:xfrm>
          <a:prstGeom prst="rect">
            <a:avLst/>
          </a:prstGeom>
          <a:solidFill>
            <a:srgbClr val="C2352F"/>
          </a:solidFill>
          <a:ln/>
        </p:spPr>
      </p:sp>
      <p:sp>
        <p:nvSpPr>
          <p:cNvPr id="46" name="Shape 44"/>
          <p:cNvSpPr/>
          <p:nvPr/>
        </p:nvSpPr>
        <p:spPr>
          <a:xfrm>
            <a:off x="4120282"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25155" cy="110266"/>
          </a:xfrm>
          <a:prstGeom prst="rect">
            <a:avLst/>
          </a:prstGeom>
          <a:solidFill>
            <a:srgbClr val="C2352F"/>
          </a:solidFill>
          <a:ln/>
        </p:spPr>
      </p:sp>
      <p:sp>
        <p:nvSpPr>
          <p:cNvPr id="52" name="Shape 50"/>
          <p:cNvSpPr/>
          <p:nvPr/>
        </p:nvSpPr>
        <p:spPr>
          <a:xfrm>
            <a:off x="4120282"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40306" cy="110266"/>
          </a:xfrm>
          <a:prstGeom prst="rect">
            <a:avLst/>
          </a:prstGeom>
          <a:solidFill>
            <a:srgbClr val="C2352F"/>
          </a:solidFill>
          <a:ln/>
        </p:spPr>
      </p:sp>
      <p:sp>
        <p:nvSpPr>
          <p:cNvPr id="58" name="Shape 56"/>
          <p:cNvSpPr/>
          <p:nvPr/>
        </p:nvSpPr>
        <p:spPr>
          <a:xfrm>
            <a:off x="4120282"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15741" cy="110266"/>
          </a:xfrm>
          <a:prstGeom prst="rect">
            <a:avLst/>
          </a:prstGeom>
          <a:solidFill>
            <a:srgbClr val="C2352F"/>
          </a:solidFill>
          <a:ln/>
        </p:spPr>
      </p:sp>
      <p:sp>
        <p:nvSpPr>
          <p:cNvPr id="64" name="Shape 62"/>
          <p:cNvSpPr/>
          <p:nvPr/>
        </p:nvSpPr>
        <p:spPr>
          <a:xfrm>
            <a:off x="4120282"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1653705" cy="110266"/>
          </a:xfrm>
          <a:prstGeom prst="rect">
            <a:avLst/>
          </a:prstGeom>
          <a:solidFill>
            <a:srgbClr val="12A566"/>
          </a:solidFill>
          <a:ln/>
        </p:spPr>
      </p:sp>
      <p:sp>
        <p:nvSpPr>
          <p:cNvPr id="69" name="Shape 67"/>
          <p:cNvSpPr/>
          <p:nvPr/>
        </p:nvSpPr>
        <p:spPr>
          <a:xfrm>
            <a:off x="412028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1577968" cy="110266"/>
          </a:xfrm>
          <a:prstGeom prst="rect">
            <a:avLst/>
          </a:prstGeom>
          <a:solidFill>
            <a:srgbClr val="12A566"/>
          </a:solidFill>
          <a:ln/>
        </p:spPr>
      </p:sp>
      <p:sp>
        <p:nvSpPr>
          <p:cNvPr id="74" name="Shape 72"/>
          <p:cNvSpPr/>
          <p:nvPr/>
        </p:nvSpPr>
        <p:spPr>
          <a:xfrm>
            <a:off x="412028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1503381" cy="110266"/>
          </a:xfrm>
          <a:prstGeom prst="rect">
            <a:avLst/>
          </a:prstGeom>
          <a:solidFill>
            <a:srgbClr val="12A566"/>
          </a:solidFill>
          <a:ln/>
        </p:spPr>
      </p:sp>
      <p:sp>
        <p:nvSpPr>
          <p:cNvPr id="79" name="Shape 77"/>
          <p:cNvSpPr/>
          <p:nvPr/>
        </p:nvSpPr>
        <p:spPr>
          <a:xfrm>
            <a:off x="412028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1412321" cy="110266"/>
          </a:xfrm>
          <a:prstGeom prst="rect">
            <a:avLst/>
          </a:prstGeom>
          <a:solidFill>
            <a:srgbClr val="12A566"/>
          </a:solidFill>
          <a:ln/>
        </p:spPr>
      </p:sp>
      <p:sp>
        <p:nvSpPr>
          <p:cNvPr id="84" name="Shape 82"/>
          <p:cNvSpPr/>
          <p:nvPr/>
        </p:nvSpPr>
        <p:spPr>
          <a:xfrm>
            <a:off x="412028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1353340" cy="110266"/>
          </a:xfrm>
          <a:prstGeom prst="rect">
            <a:avLst/>
          </a:prstGeom>
          <a:solidFill>
            <a:srgbClr val="12A566"/>
          </a:solidFill>
          <a:ln/>
        </p:spPr>
      </p:sp>
      <p:sp>
        <p:nvSpPr>
          <p:cNvPr id="89" name="Shape 87"/>
          <p:cNvSpPr/>
          <p:nvPr/>
        </p:nvSpPr>
        <p:spPr>
          <a:xfrm>
            <a:off x="412028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1320726" cy="110266"/>
          </a:xfrm>
          <a:prstGeom prst="rect">
            <a:avLst/>
          </a:prstGeom>
          <a:solidFill>
            <a:srgbClr val="12A566"/>
          </a:solidFill>
          <a:ln/>
        </p:spPr>
      </p:sp>
      <p:sp>
        <p:nvSpPr>
          <p:cNvPr id="94" name="Shape 92"/>
          <p:cNvSpPr/>
          <p:nvPr/>
        </p:nvSpPr>
        <p:spPr>
          <a:xfrm>
            <a:off x="412028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1282619" cy="110266"/>
          </a:xfrm>
          <a:prstGeom prst="rect">
            <a:avLst/>
          </a:prstGeom>
          <a:solidFill>
            <a:srgbClr val="12A566"/>
          </a:solidFill>
          <a:ln/>
        </p:spPr>
      </p:sp>
      <p:sp>
        <p:nvSpPr>
          <p:cNvPr id="99" name="Shape 97"/>
          <p:cNvSpPr/>
          <p:nvPr/>
        </p:nvSpPr>
        <p:spPr>
          <a:xfrm>
            <a:off x="412028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1272990" cy="110266"/>
          </a:xfrm>
          <a:prstGeom prst="rect">
            <a:avLst/>
          </a:prstGeom>
          <a:solidFill>
            <a:srgbClr val="12A566"/>
          </a:solidFill>
          <a:ln/>
        </p:spPr>
      </p:sp>
      <p:sp>
        <p:nvSpPr>
          <p:cNvPr id="104" name="Shape 102"/>
          <p:cNvSpPr/>
          <p:nvPr/>
        </p:nvSpPr>
        <p:spPr>
          <a:xfrm>
            <a:off x="412028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1270673" cy="110266"/>
          </a:xfrm>
          <a:prstGeom prst="rect">
            <a:avLst/>
          </a:prstGeom>
          <a:solidFill>
            <a:srgbClr val="12A566"/>
          </a:solidFill>
          <a:ln/>
        </p:spPr>
      </p:sp>
      <p:sp>
        <p:nvSpPr>
          <p:cNvPr id="109" name="Shape 107"/>
          <p:cNvSpPr/>
          <p:nvPr/>
        </p:nvSpPr>
        <p:spPr>
          <a:xfrm>
            <a:off x="967069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1227837" cy="110266"/>
          </a:xfrm>
          <a:prstGeom prst="rect">
            <a:avLst/>
          </a:prstGeom>
          <a:solidFill>
            <a:srgbClr val="12A566"/>
          </a:solidFill>
          <a:ln/>
        </p:spPr>
      </p:sp>
      <p:sp>
        <p:nvSpPr>
          <p:cNvPr id="114" name="Shape 112"/>
          <p:cNvSpPr/>
          <p:nvPr/>
        </p:nvSpPr>
        <p:spPr>
          <a:xfrm>
            <a:off x="967069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1190170" cy="110266"/>
          </a:xfrm>
          <a:prstGeom prst="rect">
            <a:avLst/>
          </a:prstGeom>
          <a:solidFill>
            <a:srgbClr val="12A566"/>
          </a:solidFill>
          <a:ln/>
        </p:spPr>
      </p:sp>
      <p:sp>
        <p:nvSpPr>
          <p:cNvPr id="119" name="Shape 117"/>
          <p:cNvSpPr/>
          <p:nvPr/>
        </p:nvSpPr>
        <p:spPr>
          <a:xfrm>
            <a:off x="967069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1165364" cy="110266"/>
          </a:xfrm>
          <a:prstGeom prst="rect">
            <a:avLst/>
          </a:prstGeom>
          <a:solidFill>
            <a:srgbClr val="12A566"/>
          </a:solidFill>
          <a:ln/>
        </p:spPr>
      </p:sp>
      <p:sp>
        <p:nvSpPr>
          <p:cNvPr id="124" name="Shape 122"/>
          <p:cNvSpPr/>
          <p:nvPr/>
        </p:nvSpPr>
        <p:spPr>
          <a:xfrm>
            <a:off x="967069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1152802" cy="110266"/>
          </a:xfrm>
          <a:prstGeom prst="rect">
            <a:avLst/>
          </a:prstGeom>
          <a:solidFill>
            <a:srgbClr val="12A566"/>
          </a:solidFill>
          <a:ln/>
        </p:spPr>
      </p:sp>
      <p:sp>
        <p:nvSpPr>
          <p:cNvPr id="129" name="Shape 127"/>
          <p:cNvSpPr/>
          <p:nvPr/>
        </p:nvSpPr>
        <p:spPr>
          <a:xfrm>
            <a:off x="967069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1012530" cy="110266"/>
          </a:xfrm>
          <a:prstGeom prst="rect">
            <a:avLst/>
          </a:prstGeom>
          <a:solidFill>
            <a:srgbClr val="C2352F"/>
          </a:solidFill>
          <a:ln/>
        </p:spPr>
      </p:sp>
      <p:sp>
        <p:nvSpPr>
          <p:cNvPr id="134" name="Shape 132"/>
          <p:cNvSpPr/>
          <p:nvPr/>
        </p:nvSpPr>
        <p:spPr>
          <a:xfrm>
            <a:off x="967069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1010719" cy="110266"/>
          </a:xfrm>
          <a:prstGeom prst="rect">
            <a:avLst/>
          </a:prstGeom>
          <a:solidFill>
            <a:srgbClr val="C2352F"/>
          </a:solidFill>
          <a:ln/>
        </p:spPr>
      </p:sp>
      <p:sp>
        <p:nvSpPr>
          <p:cNvPr id="139" name="Shape 137"/>
          <p:cNvSpPr/>
          <p:nvPr/>
        </p:nvSpPr>
        <p:spPr>
          <a:xfrm>
            <a:off x="967069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995064" cy="110266"/>
          </a:xfrm>
          <a:prstGeom prst="rect">
            <a:avLst/>
          </a:prstGeom>
          <a:solidFill>
            <a:srgbClr val="C2352F"/>
          </a:solidFill>
          <a:ln/>
        </p:spPr>
      </p:sp>
      <p:sp>
        <p:nvSpPr>
          <p:cNvPr id="144" name="Shape 142"/>
          <p:cNvSpPr/>
          <p:nvPr/>
        </p:nvSpPr>
        <p:spPr>
          <a:xfrm>
            <a:off x="967069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980911" cy="110266"/>
          </a:xfrm>
          <a:prstGeom prst="rect">
            <a:avLst/>
          </a:prstGeom>
          <a:solidFill>
            <a:srgbClr val="C2352F"/>
          </a:solidFill>
          <a:ln/>
        </p:spPr>
      </p:sp>
      <p:sp>
        <p:nvSpPr>
          <p:cNvPr id="149" name="Shape 147"/>
          <p:cNvSpPr/>
          <p:nvPr/>
        </p:nvSpPr>
        <p:spPr>
          <a:xfrm>
            <a:off x="967069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966604" cy="110266"/>
          </a:xfrm>
          <a:prstGeom prst="rect">
            <a:avLst/>
          </a:prstGeom>
          <a:solidFill>
            <a:srgbClr val="C2352F"/>
          </a:solidFill>
          <a:ln/>
        </p:spPr>
      </p:sp>
      <p:sp>
        <p:nvSpPr>
          <p:cNvPr id="154" name="Shape 152"/>
          <p:cNvSpPr/>
          <p:nvPr/>
        </p:nvSpPr>
        <p:spPr>
          <a:xfrm>
            <a:off x="967069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944704" cy="110266"/>
          </a:xfrm>
          <a:prstGeom prst="rect">
            <a:avLst/>
          </a:prstGeom>
          <a:solidFill>
            <a:srgbClr val="C2352F"/>
          </a:solidFill>
          <a:ln/>
        </p:spPr>
      </p:sp>
      <p:sp>
        <p:nvSpPr>
          <p:cNvPr id="159" name="Shape 157"/>
          <p:cNvSpPr/>
          <p:nvPr/>
        </p:nvSpPr>
        <p:spPr>
          <a:xfrm>
            <a:off x="967069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936986" cy="110266"/>
          </a:xfrm>
          <a:prstGeom prst="rect">
            <a:avLst/>
          </a:prstGeom>
          <a:solidFill>
            <a:srgbClr val="C2352F"/>
          </a:solidFill>
          <a:ln/>
        </p:spPr>
      </p:sp>
      <p:sp>
        <p:nvSpPr>
          <p:cNvPr id="164" name="Shape 162"/>
          <p:cNvSpPr/>
          <p:nvPr/>
        </p:nvSpPr>
        <p:spPr>
          <a:xfrm>
            <a:off x="967069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906947" cy="110266"/>
          </a:xfrm>
          <a:prstGeom prst="rect">
            <a:avLst/>
          </a:prstGeom>
          <a:solidFill>
            <a:srgbClr val="C2352F"/>
          </a:solidFill>
          <a:ln/>
        </p:spPr>
      </p:sp>
      <p:sp>
        <p:nvSpPr>
          <p:cNvPr id="169" name="Shape 167"/>
          <p:cNvSpPr/>
          <p:nvPr/>
        </p:nvSpPr>
        <p:spPr>
          <a:xfrm>
            <a:off x="967069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852977" cy="110266"/>
          </a:xfrm>
          <a:prstGeom prst="rect">
            <a:avLst/>
          </a:prstGeom>
          <a:solidFill>
            <a:srgbClr val="C2352F"/>
          </a:solidFill>
          <a:ln/>
        </p:spPr>
      </p:sp>
      <p:sp>
        <p:nvSpPr>
          <p:cNvPr id="174" name="Shape 172"/>
          <p:cNvSpPr/>
          <p:nvPr/>
        </p:nvSpPr>
        <p:spPr>
          <a:xfrm>
            <a:off x="967069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794261" cy="110266"/>
          </a:xfrm>
          <a:prstGeom prst="rect">
            <a:avLst/>
          </a:prstGeom>
          <a:solidFill>
            <a:srgbClr val="C2352F"/>
          </a:solidFill>
          <a:ln/>
        </p:spPr>
      </p:sp>
      <p:sp>
        <p:nvSpPr>
          <p:cNvPr id="179" name="Shape 177"/>
          <p:cNvSpPr/>
          <p:nvPr/>
        </p:nvSpPr>
        <p:spPr>
          <a:xfrm>
            <a:off x="967069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773488" cy="110266"/>
          </a:xfrm>
          <a:prstGeom prst="rect">
            <a:avLst/>
          </a:prstGeom>
          <a:solidFill>
            <a:srgbClr val="C2352F"/>
          </a:solidFill>
          <a:ln/>
        </p:spPr>
      </p:sp>
      <p:sp>
        <p:nvSpPr>
          <p:cNvPr id="184" name="Shape 182"/>
          <p:cNvSpPr/>
          <p:nvPr/>
        </p:nvSpPr>
        <p:spPr>
          <a:xfrm>
            <a:off x="967069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line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58471" cy="110266"/>
          </a:xfrm>
          <a:prstGeom prst="rect">
            <a:avLst/>
          </a:prstGeom>
          <a:solidFill>
            <a:srgbClr val="12A566"/>
          </a:solidFill>
          <a:ln/>
        </p:spPr>
      </p:sp>
      <p:sp>
        <p:nvSpPr>
          <p:cNvPr id="16" name="Shape 14"/>
          <p:cNvSpPr/>
          <p:nvPr/>
        </p:nvSpPr>
        <p:spPr>
          <a:xfrm>
            <a:off x="3954228"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11545" cy="110266"/>
          </a:xfrm>
          <a:prstGeom prst="rect">
            <a:avLst/>
          </a:prstGeom>
          <a:solidFill>
            <a:srgbClr val="12A566"/>
          </a:solidFill>
          <a:ln/>
        </p:spPr>
      </p:sp>
      <p:sp>
        <p:nvSpPr>
          <p:cNvPr id="22" name="Shape 20"/>
          <p:cNvSpPr/>
          <p:nvPr/>
        </p:nvSpPr>
        <p:spPr>
          <a:xfrm>
            <a:off x="3954228"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56745" cy="110266"/>
          </a:xfrm>
          <a:prstGeom prst="rect">
            <a:avLst/>
          </a:prstGeom>
          <a:solidFill>
            <a:srgbClr val="12A566"/>
          </a:solidFill>
          <a:ln/>
        </p:spPr>
      </p:sp>
      <p:sp>
        <p:nvSpPr>
          <p:cNvPr id="28" name="Shape 26"/>
          <p:cNvSpPr/>
          <p:nvPr/>
        </p:nvSpPr>
        <p:spPr>
          <a:xfrm>
            <a:off x="3954228"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19524" cy="110266"/>
          </a:xfrm>
          <a:prstGeom prst="rect">
            <a:avLst/>
          </a:prstGeom>
          <a:solidFill>
            <a:srgbClr val="12A566"/>
          </a:solidFill>
          <a:ln/>
        </p:spPr>
      </p:sp>
      <p:sp>
        <p:nvSpPr>
          <p:cNvPr id="34" name="Shape 32"/>
          <p:cNvSpPr/>
          <p:nvPr/>
        </p:nvSpPr>
        <p:spPr>
          <a:xfrm>
            <a:off x="3954228"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70086" cy="110266"/>
          </a:xfrm>
          <a:prstGeom prst="rect">
            <a:avLst/>
          </a:prstGeom>
          <a:solidFill>
            <a:srgbClr val="12A566"/>
          </a:solidFill>
          <a:ln/>
        </p:spPr>
      </p:sp>
      <p:sp>
        <p:nvSpPr>
          <p:cNvPr id="40" name="Shape 38"/>
          <p:cNvSpPr/>
          <p:nvPr/>
        </p:nvSpPr>
        <p:spPr>
          <a:xfrm>
            <a:off x="3954228"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02132" cy="110266"/>
          </a:xfrm>
          <a:prstGeom prst="rect">
            <a:avLst/>
          </a:prstGeom>
          <a:solidFill>
            <a:srgbClr val="C2352F"/>
          </a:solidFill>
          <a:ln/>
        </p:spPr>
      </p:sp>
      <p:sp>
        <p:nvSpPr>
          <p:cNvPr id="46" name="Shape 44"/>
          <p:cNvSpPr/>
          <p:nvPr/>
        </p:nvSpPr>
        <p:spPr>
          <a:xfrm>
            <a:off x="3954228"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49646" cy="110266"/>
          </a:xfrm>
          <a:prstGeom prst="rect">
            <a:avLst/>
          </a:prstGeom>
          <a:solidFill>
            <a:srgbClr val="C2352F"/>
          </a:solidFill>
          <a:ln/>
        </p:spPr>
      </p:sp>
      <p:sp>
        <p:nvSpPr>
          <p:cNvPr id="52" name="Shape 50"/>
          <p:cNvSpPr/>
          <p:nvPr/>
        </p:nvSpPr>
        <p:spPr>
          <a:xfrm>
            <a:off x="3954228"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26189" cy="110266"/>
          </a:xfrm>
          <a:prstGeom prst="rect">
            <a:avLst/>
          </a:prstGeom>
          <a:solidFill>
            <a:srgbClr val="C2352F"/>
          </a:solidFill>
          <a:ln/>
        </p:spPr>
      </p:sp>
      <p:sp>
        <p:nvSpPr>
          <p:cNvPr id="58" name="Shape 56"/>
          <p:cNvSpPr/>
          <p:nvPr/>
        </p:nvSpPr>
        <p:spPr>
          <a:xfrm>
            <a:off x="3954228"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1569727" cy="110266"/>
          </a:xfrm>
          <a:prstGeom prst="rect">
            <a:avLst/>
          </a:prstGeom>
          <a:solidFill>
            <a:srgbClr val="12A566"/>
          </a:solidFill>
          <a:ln/>
        </p:spPr>
      </p:sp>
      <p:sp>
        <p:nvSpPr>
          <p:cNvPr id="63" name="Shape 61"/>
          <p:cNvSpPr/>
          <p:nvPr/>
        </p:nvSpPr>
        <p:spPr>
          <a:xfrm>
            <a:off x="3954228"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1374016" cy="110266"/>
          </a:xfrm>
          <a:prstGeom prst="rect">
            <a:avLst/>
          </a:prstGeom>
          <a:solidFill>
            <a:srgbClr val="12A566"/>
          </a:solidFill>
          <a:ln/>
        </p:spPr>
      </p:sp>
      <p:sp>
        <p:nvSpPr>
          <p:cNvPr id="68" name="Shape 66"/>
          <p:cNvSpPr/>
          <p:nvPr/>
        </p:nvSpPr>
        <p:spPr>
          <a:xfrm>
            <a:off x="3954228"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1330889" cy="110266"/>
          </a:xfrm>
          <a:prstGeom prst="rect">
            <a:avLst/>
          </a:prstGeom>
          <a:solidFill>
            <a:srgbClr val="12A566"/>
          </a:solidFill>
          <a:ln/>
        </p:spPr>
      </p:sp>
      <p:sp>
        <p:nvSpPr>
          <p:cNvPr id="73" name="Shape 71"/>
          <p:cNvSpPr/>
          <p:nvPr/>
        </p:nvSpPr>
        <p:spPr>
          <a:xfrm>
            <a:off x="3954228"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1326955" cy="110266"/>
          </a:xfrm>
          <a:prstGeom prst="rect">
            <a:avLst/>
          </a:prstGeom>
          <a:solidFill>
            <a:srgbClr val="12A566"/>
          </a:solidFill>
          <a:ln/>
        </p:spPr>
      </p:sp>
      <p:sp>
        <p:nvSpPr>
          <p:cNvPr id="78" name="Shape 76"/>
          <p:cNvSpPr/>
          <p:nvPr/>
        </p:nvSpPr>
        <p:spPr>
          <a:xfrm>
            <a:off x="3954228"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1326556" cy="110266"/>
          </a:xfrm>
          <a:prstGeom prst="rect">
            <a:avLst/>
          </a:prstGeom>
          <a:solidFill>
            <a:srgbClr val="12A566"/>
          </a:solidFill>
          <a:ln/>
        </p:spPr>
      </p:sp>
      <p:sp>
        <p:nvSpPr>
          <p:cNvPr id="83" name="Shape 81"/>
          <p:cNvSpPr/>
          <p:nvPr/>
        </p:nvSpPr>
        <p:spPr>
          <a:xfrm>
            <a:off x="3954228"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1307566" cy="110266"/>
          </a:xfrm>
          <a:prstGeom prst="rect">
            <a:avLst/>
          </a:prstGeom>
          <a:solidFill>
            <a:srgbClr val="12A566"/>
          </a:solidFill>
          <a:ln/>
        </p:spPr>
      </p:sp>
      <p:sp>
        <p:nvSpPr>
          <p:cNvPr id="88" name="Shape 86"/>
          <p:cNvSpPr/>
          <p:nvPr/>
        </p:nvSpPr>
        <p:spPr>
          <a:xfrm>
            <a:off x="3954228"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1271520" cy="110266"/>
          </a:xfrm>
          <a:prstGeom prst="rect">
            <a:avLst/>
          </a:prstGeom>
          <a:solidFill>
            <a:srgbClr val="12A566"/>
          </a:solidFill>
          <a:ln/>
        </p:spPr>
      </p:sp>
      <p:sp>
        <p:nvSpPr>
          <p:cNvPr id="93" name="Shape 91"/>
          <p:cNvSpPr/>
          <p:nvPr/>
        </p:nvSpPr>
        <p:spPr>
          <a:xfrm>
            <a:off x="3954228"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1249772" cy="110266"/>
          </a:xfrm>
          <a:prstGeom prst="rect">
            <a:avLst/>
          </a:prstGeom>
          <a:solidFill>
            <a:srgbClr val="12A566"/>
          </a:solidFill>
          <a:ln/>
        </p:spPr>
      </p:sp>
      <p:sp>
        <p:nvSpPr>
          <p:cNvPr id="98" name="Shape 96"/>
          <p:cNvSpPr/>
          <p:nvPr/>
        </p:nvSpPr>
        <p:spPr>
          <a:xfrm>
            <a:off x="3954228"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1227346" cy="110266"/>
          </a:xfrm>
          <a:prstGeom prst="rect">
            <a:avLst/>
          </a:prstGeom>
          <a:solidFill>
            <a:srgbClr val="12A566"/>
          </a:solidFill>
          <a:ln/>
        </p:spPr>
      </p:sp>
      <p:sp>
        <p:nvSpPr>
          <p:cNvPr id="103" name="Shape 101"/>
          <p:cNvSpPr/>
          <p:nvPr/>
        </p:nvSpPr>
        <p:spPr>
          <a:xfrm>
            <a:off x="3954228"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0162" cy="110266"/>
          </a:xfrm>
          <a:prstGeom prst="rect">
            <a:avLst/>
          </a:prstGeom>
          <a:solidFill>
            <a:srgbClr val="C2352F"/>
          </a:solidFill>
          <a:ln/>
        </p:spPr>
      </p:sp>
      <p:sp>
        <p:nvSpPr>
          <p:cNvPr id="109" name="Shape 107"/>
          <p:cNvSpPr/>
          <p:nvPr/>
        </p:nvSpPr>
        <p:spPr>
          <a:xfrm>
            <a:off x="9504636"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1113278" cy="110266"/>
          </a:xfrm>
          <a:prstGeom prst="rect">
            <a:avLst/>
          </a:prstGeom>
          <a:solidFill>
            <a:srgbClr val="12A566"/>
          </a:solidFill>
          <a:ln/>
        </p:spPr>
      </p:sp>
      <p:sp>
        <p:nvSpPr>
          <p:cNvPr id="114" name="Shape 112"/>
          <p:cNvSpPr/>
          <p:nvPr/>
        </p:nvSpPr>
        <p:spPr>
          <a:xfrm>
            <a:off x="9504636"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1034713" cy="110266"/>
          </a:xfrm>
          <a:prstGeom prst="rect">
            <a:avLst/>
          </a:prstGeom>
          <a:solidFill>
            <a:srgbClr val="12A566"/>
          </a:solidFill>
          <a:ln/>
        </p:spPr>
      </p:sp>
      <p:sp>
        <p:nvSpPr>
          <p:cNvPr id="119" name="Shape 117"/>
          <p:cNvSpPr/>
          <p:nvPr/>
        </p:nvSpPr>
        <p:spPr>
          <a:xfrm>
            <a:off x="9504636"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1024709" cy="110266"/>
          </a:xfrm>
          <a:prstGeom prst="rect">
            <a:avLst/>
          </a:prstGeom>
          <a:solidFill>
            <a:srgbClr val="12A566"/>
          </a:solidFill>
          <a:ln/>
        </p:spPr>
      </p:sp>
      <p:sp>
        <p:nvSpPr>
          <p:cNvPr id="124" name="Shape 122"/>
          <p:cNvSpPr/>
          <p:nvPr/>
        </p:nvSpPr>
        <p:spPr>
          <a:xfrm>
            <a:off x="9504636"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1009123" cy="110266"/>
          </a:xfrm>
          <a:prstGeom prst="rect">
            <a:avLst/>
          </a:prstGeom>
          <a:solidFill>
            <a:srgbClr val="12A566"/>
          </a:solidFill>
          <a:ln/>
        </p:spPr>
      </p:sp>
      <p:sp>
        <p:nvSpPr>
          <p:cNvPr id="129" name="Shape 127"/>
          <p:cNvSpPr/>
          <p:nvPr/>
        </p:nvSpPr>
        <p:spPr>
          <a:xfrm>
            <a:off x="9504636"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1006292" cy="110266"/>
          </a:xfrm>
          <a:prstGeom prst="rect">
            <a:avLst/>
          </a:prstGeom>
          <a:solidFill>
            <a:srgbClr val="12A566"/>
          </a:solidFill>
          <a:ln/>
        </p:spPr>
      </p:sp>
      <p:sp>
        <p:nvSpPr>
          <p:cNvPr id="134" name="Shape 132"/>
          <p:cNvSpPr/>
          <p:nvPr/>
        </p:nvSpPr>
        <p:spPr>
          <a:xfrm>
            <a:off x="9504636"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1003941" cy="110266"/>
          </a:xfrm>
          <a:prstGeom prst="rect">
            <a:avLst/>
          </a:prstGeom>
          <a:solidFill>
            <a:srgbClr val="12A566"/>
          </a:solidFill>
          <a:ln/>
        </p:spPr>
      </p:sp>
      <p:sp>
        <p:nvSpPr>
          <p:cNvPr id="139" name="Shape 137"/>
          <p:cNvSpPr/>
          <p:nvPr/>
        </p:nvSpPr>
        <p:spPr>
          <a:xfrm>
            <a:off x="9504636"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984258" cy="110266"/>
          </a:xfrm>
          <a:prstGeom prst="rect">
            <a:avLst/>
          </a:prstGeom>
          <a:solidFill>
            <a:srgbClr val="12A566"/>
          </a:solidFill>
          <a:ln/>
        </p:spPr>
      </p:sp>
      <p:sp>
        <p:nvSpPr>
          <p:cNvPr id="144" name="Shape 142"/>
          <p:cNvSpPr/>
          <p:nvPr/>
        </p:nvSpPr>
        <p:spPr>
          <a:xfrm>
            <a:off x="9504636"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927664" cy="110266"/>
          </a:xfrm>
          <a:prstGeom prst="rect">
            <a:avLst/>
          </a:prstGeom>
          <a:solidFill>
            <a:srgbClr val="C2352F"/>
          </a:solidFill>
          <a:ln/>
        </p:spPr>
      </p:sp>
      <p:sp>
        <p:nvSpPr>
          <p:cNvPr id="149" name="Shape 147"/>
          <p:cNvSpPr/>
          <p:nvPr/>
        </p:nvSpPr>
        <p:spPr>
          <a:xfrm>
            <a:off x="9504636"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913887" cy="110266"/>
          </a:xfrm>
          <a:prstGeom prst="rect">
            <a:avLst/>
          </a:prstGeom>
          <a:solidFill>
            <a:srgbClr val="C2352F"/>
          </a:solidFill>
          <a:ln/>
        </p:spPr>
      </p:sp>
      <p:sp>
        <p:nvSpPr>
          <p:cNvPr id="154" name="Shape 152"/>
          <p:cNvSpPr/>
          <p:nvPr/>
        </p:nvSpPr>
        <p:spPr>
          <a:xfrm>
            <a:off x="9504636"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865848" cy="110266"/>
          </a:xfrm>
          <a:prstGeom prst="rect">
            <a:avLst/>
          </a:prstGeom>
          <a:solidFill>
            <a:srgbClr val="C2352F"/>
          </a:solidFill>
          <a:ln/>
        </p:spPr>
      </p:sp>
      <p:sp>
        <p:nvSpPr>
          <p:cNvPr id="159" name="Shape 157"/>
          <p:cNvSpPr/>
          <p:nvPr/>
        </p:nvSpPr>
        <p:spPr>
          <a:xfrm>
            <a:off x="9504636"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856180" cy="110266"/>
          </a:xfrm>
          <a:prstGeom prst="rect">
            <a:avLst/>
          </a:prstGeom>
          <a:solidFill>
            <a:srgbClr val="C2352F"/>
          </a:solidFill>
          <a:ln/>
        </p:spPr>
      </p:sp>
      <p:sp>
        <p:nvSpPr>
          <p:cNvPr id="164" name="Shape 162"/>
          <p:cNvSpPr/>
          <p:nvPr/>
        </p:nvSpPr>
        <p:spPr>
          <a:xfrm>
            <a:off x="9504636"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805303" cy="110266"/>
          </a:xfrm>
          <a:prstGeom prst="rect">
            <a:avLst/>
          </a:prstGeom>
          <a:solidFill>
            <a:srgbClr val="C2352F"/>
          </a:solidFill>
          <a:ln/>
        </p:spPr>
      </p:sp>
      <p:sp>
        <p:nvSpPr>
          <p:cNvPr id="169" name="Shape 167"/>
          <p:cNvSpPr/>
          <p:nvPr/>
        </p:nvSpPr>
        <p:spPr>
          <a:xfrm>
            <a:off x="9504636"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726848" cy="110266"/>
          </a:xfrm>
          <a:prstGeom prst="rect">
            <a:avLst/>
          </a:prstGeom>
          <a:solidFill>
            <a:srgbClr val="C2352F"/>
          </a:solidFill>
          <a:ln/>
        </p:spPr>
      </p:sp>
      <p:sp>
        <p:nvSpPr>
          <p:cNvPr id="174" name="Shape 172"/>
          <p:cNvSpPr/>
          <p:nvPr/>
        </p:nvSpPr>
        <p:spPr>
          <a:xfrm>
            <a:off x="9504636"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724227" cy="110266"/>
          </a:xfrm>
          <a:prstGeom prst="rect">
            <a:avLst/>
          </a:prstGeom>
          <a:solidFill>
            <a:srgbClr val="C2352F"/>
          </a:solidFill>
          <a:ln/>
        </p:spPr>
      </p:sp>
      <p:sp>
        <p:nvSpPr>
          <p:cNvPr id="179" name="Shape 177"/>
          <p:cNvSpPr/>
          <p:nvPr/>
        </p:nvSpPr>
        <p:spPr>
          <a:xfrm>
            <a:off x="9504636"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704408" cy="110266"/>
          </a:xfrm>
          <a:prstGeom prst="rect">
            <a:avLst/>
          </a:prstGeom>
          <a:solidFill>
            <a:srgbClr val="C2352F"/>
          </a:solidFill>
          <a:ln/>
        </p:spPr>
      </p:sp>
      <p:sp>
        <p:nvSpPr>
          <p:cNvPr id="184" name="Shape 182"/>
          <p:cNvSpPr/>
          <p:nvPr/>
        </p:nvSpPr>
        <p:spPr>
          <a:xfrm>
            <a:off x="9504636"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 Ask LR Reno, LR Henderson and Audi Henderson what they started this year.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2026-10-23T18:49:48Z</dcterms:created>
  <dcterms:modified xsi:type="dcterms:W3CDTF">2026-10-23T18:49:48Z</dcterms:modified>
</cp:coreProperties>
</file>