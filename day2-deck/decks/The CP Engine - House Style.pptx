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Relationships xmlns="http://schemas.openxmlformats.org/package/2006/relationships"><Relationship Id="rId1" Type="http://schemas.openxmlformats.org/officeDocument/2006/relationships/package" Target="../embeddings/Microsoft_Excel_Worksheet17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825.0741798941798</c:v>
                </c:pt>
                <c:pt idx="1">
                  <c:v>816.7460795454546</c:v>
                </c:pt>
                <c:pt idx="2">
                  <c:v>777.1222674418605</c:v>
                </c:pt>
                <c:pt idx="3">
                  <c:v>892.902011494253</c:v>
                </c:pt>
                <c:pt idx="4">
                  <c:v>895.7462195121951</c:v>
                </c:pt>
                <c:pt idx="5">
                  <c:v>899.6470779220779</c:v>
                </c:pt>
                <c:pt idx="6">
                  <c:v>834.2512258064517</c:v>
                </c:pt>
                <c:pt idx="7">
                  <c:v>770.0607936507936</c:v>
                </c:pt>
                <c:pt idx="8">
                  <c:v>780.3905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6.7485546897547"/>
          <c:min val="748.82466320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245.50333333333333</c:v>
                </c:pt>
                <c:pt idx="1">
                  <c:v>326.7297744360902</c:v>
                </c:pt>
                <c:pt idx="2">
                  <c:v>339.98853146853145</c:v>
                </c:pt>
                <c:pt idx="3">
                  <c:v>295.7366149068323</c:v>
                </c:pt>
                <c:pt idx="4">
                  <c:v>270.41499999999996</c:v>
                </c:pt>
                <c:pt idx="5">
                  <c:v>254.28630597014924</c:v>
                </c:pt>
                <c:pt idx="6">
                  <c:v>312.2047619047619</c:v>
                </c:pt>
                <c:pt idx="7">
                  <c:v>253.26851711026615</c:v>
                </c:pt>
                <c:pt idx="8">
                  <c:v>222.70026200873363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247.78975438596493</c:v>
                </c:pt>
                <c:pt idx="1">
                  <c:v>397.98837209302326</c:v>
                </c:pt>
                <c:pt idx="2">
                  <c:v>406.01126623376626</c:v>
                </c:pt>
                <c:pt idx="3">
                  <c:v>358.2803971119134</c:v>
                </c:pt>
                <c:pt idx="4">
                  <c:v>375.05325088339225</c:v>
                </c:pt>
                <c:pt idx="5">
                  <c:v>359.74528358208954</c:v>
                </c:pt>
                <c:pt idx="6">
                  <c:v>317.7281388012619</c:v>
                </c:pt>
                <c:pt idx="7">
                  <c:v>428.23125954198474</c:v>
                </c:pt>
                <c:pt idx="8">
                  <c:v>383.5145245901639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4.67373934464484"/>
          <c:min val="206.257782206073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192.55665071770332</c:v>
                </c:pt>
                <c:pt idx="1">
                  <c:v>200.49878962536025</c:v>
                </c:pt>
                <c:pt idx="2">
                  <c:v>171.68098159509202</c:v>
                </c:pt>
                <c:pt idx="3">
                  <c:v>173.58066413662237</c:v>
                </c:pt>
                <c:pt idx="4">
                  <c:v>182.38385496183207</c:v>
                </c:pt>
                <c:pt idx="5">
                  <c:v>195.74456140350878</c:v>
                </c:pt>
                <c:pt idx="6">
                  <c:v>175.2189391304348</c:v>
                </c:pt>
                <c:pt idx="7">
                  <c:v>209.48684118673648</c:v>
                </c:pt>
                <c:pt idx="8">
                  <c:v>228.76983108108107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189.18769620253164</c:v>
                </c:pt>
                <c:pt idx="1">
                  <c:v>231.7244871794872</c:v>
                </c:pt>
                <c:pt idx="2">
                  <c:v>249.45183299389004</c:v>
                </c:pt>
                <c:pt idx="3">
                  <c:v>240.34405156537755</c:v>
                </c:pt>
                <c:pt idx="4">
                  <c:v>299.59222680412375</c:v>
                </c:pt>
                <c:pt idx="5">
                  <c:v>257.0501446654611</c:v>
                </c:pt>
                <c:pt idx="6">
                  <c:v>230.5215780141844</c:v>
                </c:pt>
                <c:pt idx="7">
                  <c:v>222.40613518197574</c:v>
                </c:pt>
                <c:pt idx="8">
                  <c:v>234.10810193321618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8251264208463"/>
          <c:min val="161.44808197836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190.6218367346939</c:v>
                </c:pt>
                <c:pt idx="1">
                  <c:v>239.17349236641223</c:v>
                </c:pt>
                <c:pt idx="2">
                  <c:v>206.42807476635514</c:v>
                </c:pt>
                <c:pt idx="3">
                  <c:v>260.36728417266187</c:v>
                </c:pt>
                <c:pt idx="4">
                  <c:v>214.61195121951218</c:v>
                </c:pt>
                <c:pt idx="5">
                  <c:v>269.33832451499114</c:v>
                </c:pt>
                <c:pt idx="6">
                  <c:v>255.40391003460206</c:v>
                </c:pt>
                <c:pt idx="7">
                  <c:v>271.84504273504274</c:v>
                </c:pt>
                <c:pt idx="8">
                  <c:v>232.35251712328767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274.7883902439024</c:v>
                </c:pt>
                <c:pt idx="1">
                  <c:v>297.8083015267175</c:v>
                </c:pt>
                <c:pt idx="2">
                  <c:v>287.9012520593081</c:v>
                </c:pt>
                <c:pt idx="3">
                  <c:v>291.60185855263154</c:v>
                </c:pt>
                <c:pt idx="4">
                  <c:v>260.89602503912363</c:v>
                </c:pt>
                <c:pt idx="5">
                  <c:v>284.5015070643642</c:v>
                </c:pt>
                <c:pt idx="6">
                  <c:v>289.07602848101266</c:v>
                </c:pt>
                <c:pt idx="7">
                  <c:v>296.3698259493671</c:v>
                </c:pt>
                <c:pt idx="8">
                  <c:v>246.08977238239757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6.3832187100794"/>
          <c:min val="182.046919551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122.70159705159706</c:v>
                </c:pt>
                <c:pt idx="1">
                  <c:v>179.30956756756754</c:v>
                </c:pt>
                <c:pt idx="2">
                  <c:v>163.01659523809525</c:v>
                </c:pt>
                <c:pt idx="3">
                  <c:v>162.29583518930957</c:v>
                </c:pt>
                <c:pt idx="4">
                  <c:v>216.38927400468384</c:v>
                </c:pt>
                <c:pt idx="5">
                  <c:v>188.70482532751092</c:v>
                </c:pt>
                <c:pt idx="6">
                  <c:v>199.30778538812785</c:v>
                </c:pt>
                <c:pt idx="7">
                  <c:v>181.01880668257758</c:v>
                </c:pt>
                <c:pt idx="8">
                  <c:v>212.0911111111111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61754432889546"/>
          <c:min val="110.855971327352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846.185828220859</c:v>
                </c:pt>
                <c:pt idx="1">
                  <c:v>833.1438636363637</c:v>
                </c:pt>
                <c:pt idx="2">
                  <c:v>677.389465648855</c:v>
                </c:pt>
                <c:pt idx="3">
                  <c:v>1076.0006293706294</c:v>
                </c:pt>
                <c:pt idx="4">
                  <c:v>942.9829677419353</c:v>
                </c:pt>
                <c:pt idx="5">
                  <c:v>1036.260867052023</c:v>
                </c:pt>
                <c:pt idx="6">
                  <c:v>850.4500609756097</c:v>
                </c:pt>
                <c:pt idx="7">
                  <c:v>752.1251578947368</c:v>
                </c:pt>
                <c:pt idx="8">
                  <c:v>778.3002040816327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11.3995208967503"/>
          <c:min val="598.1155937679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581.8566477272727</c:v>
                </c:pt>
                <c:pt idx="1">
                  <c:v>721.0946489104117</c:v>
                </c:pt>
                <c:pt idx="2">
                  <c:v>655.863416856492</c:v>
                </c:pt>
                <c:pt idx="3">
                  <c:v>588.9062909836066</c:v>
                </c:pt>
                <c:pt idx="4">
                  <c:v>579.2197319587628</c:v>
                </c:pt>
                <c:pt idx="5">
                  <c:v>630.7104743083004</c:v>
                </c:pt>
                <c:pt idx="6">
                  <c:v>564.8076727272727</c:v>
                </c:pt>
                <c:pt idx="7">
                  <c:v>483.0306175298805</c:v>
                </c:pt>
                <c:pt idx="8">
                  <c:v>590.1702777777778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582.6087472035794</c:v>
                </c:pt>
                <c:pt idx="1">
                  <c:v>452.45295999999996</c:v>
                </c:pt>
                <c:pt idx="2">
                  <c:v>554.459373650108</c:v>
                </c:pt>
                <c:pt idx="3">
                  <c:v>512.9115384615384</c:v>
                </c:pt>
                <c:pt idx="4">
                  <c:v>505.65339912280706</c:v>
                </c:pt>
                <c:pt idx="5">
                  <c:v>572.2110869565217</c:v>
                </c:pt>
                <c:pt idx="6">
                  <c:v>585.7418097447796</c:v>
                </c:pt>
                <c:pt idx="7">
                  <c:v>553.3443918918919</c:v>
                </c:pt>
                <c:pt idx="8">
                  <c:v>541.7567961165048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2.5859840232447"/>
          <c:min val="430.961624887167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229.17281413612565</c:v>
                </c:pt>
                <c:pt idx="1">
                  <c:v>245.75500695410292</c:v>
                </c:pt>
                <c:pt idx="2">
                  <c:v>236.75908474576272</c:v>
                </c:pt>
                <c:pt idx="3">
                  <c:v>208.39345828295043</c:v>
                </c:pt>
                <c:pt idx="4">
                  <c:v>210.8395118898623</c:v>
                </c:pt>
                <c:pt idx="5">
                  <c:v>201.87218274111675</c:v>
                </c:pt>
                <c:pt idx="6">
                  <c:v>185.34606958762885</c:v>
                </c:pt>
                <c:pt idx="7">
                  <c:v>263.5094371257485</c:v>
                </c:pt>
                <c:pt idx="8">
                  <c:v>265.6472608125819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195.07652642934195</c:v>
                </c:pt>
                <c:pt idx="1">
                  <c:v>171.1466581956798</c:v>
                </c:pt>
                <c:pt idx="2">
                  <c:v>185.2419264069264</c:v>
                </c:pt>
                <c:pt idx="3">
                  <c:v>196.2144491525424</c:v>
                </c:pt>
                <c:pt idx="4">
                  <c:v>184.57196721311476</c:v>
                </c:pt>
                <c:pt idx="5">
                  <c:v>202.41708333333335</c:v>
                </c:pt>
                <c:pt idx="6">
                  <c:v>213.52611458333334</c:v>
                </c:pt>
                <c:pt idx="7">
                  <c:v>187.53502837684448</c:v>
                </c:pt>
                <c:pt idx="8">
                  <c:v>198.23332945285213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3.20730902193407"/>
          <c:min val="163.58660998632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490.27329670329675</c:v>
                </c:pt>
                <c:pt idx="1">
                  <c:v>534.4737974683544</c:v>
                </c:pt>
                <c:pt idx="2">
                  <c:v>609.7238917525773</c:v>
                </c:pt>
                <c:pt idx="3">
                  <c:v>412.7206142506143</c:v>
                </c:pt>
                <c:pt idx="4">
                  <c:v>487.4714049586777</c:v>
                </c:pt>
                <c:pt idx="5">
                  <c:v>525.9358994708995</c:v>
                </c:pt>
                <c:pt idx="6">
                  <c:v>534.397552631579</c:v>
                </c:pt>
                <c:pt idx="7">
                  <c:v>523.8446153846154</c:v>
                </c:pt>
                <c:pt idx="8">
                  <c:v>512.4617441860465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461.13597368421057</c:v>
                </c:pt>
                <c:pt idx="1">
                  <c:v>485.5574774774775</c:v>
                </c:pt>
                <c:pt idx="2">
                  <c:v>480.4471629213483</c:v>
                </c:pt>
                <c:pt idx="3">
                  <c:v>531.709856115108</c:v>
                </c:pt>
                <c:pt idx="4">
                  <c:v>536.7791056910569</c:v>
                </c:pt>
                <c:pt idx="5">
                  <c:v>483.37626477541374</c:v>
                </c:pt>
                <c:pt idx="6">
                  <c:v>499.29793010752684</c:v>
                </c:pt>
                <c:pt idx="7">
                  <c:v>542.06772845953</c:v>
                </c:pt>
                <c:pt idx="8">
                  <c:v>510.34818428184286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25.4841539527343"/>
          <c:min val="396.96035205045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307.48864093959736</c:v>
                </c:pt>
                <c:pt idx="1">
                  <c:v>374.6669616026711</c:v>
                </c:pt>
                <c:pt idx="2">
                  <c:v>373.3524958402662</c:v>
                </c:pt>
                <c:pt idx="3">
                  <c:v>323.11336221837087</c:v>
                </c:pt>
                <c:pt idx="4">
                  <c:v>356.83181494661926</c:v>
                </c:pt>
                <c:pt idx="5">
                  <c:v>374.70624365482234</c:v>
                </c:pt>
                <c:pt idx="6">
                  <c:v>373.55116724738673</c:v>
                </c:pt>
                <c:pt idx="7">
                  <c:v>370.60343598055107</c:v>
                </c:pt>
                <c:pt idx="8">
                  <c:v>365.2194081632653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348.22034795763994</c:v>
                </c:pt>
                <c:pt idx="1">
                  <c:v>320.3798076923077</c:v>
                </c:pt>
                <c:pt idx="2">
                  <c:v>349.44900505902194</c:v>
                </c:pt>
                <c:pt idx="3">
                  <c:v>414.9012797074954</c:v>
                </c:pt>
                <c:pt idx="4">
                  <c:v>338.6499651567944</c:v>
                </c:pt>
                <c:pt idx="5">
                  <c:v>364.30869431643623</c:v>
                </c:pt>
                <c:pt idx="6">
                  <c:v>340.51650326797386</c:v>
                </c:pt>
                <c:pt idx="7">
                  <c:v>374.59384615384613</c:v>
                </c:pt>
                <c:pt idx="8">
                  <c:v>297.0268327402135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4.331235464878"/>
          <c:min val="287.59687698283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692.2724999999999</c:v>
                </c:pt>
                <c:pt idx="1">
                  <c:v>692.2724999999999</c:v>
                </c:pt>
                <c:pt idx="2">
                  <c:v>692.2724999999999</c:v>
                </c:pt>
                <c:pt idx="3">
                  <c:v>692.2724999999999</c:v>
                </c:pt>
                <c:pt idx="4">
                  <c:v>692.2724999999999</c:v>
                </c:pt>
                <c:pt idx="5">
                  <c:v>692.2724999999999</c:v>
                </c:pt>
                <c:pt idx="6">
                  <c:v>692.2724999999999</c:v>
                </c:pt>
                <c:pt idx="7">
                  <c:v>692.2724999999999</c:v>
                </c:pt>
                <c:pt idx="8">
                  <c:v>692.2724999999999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5646071339173"/>
          <c:min val="607.65892071339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5646071339173"/>
          <c:min val="607.65892071339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897.138069815195</c:v>
                </c:pt>
                <c:pt idx="1">
                  <c:v>897.138069815195</c:v>
                </c:pt>
                <c:pt idx="2">
                  <c:v>897.138069815195</c:v>
                </c:pt>
                <c:pt idx="3">
                  <c:v>897.138069815195</c:v>
                </c:pt>
                <c:pt idx="4">
                  <c:v>897.138069815195</c:v>
                </c:pt>
                <c:pt idx="5">
                  <c:v>897.138069815195</c:v>
                </c:pt>
                <c:pt idx="6">
                  <c:v>897.138069815195</c:v>
                </c:pt>
                <c:pt idx="7">
                  <c:v>897.138069815195</c:v>
                </c:pt>
                <c:pt idx="8">
                  <c:v>897.138069815195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4.0054977139819"/>
          <c:min val="785.85593237639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4.0054977139819"/>
          <c:min val="785.85593237639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728.3088304093567</c:v>
                </c:pt>
                <c:pt idx="1">
                  <c:v>728.3088304093567</c:v>
                </c:pt>
                <c:pt idx="2">
                  <c:v>728.3088304093567</c:v>
                </c:pt>
                <c:pt idx="3">
                  <c:v>728.3088304093567</c:v>
                </c:pt>
                <c:pt idx="4">
                  <c:v>728.3088304093567</c:v>
                </c:pt>
                <c:pt idx="5">
                  <c:v>728.3088304093567</c:v>
                </c:pt>
                <c:pt idx="6">
                  <c:v>728.3088304093567</c:v>
                </c:pt>
                <c:pt idx="7">
                  <c:v>728.3088304093567</c:v>
                </c:pt>
                <c:pt idx="8">
                  <c:v>728.3088304093567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4.4888516263725"/>
          <c:min val="602.12574001079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4.4888516263725"/>
          <c:min val="602.12574001079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224.38043408360127</c:v>
                </c:pt>
                <c:pt idx="1">
                  <c:v>224.38043408360127</c:v>
                </c:pt>
                <c:pt idx="2">
                  <c:v>224.38043408360127</c:v>
                </c:pt>
                <c:pt idx="3">
                  <c:v>224.38043408360127</c:v>
                </c:pt>
                <c:pt idx="4">
                  <c:v>224.38043408360127</c:v>
                </c:pt>
                <c:pt idx="5">
                  <c:v>224.38043408360127</c:v>
                </c:pt>
                <c:pt idx="6">
                  <c:v>224.38043408360127</c:v>
                </c:pt>
                <c:pt idx="7">
                  <c:v>224.38043408360127</c:v>
                </c:pt>
                <c:pt idx="8">
                  <c:v>224.38043408360127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54039494824013"/>
          <c:min val="190.83897772256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54039494824013"/>
          <c:min val="190.83897772256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229.33889549702633</c:v>
                </c:pt>
                <c:pt idx="1">
                  <c:v>229.33889549702633</c:v>
                </c:pt>
                <c:pt idx="2">
                  <c:v>229.33889549702633</c:v>
                </c:pt>
                <c:pt idx="3">
                  <c:v>229.33889549702633</c:v>
                </c:pt>
                <c:pt idx="4">
                  <c:v>229.33889549702633</c:v>
                </c:pt>
                <c:pt idx="5">
                  <c:v>229.33889549702633</c:v>
                </c:pt>
                <c:pt idx="6">
                  <c:v>229.33889549702633</c:v>
                </c:pt>
                <c:pt idx="7">
                  <c:v>229.33889549702633</c:v>
                </c:pt>
                <c:pt idx="8">
                  <c:v>229.33889549702633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1.8294045686423"/>
          <c:min val="208.890306493754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1.8294045686423"/>
          <c:min val="208.890306493754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chart" Target="/ppt/charts/chart53.xml"/><Relationship Id="rId3" Type="http://schemas.openxmlformats.org/officeDocument/2006/relationships/chart" Target="/ppt/charts/chart54.xml"/><Relationship Id="rId4" Type="http://schemas.openxmlformats.org/officeDocument/2006/relationships/chart" Target="/ppt/charts/chart55.xml"/><Relationship Id="rId5" Type="http://schemas.openxmlformats.org/officeDocument/2006/relationships/chart" Target="/ppt/charts/chart5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chart" Target="/ppt/charts/chart58.xml"/><Relationship Id="rId3" Type="http://schemas.openxmlformats.org/officeDocument/2006/relationships/chart" Target="/ppt/charts/chart59.xml"/><Relationship Id="rId4" Type="http://schemas.openxmlformats.org/officeDocument/2006/relationships/chart" Target="/ppt/charts/chart60.xml"/><Relationship Id="rId5" Type="http://schemas.openxmlformats.org/officeDocument/2006/relationships/chart" Target="/ppt/charts/chart61.xml"/><Relationship Id="rId6" Type="http://schemas.openxmlformats.org/officeDocument/2006/relationships/chart" Target="/ppt/charts/chart62.xml"/><Relationship Id="rId7" Type="http://schemas.openxmlformats.org/officeDocument/2006/relationships/chart" Target="/ppt/charts/chart63.xml"/><Relationship Id="rId8" Type="http://schemas.openxmlformats.org/officeDocument/2006/relationships/chart" Target="/ppt/charts/chart64.xml"/><Relationship Id="rId9" Type="http://schemas.openxmlformats.org/officeDocument/2006/relationships/chart" Target="/ppt/charts/chart65.xml"/><Relationship Id="rId10" Type="http://schemas.openxmlformats.org/officeDocument/2006/relationships/chart" Target="/ppt/charts/chart66.xml"/><Relationship Id="rId11" Type="http://schemas.openxmlformats.org/officeDocument/2006/relationships/chart" Target="/ppt/charts/chart67.xml"/><Relationship Id="rId12" Type="http://schemas.openxmlformats.org/officeDocument/2006/relationships/chart" Target="/ppt/charts/chart68.xml"/><Relationship Id="rId13" Type="http://schemas.openxmlformats.org/officeDocument/2006/relationships/chart" Target="/ppt/charts/chart69.xml"/><Relationship Id="rId14" Type="http://schemas.openxmlformats.org/officeDocument/2006/relationships/chart" Target="/ppt/charts/chart70.xml"/><Relationship Id="rId15" Type="http://schemas.openxmlformats.org/officeDocument/2006/relationships/chart" Target="/ppt/charts/chart71.xml"/><Relationship Id="rId16" Type="http://schemas.openxmlformats.org/officeDocument/2006/relationships/chart" Target="/ppt/charts/chart72.xml"/><Relationship Id="rId17" Type="http://schemas.openxmlformats.org/officeDocument/2006/relationships/chart" Target="/ppt/charts/chart73.xml"/><Relationship Id="rId18" Type="http://schemas.openxmlformats.org/officeDocument/2006/relationships/chart" Target="/ppt/charts/chart74.xml"/><Relationship Id="rId19" Type="http://schemas.openxmlformats.org/officeDocument/2006/relationships/chart" Target="/ppt/charts/chart75.xml"/><Relationship Id="rId20" Type="http://schemas.openxmlformats.org/officeDocument/2006/relationships/chart" Target="/ppt/charts/chart76.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77.xml"/><Relationship Id="rId2" Type="http://schemas.openxmlformats.org/officeDocument/2006/relationships/chart" Target="/ppt/charts/chart78.xml"/><Relationship Id="rId3" Type="http://schemas.openxmlformats.org/officeDocument/2006/relationships/chart" Target="/ppt/charts/chart79.xml"/><Relationship Id="rId4" Type="http://schemas.openxmlformats.org/officeDocument/2006/relationships/chart" Target="/ppt/charts/chart80.xml"/><Relationship Id="rId5" Type="http://schemas.openxmlformats.org/officeDocument/2006/relationships/chart" Target="/ppt/charts/chart8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82.xml"/><Relationship Id="rId2" Type="http://schemas.openxmlformats.org/officeDocument/2006/relationships/chart" Target="/ppt/charts/chart83.xml"/><Relationship Id="rId3" Type="http://schemas.openxmlformats.org/officeDocument/2006/relationships/chart" Target="/ppt/charts/chart84.xml"/><Relationship Id="rId4" Type="http://schemas.openxmlformats.org/officeDocument/2006/relationships/chart" Target="/ppt/charts/chart85.xml"/><Relationship Id="rId5" Type="http://schemas.openxmlformats.org/officeDocument/2006/relationships/chart" Target="/ppt/charts/chart86.xml"/><Relationship Id="rId6" Type="http://schemas.openxmlformats.org/officeDocument/2006/relationships/chart" Target="/ppt/charts/chart87.xml"/><Relationship Id="rId7" Type="http://schemas.openxmlformats.org/officeDocument/2006/relationships/chart" Target="/ppt/charts/chart88.xml"/><Relationship Id="rId8" Type="http://schemas.openxmlformats.org/officeDocument/2006/relationships/chart" Target="/ppt/charts/chart89.xml"/><Relationship Id="rId9" Type="http://schemas.openxmlformats.org/officeDocument/2006/relationships/chart" Target="/ppt/charts/chart90.xml"/><Relationship Id="rId10" Type="http://schemas.openxmlformats.org/officeDocument/2006/relationships/chart" Target="/ppt/charts/chart91.xml"/><Relationship Id="rId11" Type="http://schemas.openxmlformats.org/officeDocument/2006/relationships/chart" Target="/ppt/charts/chart92.xml"/><Relationship Id="rId12" Type="http://schemas.openxmlformats.org/officeDocument/2006/relationships/chart" Target="/ppt/charts/chart93.xml"/><Relationship Id="rId13" Type="http://schemas.openxmlformats.org/officeDocument/2006/relationships/chart" Target="/ppt/charts/chart94.xml"/><Relationship Id="rId14" Type="http://schemas.openxmlformats.org/officeDocument/2006/relationships/chart" Target="/ppt/charts/chart95.xml"/><Relationship Id="rId15" Type="http://schemas.openxmlformats.org/officeDocument/2006/relationships/chart" Target="/ppt/charts/chart96.xml"/><Relationship Id="rId16" Type="http://schemas.openxmlformats.org/officeDocument/2006/relationships/chart" Target="/ppt/charts/chart97.xml"/><Relationship Id="rId17" Type="http://schemas.openxmlformats.org/officeDocument/2006/relationships/chart" Target="/ppt/charts/chart98.xml"/><Relationship Id="rId18" Type="http://schemas.openxmlformats.org/officeDocument/2006/relationships/chart" Target="/ppt/charts/chart99.xml"/><Relationship Id="rId19" Type="http://schemas.openxmlformats.org/officeDocument/2006/relationships/chart" Target="/ppt/charts/chart100.xml"/><Relationship Id="rId20" Type="http://schemas.openxmlformats.org/officeDocument/2006/relationships/chart" Target="/ppt/charts/chart101.xml"/><Relationship Id="rId21" Type="http://schemas.openxmlformats.org/officeDocument/2006/relationships/slideLayout" Target="../slideLayouts/slideLayout1.xml"/><Relationship Id="rId2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02.xml"/><Relationship Id="rId2" Type="http://schemas.openxmlformats.org/officeDocument/2006/relationships/chart" Target="/ppt/charts/chart103.xml"/><Relationship Id="rId3" Type="http://schemas.openxmlformats.org/officeDocument/2006/relationships/chart" Target="/ppt/charts/chart104.xml"/><Relationship Id="rId4" Type="http://schemas.openxmlformats.org/officeDocument/2006/relationships/chart" Target="/ppt/charts/chart105.xml"/><Relationship Id="rId5" Type="http://schemas.openxmlformats.org/officeDocument/2006/relationships/chart" Target="/ppt/charts/chart10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07.xml"/><Relationship Id="rId2" Type="http://schemas.openxmlformats.org/officeDocument/2006/relationships/chart" Target="/ppt/charts/chart108.xml"/><Relationship Id="rId3" Type="http://schemas.openxmlformats.org/officeDocument/2006/relationships/chart" Target="/ppt/charts/chart109.xml"/><Relationship Id="rId4" Type="http://schemas.openxmlformats.org/officeDocument/2006/relationships/chart" Target="/ppt/charts/chart110.xml"/><Relationship Id="rId5" Type="http://schemas.openxmlformats.org/officeDocument/2006/relationships/chart" Target="/ppt/charts/chart111.xml"/><Relationship Id="rId6" Type="http://schemas.openxmlformats.org/officeDocument/2006/relationships/chart" Target="/ppt/charts/chart112.xml"/><Relationship Id="rId7" Type="http://schemas.openxmlformats.org/officeDocument/2006/relationships/chart" Target="/ppt/charts/chart113.xml"/><Relationship Id="rId8" Type="http://schemas.openxmlformats.org/officeDocument/2006/relationships/chart" Target="/ppt/charts/chart114.xml"/><Relationship Id="rId9" Type="http://schemas.openxmlformats.org/officeDocument/2006/relationships/chart" Target="/ppt/charts/chart115.xml"/><Relationship Id="rId10" Type="http://schemas.openxmlformats.org/officeDocument/2006/relationships/chart" Target="/ppt/charts/chart116.xml"/><Relationship Id="rId11" Type="http://schemas.openxmlformats.org/officeDocument/2006/relationships/chart" Target="/ppt/charts/chart117.xml"/><Relationship Id="rId12" Type="http://schemas.openxmlformats.org/officeDocument/2006/relationships/chart" Target="/ppt/charts/chart118.xml"/><Relationship Id="rId13" Type="http://schemas.openxmlformats.org/officeDocument/2006/relationships/chart" Target="/ppt/charts/chart119.xml"/><Relationship Id="rId14" Type="http://schemas.openxmlformats.org/officeDocument/2006/relationships/chart" Target="/ppt/charts/chart120.xml"/><Relationship Id="rId15" Type="http://schemas.openxmlformats.org/officeDocument/2006/relationships/chart" Target="/ppt/charts/chart121.xml"/><Relationship Id="rId16" Type="http://schemas.openxmlformats.org/officeDocument/2006/relationships/chart" Target="/ppt/charts/chart122.xml"/><Relationship Id="rId17" Type="http://schemas.openxmlformats.org/officeDocument/2006/relationships/chart" Target="/ppt/charts/chart123.xml"/><Relationship Id="rId18" Type="http://schemas.openxmlformats.org/officeDocument/2006/relationships/chart" Target="/ppt/charts/chart124.xml"/><Relationship Id="rId19" Type="http://schemas.openxmlformats.org/officeDocument/2006/relationships/chart" Target="/ppt/charts/chart125.xml"/><Relationship Id="rId20" Type="http://schemas.openxmlformats.org/officeDocument/2006/relationships/chart" Target="/ppt/charts/chart126.xml"/><Relationship Id="rId21" Type="http://schemas.openxmlformats.org/officeDocument/2006/relationships/slideLayout" Target="../slideLayouts/slideLayout1.xml"/><Relationship Id="rId2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27.xml"/><Relationship Id="rId2" Type="http://schemas.openxmlformats.org/officeDocument/2006/relationships/chart" Target="/ppt/charts/chart128.xml"/><Relationship Id="rId3" Type="http://schemas.openxmlformats.org/officeDocument/2006/relationships/chart" Target="/ppt/charts/chart129.xml"/><Relationship Id="rId4" Type="http://schemas.openxmlformats.org/officeDocument/2006/relationships/chart" Target="/ppt/charts/chart130.xml"/><Relationship Id="rId5" Type="http://schemas.openxmlformats.org/officeDocument/2006/relationships/chart" Target="/ppt/charts/chart131.xml"/><Relationship Id="rId6" Type="http://schemas.openxmlformats.org/officeDocument/2006/relationships/chart" Target="/ppt/charts/chart132.xml"/><Relationship Id="rId7" Type="http://schemas.openxmlformats.org/officeDocument/2006/relationships/chart" Target="/ppt/charts/chart133.xml"/><Relationship Id="rId8" Type="http://schemas.openxmlformats.org/officeDocument/2006/relationships/chart" Target="/ppt/charts/chart1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35.xml"/><Relationship Id="rId2" Type="http://schemas.openxmlformats.org/officeDocument/2006/relationships/chart" Target="/ppt/charts/chart136.xml"/><Relationship Id="rId3" Type="http://schemas.openxmlformats.org/officeDocument/2006/relationships/chart" Target="/ppt/charts/chart137.xml"/><Relationship Id="rId4" Type="http://schemas.openxmlformats.org/officeDocument/2006/relationships/chart" Target="/ppt/charts/chart138.xml"/><Relationship Id="rId5" Type="http://schemas.openxmlformats.org/officeDocument/2006/relationships/chart" Target="/ppt/charts/chart139.xml"/><Relationship Id="rId6" Type="http://schemas.openxmlformats.org/officeDocument/2006/relationships/chart" Target="/ppt/charts/chart140.xml"/><Relationship Id="rId7" Type="http://schemas.openxmlformats.org/officeDocument/2006/relationships/chart" Target="/ppt/charts/chart141.xml"/><Relationship Id="rId8" Type="http://schemas.openxmlformats.org/officeDocument/2006/relationships/chart" Target="/ppt/charts/chart142.xml"/><Relationship Id="rId9" Type="http://schemas.openxmlformats.org/officeDocument/2006/relationships/chart" Target="/ppt/charts/chart143.xml"/><Relationship Id="rId10" Type="http://schemas.openxmlformats.org/officeDocument/2006/relationships/chart" Target="/ppt/charts/chart144.xml"/><Relationship Id="rId11" Type="http://schemas.openxmlformats.org/officeDocument/2006/relationships/chart" Target="/ppt/charts/chart145.xml"/><Relationship Id="rId12" Type="http://schemas.openxmlformats.org/officeDocument/2006/relationships/chart" Target="/ppt/charts/chart146.xml"/><Relationship Id="rId13" Type="http://schemas.openxmlformats.org/officeDocument/2006/relationships/chart" Target="/ppt/charts/chart147.xml"/><Relationship Id="rId14" Type="http://schemas.openxmlformats.org/officeDocument/2006/relationships/chart" Target="/ppt/charts/chart148.xml"/><Relationship Id="rId15" Type="http://schemas.openxmlformats.org/officeDocument/2006/relationships/chart" Target="/ppt/charts/chart149.xml"/><Relationship Id="rId16" Type="http://schemas.openxmlformats.org/officeDocument/2006/relationships/chart" Target="/ppt/charts/chart150.xml"/><Relationship Id="rId17" Type="http://schemas.openxmlformats.org/officeDocument/2006/relationships/chart" Target="/ppt/charts/chart151.xml"/><Relationship Id="rId18" Type="http://schemas.openxmlformats.org/officeDocument/2006/relationships/chart" Target="/ppt/charts/chart152.xml"/><Relationship Id="rId19" Type="http://schemas.openxmlformats.org/officeDocument/2006/relationships/chart" Target="/ppt/charts/chart153.xml"/><Relationship Id="rId20" Type="http://schemas.openxmlformats.org/officeDocument/2006/relationships/chart" Target="/ppt/charts/chart154.xml"/><Relationship Id="rId21" Type="http://schemas.openxmlformats.org/officeDocument/2006/relationships/slideLayout" Target="../slideLayouts/slideLayout1.xml"/><Relationship Id="rId2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55.xml"/><Relationship Id="rId2" Type="http://schemas.openxmlformats.org/officeDocument/2006/relationships/chart" Target="/ppt/charts/chart156.xml"/><Relationship Id="rId3" Type="http://schemas.openxmlformats.org/officeDocument/2006/relationships/chart" Target="/ppt/charts/chart157.xml"/><Relationship Id="rId4" Type="http://schemas.openxmlformats.org/officeDocument/2006/relationships/chart" Target="/ppt/charts/chart158.xml"/><Relationship Id="rId5" Type="http://schemas.openxmlformats.org/officeDocument/2006/relationships/chart" Target="/ppt/charts/chart15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60.xml"/><Relationship Id="rId2" Type="http://schemas.openxmlformats.org/officeDocument/2006/relationships/chart" Target="/ppt/charts/chart161.xml"/><Relationship Id="rId3" Type="http://schemas.openxmlformats.org/officeDocument/2006/relationships/chart" Target="/ppt/charts/chart162.xml"/><Relationship Id="rId4" Type="http://schemas.openxmlformats.org/officeDocument/2006/relationships/chart" Target="/ppt/charts/chart163.xml"/><Relationship Id="rId5" Type="http://schemas.openxmlformats.org/officeDocument/2006/relationships/chart" Target="/ppt/charts/chart164.xml"/><Relationship Id="rId6" Type="http://schemas.openxmlformats.org/officeDocument/2006/relationships/chart" Target="/ppt/charts/chart165.xml"/><Relationship Id="rId7" Type="http://schemas.openxmlformats.org/officeDocument/2006/relationships/chart" Target="/ppt/charts/chart166.xml"/><Relationship Id="rId8" Type="http://schemas.openxmlformats.org/officeDocument/2006/relationships/chart" Target="/ppt/charts/chart167.xml"/><Relationship Id="rId9" Type="http://schemas.openxmlformats.org/officeDocument/2006/relationships/chart" Target="/ppt/charts/chart168.xml"/><Relationship Id="rId10" Type="http://schemas.openxmlformats.org/officeDocument/2006/relationships/chart" Target="/ppt/charts/chart169.xml"/><Relationship Id="rId11" Type="http://schemas.openxmlformats.org/officeDocument/2006/relationships/chart" Target="/ppt/charts/chart170.xml"/><Relationship Id="rId12" Type="http://schemas.openxmlformats.org/officeDocument/2006/relationships/chart" Target="/ppt/charts/chart171.xml"/><Relationship Id="rId13" Type="http://schemas.openxmlformats.org/officeDocument/2006/relationships/chart" Target="/ppt/charts/chart172.xml"/><Relationship Id="rId14" Type="http://schemas.openxmlformats.org/officeDocument/2006/relationships/chart" Target="/ppt/charts/chart173.xml"/><Relationship Id="rId15" Type="http://schemas.openxmlformats.org/officeDocument/2006/relationships/chart" Target="/ppt/charts/chart174.xml"/><Relationship Id="rId16" Type="http://schemas.openxmlformats.org/officeDocument/2006/relationships/chart" Target="/ppt/charts/chart175.xml"/><Relationship Id="rId17" Type="http://schemas.openxmlformats.org/officeDocument/2006/relationships/chart" Target="/ppt/charts/chart176.xml"/><Relationship Id="rId18" Type="http://schemas.openxmlformats.org/officeDocument/2006/relationships/chart" Target="/ppt/charts/chart177.xml"/><Relationship Id="rId19" Type="http://schemas.openxmlformats.org/officeDocument/2006/relationships/chart" Target="/ppt/charts/chart178.xml"/><Relationship Id="rId20" Type="http://schemas.openxmlformats.org/officeDocument/2006/relationships/chart" Target="/ppt/charts/chart179.xml"/><Relationship Id="rId21" Type="http://schemas.openxmlformats.org/officeDocument/2006/relationships/slideLayout" Target="../slideLayouts/slideLayout1.xml"/><Relationship Id="rId2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3"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2"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9"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6"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3"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9"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6"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3"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Shape 29"/>
          <p:cNvSpPr/>
          <p:nvPr/>
        </p:nvSpPr>
        <p:spPr>
          <a:xfrm>
            <a:off x="7775448" y="1847088"/>
            <a:ext cx="64008" cy="813816"/>
          </a:xfrm>
          <a:prstGeom prst="rect">
            <a:avLst/>
          </a:prstGeom>
          <a:solidFill>
            <a:srgbClr val="2587C5"/>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2587C5"/>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graphicFrame>
        <p:nvGraphicFramePr>
          <p:cNvPr id="71"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2"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7"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0"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1"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7"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2026-10-29T02:28:34Z</dcterms:created>
  <dcterms:modified xsi:type="dcterms:W3CDTF">2026-10-29T02:28:34Z</dcterms:modified>
</cp:coreProperties>
</file>