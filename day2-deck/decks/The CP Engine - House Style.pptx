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Hours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$264.87 (Diesel/Corvette)
AUDI HENDERSON: premium $399.00 (Lambo Non-Grid)
VW HENDERSON: premium $210.00 (EV)
CHEVY GMC BULLHEAD: premium $199.87 (Non-Standard Grid)
SUBARU ST GEORGE: premium $210.00 (EV)
HONDA FLAGSTAFF: premium $215.00 (EV)
GMC PRESCOTT: premium $230.00 (EV)
KIA ST GEORGE: premium $195.00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$244.12 / door $235.87 = 103.4%
VOLVO: ELR $225.50 / door $249.95 = 90.2%
CHEVY GMC BULLHEAD: ELR $161.80 / door $179.87 = 89.9%
HYUNDAI ST GEORGE: ELR $165.96 / door $184.87 = 89.7%
ACURA: ELR $199.04 / door $224.87 = 88.5%
LR RENO: ELR $238.62 / door $275.00 = 86.7%
HONDA FLAGSTAFF: ELR $159.69 / door $185.00 = 86.3%
HONDA SPOKANE: ELR $147.93 / door $179.00 = 82.6%
LEXUS: ELR $187.42 / door $229.95 = 81.5%
CDJR POST FALLS: ELR $161.93 / door $199.95 = 80.9%
TOYOTA PRESCOTT: ELR $155.78 / door $195.00 = 79.8%
LR HENDERSON: ELR $234.48 / door $294.87 = 79.5%
KIA ST GEORGE: ELR $146.04 / door $185.00 = 78.9%
MAZDA: ELR $165.67 / door $209.87 = 78.9%
VW HENDERSON: ELR $160.84 / door $204.87 = 78.5%
VW ST GEORGE: ELR $141.89 / door $184.87 = 76.7%
AUDI HENDERSON: ELR $266.72 / door $348.87 = 76.4%
LR LV: ELR $233.88 / door $310.00 = 75.4%
SUBARU LV: ELR $162.12 / door $215.37 = 75.2%
NISSAN: ELR $180.14 / door $239.87 = 75.1%
TOYOTA FLAGSTAFF: ELR $142.51 / door $190.00 = 75.0%
SUBARU ST GEORGE: ELR $136.71 / door $185.00 = 73.8%
TOYOTA HENDERSON: ELR $154.55 / door $211.26 = 73.1%
HONDA HENDERSON: ELR $153.45 / door $211.87 = 72.4%
HONDA NORTH: ELR $149.70 / door $211.87 = 70.6%
KIA LV: ELR $150.72 / door $219.87 = 68.5%
LINCOLN: ELR $167.22 / door $244.87 = 68.2%
TOYOTA SPOKANE: ELR $124.92 / door $185.00 = 67.5%
GMC PRESCOTT: ELR $146.92 / door $220.00 = 66.7%
SUBARU PRESCOTT: ELR $139.81 / door $210.00 = 66.5%
CHEVY LV: ELR $146.25 / door $224.87 = 65.0%
HYUNDAI PRESCOTT: ELR $136.12 / door $210.00 = 64.8%
CADILLAC: ELR $175.47 / door $285.00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chart" Target="/ppt/charts/chart24.xml"/><Relationship Id="rId3" Type="http://schemas.openxmlformats.org/officeDocument/2006/relationships/chart" Target="/ppt/charts/chart25.xml"/><Relationship Id="rId4" Type="http://schemas.openxmlformats.org/officeDocument/2006/relationships/chart" Target="/ppt/charts/chart26.xml"/><Relationship Id="rId5" Type="http://schemas.openxmlformats.org/officeDocument/2006/relationships/chart" Target="/ppt/charts/chart27.xml"/><Relationship Id="rId6" Type="http://schemas.openxmlformats.org/officeDocument/2006/relationships/chart" Target="/ppt/charts/chart28.xml"/><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chart" Target="/ppt/charts/chart30.xml"/><Relationship Id="rId3" Type="http://schemas.openxmlformats.org/officeDocument/2006/relationships/chart" Target="/ppt/charts/chart31.xml"/><Relationship Id="rId4" Type="http://schemas.openxmlformats.org/officeDocument/2006/relationships/chart" Target="/ppt/charts/chart3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2026-10-22T22:36:33Z</dcterms:created>
  <dcterms:modified xsi:type="dcterms:W3CDTF">2026-10-22T22:36:33Z</dcterms:modified>
</cp:coreProperties>
</file>