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2026. Same-store, INEOS excluded. Segment averages from segment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$218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075688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093976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20939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08376" y="2155698"/>
            <a:ext cx="1457852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209397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340864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2340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08376" y="2402586"/>
            <a:ext cx="1286740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54880" y="23408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587752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258775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08376" y="2649474"/>
            <a:ext cx="1283929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54880" y="258775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834640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" y="28346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08376" y="2896362"/>
            <a:ext cx="1279771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54880" y="283464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3081528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" y="30815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08376" y="3143250"/>
            <a:ext cx="1277948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54880" y="30815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328416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14984" y="3328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08376" y="3390138"/>
            <a:ext cx="1215860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54880" y="332841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3575304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" y="357530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08376" y="3637026"/>
            <a:ext cx="1058054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54880" y="357530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$193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822192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" y="38221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08376" y="3883914"/>
            <a:ext cx="930641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754880" y="382219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4069080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4984" y="406908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008376" y="4130802"/>
            <a:ext cx="917631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754880" y="406908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$168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58368" y="4297680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58368" y="43159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$151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4544568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" y="4562856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45628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008376" y="4624578"/>
            <a:ext cx="1658471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54880" y="456285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809744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80974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871466"/>
            <a:ext cx="1385836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754880" y="480974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$176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5056632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50566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008376" y="5118354"/>
            <a:ext cx="1311361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754880" y="505663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$166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5303520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4984" y="53035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008376" y="5365242"/>
            <a:ext cx="1289251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754880" y="530352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$164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5550408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55504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08376" y="5612130"/>
            <a:ext cx="1283069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754880" y="555040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$163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797296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7972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008376" y="5859018"/>
            <a:ext cx="1265801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754880" y="579729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$161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6044184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604418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6105906"/>
            <a:ext cx="1257200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754880" y="604418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184708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$151  (CONTINUED)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6208776" y="2075688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208776" y="2093976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565392" y="20939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558784" y="2155698"/>
            <a:ext cx="1255672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10305288" y="209397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208776" y="2340864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565392" y="2340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8558784" y="2402586"/>
            <a:ext cx="1239620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10305288" y="23408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208776" y="2587752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565392" y="258775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8558784" y="2649474"/>
            <a:ext cx="1230530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0305288" y="258775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$156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208776" y="2834640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565392" y="28346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8558784" y="2896362"/>
            <a:ext cx="1217330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10305288" y="283464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208776" y="3081528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565392" y="30815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8558784" y="3143250"/>
            <a:ext cx="1207702" cy="1234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10305288" y="30815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3328416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565392" y="3328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8558784" y="3390138"/>
            <a:ext cx="1175735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0305288" y="332841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3575304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565392" y="357530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558784" y="3637026"/>
            <a:ext cx="1167864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10305288" y="357530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3822192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565392" y="38221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8558784" y="3883914"/>
            <a:ext cx="1138434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10305288" y="382219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$144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4069080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565392" y="406908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8558784" y="4130802"/>
            <a:ext cx="1133676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10305288" y="406908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$144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208776" y="4315968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565392" y="43159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8558784" y="4377690"/>
            <a:ext cx="1127091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10305288" y="431596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4562856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45628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8558784" y="4624578"/>
            <a:ext cx="1125055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10305288" y="456285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4809744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480974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558784" y="4871466"/>
            <a:ext cx="1111707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10305288" y="480974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208776" y="5056632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565392" y="50566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8558784" y="5118354"/>
            <a:ext cx="1096152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10305288" y="505663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208776" y="5303520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565392" y="53035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558784" y="5365242"/>
            <a:ext cx="1091062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10305288" y="530352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$138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208776" y="5550408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565392" y="55504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8558784" y="5612130"/>
            <a:ext cx="1064841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10305288" y="555040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$135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5797296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3" name="Text 141"/>
          <p:cNvSpPr txBox="1"/>
          <p:nvPr/>
        </p:nvSpPr>
        <p:spPr>
          <a:xfrm>
            <a:off x="6565392" y="57972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44" name="Shape 142"/>
          <p:cNvSpPr/>
          <p:nvPr/>
        </p:nvSpPr>
        <p:spPr>
          <a:xfrm>
            <a:off x="8558784" y="5859018"/>
            <a:ext cx="1027823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10305288" y="579729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6044184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604418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558784" y="6105906"/>
            <a:ext cx="993409" cy="1234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10305288" y="604418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</a:t>
            </a:r>
            <a:endParaRPr lang="en-US" sz="1200" dirty="0"/>
          </a:p>
        </p:txBody>
      </p:sp>
      <p:sp>
        <p:nvSpPr>
          <p:cNvPr id="150" name="Shape 148"/>
          <p:cNvSpPr/>
          <p:nvPr/>
        </p:nvSpPr>
        <p:spPr>
          <a:xfrm>
            <a:off x="4193240" y="2093976"/>
            <a:ext cx="14630" cy="222199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193240" y="4562856"/>
            <a:ext cx="14630" cy="172821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743648" y="2093976"/>
            <a:ext cx="14630" cy="419709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53" name="Shape 151"/>
          <p:cNvSpPr/>
          <p:nvPr/>
        </p:nvSpPr>
        <p:spPr>
          <a:xfrm>
            <a:off x="6085332" y="1847088"/>
            <a:ext cx="10973" cy="4443984"/>
          </a:xfrm>
          <a:prstGeom prst="rect">
            <a:avLst/>
          </a:prstGeom>
          <a:solidFill>
            <a:srgbClr val="D9D9D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2026-10-24T20:20:04Z</dcterms:created>
  <dcterms:modified xsi:type="dcterms:W3CDTF">2026-10-24T20:20:04Z</dcterms:modified>
</cp:coreProperties>
</file>