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2026. Same-store, INEOS excluded. Segment averages from segment totals.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· AVERAGE $218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2075688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209397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209397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08376" y="2155698"/>
            <a:ext cx="1457852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54880" y="209397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4086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234086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08376" y="2402586"/>
            <a:ext cx="1286740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54880" y="234086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87752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8775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49474"/>
            <a:ext cx="1283929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754880" y="2587752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834640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83464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08376" y="2896362"/>
            <a:ext cx="1279771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54880" y="283464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081528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14984" y="308152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008376" y="3143250"/>
            <a:ext cx="1277948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54880" y="3081528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332841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4984" y="332841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008376" y="3390138"/>
            <a:ext cx="1215860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754880" y="332841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57530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357530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008376" y="3637026"/>
            <a:ext cx="1058054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54880" y="357530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822192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83914"/>
            <a:ext cx="930641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3822192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4069080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406908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008376" y="4130802"/>
            <a:ext cx="917631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754880" y="406908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$168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4315968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NON-LUXURY · AVERAGE $151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58368" y="4544568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456285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56285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624578"/>
            <a:ext cx="1658471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56285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80974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80974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871466"/>
            <a:ext cx="1385836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80974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056632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505663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5118354"/>
            <a:ext cx="1311361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5056632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5303520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530352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365242"/>
            <a:ext cx="1289251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530352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550408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55040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612130"/>
            <a:ext cx="1283069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550408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79729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79729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859018"/>
            <a:ext cx="1265801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79729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$161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604418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604418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6105906"/>
            <a:ext cx="1257200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604418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NON-LUXURY · AVERAGE $151  (CONTINUED)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6208776" y="2075688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6208776" y="209397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09397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55698"/>
            <a:ext cx="1255672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305288" y="209397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208776" y="234086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65392" y="234086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58784" y="2402586"/>
            <a:ext cx="1239620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305288" y="234086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2587752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65392" y="258775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8558784" y="2649474"/>
            <a:ext cx="1230530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305288" y="2587752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208776" y="2834640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6565392" y="283464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8558784" y="2896362"/>
            <a:ext cx="1217330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305288" y="283464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081528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308152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558784" y="3143250"/>
            <a:ext cx="1207702" cy="12344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305288" y="3081528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$153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32841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32841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390138"/>
            <a:ext cx="1175735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10305288" y="332841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357530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357530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558784" y="3637026"/>
            <a:ext cx="1167864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0305288" y="357530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208776" y="3822192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565392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8558784" y="3883914"/>
            <a:ext cx="1138434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10305288" y="3822192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$144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4069080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6565392" y="406908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8558784" y="4130802"/>
            <a:ext cx="1133676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10305288" y="406908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$144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315968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431596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9" name="Shape 117"/>
          <p:cNvSpPr/>
          <p:nvPr/>
        </p:nvSpPr>
        <p:spPr>
          <a:xfrm>
            <a:off x="8558784" y="4377690"/>
            <a:ext cx="1127091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10305288" y="4315968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56285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56285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624578"/>
            <a:ext cx="1125055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10305288" y="456285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480974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480974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8558784" y="4871466"/>
            <a:ext cx="1111707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10305288" y="480974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5056632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565392" y="505663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8558784" y="5118354"/>
            <a:ext cx="1096152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10305288" y="5056632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5303520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530352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558784" y="5365242"/>
            <a:ext cx="1091062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10305288" y="530352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5550408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555040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9" name="Shape 137"/>
          <p:cNvSpPr/>
          <p:nvPr/>
        </p:nvSpPr>
        <p:spPr>
          <a:xfrm>
            <a:off x="8558784" y="5612130"/>
            <a:ext cx="1064841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10305288" y="5550408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$135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79729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79729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859018"/>
            <a:ext cx="1027823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10305288" y="5797296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6044184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604418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8558784" y="6105906"/>
            <a:ext cx="993409" cy="12344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10305288" y="6044184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4193240" y="2093976"/>
            <a:ext cx="14630" cy="2221992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93240" y="4562856"/>
            <a:ext cx="14630" cy="1728216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743648" y="2093976"/>
            <a:ext cx="14630" cy="4197096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085332" y="1847088"/>
            <a:ext cx="10973" cy="4443984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2026-10-24T00:47:51Z</dcterms:created>
  <dcterms:modified xsi:type="dcterms:W3CDTF">2026-10-24T00:47:51Z</dcterms:modified>
</cp:coreProperties>
</file>