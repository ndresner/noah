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6"/>
    <p:sldId id="264" r:id="rId10"/>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10" Type="http://schemas.openxmlformats.org/officeDocument/2006/relationships/slide" Target="slides/slide9.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1233307.13</c:v>
                </c:pt>
                <c:pt idx="1">
                  <c:v>1076185.69</c:v>
                </c:pt>
                <c:pt idx="2">
                  <c:v>1033434.47</c:v>
                </c:pt>
                <c:pt idx="3">
                  <c:v>1191040.44</c:v>
                </c:pt>
                <c:pt idx="4">
                  <c:v>1162337.33</c:v>
                </c:pt>
                <c:pt idx="5">
                  <c:v>1239673.18</c:v>
                </c:pt>
                <c:pt idx="6">
                  <c:v>1220020.68</c:v>
                </c:pt>
                <c:pt idx="7">
                  <c:v>1281204.26</c:v>
                </c:pt>
                <c:pt idx="8">
                  <c:v>1198190.77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1385055.3800000001</c:v>
                </c:pt>
                <c:pt idx="1">
                  <c:v>1353588.3</c:v>
                </c:pt>
                <c:pt idx="2">
                  <c:v>1379665.18</c:v>
                </c:pt>
                <c:pt idx="3">
                  <c:v>1452085.1400000001</c:v>
                </c:pt>
                <c:pt idx="4">
                  <c:v>1180106.69</c:v>
                </c:pt>
                <c:pt idx="5">
                  <c:v>1305129.98</c:v>
                </c:pt>
                <c:pt idx="6">
                  <c:v>1604751.2200000002</c:v>
                </c:pt>
                <c:pt idx="7">
                  <c:v>1291680.98</c:v>
                </c:pt>
                <c:pt idx="8">
                  <c:v>1388194.07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0456.5600000003"/>
          <c:min val="987729.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263231.52</c:v>
                </c:pt>
                <c:pt idx="1">
                  <c:v>234356.07</c:v>
                </c:pt>
                <c:pt idx="2">
                  <c:v>241304.58000000002</c:v>
                </c:pt>
                <c:pt idx="3">
                  <c:v>349118.76</c:v>
                </c:pt>
                <c:pt idx="4">
                  <c:v>243181.2</c:v>
                </c:pt>
                <c:pt idx="5">
                  <c:v>248700.12</c:v>
                </c:pt>
                <c:pt idx="6">
                  <c:v>258834.46000000002</c:v>
                </c:pt>
                <c:pt idx="7">
                  <c:v>251010.46000000002</c:v>
                </c:pt>
                <c:pt idx="8">
                  <c:v>242456.11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281179.99</c:v>
                </c:pt>
                <c:pt idx="1">
                  <c:v>278749.47</c:v>
                </c:pt>
                <c:pt idx="2">
                  <c:v>304104.73</c:v>
                </c:pt>
                <c:pt idx="3">
                  <c:v>354141.44</c:v>
                </c:pt>
                <c:pt idx="4">
                  <c:v>274184</c:v>
                </c:pt>
                <c:pt idx="5">
                  <c:v>316107.88</c:v>
                </c:pt>
                <c:pt idx="6">
                  <c:v>317699.21</c:v>
                </c:pt>
                <c:pt idx="7">
                  <c:v>270325.27</c:v>
                </c:pt>
                <c:pt idx="8">
                  <c:v>303744.64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3724.2696"/>
          <c:min val="224773.2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602429.89</c:v>
                </c:pt>
                <c:pt idx="1">
                  <c:v>528244.79</c:v>
                </c:pt>
                <c:pt idx="2">
                  <c:v>543139.92</c:v>
                </c:pt>
                <c:pt idx="3">
                  <c:v>574849.89</c:v>
                </c:pt>
                <c:pt idx="4">
                  <c:v>558181.46</c:v>
                </c:pt>
                <c:pt idx="5">
                  <c:v>599446.3400000001</c:v>
                </c:pt>
                <c:pt idx="6">
                  <c:v>598329.81</c:v>
                </c:pt>
                <c:pt idx="7">
                  <c:v>508799.77</c:v>
                </c:pt>
                <c:pt idx="8">
                  <c:v>466259.57000000007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505116.31999999995</c:v>
                </c:pt>
                <c:pt idx="1">
                  <c:v>425545.19</c:v>
                </c:pt>
                <c:pt idx="2">
                  <c:v>523117.75</c:v>
                </c:pt>
                <c:pt idx="3">
                  <c:v>472803.14</c:v>
                </c:pt>
                <c:pt idx="4">
                  <c:v>489370.4</c:v>
                </c:pt>
                <c:pt idx="5">
                  <c:v>563912.45</c:v>
                </c:pt>
                <c:pt idx="6">
                  <c:v>490899.11</c:v>
                </c:pt>
                <c:pt idx="7">
                  <c:v>527163.38</c:v>
                </c:pt>
                <c:pt idx="8">
                  <c:v>461908.64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580.666"/>
          <c:min val="411394.4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967920.61</c:v>
                </c:pt>
                <c:pt idx="1">
                  <c:v>1023151.2</c:v>
                </c:pt>
                <c:pt idx="2">
                  <c:v>1114411.58</c:v>
                </c:pt>
                <c:pt idx="3">
                  <c:v>1115767.1</c:v>
                </c:pt>
                <c:pt idx="4">
                  <c:v>1023812.82</c:v>
                </c:pt>
                <c:pt idx="5">
                  <c:v>1082853.6099999999</c:v>
                </c:pt>
                <c:pt idx="6">
                  <c:v>1152022.0899999999</c:v>
                </c:pt>
                <c:pt idx="7">
                  <c:v>1064155.92</c:v>
                </c:pt>
                <c:pt idx="8">
                  <c:v>912177.99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871632.61</c:v>
                </c:pt>
                <c:pt idx="1">
                  <c:v>837180.61</c:v>
                </c:pt>
                <c:pt idx="2">
                  <c:v>938652.87</c:v>
                </c:pt>
                <c:pt idx="3">
                  <c:v>935728.03</c:v>
                </c:pt>
                <c:pt idx="4">
                  <c:v>926666.1399999999</c:v>
                </c:pt>
                <c:pt idx="5">
                  <c:v>1030137.8499999999</c:v>
                </c:pt>
                <c:pt idx="6">
                  <c:v>979647.22</c:v>
                </c:pt>
                <c:pt idx="7">
                  <c:v>1033811.8300000001</c:v>
                </c:pt>
                <c:pt idx="8">
                  <c:v>1062924.72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77209.4083999998"/>
          <c:min val="811993.29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312195.81</c:v>
                </c:pt>
                <c:pt idx="1">
                  <c:v>244144.63</c:v>
                </c:pt>
                <c:pt idx="2">
                  <c:v>383242.66000000003</c:v>
                </c:pt>
                <c:pt idx="3">
                  <c:v>370587.38</c:v>
                </c:pt>
                <c:pt idx="4">
                  <c:v>346514.70999999996</c:v>
                </c:pt>
                <c:pt idx="5">
                  <c:v>373696.75</c:v>
                </c:pt>
                <c:pt idx="6">
                  <c:v>354810.52</c:v>
                </c:pt>
                <c:pt idx="7">
                  <c:v>417024.20999999996</c:v>
                </c:pt>
                <c:pt idx="8">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220126.35</c:v>
                </c:pt>
                <c:pt idx="1">
                  <c:v>225929.27000000002</c:v>
                </c:pt>
                <c:pt idx="2">
                  <c:v>235264.43</c:v>
                </c:pt>
                <c:pt idx="3">
                  <c:v>268052.81</c:v>
                </c:pt>
                <c:pt idx="4">
                  <c:v>236399.33000000002</c:v>
                </c:pt>
                <c:pt idx="5">
                  <c:v>246286.1</c:v>
                </c:pt>
                <c:pt idx="6">
                  <c:v>321089.49</c:v>
                </c:pt>
                <c:pt idx="7">
                  <c:v>286186.58</c:v>
                </c:pt>
                <c:pt idx="8">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319902.05</c:v>
                </c:pt>
                <c:pt idx="1">
                  <c:v>332719.38</c:v>
                </c:pt>
                <c:pt idx="2">
                  <c:v>344373.8</c:v>
                </c:pt>
                <c:pt idx="3">
                  <c:v>411838.2</c:v>
                </c:pt>
                <c:pt idx="4">
                  <c:v>359315.94</c:v>
                </c:pt>
                <c:pt idx="5">
                  <c:v>360807.55</c:v>
                </c:pt>
                <c:pt idx="6">
                  <c:v>433946.57999999996</c:v>
                </c:pt>
                <c:pt idx="7">
                  <c:v>424949.79000000004</c:v>
                </c:pt>
                <c:pt idx="8">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386437.18000000005</c:v>
                </c:pt>
                <c:pt idx="1">
                  <c:v>337833.08</c:v>
                </c:pt>
                <c:pt idx="2">
                  <c:v>366915.45999999996</c:v>
                </c:pt>
                <c:pt idx="3">
                  <c:v>331751.27</c:v>
                </c:pt>
                <c:pt idx="4">
                  <c:v>365252.67</c:v>
                </c:pt>
                <c:pt idx="5">
                  <c:v>420496.47</c:v>
                </c:pt>
                <c:pt idx="6">
                  <c:v>481008.81</c:v>
                </c:pt>
                <c:pt idx="7">
                  <c:v>465497.61</c:v>
                </c:pt>
                <c:pt idx="8">
                  <c:v>397956.2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949.4132"/>
          <c:min val="319810.6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121245.48</c:v>
                </c:pt>
                <c:pt idx="1">
                  <c:v>113928.38</c:v>
                </c:pt>
                <c:pt idx="2">
                  <c:v>119209.34</c:v>
                </c:pt>
                <c:pt idx="3">
                  <c:v>128224.83</c:v>
                </c:pt>
                <c:pt idx="4">
                  <c:v>136494.92</c:v>
                </c:pt>
                <c:pt idx="5">
                  <c:v>151095.11</c:v>
                </c:pt>
                <c:pt idx="6">
                  <c:v>142830.91</c:v>
                </c:pt>
                <c:pt idx="7">
                  <c:v>93867.8</c:v>
                </c:pt>
                <c:pt idx="8">
                  <c:v>136634.43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154644.19</c:v>
                </c:pt>
                <c:pt idx="1">
                  <c:v>143432.3</c:v>
                </c:pt>
                <c:pt idx="2">
                  <c:v>170167.88</c:v>
                </c:pt>
                <c:pt idx="3">
                  <c:v>169885.52</c:v>
                </c:pt>
                <c:pt idx="4">
                  <c:v>143686.51</c:v>
                </c:pt>
                <c:pt idx="5">
                  <c:v>158003.55</c:v>
                </c:pt>
                <c:pt idx="6">
                  <c:v>172735.07</c:v>
                </c:pt>
                <c:pt idx="7">
                  <c:v>166546.76</c:v>
                </c:pt>
                <c:pt idx="8">
                  <c:v>179392.89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234.8972"/>
          <c:min val="87025.7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327013.44</c:v>
                </c:pt>
                <c:pt idx="1">
                  <c:v>293779.76</c:v>
                </c:pt>
                <c:pt idx="2">
                  <c:v>302078.84</c:v>
                </c:pt>
                <c:pt idx="3">
                  <c:v>349051.56</c:v>
                </c:pt>
                <c:pt idx="4">
                  <c:v>333755.03</c:v>
                </c:pt>
                <c:pt idx="5">
                  <c:v>355036.92</c:v>
                </c:pt>
                <c:pt idx="6">
                  <c:v>346479.07</c:v>
                </c:pt>
                <c:pt idx="7">
                  <c:v>360176.95</c:v>
                </c:pt>
                <c:pt idx="8">
                  <c:v>345809.44</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355402.02</c:v>
                </c:pt>
                <c:pt idx="1">
                  <c:v>376148.84</c:v>
                </c:pt>
                <c:pt idx="2">
                  <c:v>397129.01</c:v>
                </c:pt>
                <c:pt idx="3">
                  <c:v>463124.14</c:v>
                </c:pt>
                <c:pt idx="4">
                  <c:v>405826.33</c:v>
                </c:pt>
                <c:pt idx="5">
                  <c:v>413300.11</c:v>
                </c:pt>
                <c:pt idx="6">
                  <c:v>425693.34</c:v>
                </c:pt>
                <c:pt idx="7">
                  <c:v>407256.91</c:v>
                </c:pt>
                <c:pt idx="8">
                  <c:v>388411.02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76671.6904"/>
          <c:min val="280232.2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673827.96</c:v>
                </c:pt>
                <c:pt idx="1">
                  <c:v>749491.65</c:v>
                </c:pt>
                <c:pt idx="2">
                  <c:v>806776.87</c:v>
                </c:pt>
                <c:pt idx="3">
                  <c:v>790655.95</c:v>
                </c:pt>
                <c:pt idx="4">
                  <c:v>716533.45</c:v>
                </c:pt>
                <c:pt idx="5">
                  <c:v>747376.46</c:v>
                </c:pt>
                <c:pt idx="6">
                  <c:v>805503.98</c:v>
                </c:pt>
                <c:pt idx="7">
                  <c:v>712082.62</c:v>
                </c:pt>
                <c:pt idx="8">
                  <c:v>611615.1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606190.88</c:v>
                </c:pt>
                <c:pt idx="1">
                  <c:v>576206.27</c:v>
                </c:pt>
                <c:pt idx="2">
                  <c:v>654753.34</c:v>
                </c:pt>
                <c:pt idx="3">
                  <c:v>632216.13</c:v>
                </c:pt>
                <c:pt idx="4">
                  <c:v>647585.46</c:v>
                </c:pt>
                <c:pt idx="5">
                  <c:v>705023.44</c:v>
                </c:pt>
                <c:pt idx="6">
                  <c:v>662392.5</c:v>
                </c:pt>
                <c:pt idx="7">
                  <c:v>723575.54</c:v>
                </c:pt>
                <c:pt idx="8">
                  <c:v>711304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25222.518"/>
          <c:min val="557760.6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388690.59</c:v>
                </c:pt>
                <c:pt idx="1">
                  <c:v>340253.4</c:v>
                </c:pt>
                <c:pt idx="2">
                  <c:v>363438.9</c:v>
                </c:pt>
                <c:pt idx="3">
                  <c:v>368519.12</c:v>
                </c:pt>
                <c:pt idx="4">
                  <c:v>366273.39</c:v>
                </c:pt>
                <c:pt idx="5">
                  <c:v>387754.64</c:v>
                </c:pt>
                <c:pt idx="6">
                  <c:v>399942.95</c:v>
                </c:pt>
                <c:pt idx="7">
                  <c:v>343979.42</c:v>
                </c:pt>
                <c:pt idx="8">
                  <c:v>273370.84</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352982.92</c:v>
                </c:pt>
                <c:pt idx="1">
                  <c:v>257357.28</c:v>
                </c:pt>
                <c:pt idx="2">
                  <c:v>359403.52</c:v>
                </c:pt>
                <c:pt idx="3">
                  <c:v>338905.35</c:v>
                </c:pt>
                <c:pt idx="4">
                  <c:v>339820.26</c:v>
                </c:pt>
                <c:pt idx="5">
                  <c:v>386529.52</c:v>
                </c:pt>
                <c:pt idx="6">
                  <c:v>334867.23</c:v>
                </c:pt>
                <c:pt idx="7">
                  <c:v>353652.99</c:v>
                </c:pt>
                <c:pt idx="8">
                  <c:v>316777.81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1349.8036"/>
          <c:min val="245950.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200653.06</c:v>
                </c:pt>
                <c:pt idx="1">
                  <c:v>158543.21</c:v>
                </c:pt>
                <c:pt idx="2">
                  <c:v>239048.59</c:v>
                </c:pt>
                <c:pt idx="3">
                  <c:v>229696.39</c:v>
                </c:pt>
                <c:pt idx="4">
                  <c:v>230043.21</c:v>
                </c:pt>
                <c:pt idx="5">
                  <c:v>228281.59</c:v>
                </c:pt>
                <c:pt idx="6">
                  <c:v>237882.27</c:v>
                </c:pt>
                <c:pt idx="7">
                  <c:v>285444.13</c:v>
                </c:pt>
                <c:pt idx="8">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125432.41</c:v>
                </c:pt>
                <c:pt idx="1">
                  <c:v>134497.26</c:v>
                </c:pt>
                <c:pt idx="2">
                  <c:v>137502.63</c:v>
                </c:pt>
                <c:pt idx="3">
                  <c:v>157909.72</c:v>
                </c:pt>
                <c:pt idx="4">
                  <c:v>150491.06</c:v>
                </c:pt>
                <c:pt idx="5">
                  <c:v>154136.1</c:v>
                </c:pt>
                <c:pt idx="6">
                  <c:v>187252.61</c:v>
                </c:pt>
                <c:pt idx="7">
                  <c:v>171149.75</c:v>
                </c:pt>
                <c:pt idx="8">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199927.32</c:v>
                </c:pt>
                <c:pt idx="1">
                  <c:v>200794.5</c:v>
                </c:pt>
                <c:pt idx="2">
                  <c:v>217262.32</c:v>
                </c:pt>
                <c:pt idx="3">
                  <c:v>260817.67</c:v>
                </c:pt>
                <c:pt idx="4">
                  <c:v>226404.32</c:v>
                </c:pt>
                <c:pt idx="5">
                  <c:v>217622.84</c:v>
                </c:pt>
                <c:pt idx="6">
                  <c:v>260714.22</c:v>
                </c:pt>
                <c:pt idx="7">
                  <c:v>275924.76</c:v>
                </c:pt>
                <c:pt idx="8">
                  <c:v>281292.55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248354.23</c:v>
                </c:pt>
                <c:pt idx="1">
                  <c:v>217565.48</c:v>
                </c:pt>
                <c:pt idx="2">
                  <c:v>241235.4</c:v>
                </c:pt>
                <c:pt idx="3">
                  <c:v>209999.13</c:v>
                </c:pt>
                <c:pt idx="4">
                  <c:v>235363.8</c:v>
                </c:pt>
                <c:pt idx="5">
                  <c:v>273739.86</c:v>
                </c:pt>
                <c:pt idx="6">
                  <c:v>311914.99</c:v>
                </c:pt>
                <c:pt idx="7">
                  <c:v>296487.01</c:v>
                </c:pt>
                <c:pt idx="8">
                  <c:v>260612.17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0068.2588"/>
          <c:min val="201845.8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105679.38</c:v>
                </c:pt>
                <c:pt idx="1">
                  <c:v>102851.51</c:v>
                </c:pt>
                <c:pt idx="2">
                  <c:v>104744.98</c:v>
                </c:pt>
                <c:pt idx="3">
                  <c:v>105578.74</c:v>
                </c:pt>
                <c:pt idx="4">
                  <c:v>100630.41</c:v>
                </c:pt>
                <c:pt idx="5">
                  <c:v>100219.16</c:v>
                </c:pt>
                <c:pt idx="6">
                  <c:v>94972.94</c:v>
                </c:pt>
                <c:pt idx="7">
                  <c:v>116597.05</c:v>
                </c:pt>
                <c:pt idx="8">
                  <c:v>101160.83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121412.31</c:v>
                </c:pt>
                <c:pt idx="1">
                  <c:v>108389.47</c:v>
                </c:pt>
                <c:pt idx="2">
                  <c:v>122300.81</c:v>
                </c:pt>
                <c:pt idx="3">
                  <c:v>147987.17</c:v>
                </c:pt>
                <c:pt idx="4">
                  <c:v>116051.34</c:v>
                </c:pt>
                <c:pt idx="5">
                  <c:v>116244.06</c:v>
                </c:pt>
                <c:pt idx="6">
                  <c:v>139933.37</c:v>
                </c:pt>
                <c:pt idx="7">
                  <c:v>108019.33</c:v>
                </c:pt>
                <c:pt idx="8">
                  <c:v>110304.77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28.3084"/>
          <c:min val="90731.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113737.77</c:v>
                </c:pt>
                <c:pt idx="1">
                  <c:v>92891.17</c:v>
                </c:pt>
                <c:pt idx="2">
                  <c:v>92995.13</c:v>
                </c:pt>
                <c:pt idx="3">
                  <c:v>167767.17</c:v>
                </c:pt>
                <c:pt idx="4">
                  <c:v>94503.26</c:v>
                </c:pt>
                <c:pt idx="5">
                  <c:v>92028.9</c:v>
                </c:pt>
                <c:pt idx="6">
                  <c:v>102948.71</c:v>
                </c:pt>
                <c:pt idx="7">
                  <c:v>97165.98</c:v>
                </c:pt>
                <c:pt idx="8">
                  <c:v>93491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117746.86</c:v>
                </c:pt>
                <c:pt idx="1">
                  <c:v>97316.61</c:v>
                </c:pt>
                <c:pt idx="2">
                  <c:v>118434.99</c:v>
                </c:pt>
                <c:pt idx="3">
                  <c:v>166645.04</c:v>
                </c:pt>
                <c:pt idx="4">
                  <c:v>101829.87</c:v>
                </c:pt>
                <c:pt idx="5">
                  <c:v>137816.89</c:v>
                </c:pt>
                <c:pt idx="6">
                  <c:v>128869.76</c:v>
                </c:pt>
                <c:pt idx="7">
                  <c:v>110127.71</c:v>
                </c:pt>
                <c:pt idx="8">
                  <c:v>120083.47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826.23160000003"/>
          <c:min val="85969.8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165373.29</c:v>
                </c:pt>
                <c:pt idx="1">
                  <c:v>127959.29</c:v>
                </c:pt>
                <c:pt idx="2">
                  <c:v>168950.19</c:v>
                </c:pt>
                <c:pt idx="3">
                  <c:v>161259.98</c:v>
                </c:pt>
                <c:pt idx="4">
                  <c:v>170584.57</c:v>
                </c:pt>
                <c:pt idx="5">
                  <c:v>143951.24</c:v>
                </c:pt>
                <c:pt idx="6">
                  <c:v>154984.9</c:v>
                </c:pt>
                <c:pt idx="7">
                  <c:v>173262.56</c:v>
                </c:pt>
                <c:pt idx="8">
                  <c:v>137460.66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138082.95</c:v>
                </c:pt>
                <c:pt idx="1">
                  <c:v>120267.6</c:v>
                </c:pt>
                <c:pt idx="2">
                  <c:v>125680.06</c:v>
                </c:pt>
                <c:pt idx="3">
                  <c:v>121752.14</c:v>
                </c:pt>
                <c:pt idx="4">
                  <c:v>129888.87</c:v>
                </c:pt>
                <c:pt idx="5">
                  <c:v>146756.61</c:v>
                </c:pt>
                <c:pt idx="6">
                  <c:v>169093.82</c:v>
                </c:pt>
                <c:pt idx="7">
                  <c:v>169010.6</c:v>
                </c:pt>
                <c:pt idx="8">
                  <c:v>137344.03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502.1568"/>
          <c:min val="116028.0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226281.23</c:v>
                </c:pt>
                <c:pt idx="1">
                  <c:v>258519.3</c:v>
                </c:pt>
                <c:pt idx="2">
                  <c:v>248326.62</c:v>
                </c:pt>
                <c:pt idx="3">
                  <c:v>276231.51</c:v>
                </c:pt>
                <c:pt idx="4">
                  <c:v>238657.58</c:v>
                </c:pt>
                <c:pt idx="5">
                  <c:v>230114.84</c:v>
                </c:pt>
                <c:pt idx="6">
                  <c:v>230559.94</c:v>
                </c:pt>
                <c:pt idx="7">
                  <c:v>272192.33</c:v>
                </c:pt>
                <c:pt idx="8">
                  <c:v>287599.6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250162.74</c:v>
                </c:pt>
                <c:pt idx="1">
                  <c:v>194615.76</c:v>
                </c:pt>
                <c:pt idx="2">
                  <c:v>261520.03</c:v>
                </c:pt>
                <c:pt idx="3">
                  <c:v>246342.75</c:v>
                </c:pt>
                <c:pt idx="4">
                  <c:v>215201.81</c:v>
                </c:pt>
                <c:pt idx="5">
                  <c:v>241079.74</c:v>
                </c:pt>
                <c:pt idx="6">
                  <c:v>249640.6</c:v>
                </c:pt>
                <c:pt idx="7">
                  <c:v>207349.13</c:v>
                </c:pt>
                <c:pt idx="8">
                  <c:v>235394.39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5038.3072"/>
          <c:min val="187177.05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330069.84</c:v>
                </c:pt>
                <c:pt idx="1">
                  <c:v>328865.04</c:v>
                </c:pt>
                <c:pt idx="2">
                  <c:v>358049.05</c:v>
                </c:pt>
                <c:pt idx="3">
                  <c:v>400948.54</c:v>
                </c:pt>
                <c:pt idx="4">
                  <c:v>270315.59</c:v>
                </c:pt>
                <c:pt idx="5">
                  <c:v>392703.12</c:v>
                </c:pt>
                <c:pt idx="6">
                  <c:v>591001.29</c:v>
                </c:pt>
                <c:pt idx="7">
                  <c:v>406582.71</c:v>
                </c:pt>
                <c:pt idx="8">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111542.75</c:v>
                </c:pt>
                <c:pt idx="1">
                  <c:v>85601.42</c:v>
                </c:pt>
                <c:pt idx="2">
                  <c:v>144194.07</c:v>
                </c:pt>
                <c:pt idx="3">
                  <c:v>140890.99</c:v>
                </c:pt>
                <c:pt idx="4">
                  <c:v>116471.5</c:v>
                </c:pt>
                <c:pt idx="5">
                  <c:v>145415.16</c:v>
                </c:pt>
                <c:pt idx="6">
                  <c:v>116928.25</c:v>
                </c:pt>
                <c:pt idx="7">
                  <c:v>131580.08</c:v>
                </c:pt>
                <c:pt idx="8">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46596.07</c:v>
                </c:pt>
                <c:pt idx="1">
                  <c:v>46285.16</c:v>
                </c:pt>
                <c:pt idx="2">
                  <c:v>62722.4</c:v>
                </c:pt>
                <c:pt idx="3">
                  <c:v>61451.27</c:v>
                </c:pt>
                <c:pt idx="4">
                  <c:v>59931.85</c:v>
                </c:pt>
                <c:pt idx="5">
                  <c:v>66637.27</c:v>
                </c:pt>
                <c:pt idx="6">
                  <c:v>67929.32</c:v>
                </c:pt>
                <c:pt idx="7">
                  <c:v>65180.57</c:v>
                </c:pt>
                <c:pt idx="8">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94693.94</c:v>
                </c:pt>
                <c:pt idx="1">
                  <c:v>91432.01</c:v>
                </c:pt>
                <c:pt idx="2">
                  <c:v>97761.8</c:v>
                </c:pt>
                <c:pt idx="3">
                  <c:v>110143.09</c:v>
                </c:pt>
                <c:pt idx="4">
                  <c:v>85908.27</c:v>
                </c:pt>
                <c:pt idx="5">
                  <c:v>92150</c:v>
                </c:pt>
                <c:pt idx="6">
                  <c:v>133836.88</c:v>
                </c:pt>
                <c:pt idx="7">
                  <c:v>115036.83</c:v>
                </c:pt>
                <c:pt idx="8">
                  <c:v>120419.48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671.1688"/>
          <c:min val="82073.9812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143708.08</c:v>
                </c:pt>
                <c:pt idx="1">
                  <c:v>150156.17</c:v>
                </c:pt>
                <c:pt idx="2">
                  <c:v>171690.79</c:v>
                </c:pt>
                <c:pt idx="3">
                  <c:v>179733.55</c:v>
                </c:pt>
                <c:pt idx="4">
                  <c:v>162543.22</c:v>
                </c:pt>
                <c:pt idx="5">
                  <c:v>190573.96</c:v>
                </c:pt>
                <c:pt idx="6">
                  <c:v>210203.34</c:v>
                </c:pt>
                <c:pt idx="7">
                  <c:v>183677.31</c:v>
                </c:pt>
                <c:pt idx="8">
                  <c:v>200380.49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 Id="rId7" Type="http://schemas.openxmlformats.org/officeDocument/2006/relationships/chart" Target="../charts/chart13.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 Id="rId11" Type="http://schemas.openxmlformats.org/officeDocument/2006/relationships/chart" Target="../charts/chart17.xml"/><Relationship Id="rId12" Type="http://schemas.openxmlformats.org/officeDocument/2006/relationships/chart" Target="../charts/chart18.xml"/><Relationship Id="rId13" Type="http://schemas.openxmlformats.org/officeDocument/2006/relationships/chart" Target="../charts/chart19.xml"/><Relationship Id="rId14" Type="http://schemas.openxmlformats.org/officeDocument/2006/relationships/chart" Target="../charts/chart20.xml"/><Relationship Id="rId15" Type="http://schemas.openxmlformats.org/officeDocument/2006/relationships/chart" Target="../charts/chart21.xml"/><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chart" Target="../charts/chart27.xml"/><Relationship Id="rId2" Type="http://schemas.openxmlformats.org/officeDocument/2006/relationships/chart" Target="../charts/chart2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chart" Target="../charts/chart33.xml"/><Relationship Id="rId8" Type="http://schemas.openxmlformats.org/officeDocument/2006/relationships/chart" Target="../charts/chart34.xml"/><Relationship Id="rId9" Type="http://schemas.openxmlformats.org/officeDocument/2006/relationships/chart" Target="../charts/chart35.xml"/><Relationship Id="rId10" Type="http://schemas.openxmlformats.org/officeDocument/2006/relationships/chart" Target="../charts/chart36.xml"/><Relationship Id="rId11" Type="http://schemas.openxmlformats.org/officeDocument/2006/relationships/chart" Target="../charts/chart37.xml"/><Relationship Id="rId12" Type="http://schemas.openxmlformats.org/officeDocument/2006/relationships/chart" Target="../charts/chart38.xml"/><Relationship Id="rId13" Type="http://schemas.openxmlformats.org/officeDocument/2006/relationships/chart" Target="../charts/chart39.xml"/><Relationship Id="rId14" Type="http://schemas.openxmlformats.org/officeDocument/2006/relationships/chart" Target="../charts/chart40.xml"/><Relationship Id="rId15" Type="http://schemas.openxmlformats.org/officeDocument/2006/relationships/chart" Target="../charts/chart41.xml"/><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chart" Target="../charts/chart48.xml"/><Relationship Id="rId2" Type="http://schemas.openxmlformats.org/officeDocument/2006/relationships/chart" Target="../charts/chart49.xml"/><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chart" Target="../charts/chart52.xml"/><Relationship Id="rId6" Type="http://schemas.openxmlformats.org/officeDocument/2006/relationships/chart" Target="../charts/chart53.xml"/><Relationship Id="rId7" Type="http://schemas.openxmlformats.org/officeDocument/2006/relationships/chart" Target="../charts/chart54.xml"/><Relationship Id="rId8" Type="http://schemas.openxmlformats.org/officeDocument/2006/relationships/chart" Target="../charts/chart55.xml"/><Relationship Id="rId9" Type="http://schemas.openxmlformats.org/officeDocument/2006/relationships/chart" Target="../charts/chart56.xml"/><Relationship Id="rId10" Type="http://schemas.openxmlformats.org/officeDocument/2006/relationships/chart" Target="../charts/chart57.xml"/><Relationship Id="rId11" Type="http://schemas.openxmlformats.org/officeDocument/2006/relationships/chart" Target="../charts/chart58.xml"/><Relationship Id="rId12" Type="http://schemas.openxmlformats.org/officeDocument/2006/relationships/chart" Target="../charts/chart59.xml"/><Relationship Id="rId13" Type="http://schemas.openxmlformats.org/officeDocument/2006/relationships/chart" Target="../charts/chart60.xml"/><Relationship Id="rId14" Type="http://schemas.openxmlformats.org/officeDocument/2006/relationships/chart" Target="../charts/chart61.xml"/><Relationship Id="rId15" Type="http://schemas.openxmlformats.org/officeDocument/2006/relationships/chart" Target="../charts/chart62.xml"/><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3" name="Text 11"/>
          <p:cNvSpPr txBox="1"/>
          <p:nvPr/>
        </p:nvSpPr>
        <p:spPr>
          <a:xfrm>
            <a:off x="1097280"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$1.13M</a:t>
            </a:r>
            <a:endParaRPr lang="en-US" sz="1200" dirty="0"/>
          </a:p>
        </p:txBody>
      </p:sp>
      <p:sp>
        <p:nvSpPr>
          <p:cNvPr id="14" name="Text 12"/>
          <p:cNvSpPr txBox="1"/>
          <p:nvPr/>
        </p:nvSpPr>
        <p:spPr>
          <a:xfrm>
            <a:off x="1097280"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$1.54M</a:t>
            </a:r>
            <a:endParaRPr lang="en-US" sz="1200" dirty="0"/>
          </a:p>
        </p:txBody>
      </p:sp>
      <p:graphicFrame>
        <p:nvGraphicFramePr>
          <p:cNvPr id="15" name="Chart 0" descr=""/>
          <p:cNvGraphicFramePr/>
          <p:nvPr/>
        </p:nvGraphicFramePr>
        <p:xfrm>
          <a:off x="2377440" y="2183039"/>
          <a:ext cx="710184" cy="443484"/>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7" name="Text 14"/>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8" name="Text 15"/>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20" name="Text 17"/>
          <p:cNvSpPr txBox="1"/>
          <p:nvPr/>
        </p:nvSpPr>
        <p:spPr>
          <a:xfrm>
            <a:off x="1097280"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$2.26M</a:t>
            </a:r>
            <a:endParaRPr lang="en-US" sz="1200" dirty="0"/>
          </a:p>
        </p:txBody>
      </p:sp>
      <p:sp>
        <p:nvSpPr>
          <p:cNvPr id="21" name="Text 18"/>
          <p:cNvSpPr txBox="1"/>
          <p:nvPr/>
        </p:nvSpPr>
        <p:spPr>
          <a:xfrm>
            <a:off x="1097280"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$2.98M</a:t>
            </a:r>
            <a:endParaRPr lang="en-US" sz="1200" dirty="0"/>
          </a:p>
        </p:txBody>
      </p:sp>
      <p:graphicFrame>
        <p:nvGraphicFramePr>
          <p:cNvPr id="22" name="Chart 1" descr=""/>
          <p:cNvGraphicFramePr/>
          <p:nvPr/>
        </p:nvGraphicFramePr>
        <p:xfrm>
          <a:off x="2377440" y="3070007"/>
          <a:ext cx="710184" cy="443484"/>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24" name="Text 20"/>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5" name="Shape 21"/>
          <p:cNvSpPr/>
          <p:nvPr/>
        </p:nvSpPr>
        <p:spPr>
          <a:xfrm>
            <a:off x="658368" y="3584448"/>
            <a:ext cx="3489960" cy="886968"/>
          </a:xfrm>
          <a:prstGeom prst="rect">
            <a:avLst/>
          </a:prstGeom>
          <a:solidFill>
            <a:srgbClr val="F7F7F7"/>
          </a:solidFill>
          <a:ln/>
        </p:spPr>
      </p:sp>
      <p:sp>
        <p:nvSpPr>
          <p:cNvPr id="26" name="Text 22"/>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7" name="Text 23"/>
          <p:cNvSpPr txBox="1"/>
          <p:nvPr/>
        </p:nvSpPr>
        <p:spPr>
          <a:xfrm>
            <a:off x="1097280"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28" name="Text 24"/>
          <p:cNvSpPr txBox="1"/>
          <p:nvPr/>
        </p:nvSpPr>
        <p:spPr>
          <a:xfrm>
            <a:off x="1097280"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$3.38M</a:t>
            </a:r>
            <a:endParaRPr lang="en-US" sz="1200" dirty="0"/>
          </a:p>
        </p:txBody>
      </p:sp>
      <p:sp>
        <p:nvSpPr>
          <p:cNvPr id="29" name="Text 25"/>
          <p:cNvSpPr txBox="1"/>
          <p:nvPr/>
        </p:nvSpPr>
        <p:spPr>
          <a:xfrm>
            <a:off x="1097280"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$4.15M</a:t>
            </a:r>
            <a:endParaRPr lang="en-US" sz="1200" dirty="0"/>
          </a:p>
        </p:txBody>
      </p:sp>
      <p:graphicFrame>
        <p:nvGraphicFramePr>
          <p:cNvPr id="30" name="Chart 2" descr=""/>
          <p:cNvGraphicFramePr/>
          <p:nvPr/>
        </p:nvGraphicFramePr>
        <p:xfrm>
          <a:off x="2377440" y="3956975"/>
          <a:ext cx="710184" cy="443484"/>
        </p:xfrm>
        <a:graphic xmlns:a="http://schemas.openxmlformats.org/drawingml/2006/main">
          <a:graphicData uri="http://schemas.openxmlformats.org/drawingml/2006/chart">
            <c:chart xmlns:c="http://schemas.openxmlformats.org/drawingml/2006/chart" r:id="rId3"/>
          </a:graphicData>
        </a:graphic>
      </p:graphicFrame>
      <p:sp>
        <p:nvSpPr>
          <p:cNvPr id="31" name="Text 26"/>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32" name="Text 27"/>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33" name="Text 28"/>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4" name="Text 29"/>
          <p:cNvSpPr txBox="1"/>
          <p:nvPr/>
        </p:nvSpPr>
        <p:spPr>
          <a:xfrm>
            <a:off x="1097280"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35" name="Text 30"/>
          <p:cNvSpPr txBox="1"/>
          <p:nvPr/>
        </p:nvSpPr>
        <p:spPr>
          <a:xfrm>
            <a:off x="1097280"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$10.64M</a:t>
            </a:r>
            <a:endParaRPr lang="en-US" sz="1200" dirty="0"/>
          </a:p>
        </p:txBody>
      </p:sp>
      <p:sp>
        <p:nvSpPr>
          <p:cNvPr id="36" name="Text 31"/>
          <p:cNvSpPr txBox="1"/>
          <p:nvPr/>
        </p:nvSpPr>
        <p:spPr>
          <a:xfrm>
            <a:off x="1097280"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$12.34M</a:t>
            </a:r>
            <a:endParaRPr lang="en-US" sz="1200" dirty="0"/>
          </a:p>
        </p:txBody>
      </p:sp>
      <p:graphicFrame>
        <p:nvGraphicFramePr>
          <p:cNvPr id="37" name="Chart 3" descr=""/>
          <p:cNvGraphicFramePr/>
          <p:nvPr/>
        </p:nvGraphicFramePr>
        <p:xfrm>
          <a:off x="2377440" y="4843943"/>
          <a:ext cx="710184" cy="443484"/>
        </p:xfrm>
        <a:graphic xmlns:a="http://schemas.openxmlformats.org/drawingml/2006/main">
          <a:graphicData uri="http://schemas.openxmlformats.org/drawingml/2006/chart">
            <c:chart xmlns:c="http://schemas.openxmlformats.org/drawingml/2006/chart" r:id="rId4"/>
          </a:graphicData>
        </a:graphic>
      </p:graphicFrame>
      <p:sp>
        <p:nvSpPr>
          <p:cNvPr id="38" name="Text 32"/>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9" name="Text 33"/>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40" name="Shape 34"/>
          <p:cNvSpPr/>
          <p:nvPr/>
        </p:nvSpPr>
        <p:spPr>
          <a:xfrm>
            <a:off x="658368" y="5358384"/>
            <a:ext cx="3489960" cy="886968"/>
          </a:xfrm>
          <a:prstGeom prst="rect">
            <a:avLst/>
          </a:prstGeom>
          <a:solidFill>
            <a:srgbClr val="F7F7F7"/>
          </a:solidFill>
          <a:ln/>
        </p:spPr>
      </p:sp>
      <p:sp>
        <p:nvSpPr>
          <p:cNvPr id="41" name="Text 3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2" name="Text 36"/>
          <p:cNvSpPr txBox="1"/>
          <p:nvPr/>
        </p:nvSpPr>
        <p:spPr>
          <a:xfrm>
            <a:off x="1097280"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43" name="Text 37"/>
          <p:cNvSpPr txBox="1"/>
          <p:nvPr/>
        </p:nvSpPr>
        <p:spPr>
          <a:xfrm>
            <a:off x="1097280"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$2.33M</a:t>
            </a:r>
            <a:endParaRPr lang="en-US" sz="1200" dirty="0"/>
          </a:p>
        </p:txBody>
      </p:sp>
      <p:sp>
        <p:nvSpPr>
          <p:cNvPr id="44" name="Text 38"/>
          <p:cNvSpPr txBox="1"/>
          <p:nvPr/>
        </p:nvSpPr>
        <p:spPr>
          <a:xfrm>
            <a:off x="1097280"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$2.70M</a:t>
            </a:r>
            <a:endParaRPr lang="en-US" sz="1200" dirty="0"/>
          </a:p>
        </p:txBody>
      </p:sp>
      <p:graphicFrame>
        <p:nvGraphicFramePr>
          <p:cNvPr id="45" name="Chart 4" descr=""/>
          <p:cNvGraphicFramePr/>
          <p:nvPr/>
        </p:nvGraphicFramePr>
        <p:xfrm>
          <a:off x="2377440" y="5730911"/>
          <a:ext cx="710184" cy="443484"/>
        </p:xfrm>
        <a:graphic xmlns:a="http://schemas.openxmlformats.org/drawingml/2006/main">
          <a:graphicData uri="http://schemas.openxmlformats.org/drawingml/2006/chart">
            <c:chart xmlns:c="http://schemas.openxmlformats.org/drawingml/2006/chart" r:id="rId5"/>
          </a:graphicData>
        </a:graphic>
      </p:graphicFrame>
      <p:sp>
        <p:nvSpPr>
          <p:cNvPr id="46" name="Text 3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47" name="Text 4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48" name="Shape 41"/>
          <p:cNvSpPr/>
          <p:nvPr/>
        </p:nvSpPr>
        <p:spPr>
          <a:xfrm>
            <a:off x="4349496" y="1371600"/>
            <a:ext cx="3489960" cy="45720"/>
          </a:xfrm>
          <a:prstGeom prst="rect">
            <a:avLst/>
          </a:prstGeom>
          <a:solidFill>
            <a:srgbClr val="C2352F"/>
          </a:solidFill>
          <a:ln/>
        </p:spPr>
      </p:sp>
      <p:sp>
        <p:nvSpPr>
          <p:cNvPr id="49" name="Text 4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50" name="Shape 43"/>
          <p:cNvSpPr/>
          <p:nvPr/>
        </p:nvSpPr>
        <p:spPr>
          <a:xfrm>
            <a:off x="4349496" y="1810512"/>
            <a:ext cx="3489960" cy="886968"/>
          </a:xfrm>
          <a:prstGeom prst="rect">
            <a:avLst/>
          </a:prstGeom>
          <a:solidFill>
            <a:srgbClr val="F7F7F7"/>
          </a:solidFill>
          <a:ln/>
        </p:spPr>
      </p:sp>
      <p:sp>
        <p:nvSpPr>
          <p:cNvPr id="51" name="Text 4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2" name="Text 45"/>
          <p:cNvSpPr txBox="1"/>
          <p:nvPr/>
        </p:nvSpPr>
        <p:spPr>
          <a:xfrm>
            <a:off x="4788408"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3" name="Text 46"/>
          <p:cNvSpPr txBox="1"/>
          <p:nvPr/>
        </p:nvSpPr>
        <p:spPr>
          <a:xfrm>
            <a:off x="4788408"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$3.41M</a:t>
            </a:r>
            <a:endParaRPr lang="en-US" sz="1200" dirty="0"/>
          </a:p>
        </p:txBody>
      </p:sp>
      <p:sp>
        <p:nvSpPr>
          <p:cNvPr id="54" name="Text 47"/>
          <p:cNvSpPr txBox="1"/>
          <p:nvPr/>
        </p:nvSpPr>
        <p:spPr>
          <a:xfrm>
            <a:off x="4788408"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$2.89M</a:t>
            </a:r>
            <a:endParaRPr lang="en-US" sz="1200" dirty="0"/>
          </a:p>
        </p:txBody>
      </p:sp>
      <p:graphicFrame>
        <p:nvGraphicFramePr>
          <p:cNvPr id="55" name="Chart 5" descr=""/>
          <p:cNvGraphicFramePr/>
          <p:nvPr/>
        </p:nvGraphicFramePr>
        <p:xfrm>
          <a:off x="6068568" y="2183039"/>
          <a:ext cx="710184" cy="443484"/>
        </p:xfrm>
        <a:graphic xmlns:a="http://schemas.openxmlformats.org/drawingml/2006/main">
          <a:graphicData uri="http://schemas.openxmlformats.org/drawingml/2006/chart">
            <c:chart xmlns:c="http://schemas.openxmlformats.org/drawingml/2006/chart" r:id="rId6"/>
          </a:graphicData>
        </a:graphic>
      </p:graphicFrame>
      <p:sp>
        <p:nvSpPr>
          <p:cNvPr id="56" name="Text 48"/>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57" name="Text 49"/>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58" name="Text 50"/>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59" name="Text 51"/>
          <p:cNvSpPr txBox="1"/>
          <p:nvPr/>
        </p:nvSpPr>
        <p:spPr>
          <a:xfrm>
            <a:off x="4788408"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60" name="Text 52"/>
          <p:cNvSpPr txBox="1"/>
          <p:nvPr/>
        </p:nvSpPr>
        <p:spPr>
          <a:xfrm>
            <a:off x="4788408"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$1.13M</a:t>
            </a:r>
            <a:endParaRPr lang="en-US" sz="1200" dirty="0"/>
          </a:p>
        </p:txBody>
      </p:sp>
      <p:sp>
        <p:nvSpPr>
          <p:cNvPr id="61" name="Text 53"/>
          <p:cNvSpPr txBox="1"/>
          <p:nvPr/>
        </p:nvSpPr>
        <p:spPr>
          <a:xfrm>
            <a:off x="4788408"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$968K</a:t>
            </a:r>
            <a:endParaRPr lang="en-US" sz="1200" dirty="0"/>
          </a:p>
        </p:txBody>
      </p:sp>
      <p:graphicFrame>
        <p:nvGraphicFramePr>
          <p:cNvPr id="62" name="Chart 6" descr=""/>
          <p:cNvGraphicFramePr/>
          <p:nvPr/>
        </p:nvGraphicFramePr>
        <p:xfrm>
          <a:off x="6068568" y="3070007"/>
          <a:ext cx="710184" cy="443484"/>
        </p:xfrm>
        <a:graphic xmlns:a="http://schemas.openxmlformats.org/drawingml/2006/main">
          <a:graphicData uri="http://schemas.openxmlformats.org/drawingml/2006/chart">
            <c:chart xmlns:c="http://schemas.openxmlformats.org/drawingml/2006/chart" r:id="rId7"/>
          </a:graphicData>
        </a:graphic>
      </p:graphicFrame>
      <p:sp>
        <p:nvSpPr>
          <p:cNvPr id="63" name="Text 54"/>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64" name="Text 55"/>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65" name="Shape 56"/>
          <p:cNvSpPr/>
          <p:nvPr/>
        </p:nvSpPr>
        <p:spPr>
          <a:xfrm>
            <a:off x="4349496" y="3584448"/>
            <a:ext cx="3489960" cy="886968"/>
          </a:xfrm>
          <a:prstGeom prst="rect">
            <a:avLst/>
          </a:prstGeom>
          <a:solidFill>
            <a:srgbClr val="F7F7F7"/>
          </a:solidFill>
          <a:ln/>
        </p:spPr>
      </p:sp>
      <p:sp>
        <p:nvSpPr>
          <p:cNvPr id="66" name="Text 5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7" name="Text 58"/>
          <p:cNvSpPr txBox="1"/>
          <p:nvPr/>
        </p:nvSpPr>
        <p:spPr>
          <a:xfrm>
            <a:off x="4788408"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8" name="Text 59"/>
          <p:cNvSpPr txBox="1"/>
          <p:nvPr/>
        </p:nvSpPr>
        <p:spPr>
          <a:xfrm>
            <a:off x="4788408"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$5.55M</a:t>
            </a:r>
            <a:endParaRPr lang="en-US" sz="1200" dirty="0"/>
          </a:p>
        </p:txBody>
      </p:sp>
      <p:sp>
        <p:nvSpPr>
          <p:cNvPr id="69" name="Text 60"/>
          <p:cNvSpPr txBox="1"/>
          <p:nvPr/>
        </p:nvSpPr>
        <p:spPr>
          <a:xfrm>
            <a:off x="4788408"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$4.79M</a:t>
            </a:r>
            <a:endParaRPr lang="en-US" sz="1200" dirty="0"/>
          </a:p>
        </p:txBody>
      </p:sp>
      <p:graphicFrame>
        <p:nvGraphicFramePr>
          <p:cNvPr id="70" name="Chart 7" descr=""/>
          <p:cNvGraphicFramePr/>
          <p:nvPr/>
        </p:nvGraphicFramePr>
        <p:xfrm>
          <a:off x="6068568" y="3956975"/>
          <a:ext cx="710184" cy="443484"/>
        </p:xfrm>
        <a:graphic xmlns:a="http://schemas.openxmlformats.org/drawingml/2006/main">
          <a:graphicData uri="http://schemas.openxmlformats.org/drawingml/2006/chart">
            <c:chart xmlns:c="http://schemas.openxmlformats.org/drawingml/2006/chart" r:id="rId8"/>
          </a:graphicData>
        </a:graphic>
      </p:graphicFrame>
      <p:sp>
        <p:nvSpPr>
          <p:cNvPr id="71" name="Text 61"/>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72" name="Text 62"/>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73" name="Text 63"/>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4" name="Text 64"/>
          <p:cNvSpPr txBox="1"/>
          <p:nvPr/>
        </p:nvSpPr>
        <p:spPr>
          <a:xfrm>
            <a:off x="4788408"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75" name="Text 65"/>
          <p:cNvSpPr txBox="1"/>
          <p:nvPr/>
        </p:nvSpPr>
        <p:spPr>
          <a:xfrm>
            <a:off x="4788408"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$4.98M</a:t>
            </a:r>
            <a:endParaRPr lang="en-US" sz="1200" dirty="0"/>
          </a:p>
        </p:txBody>
      </p:sp>
      <p:sp>
        <p:nvSpPr>
          <p:cNvPr id="76" name="Text 66"/>
          <p:cNvSpPr txBox="1"/>
          <p:nvPr/>
        </p:nvSpPr>
        <p:spPr>
          <a:xfrm>
            <a:off x="4788408"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$4.46M</a:t>
            </a:r>
            <a:endParaRPr lang="en-US" sz="1200" dirty="0"/>
          </a:p>
        </p:txBody>
      </p:sp>
      <p:graphicFrame>
        <p:nvGraphicFramePr>
          <p:cNvPr id="77" name="Chart 8" descr=""/>
          <p:cNvGraphicFramePr/>
          <p:nvPr/>
        </p:nvGraphicFramePr>
        <p:xfrm>
          <a:off x="6068568" y="4843943"/>
          <a:ext cx="710184" cy="443484"/>
        </p:xfrm>
        <a:graphic xmlns:a="http://schemas.openxmlformats.org/drawingml/2006/main">
          <a:graphicData uri="http://schemas.openxmlformats.org/drawingml/2006/chart">
            <c:chart xmlns:c="http://schemas.openxmlformats.org/drawingml/2006/chart" r:id="rId9"/>
          </a:graphicData>
        </a:graphic>
      </p:graphicFrame>
      <p:sp>
        <p:nvSpPr>
          <p:cNvPr id="78" name="Text 67"/>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79" name="Text 68"/>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80" name="Shape 69"/>
          <p:cNvSpPr/>
          <p:nvPr/>
        </p:nvSpPr>
        <p:spPr>
          <a:xfrm>
            <a:off x="4349496" y="5358384"/>
            <a:ext cx="3489960" cy="886968"/>
          </a:xfrm>
          <a:prstGeom prst="rect">
            <a:avLst/>
          </a:prstGeom>
          <a:solidFill>
            <a:srgbClr val="F7F7F7"/>
          </a:solidFill>
          <a:ln/>
        </p:spPr>
      </p:sp>
      <p:sp>
        <p:nvSpPr>
          <p:cNvPr id="81" name="Text 70"/>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2" name="Text 71"/>
          <p:cNvSpPr txBox="1"/>
          <p:nvPr/>
        </p:nvSpPr>
        <p:spPr>
          <a:xfrm>
            <a:off x="4788408"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83" name="Text 72"/>
          <p:cNvSpPr txBox="1"/>
          <p:nvPr/>
        </p:nvSpPr>
        <p:spPr>
          <a:xfrm>
            <a:off x="4788408"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$9.46M</a:t>
            </a:r>
            <a:endParaRPr lang="en-US" sz="1200" dirty="0"/>
          </a:p>
        </p:txBody>
      </p:sp>
      <p:sp>
        <p:nvSpPr>
          <p:cNvPr id="84" name="Text 73"/>
          <p:cNvSpPr txBox="1"/>
          <p:nvPr/>
        </p:nvSpPr>
        <p:spPr>
          <a:xfrm>
            <a:off x="4788408"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$8.62M</a:t>
            </a:r>
            <a:endParaRPr lang="en-US" sz="1200" dirty="0"/>
          </a:p>
        </p:txBody>
      </p:sp>
      <p:graphicFrame>
        <p:nvGraphicFramePr>
          <p:cNvPr id="85" name="Chart 9" descr=""/>
          <p:cNvGraphicFramePr/>
          <p:nvPr/>
        </p:nvGraphicFramePr>
        <p:xfrm>
          <a:off x="6068568" y="5730911"/>
          <a:ext cx="710184" cy="443484"/>
        </p:xfrm>
        <a:graphic xmlns:a="http://schemas.openxmlformats.org/drawingml/2006/main">
          <a:graphicData uri="http://schemas.openxmlformats.org/drawingml/2006/chart">
            <c:chart xmlns:c="http://schemas.openxmlformats.org/drawingml/2006/chart" r:id="rId10"/>
          </a:graphicData>
        </a:graphic>
      </p:graphicFrame>
      <p:sp>
        <p:nvSpPr>
          <p:cNvPr id="86" name="Text 7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87" name="Text 7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88" name="Shape 76"/>
          <p:cNvSpPr/>
          <p:nvPr/>
        </p:nvSpPr>
        <p:spPr>
          <a:xfrm>
            <a:off x="8040624" y="1371600"/>
            <a:ext cx="3489960" cy="45720"/>
          </a:xfrm>
          <a:prstGeom prst="rect">
            <a:avLst/>
          </a:prstGeom>
          <a:solidFill>
            <a:srgbClr val="2587C5"/>
          </a:solidFill>
          <a:ln/>
        </p:spPr>
      </p:sp>
      <p:sp>
        <p:nvSpPr>
          <p:cNvPr id="89" name="Text 7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90" name="Shape 78"/>
          <p:cNvSpPr/>
          <p:nvPr/>
        </p:nvSpPr>
        <p:spPr>
          <a:xfrm>
            <a:off x="8040624" y="1810512"/>
            <a:ext cx="3489960" cy="886968"/>
          </a:xfrm>
          <a:prstGeom prst="rect">
            <a:avLst/>
          </a:prstGeom>
          <a:solidFill>
            <a:srgbClr val="F7F7F7"/>
          </a:solidFill>
          <a:ln/>
        </p:spPr>
      </p:sp>
      <p:sp>
        <p:nvSpPr>
          <p:cNvPr id="91" name="Text 7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2" name="Text 80"/>
          <p:cNvSpPr txBox="1"/>
          <p:nvPr/>
        </p:nvSpPr>
        <p:spPr>
          <a:xfrm>
            <a:off x="8479536"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93" name="Text 81"/>
          <p:cNvSpPr txBox="1"/>
          <p:nvPr/>
        </p:nvSpPr>
        <p:spPr>
          <a:xfrm>
            <a:off x="8479536"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$313K</a:t>
            </a:r>
            <a:endParaRPr lang="en-US" sz="1200" dirty="0"/>
          </a:p>
        </p:txBody>
      </p:sp>
      <p:sp>
        <p:nvSpPr>
          <p:cNvPr id="94" name="Text 82"/>
          <p:cNvSpPr txBox="1"/>
          <p:nvPr/>
        </p:nvSpPr>
        <p:spPr>
          <a:xfrm>
            <a:off x="8479536"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$425K</a:t>
            </a:r>
            <a:endParaRPr lang="en-US" sz="1200" dirty="0"/>
          </a:p>
        </p:txBody>
      </p:sp>
      <p:graphicFrame>
        <p:nvGraphicFramePr>
          <p:cNvPr id="95" name="Chart 10" descr=""/>
          <p:cNvGraphicFramePr/>
          <p:nvPr/>
        </p:nvGraphicFramePr>
        <p:xfrm>
          <a:off x="9759696" y="2183039"/>
          <a:ext cx="710184" cy="443484"/>
        </p:xfrm>
        <a:graphic xmlns:a="http://schemas.openxmlformats.org/drawingml/2006/main">
          <a:graphicData uri="http://schemas.openxmlformats.org/drawingml/2006/chart">
            <c:chart xmlns:c="http://schemas.openxmlformats.org/drawingml/2006/chart" r:id="rId11"/>
          </a:graphicData>
        </a:graphic>
      </p:graphicFrame>
      <p:sp>
        <p:nvSpPr>
          <p:cNvPr id="96" name="Text 83"/>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97" name="Text 84"/>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98" name="Text 85"/>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99" name="Text 86"/>
          <p:cNvSpPr txBox="1"/>
          <p:nvPr/>
        </p:nvSpPr>
        <p:spPr>
          <a:xfrm>
            <a:off x="8479536"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00" name="Text 87"/>
          <p:cNvSpPr txBox="1"/>
          <p:nvPr/>
        </p:nvSpPr>
        <p:spPr>
          <a:xfrm>
            <a:off x="8479536"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$227K</a:t>
            </a:r>
            <a:endParaRPr lang="en-US" sz="1200" dirty="0"/>
          </a:p>
        </p:txBody>
      </p:sp>
      <p:sp>
        <p:nvSpPr>
          <p:cNvPr id="101" name="Text 88"/>
          <p:cNvSpPr txBox="1"/>
          <p:nvPr/>
        </p:nvSpPr>
        <p:spPr>
          <a:xfrm>
            <a:off x="8479536"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$301K</a:t>
            </a:r>
            <a:endParaRPr lang="en-US" sz="1200" dirty="0"/>
          </a:p>
        </p:txBody>
      </p:sp>
      <p:graphicFrame>
        <p:nvGraphicFramePr>
          <p:cNvPr id="102" name="Chart 11" descr=""/>
          <p:cNvGraphicFramePr/>
          <p:nvPr/>
        </p:nvGraphicFramePr>
        <p:xfrm>
          <a:off x="9759696" y="3070007"/>
          <a:ext cx="710184" cy="443484"/>
        </p:xfrm>
        <a:graphic xmlns:a="http://schemas.openxmlformats.org/drawingml/2006/main">
          <a:graphicData uri="http://schemas.openxmlformats.org/drawingml/2006/chart">
            <c:chart xmlns:c="http://schemas.openxmlformats.org/drawingml/2006/chart" r:id="rId12"/>
          </a:graphicData>
        </a:graphic>
      </p:graphicFrame>
      <p:sp>
        <p:nvSpPr>
          <p:cNvPr id="103" name="Text 89"/>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104" name="Text 90"/>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105" name="Shape 91"/>
          <p:cNvSpPr/>
          <p:nvPr/>
        </p:nvSpPr>
        <p:spPr>
          <a:xfrm>
            <a:off x="8040624" y="3584448"/>
            <a:ext cx="3489960" cy="886968"/>
          </a:xfrm>
          <a:prstGeom prst="rect">
            <a:avLst/>
          </a:prstGeom>
          <a:solidFill>
            <a:srgbClr val="F7F7F7"/>
          </a:solidFill>
          <a:ln/>
        </p:spPr>
      </p:sp>
      <p:sp>
        <p:nvSpPr>
          <p:cNvPr id="106" name="Text 92"/>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07" name="Text 93"/>
          <p:cNvSpPr txBox="1"/>
          <p:nvPr/>
        </p:nvSpPr>
        <p:spPr>
          <a:xfrm>
            <a:off x="8479536"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108" name="Text 94"/>
          <p:cNvSpPr txBox="1"/>
          <p:nvPr/>
        </p:nvSpPr>
        <p:spPr>
          <a:xfrm>
            <a:off x="8479536"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$332K</a:t>
            </a:r>
            <a:endParaRPr lang="en-US" sz="1200" dirty="0"/>
          </a:p>
        </p:txBody>
      </p:sp>
      <p:sp>
        <p:nvSpPr>
          <p:cNvPr id="109" name="Text 95"/>
          <p:cNvSpPr txBox="1"/>
          <p:nvPr/>
        </p:nvSpPr>
        <p:spPr>
          <a:xfrm>
            <a:off x="8479536"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$429K</a:t>
            </a:r>
            <a:endParaRPr lang="en-US" sz="1200" dirty="0"/>
          </a:p>
        </p:txBody>
      </p:sp>
      <p:graphicFrame>
        <p:nvGraphicFramePr>
          <p:cNvPr id="110" name="Chart 12" descr=""/>
          <p:cNvGraphicFramePr/>
          <p:nvPr/>
        </p:nvGraphicFramePr>
        <p:xfrm>
          <a:off x="9759696" y="3956975"/>
          <a:ext cx="710184" cy="443484"/>
        </p:xfrm>
        <a:graphic xmlns:a="http://schemas.openxmlformats.org/drawingml/2006/main">
          <a:graphicData uri="http://schemas.openxmlformats.org/drawingml/2006/chart">
            <c:chart xmlns:c="http://schemas.openxmlformats.org/drawingml/2006/chart" r:id="rId13"/>
          </a:graphicData>
        </a:graphic>
      </p:graphicFrame>
      <p:sp>
        <p:nvSpPr>
          <p:cNvPr id="111" name="Text 96"/>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112" name="Text 97"/>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113" name="Text 98"/>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4" name="Text 99"/>
          <p:cNvSpPr txBox="1"/>
          <p:nvPr/>
        </p:nvSpPr>
        <p:spPr>
          <a:xfrm>
            <a:off x="8479536"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115" name="Text 100"/>
          <p:cNvSpPr txBox="1"/>
          <p:nvPr/>
        </p:nvSpPr>
        <p:spPr>
          <a:xfrm>
            <a:off x="8479536"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$364K</a:t>
            </a:r>
            <a:endParaRPr lang="en-US" sz="1200" dirty="0"/>
          </a:p>
        </p:txBody>
      </p:sp>
      <p:sp>
        <p:nvSpPr>
          <p:cNvPr id="116" name="Text 101"/>
          <p:cNvSpPr txBox="1"/>
          <p:nvPr/>
        </p:nvSpPr>
        <p:spPr>
          <a:xfrm>
            <a:off x="8479536"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$448K</a:t>
            </a:r>
            <a:endParaRPr lang="en-US" sz="1200" dirty="0"/>
          </a:p>
        </p:txBody>
      </p:sp>
      <p:graphicFrame>
        <p:nvGraphicFramePr>
          <p:cNvPr id="117" name="Chart 13" descr=""/>
          <p:cNvGraphicFramePr/>
          <p:nvPr/>
        </p:nvGraphicFramePr>
        <p:xfrm>
          <a:off x="9759696" y="4843943"/>
          <a:ext cx="710184" cy="443484"/>
        </p:xfrm>
        <a:graphic xmlns:a="http://schemas.openxmlformats.org/drawingml/2006/main">
          <a:graphicData uri="http://schemas.openxmlformats.org/drawingml/2006/chart">
            <c:chart xmlns:c="http://schemas.openxmlformats.org/drawingml/2006/chart" r:id="rId14"/>
          </a:graphicData>
        </a:graphic>
      </p:graphicFrame>
      <p:sp>
        <p:nvSpPr>
          <p:cNvPr id="118" name="Text 102"/>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119" name="Text 103"/>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120" name="Shape 104"/>
          <p:cNvSpPr/>
          <p:nvPr/>
        </p:nvSpPr>
        <p:spPr>
          <a:xfrm>
            <a:off x="8040624" y="5358384"/>
            <a:ext cx="3489960" cy="886968"/>
          </a:xfrm>
          <a:prstGeom prst="rect">
            <a:avLst/>
          </a:prstGeom>
          <a:solidFill>
            <a:srgbClr val="F7F7F7"/>
          </a:solidFill>
          <a:ln/>
        </p:spPr>
      </p:sp>
      <p:sp>
        <p:nvSpPr>
          <p:cNvPr id="121" name="Shape 105"/>
          <p:cNvSpPr/>
          <p:nvPr/>
        </p:nvSpPr>
        <p:spPr>
          <a:xfrm>
            <a:off x="11466576" y="5394960"/>
            <a:ext cx="64008" cy="813816"/>
          </a:xfrm>
          <a:prstGeom prst="rect">
            <a:avLst/>
          </a:prstGeom>
          <a:solidFill>
            <a:srgbClr val="12A566"/>
          </a:solidFill>
          <a:ln/>
        </p:spPr>
      </p:sp>
      <p:sp>
        <p:nvSpPr>
          <p:cNvPr id="122" name="Text 10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3" name="Text 107"/>
          <p:cNvSpPr txBox="1"/>
          <p:nvPr/>
        </p:nvSpPr>
        <p:spPr>
          <a:xfrm>
            <a:off x="8479536"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24" name="Text 108"/>
          <p:cNvSpPr txBox="1"/>
          <p:nvPr/>
        </p:nvSpPr>
        <p:spPr>
          <a:xfrm>
            <a:off x="8479536"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$158K</a:t>
            </a:r>
            <a:endParaRPr lang="en-US" sz="1200" dirty="0"/>
          </a:p>
        </p:txBody>
      </p:sp>
      <p:sp>
        <p:nvSpPr>
          <p:cNvPr id="125" name="Text 109"/>
          <p:cNvSpPr txBox="1"/>
          <p:nvPr/>
        </p:nvSpPr>
        <p:spPr>
          <a:xfrm>
            <a:off x="8479536"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$188K</a:t>
            </a:r>
            <a:endParaRPr lang="en-US" sz="1200" dirty="0"/>
          </a:p>
        </p:txBody>
      </p:sp>
      <p:graphicFrame>
        <p:nvGraphicFramePr>
          <p:cNvPr id="126" name="Chart 14" descr=""/>
          <p:cNvGraphicFramePr/>
          <p:nvPr/>
        </p:nvGraphicFramePr>
        <p:xfrm>
          <a:off x="9759696" y="5730911"/>
          <a:ext cx="710184" cy="443484"/>
        </p:xfrm>
        <a:graphic xmlns:a="http://schemas.openxmlformats.org/drawingml/2006/main">
          <a:graphicData uri="http://schemas.openxmlformats.org/drawingml/2006/chart">
            <c:chart xmlns:c="http://schemas.openxmlformats.org/drawingml/2006/chart" r:id="rId15"/>
          </a:graphicData>
        </a:graphic>
      </p:graphicFrame>
      <p:sp>
        <p:nvSpPr>
          <p:cNvPr id="127" name="Text 11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128" name="Text 11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3" name="Text 11"/>
          <p:cNvSpPr txBox="1"/>
          <p:nvPr/>
        </p:nvSpPr>
        <p:spPr>
          <a:xfrm>
            <a:off x="1097280"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$648K</a:t>
            </a:r>
            <a:endParaRPr lang="en-US" sz="1200" dirty="0"/>
          </a:p>
        </p:txBody>
      </p:sp>
      <p:sp>
        <p:nvSpPr>
          <p:cNvPr id="14" name="Text 12"/>
          <p:cNvSpPr txBox="1"/>
          <p:nvPr/>
        </p:nvSpPr>
        <p:spPr>
          <a:xfrm>
            <a:off x="1097280"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$993K</a:t>
            </a:r>
            <a:endParaRPr lang="en-US" sz="1200" dirty="0"/>
          </a:p>
        </p:txBody>
      </p:sp>
      <p:graphicFrame>
        <p:nvGraphicFramePr>
          <p:cNvPr id="15" name="Chart 0" descr=""/>
          <p:cNvGraphicFramePr/>
          <p:nvPr/>
        </p:nvGraphicFramePr>
        <p:xfrm>
          <a:off x="2377440" y="2183039"/>
          <a:ext cx="710184" cy="443484"/>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7" name="Text 14"/>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8" name="Text 15"/>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20" name="Text 17"/>
          <p:cNvSpPr txBox="1"/>
          <p:nvPr/>
        </p:nvSpPr>
        <p:spPr>
          <a:xfrm>
            <a:off x="1097280"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$1.61M</a:t>
            </a:r>
            <a:endParaRPr lang="en-US" sz="1200" dirty="0"/>
          </a:p>
        </p:txBody>
      </p:sp>
      <p:sp>
        <p:nvSpPr>
          <p:cNvPr id="21" name="Text 18"/>
          <p:cNvSpPr txBox="1"/>
          <p:nvPr/>
        </p:nvSpPr>
        <p:spPr>
          <a:xfrm>
            <a:off x="1097280"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$2.09M</a:t>
            </a:r>
            <a:endParaRPr lang="en-US" sz="1200" dirty="0"/>
          </a:p>
        </p:txBody>
      </p:sp>
      <p:graphicFrame>
        <p:nvGraphicFramePr>
          <p:cNvPr id="22" name="Chart 1" descr=""/>
          <p:cNvGraphicFramePr/>
          <p:nvPr/>
        </p:nvGraphicFramePr>
        <p:xfrm>
          <a:off x="2377440" y="3070007"/>
          <a:ext cx="710184" cy="443484"/>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4" name="Text 20"/>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5" name="Shape 21"/>
          <p:cNvSpPr/>
          <p:nvPr/>
        </p:nvSpPr>
        <p:spPr>
          <a:xfrm>
            <a:off x="658368" y="3584448"/>
            <a:ext cx="3489960" cy="886968"/>
          </a:xfrm>
          <a:prstGeom prst="rect">
            <a:avLst/>
          </a:prstGeom>
          <a:solidFill>
            <a:srgbClr val="F7F7F7"/>
          </a:solidFill>
          <a:ln/>
        </p:spPr>
      </p:sp>
      <p:sp>
        <p:nvSpPr>
          <p:cNvPr id="26" name="Text 22"/>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7" name="Text 23"/>
          <p:cNvSpPr txBox="1"/>
          <p:nvPr/>
        </p:nvSpPr>
        <p:spPr>
          <a:xfrm>
            <a:off x="1097280"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28" name="Text 24"/>
          <p:cNvSpPr txBox="1"/>
          <p:nvPr/>
        </p:nvSpPr>
        <p:spPr>
          <a:xfrm>
            <a:off x="1097280"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$2.31M</a:t>
            </a:r>
            <a:endParaRPr lang="en-US" sz="1200" dirty="0"/>
          </a:p>
        </p:txBody>
      </p:sp>
      <p:sp>
        <p:nvSpPr>
          <p:cNvPr id="29" name="Text 25"/>
          <p:cNvSpPr txBox="1"/>
          <p:nvPr/>
        </p:nvSpPr>
        <p:spPr>
          <a:xfrm>
            <a:off x="1097280"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$2.95M</a:t>
            </a:r>
            <a:endParaRPr lang="en-US" sz="1200" dirty="0"/>
          </a:p>
        </p:txBody>
      </p:sp>
      <p:graphicFrame>
        <p:nvGraphicFramePr>
          <p:cNvPr id="30" name="Chart 2" descr=""/>
          <p:cNvGraphicFramePr/>
          <p:nvPr/>
        </p:nvGraphicFramePr>
        <p:xfrm>
          <a:off x="2377440" y="3956975"/>
          <a:ext cx="710184" cy="443484"/>
        </p:xfrm>
        <a:graphic xmlns:a="http://schemas.openxmlformats.org/drawingml/2006/main">
          <a:graphicData uri="http://schemas.openxmlformats.org/drawingml/2006/chart">
            <c:chart xmlns:c="http://schemas.openxmlformats.org/drawingml/2006/chart" r:id="rId3"/>
          </a:graphicData>
        </a:graphic>
      </p:graphicFrame>
      <p:sp>
        <p:nvSpPr>
          <p:cNvPr id="31" name="Text 26"/>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32" name="Text 27"/>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33" name="Text 28"/>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4" name="Text 29"/>
          <p:cNvSpPr txBox="1"/>
          <p:nvPr/>
        </p:nvSpPr>
        <p:spPr>
          <a:xfrm>
            <a:off x="1097280"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35" name="Text 30"/>
          <p:cNvSpPr txBox="1"/>
          <p:nvPr/>
        </p:nvSpPr>
        <p:spPr>
          <a:xfrm>
            <a:off x="1097280"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$1.14M</a:t>
            </a:r>
            <a:endParaRPr lang="en-US" sz="1200" dirty="0"/>
          </a:p>
        </p:txBody>
      </p:sp>
      <p:sp>
        <p:nvSpPr>
          <p:cNvPr id="36" name="Text 31"/>
          <p:cNvSpPr txBox="1"/>
          <p:nvPr/>
        </p:nvSpPr>
        <p:spPr>
          <a:xfrm>
            <a:off x="1097280"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$1.46M</a:t>
            </a:r>
            <a:endParaRPr lang="en-US" sz="1200" dirty="0"/>
          </a:p>
        </p:txBody>
      </p:sp>
      <p:graphicFrame>
        <p:nvGraphicFramePr>
          <p:cNvPr id="37" name="Chart 3" descr=""/>
          <p:cNvGraphicFramePr/>
          <p:nvPr/>
        </p:nvGraphicFramePr>
        <p:xfrm>
          <a:off x="2377440" y="4843943"/>
          <a:ext cx="710184" cy="443484"/>
        </p:xfrm>
        <a:graphic xmlns:a="http://schemas.openxmlformats.org/drawingml/2006/main">
          <a:graphicData uri="http://schemas.openxmlformats.org/drawingml/2006/chart">
            <c:chart xmlns:c="http://schemas.openxmlformats.org/drawingml/2006/chart" r:id="rId4"/>
          </a:graphicData>
        </a:graphic>
      </p:graphicFrame>
      <p:sp>
        <p:nvSpPr>
          <p:cNvPr id="38" name="Text 32"/>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39" name="Text 33"/>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40" name="Shape 34"/>
          <p:cNvSpPr/>
          <p:nvPr/>
        </p:nvSpPr>
        <p:spPr>
          <a:xfrm>
            <a:off x="658368" y="5358384"/>
            <a:ext cx="3489960" cy="886968"/>
          </a:xfrm>
          <a:prstGeom prst="rect">
            <a:avLst/>
          </a:prstGeom>
          <a:solidFill>
            <a:srgbClr val="F7F7F7"/>
          </a:solidFill>
          <a:ln/>
        </p:spPr>
      </p:sp>
      <p:sp>
        <p:nvSpPr>
          <p:cNvPr id="41" name="Text 3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2" name="Text 36"/>
          <p:cNvSpPr txBox="1"/>
          <p:nvPr/>
        </p:nvSpPr>
        <p:spPr>
          <a:xfrm>
            <a:off x="1097280"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3" name="Text 37"/>
          <p:cNvSpPr txBox="1"/>
          <p:nvPr/>
        </p:nvSpPr>
        <p:spPr>
          <a:xfrm>
            <a:off x="1097280"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$3.01M</a:t>
            </a:r>
            <a:endParaRPr lang="en-US" sz="1200" dirty="0"/>
          </a:p>
        </p:txBody>
      </p:sp>
      <p:sp>
        <p:nvSpPr>
          <p:cNvPr id="44" name="Text 38"/>
          <p:cNvSpPr txBox="1"/>
          <p:nvPr/>
        </p:nvSpPr>
        <p:spPr>
          <a:xfrm>
            <a:off x="1097280"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$3.63M</a:t>
            </a:r>
            <a:endParaRPr lang="en-US" sz="1200" dirty="0"/>
          </a:p>
        </p:txBody>
      </p:sp>
      <p:graphicFrame>
        <p:nvGraphicFramePr>
          <p:cNvPr id="45" name="Chart 4" descr=""/>
          <p:cNvGraphicFramePr/>
          <p:nvPr/>
        </p:nvGraphicFramePr>
        <p:xfrm>
          <a:off x="2377440" y="5730911"/>
          <a:ext cx="710184" cy="443484"/>
        </p:xfrm>
        <a:graphic xmlns:a="http://schemas.openxmlformats.org/drawingml/2006/main">
          <a:graphicData uri="http://schemas.openxmlformats.org/drawingml/2006/chart">
            <c:chart xmlns:c="http://schemas.openxmlformats.org/drawingml/2006/chart" r:id="rId5"/>
          </a:graphicData>
        </a:graphic>
      </p:graphicFrame>
      <p:sp>
        <p:nvSpPr>
          <p:cNvPr id="46" name="Text 3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47" name="Text 4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48" name="Shape 41"/>
          <p:cNvSpPr/>
          <p:nvPr/>
        </p:nvSpPr>
        <p:spPr>
          <a:xfrm>
            <a:off x="4349496" y="1371600"/>
            <a:ext cx="3489960" cy="45720"/>
          </a:xfrm>
          <a:prstGeom prst="rect">
            <a:avLst/>
          </a:prstGeom>
          <a:solidFill>
            <a:srgbClr val="C2352F"/>
          </a:solidFill>
          <a:ln/>
        </p:spPr>
      </p:sp>
      <p:sp>
        <p:nvSpPr>
          <p:cNvPr id="49" name="Text 4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50" name="Shape 43"/>
          <p:cNvSpPr/>
          <p:nvPr/>
        </p:nvSpPr>
        <p:spPr>
          <a:xfrm>
            <a:off x="4349496" y="1810512"/>
            <a:ext cx="3489960" cy="886968"/>
          </a:xfrm>
          <a:prstGeom prst="rect">
            <a:avLst/>
          </a:prstGeom>
          <a:solidFill>
            <a:srgbClr val="F7F7F7"/>
          </a:solidFill>
          <a:ln/>
        </p:spPr>
      </p:sp>
      <p:sp>
        <p:nvSpPr>
          <p:cNvPr id="51" name="Text 4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2" name="Text 45"/>
          <p:cNvSpPr txBox="1"/>
          <p:nvPr/>
        </p:nvSpPr>
        <p:spPr>
          <a:xfrm>
            <a:off x="4788408"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3" name="Text 46"/>
          <p:cNvSpPr txBox="1"/>
          <p:nvPr/>
        </p:nvSpPr>
        <p:spPr>
          <a:xfrm>
            <a:off x="4788408"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$2.33M</a:t>
            </a:r>
            <a:endParaRPr lang="en-US" sz="1200" dirty="0"/>
          </a:p>
        </p:txBody>
      </p:sp>
      <p:sp>
        <p:nvSpPr>
          <p:cNvPr id="54" name="Text 47"/>
          <p:cNvSpPr txBox="1"/>
          <p:nvPr/>
        </p:nvSpPr>
        <p:spPr>
          <a:xfrm>
            <a:off x="4788408"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$1.89M</a:t>
            </a:r>
            <a:endParaRPr lang="en-US" sz="1200" dirty="0"/>
          </a:p>
        </p:txBody>
      </p:sp>
      <p:graphicFrame>
        <p:nvGraphicFramePr>
          <p:cNvPr id="55" name="Chart 5" descr=""/>
          <p:cNvGraphicFramePr/>
          <p:nvPr/>
        </p:nvGraphicFramePr>
        <p:xfrm>
          <a:off x="6068568" y="2183039"/>
          <a:ext cx="710184" cy="443484"/>
        </p:xfrm>
        <a:graphic xmlns:a="http://schemas.openxmlformats.org/drawingml/2006/main">
          <a:graphicData uri="http://schemas.openxmlformats.org/drawingml/2006/chart">
            <c:chart xmlns:c="http://schemas.openxmlformats.org/drawingml/2006/chart" r:id="rId6"/>
          </a:graphicData>
        </a:graphic>
      </p:graphicFrame>
      <p:sp>
        <p:nvSpPr>
          <p:cNvPr id="56" name="Text 48"/>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57" name="Text 49"/>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58" name="Text 50"/>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59" name="Text 51"/>
          <p:cNvSpPr txBox="1"/>
          <p:nvPr/>
        </p:nvSpPr>
        <p:spPr>
          <a:xfrm>
            <a:off x="4788408"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60" name="Text 52"/>
          <p:cNvSpPr txBox="1"/>
          <p:nvPr/>
        </p:nvSpPr>
        <p:spPr>
          <a:xfrm>
            <a:off x="4788408"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$724K</a:t>
            </a:r>
            <a:endParaRPr lang="en-US" sz="1200" dirty="0"/>
          </a:p>
        </p:txBody>
      </p:sp>
      <p:sp>
        <p:nvSpPr>
          <p:cNvPr id="61" name="Text 53"/>
          <p:cNvSpPr txBox="1"/>
          <p:nvPr/>
        </p:nvSpPr>
        <p:spPr>
          <a:xfrm>
            <a:off x="4788408"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$588K</a:t>
            </a:r>
            <a:endParaRPr lang="en-US" sz="1200" dirty="0"/>
          </a:p>
        </p:txBody>
      </p:sp>
      <p:graphicFrame>
        <p:nvGraphicFramePr>
          <p:cNvPr id="62" name="Chart 6" descr=""/>
          <p:cNvGraphicFramePr/>
          <p:nvPr/>
        </p:nvGraphicFramePr>
        <p:xfrm>
          <a:off x="6068568" y="3070007"/>
          <a:ext cx="710184" cy="443484"/>
        </p:xfrm>
        <a:graphic xmlns:a="http://schemas.openxmlformats.org/drawingml/2006/main">
          <a:graphicData uri="http://schemas.openxmlformats.org/drawingml/2006/chart">
            <c:chart xmlns:c="http://schemas.openxmlformats.org/drawingml/2006/chart" r:id="rId7"/>
          </a:graphicData>
        </a:graphic>
      </p:graphicFrame>
      <p:sp>
        <p:nvSpPr>
          <p:cNvPr id="63" name="Text 54"/>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64" name="Text 55"/>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65" name="Shape 56"/>
          <p:cNvSpPr/>
          <p:nvPr/>
        </p:nvSpPr>
        <p:spPr>
          <a:xfrm>
            <a:off x="4349496" y="3584448"/>
            <a:ext cx="3489960" cy="886968"/>
          </a:xfrm>
          <a:prstGeom prst="rect">
            <a:avLst/>
          </a:prstGeom>
          <a:solidFill>
            <a:srgbClr val="F7F7F7"/>
          </a:solidFill>
          <a:ln/>
        </p:spPr>
      </p:sp>
      <p:sp>
        <p:nvSpPr>
          <p:cNvPr id="66" name="Text 5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7" name="Text 58"/>
          <p:cNvSpPr txBox="1"/>
          <p:nvPr/>
        </p:nvSpPr>
        <p:spPr>
          <a:xfrm>
            <a:off x="4788408"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8" name="Text 59"/>
          <p:cNvSpPr txBox="1"/>
          <p:nvPr/>
        </p:nvSpPr>
        <p:spPr>
          <a:xfrm>
            <a:off x="4788408"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$4.05M</a:t>
            </a:r>
            <a:endParaRPr lang="en-US" sz="1200" dirty="0"/>
          </a:p>
        </p:txBody>
      </p:sp>
      <p:sp>
        <p:nvSpPr>
          <p:cNvPr id="69" name="Text 60"/>
          <p:cNvSpPr txBox="1"/>
          <p:nvPr/>
        </p:nvSpPr>
        <p:spPr>
          <a:xfrm>
            <a:off x="4788408"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$3.50M</a:t>
            </a:r>
            <a:endParaRPr lang="en-US" sz="1200" dirty="0"/>
          </a:p>
        </p:txBody>
      </p:sp>
      <p:graphicFrame>
        <p:nvGraphicFramePr>
          <p:cNvPr id="70" name="Chart 7" descr=""/>
          <p:cNvGraphicFramePr/>
          <p:nvPr/>
        </p:nvGraphicFramePr>
        <p:xfrm>
          <a:off x="6068568" y="3956975"/>
          <a:ext cx="710184" cy="443484"/>
        </p:xfrm>
        <a:graphic xmlns:a="http://schemas.openxmlformats.org/drawingml/2006/main">
          <a:graphicData uri="http://schemas.openxmlformats.org/drawingml/2006/chart">
            <c:chart xmlns:c="http://schemas.openxmlformats.org/drawingml/2006/chart" r:id="rId8"/>
          </a:graphicData>
        </a:graphic>
      </p:graphicFrame>
      <p:sp>
        <p:nvSpPr>
          <p:cNvPr id="71" name="Text 61"/>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72" name="Text 62"/>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73" name="Text 63"/>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4" name="Text 64"/>
          <p:cNvSpPr txBox="1"/>
          <p:nvPr/>
        </p:nvSpPr>
        <p:spPr>
          <a:xfrm>
            <a:off x="4788408"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75" name="Text 65"/>
          <p:cNvSpPr txBox="1"/>
          <p:nvPr/>
        </p:nvSpPr>
        <p:spPr>
          <a:xfrm>
            <a:off x="4788408"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$6.61M</a:t>
            </a:r>
            <a:endParaRPr lang="en-US" sz="1200" dirty="0"/>
          </a:p>
        </p:txBody>
      </p:sp>
      <p:sp>
        <p:nvSpPr>
          <p:cNvPr id="76" name="Text 66"/>
          <p:cNvSpPr txBox="1"/>
          <p:nvPr/>
        </p:nvSpPr>
        <p:spPr>
          <a:xfrm>
            <a:off x="4788408"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$5.92M</a:t>
            </a:r>
            <a:endParaRPr lang="en-US" sz="1200" dirty="0"/>
          </a:p>
        </p:txBody>
      </p:sp>
      <p:graphicFrame>
        <p:nvGraphicFramePr>
          <p:cNvPr id="77" name="Chart 8" descr=""/>
          <p:cNvGraphicFramePr/>
          <p:nvPr/>
        </p:nvGraphicFramePr>
        <p:xfrm>
          <a:off x="6068568" y="4843943"/>
          <a:ext cx="710184" cy="443484"/>
        </p:xfrm>
        <a:graphic xmlns:a="http://schemas.openxmlformats.org/drawingml/2006/main">
          <a:graphicData uri="http://schemas.openxmlformats.org/drawingml/2006/chart">
            <c:chart xmlns:c="http://schemas.openxmlformats.org/drawingml/2006/chart" r:id="rId9"/>
          </a:graphicData>
        </a:graphic>
      </p:graphicFrame>
      <p:sp>
        <p:nvSpPr>
          <p:cNvPr id="78" name="Text 67"/>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79" name="Text 68"/>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80" name="Shape 69"/>
          <p:cNvSpPr/>
          <p:nvPr/>
        </p:nvSpPr>
        <p:spPr>
          <a:xfrm>
            <a:off x="4349496" y="5358384"/>
            <a:ext cx="3489960" cy="886968"/>
          </a:xfrm>
          <a:prstGeom prst="rect">
            <a:avLst/>
          </a:prstGeom>
          <a:solidFill>
            <a:srgbClr val="F7F7F7"/>
          </a:solidFill>
          <a:ln/>
        </p:spPr>
      </p:sp>
      <p:sp>
        <p:nvSpPr>
          <p:cNvPr id="81" name="Text 70"/>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2" name="Text 71"/>
          <p:cNvSpPr txBox="1"/>
          <p:nvPr/>
        </p:nvSpPr>
        <p:spPr>
          <a:xfrm>
            <a:off x="4788408"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83" name="Text 72"/>
          <p:cNvSpPr txBox="1"/>
          <p:nvPr/>
        </p:nvSpPr>
        <p:spPr>
          <a:xfrm>
            <a:off x="4788408"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$3.23M</a:t>
            </a:r>
            <a:endParaRPr lang="en-US" sz="1200" dirty="0"/>
          </a:p>
        </p:txBody>
      </p:sp>
      <p:sp>
        <p:nvSpPr>
          <p:cNvPr id="84" name="Text 73"/>
          <p:cNvSpPr txBox="1"/>
          <p:nvPr/>
        </p:nvSpPr>
        <p:spPr>
          <a:xfrm>
            <a:off x="4788408"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$3.04M</a:t>
            </a:r>
            <a:endParaRPr lang="en-US" sz="1200" dirty="0"/>
          </a:p>
        </p:txBody>
      </p:sp>
      <p:graphicFrame>
        <p:nvGraphicFramePr>
          <p:cNvPr id="85" name="Chart 9" descr=""/>
          <p:cNvGraphicFramePr/>
          <p:nvPr/>
        </p:nvGraphicFramePr>
        <p:xfrm>
          <a:off x="6068568" y="5730911"/>
          <a:ext cx="710184" cy="443484"/>
        </p:xfrm>
        <a:graphic xmlns:a="http://schemas.openxmlformats.org/drawingml/2006/main">
          <a:graphicData uri="http://schemas.openxmlformats.org/drawingml/2006/chart">
            <c:chart xmlns:c="http://schemas.openxmlformats.org/drawingml/2006/chart" r:id="rId10"/>
          </a:graphicData>
        </a:graphic>
      </p:graphicFrame>
      <p:sp>
        <p:nvSpPr>
          <p:cNvPr id="86" name="Text 7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87" name="Text 7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88" name="Shape 76"/>
          <p:cNvSpPr/>
          <p:nvPr/>
        </p:nvSpPr>
        <p:spPr>
          <a:xfrm>
            <a:off x="8040624" y="1371600"/>
            <a:ext cx="3489960" cy="45720"/>
          </a:xfrm>
          <a:prstGeom prst="rect">
            <a:avLst/>
          </a:prstGeom>
          <a:solidFill>
            <a:srgbClr val="2587C5"/>
          </a:solidFill>
          <a:ln/>
        </p:spPr>
      </p:sp>
      <p:sp>
        <p:nvSpPr>
          <p:cNvPr id="89" name="Text 7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90" name="Shape 78"/>
          <p:cNvSpPr/>
          <p:nvPr/>
        </p:nvSpPr>
        <p:spPr>
          <a:xfrm>
            <a:off x="8040624" y="1810512"/>
            <a:ext cx="3489960" cy="886968"/>
          </a:xfrm>
          <a:prstGeom prst="rect">
            <a:avLst/>
          </a:prstGeom>
          <a:solidFill>
            <a:srgbClr val="F7F7F7"/>
          </a:solidFill>
          <a:ln/>
        </p:spPr>
      </p:sp>
      <p:sp>
        <p:nvSpPr>
          <p:cNvPr id="91" name="Text 7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2" name="Text 80"/>
          <p:cNvSpPr txBox="1"/>
          <p:nvPr/>
        </p:nvSpPr>
        <p:spPr>
          <a:xfrm>
            <a:off x="8479536"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93" name="Text 81"/>
          <p:cNvSpPr txBox="1"/>
          <p:nvPr/>
        </p:nvSpPr>
        <p:spPr>
          <a:xfrm>
            <a:off x="8479536"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$199K</a:t>
            </a:r>
            <a:endParaRPr lang="en-US" sz="1200" dirty="0"/>
          </a:p>
        </p:txBody>
      </p:sp>
      <p:sp>
        <p:nvSpPr>
          <p:cNvPr id="94" name="Text 82"/>
          <p:cNvSpPr txBox="1"/>
          <p:nvPr/>
        </p:nvSpPr>
        <p:spPr>
          <a:xfrm>
            <a:off x="8479536"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$275K</a:t>
            </a:r>
            <a:endParaRPr lang="en-US" sz="1200" dirty="0"/>
          </a:p>
        </p:txBody>
      </p:sp>
      <p:graphicFrame>
        <p:nvGraphicFramePr>
          <p:cNvPr id="95" name="Chart 10" descr=""/>
          <p:cNvGraphicFramePr/>
          <p:nvPr/>
        </p:nvGraphicFramePr>
        <p:xfrm>
          <a:off x="9759696" y="2183039"/>
          <a:ext cx="710184" cy="443484"/>
        </p:xfrm>
        <a:graphic xmlns:a="http://schemas.openxmlformats.org/drawingml/2006/main">
          <a:graphicData uri="http://schemas.openxmlformats.org/drawingml/2006/chart">
            <c:chart xmlns:c="http://schemas.openxmlformats.org/drawingml/2006/chart" r:id="rId11"/>
          </a:graphicData>
        </a:graphic>
      </p:graphicFrame>
      <p:sp>
        <p:nvSpPr>
          <p:cNvPr id="96" name="Text 83"/>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97" name="Text 84"/>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98" name="Text 85"/>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99" name="Text 86"/>
          <p:cNvSpPr txBox="1"/>
          <p:nvPr/>
        </p:nvSpPr>
        <p:spPr>
          <a:xfrm>
            <a:off x="8479536"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00" name="Text 87"/>
          <p:cNvSpPr txBox="1"/>
          <p:nvPr/>
        </p:nvSpPr>
        <p:spPr>
          <a:xfrm>
            <a:off x="8479536"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$132K</a:t>
            </a:r>
            <a:endParaRPr lang="en-US" sz="1200" dirty="0"/>
          </a:p>
        </p:txBody>
      </p:sp>
      <p:sp>
        <p:nvSpPr>
          <p:cNvPr id="101" name="Text 88"/>
          <p:cNvSpPr txBox="1"/>
          <p:nvPr/>
        </p:nvSpPr>
        <p:spPr>
          <a:xfrm>
            <a:off x="8479536"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$178K</a:t>
            </a:r>
            <a:endParaRPr lang="en-US" sz="1200" dirty="0"/>
          </a:p>
        </p:txBody>
      </p:sp>
      <p:graphicFrame>
        <p:nvGraphicFramePr>
          <p:cNvPr id="102" name="Chart 11" descr=""/>
          <p:cNvGraphicFramePr/>
          <p:nvPr/>
        </p:nvGraphicFramePr>
        <p:xfrm>
          <a:off x="9759696" y="3070007"/>
          <a:ext cx="710184" cy="443484"/>
        </p:xfrm>
        <a:graphic xmlns:a="http://schemas.openxmlformats.org/drawingml/2006/main">
          <a:graphicData uri="http://schemas.openxmlformats.org/drawingml/2006/chart">
            <c:chart xmlns:c="http://schemas.openxmlformats.org/drawingml/2006/chart" r:id="rId12"/>
          </a:graphicData>
        </a:graphic>
      </p:graphicFrame>
      <p:sp>
        <p:nvSpPr>
          <p:cNvPr id="103" name="Text 89"/>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104" name="Text 90"/>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105" name="Shape 91"/>
          <p:cNvSpPr/>
          <p:nvPr/>
        </p:nvSpPr>
        <p:spPr>
          <a:xfrm>
            <a:off x="8040624" y="3584448"/>
            <a:ext cx="3489960" cy="886968"/>
          </a:xfrm>
          <a:prstGeom prst="rect">
            <a:avLst/>
          </a:prstGeom>
          <a:solidFill>
            <a:srgbClr val="F7F7F7"/>
          </a:solidFill>
          <a:ln/>
        </p:spPr>
      </p:sp>
      <p:sp>
        <p:nvSpPr>
          <p:cNvPr id="106" name="Shape 92"/>
          <p:cNvSpPr/>
          <p:nvPr/>
        </p:nvSpPr>
        <p:spPr>
          <a:xfrm>
            <a:off x="11466576" y="3621024"/>
            <a:ext cx="64008" cy="813816"/>
          </a:xfrm>
          <a:prstGeom prst="rect">
            <a:avLst/>
          </a:prstGeom>
          <a:solidFill>
            <a:srgbClr val="12A566"/>
          </a:solidFill>
          <a:ln/>
        </p:spPr>
      </p:sp>
      <p:sp>
        <p:nvSpPr>
          <p:cNvPr id="107" name="Text 93"/>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08" name="Text 94"/>
          <p:cNvSpPr txBox="1"/>
          <p:nvPr/>
        </p:nvSpPr>
        <p:spPr>
          <a:xfrm>
            <a:off x="8479536"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09" name="Text 95"/>
          <p:cNvSpPr txBox="1"/>
          <p:nvPr/>
        </p:nvSpPr>
        <p:spPr>
          <a:xfrm>
            <a:off x="8479536"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$96K</a:t>
            </a:r>
            <a:endParaRPr lang="en-US" sz="1200" dirty="0"/>
          </a:p>
        </p:txBody>
      </p:sp>
      <p:sp>
        <p:nvSpPr>
          <p:cNvPr id="110" name="Text 96"/>
          <p:cNvSpPr txBox="1"/>
          <p:nvPr/>
        </p:nvSpPr>
        <p:spPr>
          <a:xfrm>
            <a:off x="8479536"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$128K</a:t>
            </a:r>
            <a:endParaRPr lang="en-US" sz="1200" dirty="0"/>
          </a:p>
        </p:txBody>
      </p:sp>
      <p:graphicFrame>
        <p:nvGraphicFramePr>
          <p:cNvPr id="111" name="Chart 12" descr=""/>
          <p:cNvGraphicFramePr/>
          <p:nvPr/>
        </p:nvGraphicFramePr>
        <p:xfrm>
          <a:off x="9759696" y="3956975"/>
          <a:ext cx="710184" cy="443484"/>
        </p:xfrm>
        <a:graphic xmlns:a="http://schemas.openxmlformats.org/drawingml/2006/main">
          <a:graphicData uri="http://schemas.openxmlformats.org/drawingml/2006/chart">
            <c:chart xmlns:c="http://schemas.openxmlformats.org/drawingml/2006/chart" r:id="rId13"/>
          </a:graphicData>
        </a:graphic>
      </p:graphicFrame>
      <p:sp>
        <p:nvSpPr>
          <p:cNvPr id="112" name="Text 97"/>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113" name="Text 98"/>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114" name="Text 99"/>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5" name="Text 100"/>
          <p:cNvSpPr txBox="1"/>
          <p:nvPr/>
        </p:nvSpPr>
        <p:spPr>
          <a:xfrm>
            <a:off x="8479536"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116" name="Text 101"/>
          <p:cNvSpPr txBox="1"/>
          <p:nvPr/>
        </p:nvSpPr>
        <p:spPr>
          <a:xfrm>
            <a:off x="8479536"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$206K</a:t>
            </a:r>
            <a:endParaRPr lang="en-US" sz="1200" dirty="0"/>
          </a:p>
        </p:txBody>
      </p:sp>
      <p:sp>
        <p:nvSpPr>
          <p:cNvPr id="117" name="Text 102"/>
          <p:cNvSpPr txBox="1"/>
          <p:nvPr/>
        </p:nvSpPr>
        <p:spPr>
          <a:xfrm>
            <a:off x="8479536"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$273K</a:t>
            </a:r>
            <a:endParaRPr lang="en-US" sz="1200" dirty="0"/>
          </a:p>
        </p:txBody>
      </p:sp>
      <p:graphicFrame>
        <p:nvGraphicFramePr>
          <p:cNvPr id="118" name="Chart 13" descr=""/>
          <p:cNvGraphicFramePr/>
          <p:nvPr/>
        </p:nvGraphicFramePr>
        <p:xfrm>
          <a:off x="9759696" y="4843943"/>
          <a:ext cx="710184" cy="443484"/>
        </p:xfrm>
        <a:graphic xmlns:a="http://schemas.openxmlformats.org/drawingml/2006/main">
          <a:graphicData uri="http://schemas.openxmlformats.org/drawingml/2006/chart">
            <c:chart xmlns:c="http://schemas.openxmlformats.org/drawingml/2006/chart" r:id="rId14"/>
          </a:graphicData>
        </a:graphic>
      </p:graphicFrame>
      <p:sp>
        <p:nvSpPr>
          <p:cNvPr id="119" name="Text 103"/>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120" name="Text 104"/>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121" name="Shape 105"/>
          <p:cNvSpPr/>
          <p:nvPr/>
        </p:nvSpPr>
        <p:spPr>
          <a:xfrm>
            <a:off x="8040624" y="5358384"/>
            <a:ext cx="3489960" cy="886968"/>
          </a:xfrm>
          <a:prstGeom prst="rect">
            <a:avLst/>
          </a:prstGeom>
          <a:solidFill>
            <a:srgbClr val="F7F7F7"/>
          </a:solidFill>
          <a:ln/>
        </p:spPr>
      </p:sp>
      <p:sp>
        <p:nvSpPr>
          <p:cNvPr id="122" name="Text 10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3" name="Text 107"/>
          <p:cNvSpPr txBox="1"/>
          <p:nvPr/>
        </p:nvSpPr>
        <p:spPr>
          <a:xfrm>
            <a:off x="8479536"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124" name="Text 108"/>
          <p:cNvSpPr txBox="1"/>
          <p:nvPr/>
        </p:nvSpPr>
        <p:spPr>
          <a:xfrm>
            <a:off x="8479536"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$236K</a:t>
            </a:r>
            <a:endParaRPr lang="en-US" sz="1200" dirty="0"/>
          </a:p>
        </p:txBody>
      </p:sp>
      <p:sp>
        <p:nvSpPr>
          <p:cNvPr id="125" name="Text 109"/>
          <p:cNvSpPr txBox="1"/>
          <p:nvPr/>
        </p:nvSpPr>
        <p:spPr>
          <a:xfrm>
            <a:off x="8479536"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$290K</a:t>
            </a:r>
            <a:endParaRPr lang="en-US" sz="1200" dirty="0"/>
          </a:p>
        </p:txBody>
      </p:sp>
      <p:graphicFrame>
        <p:nvGraphicFramePr>
          <p:cNvPr id="126" name="Chart 14" descr=""/>
          <p:cNvGraphicFramePr/>
          <p:nvPr/>
        </p:nvGraphicFramePr>
        <p:xfrm>
          <a:off x="9759696" y="5730911"/>
          <a:ext cx="710184" cy="443484"/>
        </p:xfrm>
        <a:graphic xmlns:a="http://schemas.openxmlformats.org/drawingml/2006/main">
          <a:graphicData uri="http://schemas.openxmlformats.org/drawingml/2006/chart">
            <c:chart xmlns:c="http://schemas.openxmlformats.org/drawingml/2006/chart" r:id="rId15"/>
          </a:graphicData>
        </a:graphic>
      </p:graphicFrame>
      <p:sp>
        <p:nvSpPr>
          <p:cNvPr id="127" name="Text 11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28" name="Text 11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2" name="Text 10"/>
          <p:cNvSpPr txBox="1"/>
          <p:nvPr/>
        </p:nvSpPr>
        <p:spPr>
          <a:xfrm>
            <a:off x="1097280"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$654K</a:t>
            </a:r>
            <a:endParaRPr lang="en-US" sz="1200" dirty="0"/>
          </a:p>
        </p:txBody>
      </p:sp>
      <p:sp>
        <p:nvSpPr>
          <p:cNvPr id="13" name="Text 11"/>
          <p:cNvSpPr txBox="1"/>
          <p:nvPr/>
        </p:nvSpPr>
        <p:spPr>
          <a:xfrm>
            <a:off x="1097280"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$896K</a:t>
            </a:r>
            <a:endParaRPr lang="en-US" sz="1200" dirty="0"/>
          </a:p>
        </p:txBody>
      </p:sp>
      <p:graphicFrame>
        <p:nvGraphicFramePr>
          <p:cNvPr id="14" name="Chart 0" descr=""/>
          <p:cNvGraphicFramePr/>
          <p:nvPr/>
        </p:nvGraphicFramePr>
        <p:xfrm>
          <a:off x="2377440" y="2183039"/>
          <a:ext cx="710184" cy="443484"/>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6" name="Text 13"/>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7" name="Text 14"/>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8" name="Text 15"/>
          <p:cNvSpPr txBox="1"/>
          <p:nvPr/>
        </p:nvSpPr>
        <p:spPr>
          <a:xfrm>
            <a:off x="1097280"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Cadillac</a:t>
            </a:r>
            <a:endParaRPr lang="en-US" sz="1400" dirty="0"/>
          </a:p>
        </p:txBody>
      </p:sp>
      <p:sp>
        <p:nvSpPr>
          <p:cNvPr id="19" name="Text 16"/>
          <p:cNvSpPr txBox="1"/>
          <p:nvPr/>
        </p:nvSpPr>
        <p:spPr>
          <a:xfrm>
            <a:off x="1097280"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$2.42M</a:t>
            </a:r>
            <a:endParaRPr lang="en-US" sz="1200" dirty="0"/>
          </a:p>
        </p:txBody>
      </p:sp>
      <p:sp>
        <p:nvSpPr>
          <p:cNvPr id="20" name="Text 17"/>
          <p:cNvSpPr txBox="1"/>
          <p:nvPr/>
        </p:nvSpPr>
        <p:spPr>
          <a:xfrm>
            <a:off x="1097280"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$3.11M</a:t>
            </a:r>
            <a:endParaRPr lang="en-US" sz="1200" dirty="0"/>
          </a:p>
        </p:txBody>
      </p:sp>
      <p:graphicFrame>
        <p:nvGraphicFramePr>
          <p:cNvPr id="21" name="Chart 1" descr=""/>
          <p:cNvGraphicFramePr/>
          <p:nvPr/>
        </p:nvGraphicFramePr>
        <p:xfrm>
          <a:off x="2377440" y="3070007"/>
          <a:ext cx="710184" cy="443484"/>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23" name="Text 19"/>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4" name="Shape 20"/>
          <p:cNvSpPr/>
          <p:nvPr/>
        </p:nvSpPr>
        <p:spPr>
          <a:xfrm>
            <a:off x="658368" y="3584448"/>
            <a:ext cx="3489960" cy="886968"/>
          </a:xfrm>
          <a:prstGeom prst="rect">
            <a:avLst/>
          </a:prstGeom>
          <a:solidFill>
            <a:srgbClr val="F7F7F7"/>
          </a:solidFill>
          <a:ln/>
        </p:spPr>
      </p:sp>
      <p:sp>
        <p:nvSpPr>
          <p:cNvPr id="25" name="Text 21"/>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7" name="Text 23"/>
          <p:cNvSpPr txBox="1"/>
          <p:nvPr/>
        </p:nvSpPr>
        <p:spPr>
          <a:xfrm>
            <a:off x="1097280"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$1.04M</a:t>
            </a:r>
            <a:endParaRPr lang="en-US" sz="1200" dirty="0"/>
          </a:p>
        </p:txBody>
      </p:sp>
      <p:sp>
        <p:nvSpPr>
          <p:cNvPr id="28" name="Text 24"/>
          <p:cNvSpPr txBox="1"/>
          <p:nvPr/>
        </p:nvSpPr>
        <p:spPr>
          <a:xfrm>
            <a:off x="1097280"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$1.31M</a:t>
            </a:r>
            <a:endParaRPr lang="en-US" sz="1200" dirty="0"/>
          </a:p>
        </p:txBody>
      </p:sp>
      <p:graphicFrame>
        <p:nvGraphicFramePr>
          <p:cNvPr id="29" name="Chart 2" descr=""/>
          <p:cNvGraphicFramePr/>
          <p:nvPr/>
        </p:nvGraphicFramePr>
        <p:xfrm>
          <a:off x="2377440" y="3956975"/>
          <a:ext cx="710184" cy="443484"/>
        </p:xfrm>
        <a:graphic xmlns:a="http://schemas.openxmlformats.org/drawingml/2006/main">
          <a:graphicData uri="http://schemas.openxmlformats.org/drawingml/2006/chart">
            <c:chart xmlns:c="http://schemas.openxmlformats.org/drawingml/2006/chart" r:id="rId3"/>
          </a:graphicData>
        </a:graphic>
      </p:graphicFrame>
      <p:sp>
        <p:nvSpPr>
          <p:cNvPr id="30" name="Text 25"/>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31" name="Text 26"/>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32" name="Text 27"/>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3" name="Text 28"/>
          <p:cNvSpPr txBox="1"/>
          <p:nvPr/>
        </p:nvSpPr>
        <p:spPr>
          <a:xfrm>
            <a:off x="1097280"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4" name="Text 29"/>
          <p:cNvSpPr txBox="1"/>
          <p:nvPr/>
        </p:nvSpPr>
        <p:spPr>
          <a:xfrm>
            <a:off x="1097280"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$932K</a:t>
            </a:r>
            <a:endParaRPr lang="en-US" sz="1200" dirty="0"/>
          </a:p>
        </p:txBody>
      </p:sp>
      <p:sp>
        <p:nvSpPr>
          <p:cNvPr id="35" name="Text 30"/>
          <p:cNvSpPr txBox="1"/>
          <p:nvPr/>
        </p:nvSpPr>
        <p:spPr>
          <a:xfrm>
            <a:off x="1097280"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$1.09M</a:t>
            </a:r>
            <a:endParaRPr lang="en-US" sz="1200" dirty="0"/>
          </a:p>
        </p:txBody>
      </p:sp>
      <p:graphicFrame>
        <p:nvGraphicFramePr>
          <p:cNvPr id="36" name="Chart 3" descr=""/>
          <p:cNvGraphicFramePr/>
          <p:nvPr/>
        </p:nvGraphicFramePr>
        <p:xfrm>
          <a:off x="2377440" y="4843943"/>
          <a:ext cx="710184" cy="443484"/>
        </p:xfrm>
        <a:graphic xmlns:a="http://schemas.openxmlformats.org/drawingml/2006/main">
          <a:graphicData uri="http://schemas.openxmlformats.org/drawingml/2006/chart">
            <c:chart xmlns:c="http://schemas.openxmlformats.org/drawingml/2006/chart" r:id="rId4"/>
          </a:graphicData>
        </a:graphic>
      </p:graphicFrame>
      <p:sp>
        <p:nvSpPr>
          <p:cNvPr id="37" name="Text 31"/>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38" name="Text 32"/>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39" name="Shape 33"/>
          <p:cNvSpPr/>
          <p:nvPr/>
        </p:nvSpPr>
        <p:spPr>
          <a:xfrm>
            <a:off x="658368" y="5358384"/>
            <a:ext cx="3489960" cy="886968"/>
          </a:xfrm>
          <a:prstGeom prst="rect">
            <a:avLst/>
          </a:prstGeom>
          <a:solidFill>
            <a:srgbClr val="F7F7F7"/>
          </a:solidFill>
          <a:ln/>
        </p:spPr>
      </p:sp>
      <p:sp>
        <p:nvSpPr>
          <p:cNvPr id="40" name="Text 3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1" name="Text 35"/>
          <p:cNvSpPr txBox="1"/>
          <p:nvPr/>
        </p:nvSpPr>
        <p:spPr>
          <a:xfrm>
            <a:off x="1097280"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42" name="Text 36"/>
          <p:cNvSpPr txBox="1"/>
          <p:nvPr/>
        </p:nvSpPr>
        <p:spPr>
          <a:xfrm>
            <a:off x="1097280"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$948K</a:t>
            </a:r>
            <a:endParaRPr lang="en-US" sz="1200" dirty="0"/>
          </a:p>
        </p:txBody>
      </p:sp>
      <p:sp>
        <p:nvSpPr>
          <p:cNvPr id="43" name="Text 37"/>
          <p:cNvSpPr txBox="1"/>
          <p:nvPr/>
        </p:nvSpPr>
        <p:spPr>
          <a:xfrm>
            <a:off x="1097280"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$1.10M</a:t>
            </a:r>
            <a:endParaRPr lang="en-US" sz="1200" dirty="0"/>
          </a:p>
        </p:txBody>
      </p:sp>
      <p:graphicFrame>
        <p:nvGraphicFramePr>
          <p:cNvPr id="44" name="Chart 4" descr=""/>
          <p:cNvGraphicFramePr/>
          <p:nvPr/>
        </p:nvGraphicFramePr>
        <p:xfrm>
          <a:off x="2377440" y="5730911"/>
          <a:ext cx="710184" cy="443484"/>
        </p:xfrm>
        <a:graphic xmlns:a="http://schemas.openxmlformats.org/drawingml/2006/main">
          <a:graphicData uri="http://schemas.openxmlformats.org/drawingml/2006/chart">
            <c:chart xmlns:c="http://schemas.openxmlformats.org/drawingml/2006/chart" r:id="rId5"/>
          </a:graphicData>
        </a:graphic>
      </p:graphicFrame>
      <p:sp>
        <p:nvSpPr>
          <p:cNvPr id="45" name="Text 3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46" name="Text 3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47" name="Shape 40"/>
          <p:cNvSpPr/>
          <p:nvPr/>
        </p:nvSpPr>
        <p:spPr>
          <a:xfrm>
            <a:off x="4349496" y="1371600"/>
            <a:ext cx="3489960" cy="45720"/>
          </a:xfrm>
          <a:prstGeom prst="rect">
            <a:avLst/>
          </a:prstGeom>
          <a:solidFill>
            <a:srgbClr val="C2352F"/>
          </a:solidFill>
          <a:ln/>
        </p:spPr>
      </p:sp>
      <p:sp>
        <p:nvSpPr>
          <p:cNvPr id="48" name="Text 4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9" name="Shape 42"/>
          <p:cNvSpPr/>
          <p:nvPr/>
        </p:nvSpPr>
        <p:spPr>
          <a:xfrm>
            <a:off x="4349496" y="1810512"/>
            <a:ext cx="3489960" cy="886968"/>
          </a:xfrm>
          <a:prstGeom prst="rect">
            <a:avLst/>
          </a:prstGeom>
          <a:solidFill>
            <a:srgbClr val="F7F7F7"/>
          </a:solidFill>
          <a:ln/>
        </p:spPr>
      </p:sp>
      <p:sp>
        <p:nvSpPr>
          <p:cNvPr id="50" name="Text 4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1" name="Text 44"/>
          <p:cNvSpPr txBox="1"/>
          <p:nvPr/>
        </p:nvSpPr>
        <p:spPr>
          <a:xfrm>
            <a:off x="4788408"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52" name="Text 45"/>
          <p:cNvSpPr txBox="1"/>
          <p:nvPr/>
        </p:nvSpPr>
        <p:spPr>
          <a:xfrm>
            <a:off x="4788408"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$1.05M</a:t>
            </a:r>
            <a:endParaRPr lang="en-US" sz="1200" dirty="0"/>
          </a:p>
        </p:txBody>
      </p:sp>
      <p:sp>
        <p:nvSpPr>
          <p:cNvPr id="53" name="Text 46"/>
          <p:cNvSpPr txBox="1"/>
          <p:nvPr/>
        </p:nvSpPr>
        <p:spPr>
          <a:xfrm>
            <a:off x="4788408"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$827K</a:t>
            </a:r>
            <a:endParaRPr lang="en-US" sz="1200" dirty="0"/>
          </a:p>
        </p:txBody>
      </p:sp>
      <p:graphicFrame>
        <p:nvGraphicFramePr>
          <p:cNvPr id="54" name="Chart 5" descr=""/>
          <p:cNvGraphicFramePr/>
          <p:nvPr/>
        </p:nvGraphicFramePr>
        <p:xfrm>
          <a:off x="6068568" y="2183039"/>
          <a:ext cx="710184" cy="443484"/>
        </p:xfrm>
        <a:graphic xmlns:a="http://schemas.openxmlformats.org/drawingml/2006/main">
          <a:graphicData uri="http://schemas.openxmlformats.org/drawingml/2006/chart">
            <c:chart xmlns:c="http://schemas.openxmlformats.org/drawingml/2006/chart" r:id="rId6"/>
          </a:graphicData>
        </a:graphic>
      </p:graphicFrame>
      <p:sp>
        <p:nvSpPr>
          <p:cNvPr id="55" name="Text 4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56" name="Text 4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57" name="Text 4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58" name="Text 50"/>
          <p:cNvSpPr txBox="1"/>
          <p:nvPr/>
        </p:nvSpPr>
        <p:spPr>
          <a:xfrm>
            <a:off x="4788408"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59" name="Text 51"/>
          <p:cNvSpPr txBox="1"/>
          <p:nvPr/>
        </p:nvSpPr>
        <p:spPr>
          <a:xfrm>
            <a:off x="4788408"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$1.75M</a:t>
            </a:r>
            <a:endParaRPr lang="en-US" sz="1200" dirty="0"/>
          </a:p>
        </p:txBody>
      </p:sp>
      <p:sp>
        <p:nvSpPr>
          <p:cNvPr id="60" name="Text 52"/>
          <p:cNvSpPr txBox="1"/>
          <p:nvPr/>
        </p:nvSpPr>
        <p:spPr>
          <a:xfrm>
            <a:off x="4788408"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$1.42M</a:t>
            </a:r>
            <a:endParaRPr lang="en-US" sz="1200" dirty="0"/>
          </a:p>
        </p:txBody>
      </p:sp>
      <p:graphicFrame>
        <p:nvGraphicFramePr>
          <p:cNvPr id="61" name="Chart 6" descr=""/>
          <p:cNvGraphicFramePr/>
          <p:nvPr/>
        </p:nvGraphicFramePr>
        <p:xfrm>
          <a:off x="6068568" y="3070007"/>
          <a:ext cx="710184" cy="443484"/>
        </p:xfrm>
        <a:graphic xmlns:a="http://schemas.openxmlformats.org/drawingml/2006/main">
          <a:graphicData uri="http://schemas.openxmlformats.org/drawingml/2006/chart">
            <c:chart xmlns:c="http://schemas.openxmlformats.org/drawingml/2006/chart" r:id="rId7"/>
          </a:graphicData>
        </a:graphic>
      </p:graphicFrame>
      <p:sp>
        <p:nvSpPr>
          <p:cNvPr id="62" name="Text 53"/>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63" name="Text 54"/>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64" name="Shape 55"/>
          <p:cNvSpPr/>
          <p:nvPr/>
        </p:nvSpPr>
        <p:spPr>
          <a:xfrm>
            <a:off x="4349496" y="3584448"/>
            <a:ext cx="3489960" cy="886968"/>
          </a:xfrm>
          <a:prstGeom prst="rect">
            <a:avLst/>
          </a:prstGeom>
          <a:solidFill>
            <a:srgbClr val="F7F7F7"/>
          </a:solidFill>
          <a:ln/>
        </p:spPr>
      </p:sp>
      <p:sp>
        <p:nvSpPr>
          <p:cNvPr id="65" name="Text 5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6" name="Text 57"/>
          <p:cNvSpPr txBox="1"/>
          <p:nvPr/>
        </p:nvSpPr>
        <p:spPr>
          <a:xfrm>
            <a:off x="4788408"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7" name="Text 58"/>
          <p:cNvSpPr txBox="1"/>
          <p:nvPr/>
        </p:nvSpPr>
        <p:spPr>
          <a:xfrm>
            <a:off x="4788408"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$1.50M</a:t>
            </a:r>
            <a:endParaRPr lang="en-US" sz="1200" dirty="0"/>
          </a:p>
        </p:txBody>
      </p:sp>
      <p:sp>
        <p:nvSpPr>
          <p:cNvPr id="68" name="Text 59"/>
          <p:cNvSpPr txBox="1"/>
          <p:nvPr/>
        </p:nvSpPr>
        <p:spPr>
          <a:xfrm>
            <a:off x="4788408"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$1.29M</a:t>
            </a:r>
            <a:endParaRPr lang="en-US" sz="1200" dirty="0"/>
          </a:p>
        </p:txBody>
      </p:sp>
      <p:graphicFrame>
        <p:nvGraphicFramePr>
          <p:cNvPr id="69" name="Chart 7" descr=""/>
          <p:cNvGraphicFramePr/>
          <p:nvPr/>
        </p:nvGraphicFramePr>
        <p:xfrm>
          <a:off x="6068568" y="3956975"/>
          <a:ext cx="710184" cy="443484"/>
        </p:xfrm>
        <a:graphic xmlns:a="http://schemas.openxmlformats.org/drawingml/2006/main">
          <a:graphicData uri="http://schemas.openxmlformats.org/drawingml/2006/chart">
            <c:chart xmlns:c="http://schemas.openxmlformats.org/drawingml/2006/chart" r:id="rId8"/>
          </a:graphicData>
        </a:graphic>
      </p:graphicFrame>
      <p:sp>
        <p:nvSpPr>
          <p:cNvPr id="70" name="Text 60"/>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71" name="Text 61"/>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72" name="Text 62"/>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3" name="Text 63"/>
          <p:cNvSpPr txBox="1"/>
          <p:nvPr/>
        </p:nvSpPr>
        <p:spPr>
          <a:xfrm>
            <a:off x="4788408"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74" name="Text 64"/>
          <p:cNvSpPr txBox="1"/>
          <p:nvPr/>
        </p:nvSpPr>
        <p:spPr>
          <a:xfrm>
            <a:off x="4788408"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$1.40M</a:t>
            </a:r>
            <a:endParaRPr lang="en-US" sz="1200" dirty="0"/>
          </a:p>
        </p:txBody>
      </p:sp>
      <p:sp>
        <p:nvSpPr>
          <p:cNvPr id="75" name="Text 65"/>
          <p:cNvSpPr txBox="1"/>
          <p:nvPr/>
        </p:nvSpPr>
        <p:spPr>
          <a:xfrm>
            <a:off x="4788408"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$1.26M</a:t>
            </a:r>
            <a:endParaRPr lang="en-US" sz="1200" dirty="0"/>
          </a:p>
        </p:txBody>
      </p:sp>
      <p:graphicFrame>
        <p:nvGraphicFramePr>
          <p:cNvPr id="76" name="Chart 8" descr=""/>
          <p:cNvGraphicFramePr/>
          <p:nvPr/>
        </p:nvGraphicFramePr>
        <p:xfrm>
          <a:off x="6068568" y="4843943"/>
          <a:ext cx="710184" cy="443484"/>
        </p:xfrm>
        <a:graphic xmlns:a="http://schemas.openxmlformats.org/drawingml/2006/main">
          <a:graphicData uri="http://schemas.openxmlformats.org/drawingml/2006/chart">
            <c:chart xmlns:c="http://schemas.openxmlformats.org/drawingml/2006/chart" r:id="rId9"/>
          </a:graphicData>
        </a:graphic>
      </p:graphicFrame>
      <p:sp>
        <p:nvSpPr>
          <p:cNvPr id="77" name="Text 66"/>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78" name="Text 67"/>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79" name="Shape 68"/>
          <p:cNvSpPr/>
          <p:nvPr/>
        </p:nvSpPr>
        <p:spPr>
          <a:xfrm>
            <a:off x="4349496" y="5358384"/>
            <a:ext cx="3489960" cy="886968"/>
          </a:xfrm>
          <a:prstGeom prst="rect">
            <a:avLst/>
          </a:prstGeom>
          <a:solidFill>
            <a:srgbClr val="F7F7F7"/>
          </a:solidFill>
          <a:ln/>
        </p:spPr>
      </p:sp>
      <p:sp>
        <p:nvSpPr>
          <p:cNvPr id="80" name="Text 69"/>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1" name="Text 70"/>
          <p:cNvSpPr txBox="1"/>
          <p:nvPr/>
        </p:nvSpPr>
        <p:spPr>
          <a:xfrm>
            <a:off x="4788408"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82" name="Text 71"/>
          <p:cNvSpPr txBox="1"/>
          <p:nvPr/>
        </p:nvSpPr>
        <p:spPr>
          <a:xfrm>
            <a:off x="4788408"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$2.27M</a:t>
            </a:r>
            <a:endParaRPr lang="en-US" sz="1200" dirty="0"/>
          </a:p>
        </p:txBody>
      </p:sp>
      <p:sp>
        <p:nvSpPr>
          <p:cNvPr id="83" name="Text 72"/>
          <p:cNvSpPr txBox="1"/>
          <p:nvPr/>
        </p:nvSpPr>
        <p:spPr>
          <a:xfrm>
            <a:off x="4788408"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$2.10M</a:t>
            </a:r>
            <a:endParaRPr lang="en-US" sz="1200" dirty="0"/>
          </a:p>
        </p:txBody>
      </p:sp>
      <p:graphicFrame>
        <p:nvGraphicFramePr>
          <p:cNvPr id="84" name="Chart 9" descr=""/>
          <p:cNvGraphicFramePr/>
          <p:nvPr/>
        </p:nvGraphicFramePr>
        <p:xfrm>
          <a:off x="6068568" y="5730911"/>
          <a:ext cx="710184" cy="443484"/>
        </p:xfrm>
        <a:graphic xmlns:a="http://schemas.openxmlformats.org/drawingml/2006/main">
          <a:graphicData uri="http://schemas.openxmlformats.org/drawingml/2006/chart">
            <c:chart xmlns:c="http://schemas.openxmlformats.org/drawingml/2006/chart" r:id="rId10"/>
          </a:graphicData>
        </a:graphic>
      </p:graphicFrame>
      <p:sp>
        <p:nvSpPr>
          <p:cNvPr id="85" name="Text 73"/>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86" name="Text 74"/>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87" name="Shape 75"/>
          <p:cNvSpPr/>
          <p:nvPr/>
        </p:nvSpPr>
        <p:spPr>
          <a:xfrm>
            <a:off x="8040624" y="1371600"/>
            <a:ext cx="3489960" cy="45720"/>
          </a:xfrm>
          <a:prstGeom prst="rect">
            <a:avLst/>
          </a:prstGeom>
          <a:solidFill>
            <a:srgbClr val="2587C5"/>
          </a:solidFill>
          <a:ln/>
        </p:spPr>
      </p:sp>
      <p:sp>
        <p:nvSpPr>
          <p:cNvPr id="88" name="Text 7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89" name="Shape 77"/>
          <p:cNvSpPr/>
          <p:nvPr/>
        </p:nvSpPr>
        <p:spPr>
          <a:xfrm>
            <a:off x="8040624" y="1810512"/>
            <a:ext cx="3489960" cy="886968"/>
          </a:xfrm>
          <a:prstGeom prst="rect">
            <a:avLst/>
          </a:prstGeom>
          <a:solidFill>
            <a:srgbClr val="F7F7F7"/>
          </a:solidFill>
          <a:ln/>
        </p:spPr>
      </p:sp>
      <p:sp>
        <p:nvSpPr>
          <p:cNvPr id="90" name="Text 7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1" name="Text 79"/>
          <p:cNvSpPr txBox="1"/>
          <p:nvPr/>
        </p:nvSpPr>
        <p:spPr>
          <a:xfrm>
            <a:off x="8479536" y="1863730"/>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92" name="Text 80"/>
          <p:cNvSpPr txBox="1"/>
          <p:nvPr/>
        </p:nvSpPr>
        <p:spPr>
          <a:xfrm>
            <a:off x="8479536" y="2165299"/>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$339K</a:t>
            </a:r>
            <a:endParaRPr lang="en-US" sz="1200" dirty="0"/>
          </a:p>
        </p:txBody>
      </p:sp>
      <p:sp>
        <p:nvSpPr>
          <p:cNvPr id="93" name="Text 81"/>
          <p:cNvSpPr txBox="1"/>
          <p:nvPr/>
        </p:nvSpPr>
        <p:spPr>
          <a:xfrm>
            <a:off x="8479536" y="2404781"/>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$486K</a:t>
            </a:r>
            <a:endParaRPr lang="en-US" sz="1200" dirty="0"/>
          </a:p>
        </p:txBody>
      </p:sp>
      <p:graphicFrame>
        <p:nvGraphicFramePr>
          <p:cNvPr id="94" name="Chart 10" descr=""/>
          <p:cNvGraphicFramePr/>
          <p:nvPr/>
        </p:nvGraphicFramePr>
        <p:xfrm>
          <a:off x="9759696" y="2183039"/>
          <a:ext cx="710184" cy="443484"/>
        </p:xfrm>
        <a:graphic xmlns:a="http://schemas.openxmlformats.org/drawingml/2006/main">
          <a:graphicData uri="http://schemas.openxmlformats.org/drawingml/2006/chart">
            <c:chart xmlns:c="http://schemas.openxmlformats.org/drawingml/2006/chart" r:id="rId11"/>
          </a:graphicData>
        </a:graphic>
      </p:graphicFrame>
      <p:sp>
        <p:nvSpPr>
          <p:cNvPr id="95" name="Text 82"/>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96" name="Text 83"/>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97" name="Text 8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98" name="Text 85"/>
          <p:cNvSpPr txBox="1"/>
          <p:nvPr/>
        </p:nvSpPr>
        <p:spPr>
          <a:xfrm>
            <a:off x="8479536" y="2750698"/>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99" name="Text 86"/>
          <p:cNvSpPr txBox="1"/>
          <p:nvPr/>
        </p:nvSpPr>
        <p:spPr>
          <a:xfrm>
            <a:off x="8479536" y="3052267"/>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$114K</a:t>
            </a:r>
            <a:endParaRPr lang="en-US" sz="1200" dirty="0"/>
          </a:p>
        </p:txBody>
      </p:sp>
      <p:sp>
        <p:nvSpPr>
          <p:cNvPr id="100" name="Text 87"/>
          <p:cNvSpPr txBox="1"/>
          <p:nvPr/>
        </p:nvSpPr>
        <p:spPr>
          <a:xfrm>
            <a:off x="8479536" y="3291749"/>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$150K</a:t>
            </a:r>
            <a:endParaRPr lang="en-US" sz="1200" dirty="0"/>
          </a:p>
        </p:txBody>
      </p:sp>
      <p:graphicFrame>
        <p:nvGraphicFramePr>
          <p:cNvPr id="101" name="Chart 11" descr=""/>
          <p:cNvGraphicFramePr/>
          <p:nvPr/>
        </p:nvGraphicFramePr>
        <p:xfrm>
          <a:off x="9759696" y="3070007"/>
          <a:ext cx="710184" cy="443484"/>
        </p:xfrm>
        <a:graphic xmlns:a="http://schemas.openxmlformats.org/drawingml/2006/main">
          <a:graphicData uri="http://schemas.openxmlformats.org/drawingml/2006/chart">
            <c:chart xmlns:c="http://schemas.openxmlformats.org/drawingml/2006/chart" r:id="rId12"/>
          </a:graphicData>
        </a:graphic>
      </p:graphicFrame>
      <p:sp>
        <p:nvSpPr>
          <p:cNvPr id="102" name="Text 88"/>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103" name="Text 89"/>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104" name="Shape 90"/>
          <p:cNvSpPr/>
          <p:nvPr/>
        </p:nvSpPr>
        <p:spPr>
          <a:xfrm>
            <a:off x="8040624" y="3584448"/>
            <a:ext cx="3489960" cy="886968"/>
          </a:xfrm>
          <a:prstGeom prst="rect">
            <a:avLst/>
          </a:prstGeom>
          <a:solidFill>
            <a:srgbClr val="F7F7F7"/>
          </a:solidFill>
          <a:ln/>
        </p:spPr>
      </p:sp>
      <p:sp>
        <p:nvSpPr>
          <p:cNvPr id="105" name="Text 91"/>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06" name="Text 92"/>
          <p:cNvSpPr txBox="1"/>
          <p:nvPr/>
        </p:nvSpPr>
        <p:spPr>
          <a:xfrm>
            <a:off x="8479536" y="3637666"/>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107" name="Text 93"/>
          <p:cNvSpPr txBox="1"/>
          <p:nvPr/>
        </p:nvSpPr>
        <p:spPr>
          <a:xfrm>
            <a:off x="8479536" y="3939235"/>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$52K</a:t>
            </a:r>
            <a:endParaRPr lang="en-US" sz="1200" dirty="0"/>
          </a:p>
        </p:txBody>
      </p:sp>
      <p:sp>
        <p:nvSpPr>
          <p:cNvPr id="108" name="Text 94"/>
          <p:cNvSpPr txBox="1"/>
          <p:nvPr/>
        </p:nvSpPr>
        <p:spPr>
          <a:xfrm>
            <a:off x="8479536" y="4178717"/>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$68K</a:t>
            </a:r>
            <a:endParaRPr lang="en-US" sz="1200" dirty="0"/>
          </a:p>
        </p:txBody>
      </p:sp>
      <p:graphicFrame>
        <p:nvGraphicFramePr>
          <p:cNvPr id="109" name="Chart 12" descr=""/>
          <p:cNvGraphicFramePr/>
          <p:nvPr/>
        </p:nvGraphicFramePr>
        <p:xfrm>
          <a:off x="9759696" y="3956975"/>
          <a:ext cx="710184" cy="443484"/>
        </p:xfrm>
        <a:graphic xmlns:a="http://schemas.openxmlformats.org/drawingml/2006/main">
          <a:graphicData uri="http://schemas.openxmlformats.org/drawingml/2006/chart">
            <c:chart xmlns:c="http://schemas.openxmlformats.org/drawingml/2006/chart" r:id="rId13"/>
          </a:graphicData>
        </a:graphic>
      </p:graphicFrame>
      <p:sp>
        <p:nvSpPr>
          <p:cNvPr id="110" name="Text 95"/>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111" name="Text 96"/>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112" name="Text 97"/>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3" name="Text 98"/>
          <p:cNvSpPr txBox="1"/>
          <p:nvPr/>
        </p:nvSpPr>
        <p:spPr>
          <a:xfrm>
            <a:off x="8479536" y="4524634"/>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14" name="Text 99"/>
          <p:cNvSpPr txBox="1"/>
          <p:nvPr/>
        </p:nvSpPr>
        <p:spPr>
          <a:xfrm>
            <a:off x="8479536" y="4826203"/>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$95K</a:t>
            </a:r>
            <a:endParaRPr lang="en-US" sz="1200" dirty="0"/>
          </a:p>
        </p:txBody>
      </p:sp>
      <p:sp>
        <p:nvSpPr>
          <p:cNvPr id="115" name="Text 100"/>
          <p:cNvSpPr txBox="1"/>
          <p:nvPr/>
        </p:nvSpPr>
        <p:spPr>
          <a:xfrm>
            <a:off x="8479536" y="5065685"/>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$123K</a:t>
            </a:r>
            <a:endParaRPr lang="en-US" sz="1200" dirty="0"/>
          </a:p>
        </p:txBody>
      </p:sp>
      <p:graphicFrame>
        <p:nvGraphicFramePr>
          <p:cNvPr id="116" name="Chart 13" descr=""/>
          <p:cNvGraphicFramePr/>
          <p:nvPr/>
        </p:nvGraphicFramePr>
        <p:xfrm>
          <a:off x="9759696" y="4843943"/>
          <a:ext cx="710184" cy="443484"/>
        </p:xfrm>
        <a:graphic xmlns:a="http://schemas.openxmlformats.org/drawingml/2006/main">
          <a:graphicData uri="http://schemas.openxmlformats.org/drawingml/2006/chart">
            <c:chart xmlns:c="http://schemas.openxmlformats.org/drawingml/2006/chart" r:id="rId14"/>
          </a:graphicData>
        </a:graphic>
      </p:graphicFrame>
      <p:sp>
        <p:nvSpPr>
          <p:cNvPr id="117" name="Text 101"/>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118" name="Text 102"/>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119" name="Shape 103"/>
          <p:cNvSpPr/>
          <p:nvPr/>
        </p:nvSpPr>
        <p:spPr>
          <a:xfrm>
            <a:off x="8040624" y="5358384"/>
            <a:ext cx="3489960" cy="886968"/>
          </a:xfrm>
          <a:prstGeom prst="rect">
            <a:avLst/>
          </a:prstGeom>
          <a:solidFill>
            <a:srgbClr val="F7F7F7"/>
          </a:solidFill>
          <a:ln/>
        </p:spPr>
      </p:sp>
      <p:sp>
        <p:nvSpPr>
          <p:cNvPr id="120" name="Text 104"/>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1" name="Text 105"/>
          <p:cNvSpPr txBox="1"/>
          <p:nvPr/>
        </p:nvSpPr>
        <p:spPr>
          <a:xfrm>
            <a:off x="8479536" y="5411602"/>
            <a:ext cx="2959608" cy="30156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122" name="Text 106"/>
          <p:cNvSpPr txBox="1"/>
          <p:nvPr/>
        </p:nvSpPr>
        <p:spPr>
          <a:xfrm>
            <a:off x="8479536" y="5713171"/>
            <a:ext cx="1225296" cy="2394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$155K</a:t>
            </a:r>
            <a:endParaRPr lang="en-US" sz="1200" dirty="0"/>
          </a:p>
        </p:txBody>
      </p:sp>
      <p:sp>
        <p:nvSpPr>
          <p:cNvPr id="123" name="Text 107"/>
          <p:cNvSpPr txBox="1"/>
          <p:nvPr/>
        </p:nvSpPr>
        <p:spPr>
          <a:xfrm>
            <a:off x="8479536" y="5952653"/>
            <a:ext cx="1225296" cy="2394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$198K</a:t>
            </a:r>
            <a:endParaRPr lang="en-US" sz="1200" dirty="0"/>
          </a:p>
        </p:txBody>
      </p:sp>
      <p:graphicFrame>
        <p:nvGraphicFramePr>
          <p:cNvPr id="124" name="Chart 14" descr=""/>
          <p:cNvGraphicFramePr/>
          <p:nvPr/>
        </p:nvGraphicFramePr>
        <p:xfrm>
          <a:off x="9759696" y="5730911"/>
          <a:ext cx="710184" cy="443484"/>
        </p:xfrm>
        <a:graphic xmlns:a="http://schemas.openxmlformats.org/drawingml/2006/main">
          <a:graphicData uri="http://schemas.openxmlformats.org/drawingml/2006/chart">
            <c:chart xmlns:c="http://schemas.openxmlformats.org/drawingml/2006/chart" r:id="rId15"/>
          </a:graphicData>
        </a:graphic>
      </p:graphicFrame>
      <p:sp>
        <p:nvSpPr>
          <p:cNvPr id="125" name="Text 108"/>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126" name="Text 109"/>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2026-10-28T22:34:33Z</dcterms:created>
  <dcterms:modified xsi:type="dcterms:W3CDTF">2026-10-28T22:34:33Z</dcterms:modified>
</cp:coreProperties>
</file>