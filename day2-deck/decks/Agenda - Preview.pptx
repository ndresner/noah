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 we cover.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rates, margins and compliance.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and what we commit to.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2026-10-23T21:45:36Z</dcterms:created>
  <dcterms:modified xsi:type="dcterms:W3CDTF">2026-10-23T21:45:36Z</dcterms:modified>
</cp:coreProperties>
</file>