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2.4%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4.6%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5.9%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1.2%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7.0% vs 10%: 245 more a year (Jan–Sep x 12/9) x $87 gross a service.
6. Tire balance - $21K a year. Tire balance 9.0%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5.7% vs 10%: 1,093 more a year (Jan–Sep x 12/9) x $138 gross a service.
7. Fuel service - $142K a year. Fuel service 5.2% vs 7.5%: 585 more a year (Jan–Sep x 12/9) x $243 gross a service.
8. Tire balance - $106K a year. Tire balance 7.3% vs 15%: 2,001 more a year (Jan–Sep x 12/9) x $53 gross a service.
9. Alignment - $75K a year. Alignment 12.8%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7.7% vs 15%: 300 more a year (Jan–Sep x 12/9) x $90 gross a service.
6. Fuel service - $21K a year. Fuel service 3.6% vs 7.5%: 160 more a year (Jan–Sep x 12/9) x $133 gross a service.
7. Brake fluid - $21K a year. Brake fluid 6.0%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3.1%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11.0%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2.1%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5.8%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9.7%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8.2%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5.9%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0.0% vs 15%: 909 more a year (Jan–Sep x 12/9) x $75 gross a service.
5. Alignment - $33K a year. Alignment 11.3% vs 15%: 221 more a year (Jan–Sep x 12/9) x $147 gross a service.
6. Fuel service - $25K a year. Fuel service 4.2% vs 7.5%: 195 more a year (Jan–Sep x 12/9) x $128 gross a service.
7. Brake fluid - $15K a year. Brake fluid 8.3%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1.6%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2.5%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4.5% vs 7.5%: 55 more a year (Jan–Sep x 12/9) x $329 gross a service.
4. Alignment - $10K a year. Alignment 12.8%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8.4% vs 10%: 115 more a year (Jan–Sep x 12/9) x $154 gross a service.
6. Tire balance - $11K a year. Tire balance 13.1%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7.4% vs 15%: 700 more a year (Jan–Sep x 12/9) x $119 gross a service.
4. Tire balance - $77K a year. Tire balance 1.0% vs 15%: 1,296 more a year (Jan–Sep x 12/9) x $59 gross a service.
5. Fuel service - $64K a year. Fuel service 4.1%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7.0%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12.5%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3.6% vs 15%: 837 more a year (Jan–Sep x 12/9) x $149 gross a service.
3. CP labor GP % - $98K a year. 73.9% vs 78% (bottom of the 78-80% range) x $1.77M CP labor sale x 12/9.
4. Alignment - $23K a year. Alignment 11.0%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1.6%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8.0%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6.1%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6.4%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4.2% vs 15%: 2,490 more a year (Jan–Sep x 12/9) x $90 gross a service.
4. Tire balance - $180K a year. Tire balance 0.4%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8.2%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20.6%   ·   2nd · Hours per RO 3.99   ·   2nd · CP labor $/RO $931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2026-10-29T06:37:54Z</dcterms:created>
  <dcterms:modified xsi:type="dcterms:W3CDTF">2026-10-29T06:37:54Z</dcterms:modified>
</cp:coreProperties>
</file>