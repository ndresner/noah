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Rate = Jan-Sep closing %; green / red bar = top / bottom three by rate. Opcodes = opcodes Jan-Sep above (+) or below (-) the benchmark (benchmark x CP ROs vs services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Rate = Jan-Sep closing %; green / red bar = top / bottom three by rate. Opcodes = opcodes Jan-Sep above (+) or below (-) the benchmark (benchmark x CP ROs vs services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2026-10-27T00:04:55Z</dcterms:created>
  <dcterms:modified xsi:type="dcterms:W3CDTF">2026-10-27T00:04:55Z</dcterms:modified>
</cp:coreProperties>
</file>