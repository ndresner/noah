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service. Rate = Jan-Sep closing %.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service. Rate = Jan-Sep closing %.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service. Rate = Jan-Sep closing %.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service. Rate = Jan-Sep closing %.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0177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9789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5217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107256" y="1756697"/>
            <a:ext cx="23944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+1,896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07256" y="2005199"/>
            <a:ext cx="17114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04748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+631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107256" y="2253700"/>
            <a:ext cx="4348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4748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107256" y="2502202"/>
            <a:ext cx="429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40740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04748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+196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107256" y="2750703"/>
            <a:ext cx="280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40740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+238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107256" y="2999205"/>
            <a:ext cx="2456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40740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04748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+111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107256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0740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04748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+129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107256" y="3496208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+123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106350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40740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04748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09965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40740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04748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−51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3097689" y="424171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440740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04748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097021" y="449021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40740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04748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−83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96351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4748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3095214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04748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−135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3094596" y="523572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40740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504748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−165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3088641" y="5484222"/>
            <a:ext cx="186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40740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504748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−240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085312" y="5732723"/>
            <a:ext cx="2194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440740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504748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−210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633950" y="1756697"/>
            <a:ext cx="2371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5781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9789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−291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8633099" y="2005199"/>
            <a:ext cx="245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995781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9789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−96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8631100" y="2253700"/>
            <a:ext cx="265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995781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9789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−324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6" name="Shape 134"/>
          <p:cNvSpPr/>
          <p:nvPr/>
        </p:nvSpPr>
        <p:spPr>
          <a:xfrm>
            <a:off x="8630107" y="2502202"/>
            <a:ext cx="2755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995781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59789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−230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623463" y="2750703"/>
            <a:ext cx="3420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95781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59789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622934" y="2999205"/>
            <a:ext cx="347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9789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−326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4" name="Shape 152"/>
          <p:cNvSpPr/>
          <p:nvPr/>
        </p:nvSpPr>
        <p:spPr>
          <a:xfrm>
            <a:off x="8621687" y="3247707"/>
            <a:ext cx="359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9789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−149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0" name="Shape 158"/>
          <p:cNvSpPr/>
          <p:nvPr/>
        </p:nvSpPr>
        <p:spPr>
          <a:xfrm>
            <a:off x="8619605" y="3496208"/>
            <a:ext cx="3805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95781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1059789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−294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66" name="Shape 164"/>
          <p:cNvSpPr/>
          <p:nvPr/>
        </p:nvSpPr>
        <p:spPr>
          <a:xfrm>
            <a:off x="8617628" y="3744710"/>
            <a:ext cx="4003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995781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059789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−365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605923" y="3993212"/>
            <a:ext cx="517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995781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9789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−478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7" name="Text 175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8597779" y="4241713"/>
            <a:ext cx="598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995781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9789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−770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3" name="Text 181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84" name="Shape 182"/>
          <p:cNvSpPr/>
          <p:nvPr/>
        </p:nvSpPr>
        <p:spPr>
          <a:xfrm>
            <a:off x="8578602" y="4490215"/>
            <a:ext cx="79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995781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9789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−556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9" name="Text 187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90" name="Shape 188"/>
          <p:cNvSpPr/>
          <p:nvPr/>
        </p:nvSpPr>
        <p:spPr>
          <a:xfrm>
            <a:off x="8577212" y="4738717"/>
            <a:ext cx="804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995781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9789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−568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5" name="Text 193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96" name="Shape 194"/>
          <p:cNvSpPr/>
          <p:nvPr/>
        </p:nvSpPr>
        <p:spPr>
          <a:xfrm>
            <a:off x="8570575" y="4987218"/>
            <a:ext cx="870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995781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1059789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−700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1" name="Text 199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202" name="Shape 200"/>
          <p:cNvSpPr/>
          <p:nvPr/>
        </p:nvSpPr>
        <p:spPr>
          <a:xfrm>
            <a:off x="8563419" y="5235720"/>
            <a:ext cx="942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995781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05" name="Text 203"/>
          <p:cNvSpPr txBox="1"/>
          <p:nvPr/>
        </p:nvSpPr>
        <p:spPr>
          <a:xfrm>
            <a:off x="1059789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−1,066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7" name="Text 205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8421624" y="5484222"/>
            <a:ext cx="23604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995781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1059789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−2,490</a:t>
            </a:r>
            <a:endParaRPr lang="en-US" sz="1300" dirty="0"/>
          </a:p>
        </p:txBody>
      </p:sp>
      <p:sp>
        <p:nvSpPr>
          <p:cNvPr id="212" name="Shape 21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3" name="Shape 211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8196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9789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758604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13682" y="1756697"/>
            <a:ext cx="1330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+1,025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13682" y="2005199"/>
            <a:ext cx="582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04748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+250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13682" y="2253700"/>
            <a:ext cx="2636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4748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13682" y="2502202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40740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04748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13617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40740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8413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40740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04748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−44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202500" y="324770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0740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04748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199367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−148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192966" y="3744710"/>
            <a:ext cx="2071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40740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04748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−138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186478" y="3993212"/>
            <a:ext cx="272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40740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04748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−643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3178674" y="4241713"/>
            <a:ext cx="350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440740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04748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−380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173922" y="4490215"/>
            <a:ext cx="3976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40740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04748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−496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162501" y="4738717"/>
            <a:ext cx="5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4748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−300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3161512" y="4987218"/>
            <a:ext cx="52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04748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−460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3160641" y="5235720"/>
            <a:ext cx="530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40740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504748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−373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3154916" y="5484222"/>
            <a:ext cx="587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40740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504748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−467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145678" y="5732723"/>
            <a:ext cx="680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440740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504748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−615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691164" y="1756697"/>
            <a:ext cx="72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5781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9789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−600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8665461" y="2005199"/>
            <a:ext cx="986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995781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9789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−735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8665163" y="2253700"/>
            <a:ext cx="989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995781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9789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−696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6" name="Shape 134"/>
          <p:cNvSpPr/>
          <p:nvPr/>
        </p:nvSpPr>
        <p:spPr>
          <a:xfrm>
            <a:off x="8656843" y="2502202"/>
            <a:ext cx="10724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995781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59789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−754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634865" y="2750703"/>
            <a:ext cx="1292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95781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59789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−909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634819" y="2999205"/>
            <a:ext cx="1292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9789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−909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4" name="Shape 152"/>
          <p:cNvSpPr/>
          <p:nvPr/>
        </p:nvSpPr>
        <p:spPr>
          <a:xfrm>
            <a:off x="8627320" y="3247707"/>
            <a:ext cx="1367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9789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−1,059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0" name="Shape 158"/>
          <p:cNvSpPr/>
          <p:nvPr/>
        </p:nvSpPr>
        <p:spPr>
          <a:xfrm>
            <a:off x="8624415" y="3496208"/>
            <a:ext cx="13967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95781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1059789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−981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66" name="Shape 164"/>
          <p:cNvSpPr/>
          <p:nvPr/>
        </p:nvSpPr>
        <p:spPr>
          <a:xfrm>
            <a:off x="8617980" y="3744710"/>
            <a:ext cx="1461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995781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059789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−1,296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611516" y="3993212"/>
            <a:ext cx="152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995781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9789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−1,526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7" name="Text 175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8561522" y="4241713"/>
            <a:ext cx="2025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995781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9789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−2,001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3" name="Text 181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4" name="Shape 182"/>
          <p:cNvSpPr/>
          <p:nvPr/>
        </p:nvSpPr>
        <p:spPr>
          <a:xfrm>
            <a:off x="8556261" y="4490215"/>
            <a:ext cx="2078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995781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9789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−2,031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9" name="Text 187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90" name="Shape 188"/>
          <p:cNvSpPr/>
          <p:nvPr/>
        </p:nvSpPr>
        <p:spPr>
          <a:xfrm>
            <a:off x="8526056" y="4738717"/>
            <a:ext cx="23803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995781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9789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−837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5" name="Text 193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96" name="Shape 194"/>
          <p:cNvSpPr/>
          <p:nvPr/>
        </p:nvSpPr>
        <p:spPr>
          <a:xfrm>
            <a:off x="8511929" y="4987218"/>
            <a:ext cx="25216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995781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1059789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−1,590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1" name="Text 199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02" name="Shape 200"/>
          <p:cNvSpPr/>
          <p:nvPr/>
        </p:nvSpPr>
        <p:spPr>
          <a:xfrm>
            <a:off x="8483276" y="5235720"/>
            <a:ext cx="28081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995781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205" name="Text 203"/>
          <p:cNvSpPr txBox="1"/>
          <p:nvPr/>
        </p:nvSpPr>
        <p:spPr>
          <a:xfrm>
            <a:off x="1059789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−2,671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7" name="Text 205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8421624" y="5484222"/>
            <a:ext cx="3424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995781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1059789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−3,361</a:t>
            </a:r>
            <a:endParaRPr lang="en-US" sz="1300" dirty="0"/>
          </a:p>
        </p:txBody>
      </p:sp>
      <p:sp>
        <p:nvSpPr>
          <p:cNvPr id="212" name="Shape 21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3" name="Shape 211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4025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9789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066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45746" y="1756697"/>
            <a:ext cx="30095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+1,680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45746" y="2005199"/>
            <a:ext cx="21684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04748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+497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45746" y="2253700"/>
            <a:ext cx="7804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4748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+422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045746" y="2502202"/>
            <a:ext cx="3907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40740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04748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+89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045746" y="2750703"/>
            <a:ext cx="3773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40740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+86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045746" y="2999205"/>
            <a:ext cx="2735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40740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04748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+153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045746" y="3247707"/>
            <a:ext cx="2428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0740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04748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+56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45746" y="3496208"/>
            <a:ext cx="226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+133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045746" y="3744710"/>
            <a:ext cx="1834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40740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04748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045746" y="3993212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40740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04748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304574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440740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04748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04574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40740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04748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+40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41920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4748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304067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04748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−33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3033120" y="523572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40740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504748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−87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3030647" y="548422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40740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504748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−117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028256" y="573272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440740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504748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−98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75690" y="1756697"/>
            <a:ext cx="204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5781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9789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−115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8573386" y="2005199"/>
            <a:ext cx="227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995781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9789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−52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8572297" y="2253700"/>
            <a:ext cx="238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995781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9789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−162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6" name="Shape 134"/>
          <p:cNvSpPr/>
          <p:nvPr/>
        </p:nvSpPr>
        <p:spPr>
          <a:xfrm>
            <a:off x="8571491" y="2502202"/>
            <a:ext cx="2466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995781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59789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−245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570224" y="2750703"/>
            <a:ext cx="259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95781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59789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−187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67184" y="2999205"/>
            <a:ext cx="289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9789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4" name="Shape 152"/>
          <p:cNvSpPr/>
          <p:nvPr/>
        </p:nvSpPr>
        <p:spPr>
          <a:xfrm>
            <a:off x="8559684" y="3247707"/>
            <a:ext cx="364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9789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−235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60" name="Shape 158"/>
          <p:cNvSpPr/>
          <p:nvPr/>
        </p:nvSpPr>
        <p:spPr>
          <a:xfrm>
            <a:off x="8558971" y="3496208"/>
            <a:ext cx="371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95781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1059789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−287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66" name="Shape 164"/>
          <p:cNvSpPr/>
          <p:nvPr/>
        </p:nvSpPr>
        <p:spPr>
          <a:xfrm>
            <a:off x="8540881" y="3744710"/>
            <a:ext cx="552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995781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059789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−389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535378" y="3993212"/>
            <a:ext cx="607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995781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9789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−412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7" name="Text 175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8530529" y="4241713"/>
            <a:ext cx="656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995781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9789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−379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3" name="Text 181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84" name="Shape 182"/>
          <p:cNvSpPr/>
          <p:nvPr/>
        </p:nvSpPr>
        <p:spPr>
          <a:xfrm>
            <a:off x="8518235" y="4490215"/>
            <a:ext cx="779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995781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9789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−367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9" name="Text 187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90" name="Shape 188"/>
          <p:cNvSpPr/>
          <p:nvPr/>
        </p:nvSpPr>
        <p:spPr>
          <a:xfrm>
            <a:off x="8510027" y="4738717"/>
            <a:ext cx="861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995781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9789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−380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5" name="Text 193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96" name="Shape 194"/>
          <p:cNvSpPr/>
          <p:nvPr/>
        </p:nvSpPr>
        <p:spPr>
          <a:xfrm>
            <a:off x="8506004" y="4987218"/>
            <a:ext cx="90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995781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1059789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−378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1" name="Text 199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202" name="Shape 200"/>
          <p:cNvSpPr/>
          <p:nvPr/>
        </p:nvSpPr>
        <p:spPr>
          <a:xfrm>
            <a:off x="8503628" y="5235720"/>
            <a:ext cx="925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995781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205" name="Text 203"/>
          <p:cNvSpPr txBox="1"/>
          <p:nvPr/>
        </p:nvSpPr>
        <p:spPr>
          <a:xfrm>
            <a:off x="1059789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−683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7" name="Text 205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8421624" y="5484222"/>
            <a:ext cx="1745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995781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1059789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−1,093</a:t>
            </a:r>
            <a:endParaRPr lang="en-US" sz="1300" dirty="0"/>
          </a:p>
        </p:txBody>
      </p:sp>
      <p:sp>
        <p:nvSpPr>
          <p:cNvPr id="212" name="Shape 21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3" name="Shape 21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72677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9789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23085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78163" y="1756697"/>
            <a:ext cx="26854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+1,366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78163" y="2005199"/>
            <a:ext cx="10432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04748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78163" y="2253700"/>
            <a:ext cx="747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4748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078163" y="2502202"/>
            <a:ext cx="1935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40740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04748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078163" y="275070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40740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+75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078163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40740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04748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+25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078163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0740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04748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76409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063321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40740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04748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−78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059655" y="3993212"/>
            <a:ext cx="1850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40740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04748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−72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3051638" y="4241713"/>
            <a:ext cx="265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440740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04748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−55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050701" y="4490215"/>
            <a:ext cx="27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40740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04748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47298" y="4738717"/>
            <a:ext cx="308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4748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−160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3043502" y="4987218"/>
            <a:ext cx="34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04748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−92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3041920" y="5235720"/>
            <a:ext cx="362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40740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504748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−195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3040249" y="5484222"/>
            <a:ext cx="379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40740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504748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036175" y="5732723"/>
            <a:ext cx="419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440740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504748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79493" y="1756697"/>
            <a:ext cx="4907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5781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9789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−103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8561923" y="2005199"/>
            <a:ext cx="666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995781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9789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−170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8553773" y="2253700"/>
            <a:ext cx="747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995781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9789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−313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6" name="Shape 134"/>
          <p:cNvSpPr/>
          <p:nvPr/>
        </p:nvSpPr>
        <p:spPr>
          <a:xfrm>
            <a:off x="8547178" y="2502202"/>
            <a:ext cx="81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995781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59789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−340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547001" y="2750703"/>
            <a:ext cx="815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95781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59789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−387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41404" y="2999205"/>
            <a:ext cx="871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9789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−364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4" name="Shape 152"/>
          <p:cNvSpPr/>
          <p:nvPr/>
        </p:nvSpPr>
        <p:spPr>
          <a:xfrm>
            <a:off x="8538750" y="3247707"/>
            <a:ext cx="898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9789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−321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60" name="Shape 158"/>
          <p:cNvSpPr/>
          <p:nvPr/>
        </p:nvSpPr>
        <p:spPr>
          <a:xfrm>
            <a:off x="8538158" y="3496208"/>
            <a:ext cx="9041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95781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1059789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−378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66" name="Shape 164"/>
          <p:cNvSpPr/>
          <p:nvPr/>
        </p:nvSpPr>
        <p:spPr>
          <a:xfrm>
            <a:off x="8536111" y="3744710"/>
            <a:ext cx="9246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995781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059789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−308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533760" y="3993212"/>
            <a:ext cx="9481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995781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9789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−400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7" name="Text 175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8519388" y="4241713"/>
            <a:ext cx="10918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995781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9789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−509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3" name="Text 181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84" name="Shape 182"/>
          <p:cNvSpPr/>
          <p:nvPr/>
        </p:nvSpPr>
        <p:spPr>
          <a:xfrm>
            <a:off x="8518626" y="4490215"/>
            <a:ext cx="1099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995781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9789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−464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9" name="Text 187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90" name="Shape 188"/>
          <p:cNvSpPr/>
          <p:nvPr/>
        </p:nvSpPr>
        <p:spPr>
          <a:xfrm>
            <a:off x="8505476" y="4738717"/>
            <a:ext cx="1230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995781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9789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−515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5" name="Text 193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96" name="Shape 194"/>
          <p:cNvSpPr/>
          <p:nvPr/>
        </p:nvSpPr>
        <p:spPr>
          <a:xfrm>
            <a:off x="8470218" y="4987218"/>
            <a:ext cx="1583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995781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1059789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−1,173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1" name="Text 199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02" name="Shape 200"/>
          <p:cNvSpPr/>
          <p:nvPr/>
        </p:nvSpPr>
        <p:spPr>
          <a:xfrm>
            <a:off x="8441579" y="5235720"/>
            <a:ext cx="18699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995781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205" name="Text 203"/>
          <p:cNvSpPr txBox="1"/>
          <p:nvPr/>
        </p:nvSpPr>
        <p:spPr>
          <a:xfrm>
            <a:off x="1059789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−1,056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7" name="Text 205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8421624" y="5484222"/>
            <a:ext cx="20694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995781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1059789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−585</a:t>
            </a:r>
            <a:endParaRPr lang="en-US" sz="1300" dirty="0"/>
          </a:p>
        </p:txBody>
      </p:sp>
      <p:sp>
        <p:nvSpPr>
          <p:cNvPr id="212" name="Shape 21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3" name="Shape 21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2026-10-26T23:41:45Z</dcterms:created>
  <dcterms:modified xsi:type="dcterms:W3CDTF">2026-10-26T23:41:45Z</dcterms:modified>
</cp:coreProperties>
</file>