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0.7174160247123765</c:v>
                </c:pt>
                <c:pt idx="1">
                  <c:v>0.7175361327620391</c:v>
                </c:pt>
                <c:pt idx="2">
                  <c:v>0.711607661423203</c:v>
                </c:pt>
                <c:pt idx="3">
                  <c:v>0.7159331805150619</c:v>
                </c:pt>
                <c:pt idx="4">
                  <c:v>0.7135978821918489</c:v>
                </c:pt>
                <c:pt idx="5">
                  <c:v>0.7213545615772601</c:v>
                </c:pt>
                <c:pt idx="6">
                  <c:v>0.7064116474466818</c:v>
                </c:pt>
                <c:pt idx="7">
                  <c:v>0.711205043496377</c:v>
                </c:pt>
                <c:pt idx="8">
                  <c:v>0.7298815972600206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0.7651085981493705</c:v>
                </c:pt>
                <c:pt idx="1">
                  <c:v>0.7621976687505652</c:v>
                </c:pt>
                <c:pt idx="2">
                  <c:v>0.7548864768837471</c:v>
                </c:pt>
                <c:pt idx="3">
                  <c:v>0.7897413228341565</c:v>
                </c:pt>
                <c:pt idx="4">
                  <c:v>0.7796153341420556</c:v>
                </c:pt>
                <c:pt idx="5">
                  <c:v>0.7816763192620453</c:v>
                </c:pt>
                <c:pt idx="6">
                  <c:v>0.7817499585359114</c:v>
                </c:pt>
                <c:pt idx="7">
                  <c:v>0.7744891631322395</c:v>
                </c:pt>
                <c:pt idx="8">
                  <c:v>0.7683527583064161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64076968651546"/>
          <c:min val="0.6997452734156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0.7845953303510527</c:v>
                </c:pt>
                <c:pt idx="1">
                  <c:v>0.7729916321370631</c:v>
                </c:pt>
                <c:pt idx="2">
                  <c:v>0.7649357705842584</c:v>
                </c:pt>
                <c:pt idx="3">
                  <c:v>0.7601357028583657</c:v>
                </c:pt>
                <c:pt idx="4">
                  <c:v>0.7550778890530081</c:v>
                </c:pt>
                <c:pt idx="5">
                  <c:v>0.7621083162398041</c:v>
                </c:pt>
                <c:pt idx="6">
                  <c:v>0.7503007128512356</c:v>
                </c:pt>
                <c:pt idx="7">
                  <c:v>0.7454293133609077</c:v>
                </c:pt>
                <c:pt idx="8">
                  <c:v>0.7561357924156353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0.8019546067086512</c:v>
                </c:pt>
                <c:pt idx="1">
                  <c:v>0.8024559796478014</c:v>
                </c:pt>
                <c:pt idx="2">
                  <c:v>0.807102420759885</c:v>
                </c:pt>
                <c:pt idx="3">
                  <c:v>0.7897822971634221</c:v>
                </c:pt>
                <c:pt idx="4">
                  <c:v>0.7902116861910387</c:v>
                </c:pt>
                <c:pt idx="5">
                  <c:v>0.8082847682215061</c:v>
                </c:pt>
                <c:pt idx="6">
                  <c:v>0.7968095058907267</c:v>
                </c:pt>
                <c:pt idx="7">
                  <c:v>0.7882622808321431</c:v>
                </c:pt>
                <c:pt idx="8">
                  <c:v>0.7915471517301852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313204610354"/>
          <c:min val="0.7404008769720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0.821004223472653</c:v>
                </c:pt>
                <c:pt idx="1">
                  <c:v>0.7908593315450893</c:v>
                </c:pt>
                <c:pt idx="2">
                  <c:v>0.8196927816486322</c:v>
                </c:pt>
                <c:pt idx="3">
                  <c:v>0.7940249956760895</c:v>
                </c:pt>
                <c:pt idx="4">
                  <c:v>0.7755463341349312</c:v>
                </c:pt>
                <c:pt idx="5">
                  <c:v>0.7943296633846629</c:v>
                </c:pt>
                <c:pt idx="6">
                  <c:v>0.7664066066429431</c:v>
                </c:pt>
                <c:pt idx="7">
                  <c:v>0.7784509230786871</c:v>
                </c:pt>
                <c:pt idx="8">
                  <c:v>0.7318632275848054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0.8108845602258622</c:v>
                </c:pt>
                <c:pt idx="1">
                  <c:v>0.840929658677421</c:v>
                </c:pt>
                <c:pt idx="2">
                  <c:v>0.8390248325890332</c:v>
                </c:pt>
                <c:pt idx="3">
                  <c:v>0.8291677257814949</c:v>
                </c:pt>
                <c:pt idx="4">
                  <c:v>0.8623185852535402</c:v>
                </c:pt>
                <c:pt idx="5">
                  <c:v>0.7837174418342302</c:v>
                </c:pt>
                <c:pt idx="6">
                  <c:v>0.7785272659297353</c:v>
                </c:pt>
                <c:pt idx="7">
                  <c:v>0.7950715265630648</c:v>
                </c:pt>
                <c:pt idx="8">
                  <c:v>0.8546545389915389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2755013867039"/>
          <c:min val="0.72142679897130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0.7851708215193521</c:v>
                </c:pt>
                <c:pt idx="1">
                  <c:v>0.7721620054041067</c:v>
                </c:pt>
                <c:pt idx="2">
                  <c:v>0.797979160770411</c:v>
                </c:pt>
                <c:pt idx="3">
                  <c:v>0.7797813857233051</c:v>
                </c:pt>
                <c:pt idx="4">
                  <c:v>0.7557826708733755</c:v>
                </c:pt>
                <c:pt idx="5">
                  <c:v>0.7179182662221913</c:v>
                </c:pt>
                <c:pt idx="6">
                  <c:v>0.7639490526693069</c:v>
                </c:pt>
                <c:pt idx="7">
                  <c:v>0.7365490934769798</c:v>
                </c:pt>
                <c:pt idx="8">
                  <c:v>0.7655757226439307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0.7102083610781524</c:v>
                </c:pt>
                <c:pt idx="1">
                  <c:v>0.6966919809323946</c:v>
                </c:pt>
                <c:pt idx="2">
                  <c:v>0.6958658407671268</c:v>
                </c:pt>
                <c:pt idx="3">
                  <c:v>0.6849311508867544</c:v>
                </c:pt>
                <c:pt idx="4">
                  <c:v>0.6739023507530385</c:v>
                </c:pt>
                <c:pt idx="5">
                  <c:v>0.6581074983978068</c:v>
                </c:pt>
                <c:pt idx="6">
                  <c:v>0.6465264625694603</c:v>
                </c:pt>
                <c:pt idx="7">
                  <c:v>0.6221645825802212</c:v>
                </c:pt>
                <c:pt idx="8">
                  <c:v>0.7013007088219111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20443270256261"/>
          <c:min val="0.60809941632500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0.7826781946836383</c:v>
                </c:pt>
                <c:pt idx="1">
                  <c:v>0.6756725243526519</c:v>
                </c:pt>
                <c:pt idx="2">
                  <c:v>0.8043451301826513</c:v>
                </c:pt>
                <c:pt idx="3">
                  <c:v>0.7753891560882413</c:v>
                </c:pt>
                <c:pt idx="4">
                  <c:v>0.7810957237541702</c:v>
                </c:pt>
                <c:pt idx="5">
                  <c:v>0.7684671695911997</c:v>
                </c:pt>
                <c:pt idx="6">
                  <c:v>0.7919514183196192</c:v>
                </c:pt>
                <c:pt idx="7">
                  <c:v>0.7230859717341547</c:v>
                </c:pt>
                <c:pt idx="8">
                  <c:v>0.6382272537951112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0.737567591014565</c:v>
                </c:pt>
                <c:pt idx="1">
                  <c:v>0.6955894617010289</c:v>
                </c:pt>
                <c:pt idx="2">
                  <c:v>0.7197958764337912</c:v>
                </c:pt>
                <c:pt idx="3">
                  <c:v>0.7282157853256137</c:v>
                </c:pt>
                <c:pt idx="4">
                  <c:v>0.6930970207779816</c:v>
                </c:pt>
                <c:pt idx="5">
                  <c:v>0.6577970227368963</c:v>
                </c:pt>
                <c:pt idx="6">
                  <c:v>0.6589295890361307</c:v>
                </c:pt>
                <c:pt idx="7">
                  <c:v>0.6996509645580978</c:v>
                </c:pt>
                <c:pt idx="8">
                  <c:v>0.6960205903902767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76345602936546"/>
          <c:min val="0.624937823684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0.8608967756459749</c:v>
                </c:pt>
                <c:pt idx="1">
                  <c:v>0.8548106344608972</c:v>
                </c:pt>
                <c:pt idx="2">
                  <c:v>0.8824983252702636</c:v>
                </c:pt>
                <c:pt idx="3">
                  <c:v>0.8506551458494944</c:v>
                </c:pt>
                <c:pt idx="4">
                  <c:v>0.8435260135339797</c:v>
                </c:pt>
                <c:pt idx="5">
                  <c:v>0.8432810284509764</c:v>
                </c:pt>
                <c:pt idx="6">
                  <c:v>0.8495633716485143</c:v>
                </c:pt>
                <c:pt idx="7">
                  <c:v>0.8476101167407404</c:v>
                </c:pt>
                <c:pt idx="8">
                  <c:v>0.8135777401339951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0.7716386395101663</c:v>
                </c:pt>
                <c:pt idx="1">
                  <c:v>0.8037112061576798</c:v>
                </c:pt>
                <c:pt idx="2">
                  <c:v>0.8206182219519482</c:v>
                </c:pt>
                <c:pt idx="3">
                  <c:v>0.7921788001667398</c:v>
                </c:pt>
                <c:pt idx="4">
                  <c:v>0.8012819159890665</c:v>
                </c:pt>
                <c:pt idx="5">
                  <c:v>0.795421585367821</c:v>
                </c:pt>
                <c:pt idx="6">
                  <c:v>0.8189352842026352</c:v>
                </c:pt>
                <c:pt idx="7">
                  <c:v>0.8018684341261859</c:v>
                </c:pt>
                <c:pt idx="8">
                  <c:v>0.7764643245465588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913671001310715"/>
          <c:min val="0.76276986464935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0.6624963107595871</c:v>
                </c:pt>
                <c:pt idx="1">
                  <c:v>0.6624963107595871</c:v>
                </c:pt>
                <c:pt idx="2">
                  <c:v>0.6624963107595871</c:v>
                </c:pt>
                <c:pt idx="3">
                  <c:v>0.6624963107595871</c:v>
                </c:pt>
                <c:pt idx="4">
                  <c:v>0.6624963107595871</c:v>
                </c:pt>
                <c:pt idx="5">
                  <c:v>0.6624963107595871</c:v>
                </c:pt>
                <c:pt idx="6">
                  <c:v>0.6624963107595871</c:v>
                </c:pt>
                <c:pt idx="7">
                  <c:v>0.6624963107595871</c:v>
                </c:pt>
                <c:pt idx="8">
                  <c:v>0.6624963107595871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0.642800376606284</c:v>
                </c:pt>
                <c:pt idx="1">
                  <c:v>0.6495211129548664</c:v>
                </c:pt>
                <c:pt idx="2">
                  <c:v>0.693388717640479</c:v>
                </c:pt>
                <c:pt idx="3">
                  <c:v>0.6427493237285349</c:v>
                </c:pt>
                <c:pt idx="4">
                  <c:v>0.7107516050107623</c:v>
                </c:pt>
                <c:pt idx="5">
                  <c:v>0.7117195471613551</c:v>
                </c:pt>
                <c:pt idx="6">
                  <c:v>0.7082060870882604</c:v>
                </c:pt>
                <c:pt idx="7">
                  <c:v>0.7009725449582771</c:v>
                </c:pt>
                <c:pt idx="8">
                  <c:v>0.760147315108571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0.7679559576152816</c:v>
                </c:pt>
                <c:pt idx="1">
                  <c:v>0.7679559576152816</c:v>
                </c:pt>
                <c:pt idx="2">
                  <c:v>0.7679559576152816</c:v>
                </c:pt>
                <c:pt idx="3">
                  <c:v>0.7679559576152816</c:v>
                </c:pt>
                <c:pt idx="4">
                  <c:v>0.7679559576152816</c:v>
                </c:pt>
                <c:pt idx="5">
                  <c:v>0.7679559576152816</c:v>
                </c:pt>
                <c:pt idx="6">
                  <c:v>0.7679559576152816</c:v>
                </c:pt>
                <c:pt idx="7">
                  <c:v>0.7679559576152816</c:v>
                </c:pt>
                <c:pt idx="8">
                  <c:v>0.7679559576152816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0.7656368525806503</c:v>
                </c:pt>
                <c:pt idx="1">
                  <c:v>0.7655068973135796</c:v>
                </c:pt>
                <c:pt idx="2">
                  <c:v>0.771642287930605</c:v>
                </c:pt>
                <c:pt idx="3">
                  <c:v>0.8075138599252102</c:v>
                </c:pt>
                <c:pt idx="4">
                  <c:v>0.8239118476943292</c:v>
                </c:pt>
                <c:pt idx="5">
                  <c:v>0.8061349305933695</c:v>
                </c:pt>
                <c:pt idx="6">
                  <c:v>0.8347788233756271</c:v>
                </c:pt>
                <c:pt idx="7">
                  <c:v>0.8143547339526653</c:v>
                </c:pt>
                <c:pt idx="8">
                  <c:v>0.8056847024035625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0.8296151747828842</c:v>
                </c:pt>
                <c:pt idx="1">
                  <c:v>0.8296151747828842</c:v>
                </c:pt>
                <c:pt idx="2">
                  <c:v>0.8296151747828842</c:v>
                </c:pt>
                <c:pt idx="3">
                  <c:v>0.8296151747828842</c:v>
                </c:pt>
                <c:pt idx="4">
                  <c:v>0.8296151747828842</c:v>
                </c:pt>
                <c:pt idx="5">
                  <c:v>0.8296151747828842</c:v>
                </c:pt>
                <c:pt idx="6">
                  <c:v>0.8296151747828842</c:v>
                </c:pt>
                <c:pt idx="7">
                  <c:v>0.8296151747828842</c:v>
                </c:pt>
                <c:pt idx="8">
                  <c:v>0.8296151747828842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0.31713747379427826</c:v>
                </c:pt>
                <c:pt idx="1">
                  <c:v>0.3109520570221026</c:v>
                </c:pt>
                <c:pt idx="2">
                  <c:v>0.26936792073970256</c:v>
                </c:pt>
                <c:pt idx="3">
                  <c:v>0.25923742865142274</c:v>
                </c:pt>
                <c:pt idx="4">
                  <c:v>0.28802663402755346</c:v>
                </c:pt>
                <c:pt idx="5">
                  <c:v>0.2522536048556422</c:v>
                </c:pt>
                <c:pt idx="6">
                  <c:v>0.2814382917298273</c:v>
                </c:pt>
                <c:pt idx="7">
                  <c:v>0.27420156969271625</c:v>
                </c:pt>
                <c:pt idx="8">
                  <c:v>0.2547096501720273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159153892634746"/>
          <c:min val="0.24193227640596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0.2892566209123303</c:v>
                </c:pt>
                <c:pt idx="1">
                  <c:v>0.2850991531225518</c:v>
                </c:pt>
                <c:pt idx="2">
                  <c:v>0.22913601437013595</c:v>
                </c:pt>
                <c:pt idx="3">
                  <c:v>0.2665478695529784</c:v>
                </c:pt>
                <c:pt idx="4">
                  <c:v>0.26751597244136405</c:v>
                </c:pt>
                <c:pt idx="5">
                  <c:v>0.2496351181322522</c:v>
                </c:pt>
                <c:pt idx="6">
                  <c:v>0.2672908228086659</c:v>
                </c:pt>
                <c:pt idx="7">
                  <c:v>0.27640503035728414</c:v>
                </c:pt>
                <c:pt idx="8">
                  <c:v>0.31269382849605076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0.325288260133191</c:v>
                </c:pt>
                <c:pt idx="1">
                  <c:v>0.33788313605155557</c:v>
                </c:pt>
                <c:pt idx="2">
                  <c:v>0.31729316905619376</c:v>
                </c:pt>
                <c:pt idx="3">
                  <c:v>0.313489496687586</c:v>
                </c:pt>
                <c:pt idx="4">
                  <c:v>0.32593341694753003</c:v>
                </c:pt>
                <c:pt idx="5">
                  <c:v>0.3554438709034418</c:v>
                </c:pt>
                <c:pt idx="6">
                  <c:v>0.32865055012731287</c:v>
                </c:pt>
                <c:pt idx="7">
                  <c:v>0.3568807992495583</c:v>
                </c:pt>
                <c:pt idx="8">
                  <c:v>0.32920357460921906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71003820399121"/>
          <c:min val="0.21891643157978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0.22364391702792213</c:v>
                </c:pt>
                <c:pt idx="1">
                  <c:v>0.2643354607003325</c:v>
                </c:pt>
                <c:pt idx="2">
                  <c:v>0.2475521520939869</c:v>
                </c:pt>
                <c:pt idx="3">
                  <c:v>0.2683524602627978</c:v>
                </c:pt>
                <c:pt idx="4">
                  <c:v>0.26227699795569076</c:v>
                </c:pt>
                <c:pt idx="5">
                  <c:v>0.2571613807927676</c:v>
                </c:pt>
                <c:pt idx="6">
                  <c:v>0.2355633435427333</c:v>
                </c:pt>
                <c:pt idx="7">
                  <c:v>0.2566315288577019</c:v>
                </c:pt>
                <c:pt idx="8">
                  <c:v>0.2692494625236581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0.23966630972374162</c:v>
                </c:pt>
                <c:pt idx="1">
                  <c:v>0.2843156547560736</c:v>
                </c:pt>
                <c:pt idx="2">
                  <c:v>0.3142329704368368</c:v>
                </c:pt>
                <c:pt idx="3">
                  <c:v>0.33228610752593074</c:v>
                </c:pt>
                <c:pt idx="4">
                  <c:v>0.2792066246557539</c:v>
                </c:pt>
                <c:pt idx="5">
                  <c:v>0.30599143927233813</c:v>
                </c:pt>
                <c:pt idx="6">
                  <c:v>0.31943107572363444</c:v>
                </c:pt>
                <c:pt idx="7">
                  <c:v>0.3062255588287744</c:v>
                </c:pt>
                <c:pt idx="8">
                  <c:v>0.2987941196062456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097748276577144"/>
          <c:min val="0.214952541788081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0.32967069782860353</c:v>
                </c:pt>
                <c:pt idx="1">
                  <c:v>0.3877667535449034</c:v>
                </c:pt>
                <c:pt idx="2">
                  <c:v>0.3583007531965636</c:v>
                </c:pt>
                <c:pt idx="3">
                  <c:v>0.36321453545863436</c:v>
                </c:pt>
                <c:pt idx="4">
                  <c:v>0.3370045632058841</c:v>
                </c:pt>
                <c:pt idx="5">
                  <c:v>0.3571323766763506</c:v>
                </c:pt>
                <c:pt idx="6">
                  <c:v>0.41716810037898605</c:v>
                </c:pt>
                <c:pt idx="7">
                  <c:v>0.40133761020915626</c:v>
                </c:pt>
                <c:pt idx="8">
                  <c:v>0.35709564195536037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0.35896239979595923</c:v>
                </c:pt>
                <c:pt idx="1">
                  <c:v>0.327552152214383</c:v>
                </c:pt>
                <c:pt idx="2">
                  <c:v>0.3179449644392812</c:v>
                </c:pt>
                <c:pt idx="3">
                  <c:v>0.2873628223633429</c:v>
                </c:pt>
                <c:pt idx="4">
                  <c:v>0.3446260421213702</c:v>
                </c:pt>
                <c:pt idx="5">
                  <c:v>0.32774365430591584</c:v>
                </c:pt>
                <c:pt idx="6">
                  <c:v>0.31818503279078325</c:v>
                </c:pt>
                <c:pt idx="7">
                  <c:v>0.2980302788299183</c:v>
                </c:pt>
                <c:pt idx="8">
                  <c:v>0.3041966381890325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5525226202375"/>
          <c:min val="0.27697840012209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0.3558251708981371</c:v>
                </c:pt>
                <c:pt idx="1">
                  <c:v>0.3798936492806437</c:v>
                </c:pt>
                <c:pt idx="2">
                  <c:v>0.385581165986674</c:v>
                </c:pt>
                <c:pt idx="3">
                  <c:v>0.3813749250230264</c:v>
                </c:pt>
                <c:pt idx="4">
                  <c:v>0.38073352192299237</c:v>
                </c:pt>
                <c:pt idx="5">
                  <c:v>0.38001033098419923</c:v>
                </c:pt>
                <c:pt idx="6">
                  <c:v>0.37505182327535785</c:v>
                </c:pt>
                <c:pt idx="7">
                  <c:v>0.35494258144348245</c:v>
                </c:pt>
                <c:pt idx="8">
                  <c:v>0.3532837948793073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0.3585870997353427</c:v>
                </c:pt>
                <c:pt idx="1">
                  <c:v>0.35458685469388723</c:v>
                </c:pt>
                <c:pt idx="2">
                  <c:v>0.36165650150556367</c:v>
                </c:pt>
                <c:pt idx="3">
                  <c:v>0.3348316445215471</c:v>
                </c:pt>
                <c:pt idx="4">
                  <c:v>0.3255468104831214</c:v>
                </c:pt>
                <c:pt idx="5">
                  <c:v>0.27358479914346445</c:v>
                </c:pt>
                <c:pt idx="6">
                  <c:v>0.26483191716612986</c:v>
                </c:pt>
                <c:pt idx="7">
                  <c:v>0.30559423249928913</c:v>
                </c:pt>
                <c:pt idx="8">
                  <c:v>0.290893432896218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24110589231753"/>
          <c:min val="0.255171977260486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0.3962371687493441</c:v>
                </c:pt>
                <c:pt idx="1">
                  <c:v>0.35130833182782695</c:v>
                </c:pt>
                <c:pt idx="2">
                  <c:v>0.3814945324099297</c:v>
                </c:pt>
                <c:pt idx="3">
                  <c:v>0.35157176905696197</c:v>
                </c:pt>
                <c:pt idx="4">
                  <c:v>0.3480661347504739</c:v>
                </c:pt>
                <c:pt idx="5">
                  <c:v>0.3465674421355034</c:v>
                </c:pt>
                <c:pt idx="6">
                  <c:v>0.31598036669914153</c:v>
                </c:pt>
                <c:pt idx="7">
                  <c:v>0.3241157561190985</c:v>
                </c:pt>
                <c:pt idx="8">
                  <c:v>0.3154842653325761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0.3422442683982557</c:v>
                </c:pt>
                <c:pt idx="1">
                  <c:v>0.30275857684083657</c:v>
                </c:pt>
                <c:pt idx="2">
                  <c:v>0.2992509347415161</c:v>
                </c:pt>
                <c:pt idx="3">
                  <c:v>0.31440067132491406</c:v>
                </c:pt>
                <c:pt idx="4">
                  <c:v>0.3144372348913849</c:v>
                </c:pt>
                <c:pt idx="5">
                  <c:v>0.2892952965502566</c:v>
                </c:pt>
                <c:pt idx="6">
                  <c:v>0.3092014595904435</c:v>
                </c:pt>
                <c:pt idx="7">
                  <c:v>0.3299441726866129</c:v>
                </c:pt>
                <c:pt idx="8">
                  <c:v>0.31142212525542723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47925185252711"/>
          <c:min val="0.2807399467743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0.2281900213400286</c:v>
                </c:pt>
                <c:pt idx="1">
                  <c:v>0.2281900213400286</c:v>
                </c:pt>
                <c:pt idx="2">
                  <c:v>0.2281900213400286</c:v>
                </c:pt>
                <c:pt idx="3">
                  <c:v>0.2281900213400286</c:v>
                </c:pt>
                <c:pt idx="4">
                  <c:v>0.2281900213400286</c:v>
                </c:pt>
                <c:pt idx="5">
                  <c:v>0.2281900213400286</c:v>
                </c:pt>
                <c:pt idx="6">
                  <c:v>0.2281900213400286</c:v>
                </c:pt>
                <c:pt idx="7">
                  <c:v>0.2281900213400286</c:v>
                </c:pt>
                <c:pt idx="8">
                  <c:v>0.2281900213400286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0.20187026928221874</c:v>
                </c:pt>
                <c:pt idx="1">
                  <c:v>0.17815171475925373</c:v>
                </c:pt>
                <c:pt idx="2">
                  <c:v>0.2802085955919637</c:v>
                </c:pt>
                <c:pt idx="3">
                  <c:v>0.2506739386596604</c:v>
                </c:pt>
                <c:pt idx="4">
                  <c:v>0.38181624128376623</c:v>
                </c:pt>
                <c:pt idx="5">
                  <c:v>0.3136515890604151</c:v>
                </c:pt>
                <c:pt idx="6">
                  <c:v>0.3417736814931177</c:v>
                </c:pt>
                <c:pt idx="7">
                  <c:v>0.3132255585304229</c:v>
                </c:pt>
                <c:pt idx="8">
                  <c:v>0.399907342502909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0.20214137796041168</c:v>
                </c:pt>
                <c:pt idx="1">
                  <c:v>0.20214137796041168</c:v>
                </c:pt>
                <c:pt idx="2">
                  <c:v>0.20214137796041168</c:v>
                </c:pt>
                <c:pt idx="3">
                  <c:v>0.20214137796041168</c:v>
                </c:pt>
                <c:pt idx="4">
                  <c:v>0.20214137796041168</c:v>
                </c:pt>
                <c:pt idx="5">
                  <c:v>0.20214137796041168</c:v>
                </c:pt>
                <c:pt idx="6">
                  <c:v>0.20214137796041168</c:v>
                </c:pt>
                <c:pt idx="7">
                  <c:v>0.20214137796041168</c:v>
                </c:pt>
                <c:pt idx="8">
                  <c:v>0.20214137796041168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0.2145583870490643</c:v>
                </c:pt>
                <c:pt idx="1">
                  <c:v>0.19486938617938487</c:v>
                </c:pt>
                <c:pt idx="2">
                  <c:v>0.19765828215672646</c:v>
                </c:pt>
                <c:pt idx="3">
                  <c:v>0.22710960621017634</c:v>
                </c:pt>
                <c:pt idx="4">
                  <c:v>0.2696239349543333</c:v>
                </c:pt>
                <c:pt idx="5">
                  <c:v>0.27913716212213147</c:v>
                </c:pt>
                <c:pt idx="6">
                  <c:v>0.286280423595157</c:v>
                </c:pt>
                <c:pt idx="7">
                  <c:v>0.26077429691960047</c:v>
                </c:pt>
                <c:pt idx="8">
                  <c:v>0.24883041450418045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0.3145558207676618</c:v>
                </c:pt>
                <c:pt idx="1">
                  <c:v>0.3145558207676618</c:v>
                </c:pt>
                <c:pt idx="2">
                  <c:v>0.3145558207676618</c:v>
                </c:pt>
                <c:pt idx="3">
                  <c:v>0.3145558207676618</c:v>
                </c:pt>
                <c:pt idx="4">
                  <c:v>0.3145558207676618</c:v>
                </c:pt>
                <c:pt idx="5">
                  <c:v>0.3145558207676618</c:v>
                </c:pt>
                <c:pt idx="6">
                  <c:v>0.3145558207676618</c:v>
                </c:pt>
                <c:pt idx="7">
                  <c:v>0.3145558207676618</c:v>
                </c:pt>
                <c:pt idx="8">
                  <c:v>0.3145558207676618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0.2647662089733541</c:v>
                </c:pt>
                <c:pt idx="1">
                  <c:v>0.32044347514010435</c:v>
                </c:pt>
                <c:pt idx="2">
                  <c:v>0.35506547577637093</c:v>
                </c:pt>
                <c:pt idx="3">
                  <c:v>0.3350133475187492</c:v>
                </c:pt>
                <c:pt idx="4">
                  <c:v>0.36402478493966556</c:v>
                </c:pt>
                <c:pt idx="5">
                  <c:v>0.3465888278894056</c:v>
                </c:pt>
                <c:pt idx="6">
                  <c:v>0.3369687231254787</c:v>
                </c:pt>
                <c:pt idx="7">
                  <c:v>0.35301769906443353</c:v>
                </c:pt>
                <c:pt idx="8">
                  <c:v>0.3854415537213957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16 of 33 stores at or above the 78.1% group, led by Honda Henderson at 85.9%. Audi Reno is lowest at 58.8%.Source: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three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36.5% group, led by Toyota Henderson at 45.1%. CDJR Post Falls is lowest at 24.4%.Source: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three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chart" Target="/ppt/charts/chart13.xml"/><Relationship Id="rId8" Type="http://schemas.openxmlformats.org/officeDocument/2006/relationships/chart" Target="/ppt/charts/chart14.xml"/><Relationship Id="rId9" Type="http://schemas.openxmlformats.org/officeDocument/2006/relationships/chart" Target="/ppt/charts/chart15.xml"/><Relationship Id="rId10" Type="http://schemas.openxmlformats.org/officeDocument/2006/relationships/chart" Target="/ppt/charts/chart16.xml"/><Relationship Id="rId11" Type="http://schemas.openxmlformats.org/officeDocument/2006/relationships/chart" Target="/ppt/charts/chart17.xml"/><Relationship Id="rId12" Type="http://schemas.openxmlformats.org/officeDocument/2006/relationships/chart" Target="/ppt/charts/chart18.xml"/><Relationship Id="rId13" Type="http://schemas.openxmlformats.org/officeDocument/2006/relationships/slideLayout" Target="../slideLayouts/slideLayout1.xml"/><Relationship Id="rId1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chart" Target="/ppt/charts/chart23.xml"/><Relationship Id="rId6" Type="http://schemas.openxmlformats.org/officeDocument/2006/relationships/chart" Target="/ppt/charts/chart24.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chart" Target="/ppt/charts/chart27.xml"/><Relationship Id="rId4" Type="http://schemas.openxmlformats.org/officeDocument/2006/relationships/chart" Target="/ppt/charts/chart28.xml"/><Relationship Id="rId5" Type="http://schemas.openxmlformats.org/officeDocument/2006/relationships/chart" Target="/ppt/charts/chart29.xml"/><Relationship Id="rId6" Type="http://schemas.openxmlformats.org/officeDocument/2006/relationships/chart" Target="/ppt/charts/chart30.xml"/><Relationship Id="rId7" Type="http://schemas.openxmlformats.org/officeDocument/2006/relationships/chart" Target="/ppt/charts/chart31.xml"/><Relationship Id="rId8" Type="http://schemas.openxmlformats.org/officeDocument/2006/relationships/chart" Target="/ppt/charts/chart32.xml"/><Relationship Id="rId9" Type="http://schemas.openxmlformats.org/officeDocument/2006/relationships/chart" Target="/ppt/charts/chart33.xml"/><Relationship Id="rId10" Type="http://schemas.openxmlformats.org/officeDocument/2006/relationships/chart" Target="/ppt/charts/chart34.xml"/><Relationship Id="rId11" Type="http://schemas.openxmlformats.org/officeDocument/2006/relationships/chart" Target="/ppt/charts/chart35.xml"/><Relationship Id="rId12" Type="http://schemas.openxmlformats.org/officeDocument/2006/relationships/chart" Target="/ppt/charts/chart36.xml"/><Relationship Id="rId13" Type="http://schemas.openxmlformats.org/officeDocument/2006/relationships/slideLayout" Target="../slideLayouts/slideLayout1.xml"/><Relationship Id="rId14"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16 of 33 stores at or above the 78.1% group.</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graphicFrame>
        <p:nvGraphicFramePr>
          <p:cNvPr id="12" name="Chart 0" descr=""/>
          <p:cNvGraphicFramePr/>
          <p:nvPr/>
        </p:nvGraphicFramePr>
        <p:xfrm>
          <a:off x="1097280" y="2697480"/>
          <a:ext cx="1972056" cy="502615"/>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4" name="Text 11"/>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5" name="Text 12"/>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4175760"/>
          <a:ext cx="1972056" cy="502615"/>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8" name="Shape 14"/>
          <p:cNvSpPr/>
          <p:nvPr/>
        </p:nvSpPr>
        <p:spPr>
          <a:xfrm>
            <a:off x="658368" y="4767072"/>
            <a:ext cx="3489960" cy="1478280"/>
          </a:xfrm>
          <a:prstGeom prst="rect">
            <a:avLst/>
          </a:prstGeom>
          <a:solidFill>
            <a:srgbClr val="F7F7F7"/>
          </a:solidFill>
          <a:ln/>
        </p:spPr>
      </p:sp>
      <p:sp>
        <p:nvSpPr>
          <p:cNvPr id="19" name="Text 15"/>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0" name="Text 16"/>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graphicFrame>
        <p:nvGraphicFramePr>
          <p:cNvPr id="21" name="Chart 2" descr=""/>
          <p:cNvGraphicFramePr/>
          <p:nvPr/>
        </p:nvGraphicFramePr>
        <p:xfrm>
          <a:off x="1097280" y="5654040"/>
          <a:ext cx="1972056" cy="502615"/>
        </p:xfrm>
        <a:graphic xmlns:a="http://schemas.openxmlformats.org/drawingml/2006/main">
          <a:graphicData uri="http://schemas.openxmlformats.org/drawingml/2006/chart">
            <c:chart xmlns:c="http://schemas.openxmlformats.org/drawingml/2006/chart" r:id="rId3"/>
          </a:graphicData>
        </a:graphic>
      </p:graphicFrame>
      <p:sp>
        <p:nvSpPr>
          <p:cNvPr id="22" name="Text 17"/>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3" name="Shape 18"/>
          <p:cNvSpPr/>
          <p:nvPr/>
        </p:nvSpPr>
        <p:spPr>
          <a:xfrm>
            <a:off x="4349496" y="1371600"/>
            <a:ext cx="3489960" cy="45720"/>
          </a:xfrm>
          <a:prstGeom prst="rect">
            <a:avLst/>
          </a:prstGeom>
          <a:solidFill>
            <a:srgbClr val="C2352F"/>
          </a:solidFill>
          <a:ln/>
        </p:spPr>
      </p:sp>
      <p:sp>
        <p:nvSpPr>
          <p:cNvPr id="24" name="Text 1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5" name="Shape 20"/>
          <p:cNvSpPr/>
          <p:nvPr/>
        </p:nvSpPr>
        <p:spPr>
          <a:xfrm>
            <a:off x="4349496" y="1810512"/>
            <a:ext cx="3489960" cy="1478280"/>
          </a:xfrm>
          <a:prstGeom prst="rect">
            <a:avLst/>
          </a:prstGeom>
          <a:solidFill>
            <a:srgbClr val="F7F7F7"/>
          </a:solidFill>
          <a:ln/>
        </p:spPr>
      </p:sp>
      <p:sp>
        <p:nvSpPr>
          <p:cNvPr id="26" name="Text 21"/>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7" name="Text 22"/>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graphicFrame>
        <p:nvGraphicFramePr>
          <p:cNvPr id="28" name="Chart 3" descr=""/>
          <p:cNvGraphicFramePr/>
          <p:nvPr/>
        </p:nvGraphicFramePr>
        <p:xfrm>
          <a:off x="4788408" y="2697480"/>
          <a:ext cx="1972056" cy="502615"/>
        </p:xfrm>
        <a:graphic xmlns:a="http://schemas.openxmlformats.org/drawingml/2006/main">
          <a:graphicData uri="http://schemas.openxmlformats.org/drawingml/2006/chart">
            <c:chart xmlns:c="http://schemas.openxmlformats.org/drawingml/2006/chart" r:id="rId4"/>
          </a:graphicData>
        </a:graphic>
      </p:graphicFrame>
      <p:sp>
        <p:nvSpPr>
          <p:cNvPr id="29" name="Text 23"/>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0" name="Text 24"/>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1" name="Text 25"/>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graphicFrame>
        <p:nvGraphicFramePr>
          <p:cNvPr id="32" name="Chart 4" descr=""/>
          <p:cNvGraphicFramePr/>
          <p:nvPr/>
        </p:nvGraphicFramePr>
        <p:xfrm>
          <a:off x="4788408" y="4175760"/>
          <a:ext cx="1972056" cy="502615"/>
        </p:xfrm>
        <a:graphic xmlns:a="http://schemas.openxmlformats.org/drawingml/2006/main">
          <a:graphicData uri="http://schemas.openxmlformats.org/drawingml/2006/chart">
            <c:chart xmlns:c="http://schemas.openxmlformats.org/drawingml/2006/chart" r:id="rId5"/>
          </a:graphicData>
        </a:graphic>
      </p:graphicFrame>
      <p:sp>
        <p:nvSpPr>
          <p:cNvPr id="33" name="Text 26"/>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4" name="Shape 27"/>
          <p:cNvSpPr/>
          <p:nvPr/>
        </p:nvSpPr>
        <p:spPr>
          <a:xfrm>
            <a:off x="4349496" y="4767072"/>
            <a:ext cx="3489960" cy="1478280"/>
          </a:xfrm>
          <a:prstGeom prst="rect">
            <a:avLst/>
          </a:prstGeom>
          <a:solidFill>
            <a:srgbClr val="F7F7F7"/>
          </a:solidFill>
          <a:ln/>
        </p:spPr>
      </p:sp>
      <p:sp>
        <p:nvSpPr>
          <p:cNvPr id="35" name="Text 28"/>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6" name="Text 29"/>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graphicFrame>
        <p:nvGraphicFramePr>
          <p:cNvPr id="37" name="Chart 5" descr=""/>
          <p:cNvGraphicFramePr/>
          <p:nvPr/>
        </p:nvGraphicFramePr>
        <p:xfrm>
          <a:off x="4788408" y="5654040"/>
          <a:ext cx="1972056" cy="502615"/>
        </p:xfrm>
        <a:graphic xmlns:a="http://schemas.openxmlformats.org/drawingml/2006/main">
          <a:graphicData uri="http://schemas.openxmlformats.org/drawingml/2006/chart">
            <c:chart xmlns:c="http://schemas.openxmlformats.org/drawingml/2006/chart" r:id="rId6"/>
          </a:graphicData>
        </a:graphic>
      </p:graphicFrame>
      <p:sp>
        <p:nvSpPr>
          <p:cNvPr id="38" name="Text 30"/>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39" name="Shape 31"/>
          <p:cNvSpPr/>
          <p:nvPr/>
        </p:nvSpPr>
        <p:spPr>
          <a:xfrm>
            <a:off x="8040624" y="1371600"/>
            <a:ext cx="3489960" cy="45720"/>
          </a:xfrm>
          <a:prstGeom prst="rect">
            <a:avLst/>
          </a:prstGeom>
          <a:solidFill>
            <a:srgbClr val="2587C5"/>
          </a:solidFill>
          <a:ln/>
        </p:spPr>
      </p:sp>
      <p:sp>
        <p:nvSpPr>
          <p:cNvPr id="40" name="Text 32"/>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1" name="Shape 33"/>
          <p:cNvSpPr/>
          <p:nvPr/>
        </p:nvSpPr>
        <p:spPr>
          <a:xfrm>
            <a:off x="8040624" y="1810512"/>
            <a:ext cx="3489960" cy="1478280"/>
          </a:xfrm>
          <a:prstGeom prst="rect">
            <a:avLst/>
          </a:prstGeom>
          <a:solidFill>
            <a:srgbClr val="F7F7F7"/>
          </a:solidFill>
          <a:ln/>
        </p:spPr>
      </p:sp>
      <p:sp>
        <p:nvSpPr>
          <p:cNvPr id="42" name="Text 34"/>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3" name="Text 35"/>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graphicFrame>
        <p:nvGraphicFramePr>
          <p:cNvPr id="44" name="Chart 6"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7"/>
          </a:graphicData>
        </a:graphic>
      </p:graphicFrame>
      <p:graphicFrame>
        <p:nvGraphicFramePr>
          <p:cNvPr id="45" name="Chart 7"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8"/>
          </a:graphicData>
        </a:graphic>
      </p:graphicFrame>
      <p:sp>
        <p:nvSpPr>
          <p:cNvPr id="46" name="Text 36"/>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47" name="Text 37"/>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48" name="Text 38"/>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graphicFrame>
        <p:nvGraphicFramePr>
          <p:cNvPr id="49" name="Chart 8"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9"/>
          </a:graphicData>
        </a:graphic>
      </p:graphicFrame>
      <p:graphicFrame>
        <p:nvGraphicFramePr>
          <p:cNvPr id="50" name="Chart 9"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10"/>
          </a:graphicData>
        </a:graphic>
      </p:graphicFrame>
      <p:sp>
        <p:nvSpPr>
          <p:cNvPr id="51" name="Text 39"/>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2" name="Shape 40"/>
          <p:cNvSpPr/>
          <p:nvPr/>
        </p:nvSpPr>
        <p:spPr>
          <a:xfrm>
            <a:off x="8040624" y="4767072"/>
            <a:ext cx="3489960" cy="1478280"/>
          </a:xfrm>
          <a:prstGeom prst="rect">
            <a:avLst/>
          </a:prstGeom>
          <a:solidFill>
            <a:srgbClr val="F7F7F7"/>
          </a:solidFill>
          <a:ln/>
        </p:spPr>
      </p:sp>
      <p:sp>
        <p:nvSpPr>
          <p:cNvPr id="53" name="Text 4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4" name="Text 4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graphicFrame>
        <p:nvGraphicFramePr>
          <p:cNvPr id="55" name="Chart 10"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1"/>
          </a:graphicData>
        </a:graphic>
      </p:graphicFrame>
      <p:graphicFrame>
        <p:nvGraphicFramePr>
          <p:cNvPr id="56" name="Chart 11"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2"/>
          </a:graphicData>
        </a:graphic>
      </p:graphicFrame>
      <p:sp>
        <p:nvSpPr>
          <p:cNvPr id="57" name="Text 43"/>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graphicFrame>
        <p:nvGraphicFramePr>
          <p:cNvPr id="12" name="Chart 0" descr=""/>
          <p:cNvGraphicFramePr/>
          <p:nvPr/>
        </p:nvGraphicFramePr>
        <p:xfrm>
          <a:off x="1097280" y="2697480"/>
          <a:ext cx="1972056" cy="502615"/>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1"/>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5" name="Text 12"/>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graphicFrame>
        <p:nvGraphicFramePr>
          <p:cNvPr id="16" name="Chart 1" descr=""/>
          <p:cNvGraphicFramePr/>
          <p:nvPr/>
        </p:nvGraphicFramePr>
        <p:xfrm>
          <a:off x="1097280" y="4175760"/>
          <a:ext cx="1972056" cy="502615"/>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8" name="Shape 14"/>
          <p:cNvSpPr/>
          <p:nvPr/>
        </p:nvSpPr>
        <p:spPr>
          <a:xfrm>
            <a:off x="658368" y="4767072"/>
            <a:ext cx="3489960" cy="1478280"/>
          </a:xfrm>
          <a:prstGeom prst="rect">
            <a:avLst/>
          </a:prstGeom>
          <a:solidFill>
            <a:srgbClr val="F7F7F7"/>
          </a:solidFill>
          <a:ln/>
        </p:spPr>
      </p:sp>
      <p:sp>
        <p:nvSpPr>
          <p:cNvPr id="19" name="Text 15"/>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0" name="Text 16"/>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graphicFrame>
        <p:nvGraphicFramePr>
          <p:cNvPr id="21" name="Chart 2" descr=""/>
          <p:cNvGraphicFramePr/>
          <p:nvPr/>
        </p:nvGraphicFramePr>
        <p:xfrm>
          <a:off x="1097280" y="5654040"/>
          <a:ext cx="1972056" cy="502615"/>
        </p:xfrm>
        <a:graphic xmlns:a="http://schemas.openxmlformats.org/drawingml/2006/main">
          <a:graphicData uri="http://schemas.openxmlformats.org/drawingml/2006/chart">
            <c:chart xmlns:c="http://schemas.openxmlformats.org/drawingml/2006/chart" r:id="rId3"/>
          </a:graphicData>
        </a:graphic>
      </p:graphicFrame>
      <p:sp>
        <p:nvSpPr>
          <p:cNvPr id="22" name="Text 17"/>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3" name="Shape 18"/>
          <p:cNvSpPr/>
          <p:nvPr/>
        </p:nvSpPr>
        <p:spPr>
          <a:xfrm>
            <a:off x="4349496" y="1371600"/>
            <a:ext cx="3489960" cy="45720"/>
          </a:xfrm>
          <a:prstGeom prst="rect">
            <a:avLst/>
          </a:prstGeom>
          <a:solidFill>
            <a:srgbClr val="C2352F"/>
          </a:solidFill>
          <a:ln/>
        </p:spPr>
      </p:sp>
      <p:sp>
        <p:nvSpPr>
          <p:cNvPr id="24" name="Text 1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5" name="Shape 20"/>
          <p:cNvSpPr/>
          <p:nvPr/>
        </p:nvSpPr>
        <p:spPr>
          <a:xfrm>
            <a:off x="4349496" y="1810512"/>
            <a:ext cx="3489960" cy="1478280"/>
          </a:xfrm>
          <a:prstGeom prst="rect">
            <a:avLst/>
          </a:prstGeom>
          <a:solidFill>
            <a:srgbClr val="F7F7F7"/>
          </a:solidFill>
          <a:ln/>
        </p:spPr>
      </p:sp>
      <p:sp>
        <p:nvSpPr>
          <p:cNvPr id="26" name="Text 21"/>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7" name="Text 22"/>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graphicFrame>
        <p:nvGraphicFramePr>
          <p:cNvPr id="28" name="Chart 3" descr=""/>
          <p:cNvGraphicFramePr/>
          <p:nvPr/>
        </p:nvGraphicFramePr>
        <p:xfrm>
          <a:off x="4788408" y="2697480"/>
          <a:ext cx="1972056" cy="502615"/>
        </p:xfrm>
        <a:graphic xmlns:a="http://schemas.openxmlformats.org/drawingml/2006/main">
          <a:graphicData uri="http://schemas.openxmlformats.org/drawingml/2006/chart">
            <c:chart xmlns:c="http://schemas.openxmlformats.org/drawingml/2006/chart" r:id="rId4"/>
          </a:graphicData>
        </a:graphic>
      </p:graphicFrame>
      <p:sp>
        <p:nvSpPr>
          <p:cNvPr id="29" name="Text 23"/>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0" name="Text 24"/>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1" name="Text 25"/>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graphicFrame>
        <p:nvGraphicFramePr>
          <p:cNvPr id="32" name="Chart 4" descr=""/>
          <p:cNvGraphicFramePr/>
          <p:nvPr/>
        </p:nvGraphicFramePr>
        <p:xfrm>
          <a:off x="4788408" y="4175760"/>
          <a:ext cx="1972056" cy="502615"/>
        </p:xfrm>
        <a:graphic xmlns:a="http://schemas.openxmlformats.org/drawingml/2006/main">
          <a:graphicData uri="http://schemas.openxmlformats.org/drawingml/2006/chart">
            <c:chart xmlns:c="http://schemas.openxmlformats.org/drawingml/2006/chart" r:id="rId5"/>
          </a:graphicData>
        </a:graphic>
      </p:graphicFrame>
      <p:sp>
        <p:nvSpPr>
          <p:cNvPr id="33" name="Text 26"/>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4" name="Shape 27"/>
          <p:cNvSpPr/>
          <p:nvPr/>
        </p:nvSpPr>
        <p:spPr>
          <a:xfrm>
            <a:off x="4349496" y="4767072"/>
            <a:ext cx="3489960" cy="1478280"/>
          </a:xfrm>
          <a:prstGeom prst="rect">
            <a:avLst/>
          </a:prstGeom>
          <a:solidFill>
            <a:srgbClr val="F7F7F7"/>
          </a:solidFill>
          <a:ln/>
        </p:spPr>
      </p:sp>
      <p:sp>
        <p:nvSpPr>
          <p:cNvPr id="35" name="Text 28"/>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6" name="Text 29"/>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graphicFrame>
        <p:nvGraphicFramePr>
          <p:cNvPr id="37" name="Chart 5" descr=""/>
          <p:cNvGraphicFramePr/>
          <p:nvPr/>
        </p:nvGraphicFramePr>
        <p:xfrm>
          <a:off x="4788408" y="5654040"/>
          <a:ext cx="1972056" cy="502615"/>
        </p:xfrm>
        <a:graphic xmlns:a="http://schemas.openxmlformats.org/drawingml/2006/main">
          <a:graphicData uri="http://schemas.openxmlformats.org/drawingml/2006/chart">
            <c:chart xmlns:c="http://schemas.openxmlformats.org/drawingml/2006/chart" r:id="rId6"/>
          </a:graphicData>
        </a:graphic>
      </p:graphicFrame>
      <p:sp>
        <p:nvSpPr>
          <p:cNvPr id="38" name="Text 30"/>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39" name="Shape 31"/>
          <p:cNvSpPr/>
          <p:nvPr/>
        </p:nvSpPr>
        <p:spPr>
          <a:xfrm>
            <a:off x="8040624" y="1371600"/>
            <a:ext cx="3489960" cy="45720"/>
          </a:xfrm>
          <a:prstGeom prst="rect">
            <a:avLst/>
          </a:prstGeom>
          <a:solidFill>
            <a:srgbClr val="2587C5"/>
          </a:solidFill>
          <a:ln/>
        </p:spPr>
      </p:sp>
      <p:sp>
        <p:nvSpPr>
          <p:cNvPr id="40" name="Text 32"/>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1" name="Shape 33"/>
          <p:cNvSpPr/>
          <p:nvPr/>
        </p:nvSpPr>
        <p:spPr>
          <a:xfrm>
            <a:off x="8040624" y="1810512"/>
            <a:ext cx="3489960" cy="1478280"/>
          </a:xfrm>
          <a:prstGeom prst="rect">
            <a:avLst/>
          </a:prstGeom>
          <a:solidFill>
            <a:srgbClr val="F7F7F7"/>
          </a:solidFill>
          <a:ln/>
        </p:spPr>
      </p:sp>
      <p:sp>
        <p:nvSpPr>
          <p:cNvPr id="42" name="Text 34"/>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3" name="Text 35"/>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44" name="Chart 6"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7"/>
          </a:graphicData>
        </a:graphic>
      </p:graphicFrame>
      <p:graphicFrame>
        <p:nvGraphicFramePr>
          <p:cNvPr id="45" name="Chart 7"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8"/>
          </a:graphicData>
        </a:graphic>
      </p:graphicFrame>
      <p:sp>
        <p:nvSpPr>
          <p:cNvPr id="46" name="Text 36"/>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47" name="Text 37"/>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48" name="Text 38"/>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49" name="Chart 8"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9"/>
          </a:graphicData>
        </a:graphic>
      </p:graphicFrame>
      <p:graphicFrame>
        <p:nvGraphicFramePr>
          <p:cNvPr id="50" name="Chart 9"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10"/>
          </a:graphicData>
        </a:graphic>
      </p:graphicFrame>
      <p:sp>
        <p:nvSpPr>
          <p:cNvPr id="51" name="Text 39"/>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2" name="Shape 40"/>
          <p:cNvSpPr/>
          <p:nvPr/>
        </p:nvSpPr>
        <p:spPr>
          <a:xfrm>
            <a:off x="8040624" y="4767072"/>
            <a:ext cx="3489960" cy="1478280"/>
          </a:xfrm>
          <a:prstGeom prst="rect">
            <a:avLst/>
          </a:prstGeom>
          <a:solidFill>
            <a:srgbClr val="F7F7F7"/>
          </a:solidFill>
          <a:ln/>
        </p:spPr>
      </p:sp>
      <p:sp>
        <p:nvSpPr>
          <p:cNvPr id="53" name="Text 4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4" name="Text 4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graphicFrame>
        <p:nvGraphicFramePr>
          <p:cNvPr id="55" name="Chart 10"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1"/>
          </a:graphicData>
        </a:graphic>
      </p:graphicFrame>
      <p:graphicFrame>
        <p:nvGraphicFramePr>
          <p:cNvPr id="56" name="Chart 11"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2"/>
          </a:graphicData>
        </a:graphic>
      </p:graphicFrame>
      <p:sp>
        <p:nvSpPr>
          <p:cNvPr id="57" name="Text 43"/>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2026-10-29T16:33:51Z</dcterms:created>
  <dcterms:modified xsi:type="dcterms:W3CDTF">2026-10-29T16:33:51Z</dcterms:modified>
</cp:coreProperties>
</file>