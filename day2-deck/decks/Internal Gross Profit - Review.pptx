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  <c:pt idx="9">
                  <c:v>77.9</c:v>
                </c:pt>
                <c:pt idx="10">
                  <c:v>77.4</c:v>
                </c:pt>
                <c:pt idx="11">
                  <c:v>78.4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  <c:pt idx="9">
                  <c:v>35.4</c:v>
                </c:pt>
                <c:pt idx="10">
                  <c:v>35.2</c:v>
                </c:pt>
                <c:pt idx="11">
                  <c:v>35.4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2026-10-22T17:55:48Z</dcterms:created>
  <dcterms:modified xsi:type="dcterms:W3CDTF">2026-10-22T17:55:48Z</dcterms:modified>
</cp:coreProperties>
</file>