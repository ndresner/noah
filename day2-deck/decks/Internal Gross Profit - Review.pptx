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16 of 33 stores at or above the 78.1% group, led by Honda Henderson at 85.9%. Audi Reno is lowest at 58.8%.Source: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13 of 33 stores at or above the 36.5% group, led by Toyota Henderson at 45.1%. CDJR Post Falls is lowest at 24.4%.Source: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73852"/>
            <a:ext cx="1664906"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435262"/>
            <a:ext cx="1641280"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96673"/>
            <a:ext cx="1569988"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958084"/>
            <a:ext cx="1546216"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219495"/>
            <a:ext cx="1521776"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480906"/>
            <a:ext cx="1517221"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742316"/>
            <a:ext cx="1512092"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4003727"/>
            <a:ext cx="1502318"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265138"/>
            <a:ext cx="1485717"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526549"/>
            <a:ext cx="1450241"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787960"/>
            <a:ext cx="1425422"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5049371"/>
            <a:ext cx="1402468"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310781"/>
            <a:ext cx="1402095"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572192"/>
            <a:ext cx="1364813"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833603"/>
            <a:ext cx="1327108" cy="130705"/>
          </a:xfrm>
          <a:prstGeom prst="rect">
            <a:avLst/>
          </a:prstGeom>
          <a:solidFill>
            <a:srgbClr val="12A566"/>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6095014"/>
            <a:ext cx="1282160"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12441"/>
            <a:ext cx="1241952"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73852"/>
            <a:ext cx="1223403"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435262"/>
            <a:ext cx="1215016"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96673"/>
            <a:ext cx="1209791"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958084"/>
            <a:ext cx="1201696"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219495"/>
            <a:ext cx="1189467"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480906"/>
            <a:ext cx="1139224"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742316"/>
            <a:ext cx="1119486"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4003727"/>
            <a:ext cx="1061761"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265138"/>
            <a:ext cx="1054105"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526549"/>
            <a:ext cx="1020574"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787960"/>
            <a:ext cx="951834"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5049371"/>
            <a:ext cx="942987"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310781"/>
            <a:ext cx="887722"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572192"/>
            <a:ext cx="837155"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833603"/>
            <a:ext cx="414285"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443984"/>
          </a:xfrm>
          <a:prstGeom prst="rect">
            <a:avLst/>
          </a:prstGeom>
          <a:solidFill>
            <a:srgbClr val="0B2C4A"/>
          </a:solidFill>
          <a:ln/>
        </p:spPr>
      </p:sp>
      <p:sp>
        <p:nvSpPr>
          <p:cNvPr id="144" name="Shape 142"/>
          <p:cNvSpPr/>
          <p:nvPr/>
        </p:nvSpPr>
        <p:spPr>
          <a:xfrm>
            <a:off x="9876598"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7669"/>
            <a:ext cx="495495"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79080"/>
            <a:ext cx="322622"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440491"/>
            <a:ext cx="303335"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701901"/>
            <a:ext cx="263778"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963312"/>
            <a:ext cx="214318"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224723"/>
            <a:ext cx="192096"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486134"/>
            <a:ext cx="188815"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747545"/>
            <a:ext cx="160577"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4008956"/>
            <a:ext cx="142780"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270366"/>
            <a:ext cx="132169"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531777"/>
            <a:ext cx="131489"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793188"/>
            <a:ext cx="117300"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5054599"/>
            <a:ext cx="95080"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316010"/>
            <a:ext cx="68825"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577420"/>
            <a:ext cx="36133"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838831"/>
            <a:ext cx="34356"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6100242"/>
            <a:ext cx="26542"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7669"/>
            <a:ext cx="12802"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79080"/>
            <a:ext cx="12802"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440491"/>
            <a:ext cx="35534" cy="120249"/>
          </a:xfrm>
          <a:prstGeom prst="rect">
            <a:avLst/>
          </a:prstGeom>
          <a:solidFill>
            <a:srgbClr val="C2352F"/>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701901"/>
            <a:ext cx="84771" cy="120249"/>
          </a:xfrm>
          <a:prstGeom prst="rect">
            <a:avLst/>
          </a:prstGeom>
          <a:solidFill>
            <a:srgbClr val="C2352F"/>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963312"/>
            <a:ext cx="110004"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224723"/>
            <a:ext cx="124546"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486134"/>
            <a:ext cx="134854"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747545"/>
            <a:ext cx="227271"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4008956"/>
            <a:ext cx="244460"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270366"/>
            <a:ext cx="276019"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531777"/>
            <a:ext cx="300923"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793188"/>
            <a:ext cx="381132"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5054599"/>
            <a:ext cx="406779"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316010"/>
            <a:ext cx="470076"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577420"/>
            <a:ext cx="493698"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838831"/>
            <a:ext cx="77724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73852"/>
            <a:ext cx="1571389"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435262"/>
            <a:ext cx="1526083"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96673"/>
            <a:ext cx="1427052"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958084"/>
            <a:ext cx="1404264"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219495"/>
            <a:ext cx="1329194"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480906"/>
            <a:ext cx="1147637"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742316"/>
            <a:ext cx="1143623"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4003727"/>
            <a:ext cx="1138452"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265138"/>
            <a:ext cx="1133430"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526549"/>
            <a:ext cx="1126165"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787960"/>
            <a:ext cx="1120821"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5049371"/>
            <a:ext cx="1111196"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310781"/>
            <a:ext cx="1097912"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572192"/>
            <a:ext cx="1082615"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833603"/>
            <a:ext cx="1017763"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6095014"/>
            <a:ext cx="975057"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12441"/>
            <a:ext cx="973182"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73852"/>
            <a:ext cx="944183"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435262"/>
            <a:ext cx="900321"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96673"/>
            <a:ext cx="865365"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958084"/>
            <a:ext cx="844338"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219495"/>
            <a:ext cx="788830"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480906"/>
            <a:ext cx="763564"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742316"/>
            <a:ext cx="727033"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4003727"/>
            <a:ext cx="709633"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265138"/>
            <a:ext cx="677288"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526549"/>
            <a:ext cx="652252"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787960"/>
            <a:ext cx="586483"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5049371"/>
            <a:ext cx="460386"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310781"/>
            <a:ext cx="414612"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572192"/>
            <a:ext cx="351368"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833603"/>
            <a:ext cx="298886"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443984"/>
          </a:xfrm>
          <a:prstGeom prst="rect">
            <a:avLst/>
          </a:prstGeom>
          <a:solidFill>
            <a:srgbClr val="0B2C4A"/>
          </a:solidFill>
          <a:ln/>
        </p:spPr>
      </p:sp>
      <p:sp>
        <p:nvSpPr>
          <p:cNvPr id="144" name="Shape 142"/>
          <p:cNvSpPr/>
          <p:nvPr/>
        </p:nvSpPr>
        <p:spPr>
          <a:xfrm>
            <a:off x="9659995"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79080"/>
            <a:ext cx="746935"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440491"/>
            <a:ext cx="544841"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701901"/>
            <a:ext cx="411845"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963312"/>
            <a:ext cx="410069"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224723"/>
            <a:ext cx="366175"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486134"/>
            <a:ext cx="321691"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747545"/>
            <a:ext cx="314225"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4008956"/>
            <a:ext cx="301280"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270366"/>
            <a:ext cx="260605"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531777"/>
            <a:ext cx="253666"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793188"/>
            <a:ext cx="211088"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5054599"/>
            <a:ext cx="192231"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316010"/>
            <a:ext cx="190854"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577420"/>
            <a:ext cx="190842"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838831"/>
            <a:ext cx="158978"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6100242"/>
            <a:ext cx="145538"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7669"/>
            <a:ext cx="118014"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79080"/>
            <a:ext cx="112861"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440491"/>
            <a:ext cx="51131"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701901"/>
            <a:ext cx="42573"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963312"/>
            <a:ext cx="29555"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224723"/>
            <a:ext cx="42699"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486134"/>
            <a:ext cx="121509"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747545"/>
            <a:ext cx="285823"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4008956"/>
            <a:ext cx="324313"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270366"/>
            <a:ext cx="371370"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531777"/>
            <a:ext cx="371964"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793188"/>
            <a:ext cx="377492"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5054599"/>
            <a:ext cx="454431"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316010"/>
            <a:ext cx="460783"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577420"/>
            <a:ext cx="575770"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838831"/>
            <a:ext cx="604034"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2026-10-27T17:13:12Z</dcterms:created>
  <dcterms:modified xsi:type="dcterms:W3CDTF">2026-10-27T17:13:12Z</dcterms:modified>
</cp:coreProperties>
</file>