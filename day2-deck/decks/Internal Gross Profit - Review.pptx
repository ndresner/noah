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Relationships xmlns="http://schemas.openxmlformats.org/package/2006/relationships"><Relationship Id="rId1" Type="http://schemas.openxmlformats.org/officeDocument/2006/relationships/package" Target="../embeddings/Microsoft_Excel_Worksheet5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0.7174160247123765</c:v>
                </c:pt>
                <c:pt idx="1">
                  <c:v>0.7175361327620391</c:v>
                </c:pt>
                <c:pt idx="2">
                  <c:v>0.711607661423203</c:v>
                </c:pt>
                <c:pt idx="3">
                  <c:v>0.7159331805150619</c:v>
                </c:pt>
                <c:pt idx="4">
                  <c:v>0.7135978821918489</c:v>
                </c:pt>
                <c:pt idx="5">
                  <c:v>0.7213545615772601</c:v>
                </c:pt>
                <c:pt idx="6">
                  <c:v>0.7064116474466818</c:v>
                </c:pt>
                <c:pt idx="7">
                  <c:v>0.711205043496377</c:v>
                </c:pt>
                <c:pt idx="8">
                  <c:v>0.7298815972600206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0.7651085981493705</c:v>
                </c:pt>
                <c:pt idx="1">
                  <c:v>0.7621976687505652</c:v>
                </c:pt>
                <c:pt idx="2">
                  <c:v>0.7548864768837471</c:v>
                </c:pt>
                <c:pt idx="3">
                  <c:v>0.7897413228341565</c:v>
                </c:pt>
                <c:pt idx="4">
                  <c:v>0.7796153341420556</c:v>
                </c:pt>
                <c:pt idx="5">
                  <c:v>0.7816763192620453</c:v>
                </c:pt>
                <c:pt idx="6">
                  <c:v>0.7817499585359114</c:v>
                </c:pt>
                <c:pt idx="7">
                  <c:v>0.7744891631322395</c:v>
                </c:pt>
                <c:pt idx="8">
                  <c:v>0.7683527583064161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64076968651546"/>
          <c:min val="0.699745273415683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0.7845953303510527</c:v>
                </c:pt>
                <c:pt idx="1">
                  <c:v>0.7729916321370631</c:v>
                </c:pt>
                <c:pt idx="2">
                  <c:v>0.7649357705842584</c:v>
                </c:pt>
                <c:pt idx="3">
                  <c:v>0.7601357028583657</c:v>
                </c:pt>
                <c:pt idx="4">
                  <c:v>0.7550778890530081</c:v>
                </c:pt>
                <c:pt idx="5">
                  <c:v>0.7621083162398041</c:v>
                </c:pt>
                <c:pt idx="6">
                  <c:v>0.7503007128512356</c:v>
                </c:pt>
                <c:pt idx="7">
                  <c:v>0.7454293133609077</c:v>
                </c:pt>
                <c:pt idx="8">
                  <c:v>0.7561357924156353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0.8019546067086512</c:v>
                </c:pt>
                <c:pt idx="1">
                  <c:v>0.8024559796478014</c:v>
                </c:pt>
                <c:pt idx="2">
                  <c:v>0.807102420759885</c:v>
                </c:pt>
                <c:pt idx="3">
                  <c:v>0.7897822971634221</c:v>
                </c:pt>
                <c:pt idx="4">
                  <c:v>0.7902116861910387</c:v>
                </c:pt>
                <c:pt idx="5">
                  <c:v>0.8082847682215061</c:v>
                </c:pt>
                <c:pt idx="6">
                  <c:v>0.7968095058907267</c:v>
                </c:pt>
                <c:pt idx="7">
                  <c:v>0.7882622808321431</c:v>
                </c:pt>
                <c:pt idx="8">
                  <c:v>0.7915471517301852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313204610354"/>
          <c:min val="0.74040087697205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0.821004223472653</c:v>
                </c:pt>
                <c:pt idx="1">
                  <c:v>0.7908593315450893</c:v>
                </c:pt>
                <c:pt idx="2">
                  <c:v>0.8196927816486322</c:v>
                </c:pt>
                <c:pt idx="3">
                  <c:v>0.7940249956760895</c:v>
                </c:pt>
                <c:pt idx="4">
                  <c:v>0.7755463341349312</c:v>
                </c:pt>
                <c:pt idx="5">
                  <c:v>0.7943296633846629</c:v>
                </c:pt>
                <c:pt idx="6">
                  <c:v>0.7664066066429431</c:v>
                </c:pt>
                <c:pt idx="7">
                  <c:v>0.7784509230786871</c:v>
                </c:pt>
                <c:pt idx="8">
                  <c:v>0.7318632275848054</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0.8108845602258622</c:v>
                </c:pt>
                <c:pt idx="1">
                  <c:v>0.840929658677421</c:v>
                </c:pt>
                <c:pt idx="2">
                  <c:v>0.8390248325890332</c:v>
                </c:pt>
                <c:pt idx="3">
                  <c:v>0.8291677257814949</c:v>
                </c:pt>
                <c:pt idx="4">
                  <c:v>0.8623185852535402</c:v>
                </c:pt>
                <c:pt idx="5">
                  <c:v>0.7837174418342302</c:v>
                </c:pt>
                <c:pt idx="6">
                  <c:v>0.7785272659297353</c:v>
                </c:pt>
                <c:pt idx="7">
                  <c:v>0.7950715265630648</c:v>
                </c:pt>
                <c:pt idx="8">
                  <c:v>0.8546545389915389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72755013867039"/>
          <c:min val="0.72142679897130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0.844029126201906</c:v>
                </c:pt>
                <c:pt idx="1">
                  <c:v>0.8234677348620243</c:v>
                </c:pt>
                <c:pt idx="2">
                  <c:v>0.8211512662648183</c:v>
                </c:pt>
                <c:pt idx="3">
                  <c:v>0.8292120643214128</c:v>
                </c:pt>
                <c:pt idx="4">
                  <c:v>0.8239402913818182</c:v>
                </c:pt>
                <c:pt idx="5">
                  <c:v>0.8224654795836143</c:v>
                </c:pt>
                <c:pt idx="6">
                  <c:v>0.8175181940835012</c:v>
                </c:pt>
                <c:pt idx="7">
                  <c:v>0.8181647520220907</c:v>
                </c:pt>
                <c:pt idx="8">
                  <c:v>0.8091925366833495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0.8207718761422481</c:v>
                </c:pt>
                <c:pt idx="1">
                  <c:v>0.8071626179147107</c:v>
                </c:pt>
                <c:pt idx="2">
                  <c:v>0.7913926437596334</c:v>
                </c:pt>
                <c:pt idx="3">
                  <c:v>0.7976790049354048</c:v>
                </c:pt>
                <c:pt idx="4">
                  <c:v>0.8087052072523045</c:v>
                </c:pt>
                <c:pt idx="5">
                  <c:v>0.8050327990210725</c:v>
                </c:pt>
                <c:pt idx="6">
                  <c:v>0.7945438740960858</c:v>
                </c:pt>
                <c:pt idx="7">
                  <c:v>0.7962894165320278</c:v>
                </c:pt>
                <c:pt idx="8">
                  <c:v>0.8083103086707945</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0.8266305730683328</c:v>
                </c:pt>
                <c:pt idx="1">
                  <c:v>0.82581204718767</c:v>
                </c:pt>
                <c:pt idx="2">
                  <c:v>0.813242148066332</c:v>
                </c:pt>
                <c:pt idx="3">
                  <c:v>0.8225578395308619</c:v>
                </c:pt>
                <c:pt idx="4">
                  <c:v>0.8254908809260706</c:v>
                </c:pt>
                <c:pt idx="5">
                  <c:v>0.8329267976839194</c:v>
                </c:pt>
                <c:pt idx="6">
                  <c:v>0.8325181969961581</c:v>
                </c:pt>
                <c:pt idx="7">
                  <c:v>0.8354708924750498</c:v>
                </c:pt>
                <c:pt idx="8">
                  <c:v>0.8367069962349886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32144433017"/>
          <c:min val="0.7877674955616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0.7851708215193521</c:v>
                </c:pt>
                <c:pt idx="1">
                  <c:v>0.7721620054041067</c:v>
                </c:pt>
                <c:pt idx="2">
                  <c:v>0.797979160770411</c:v>
                </c:pt>
                <c:pt idx="3">
                  <c:v>0.7797813857233051</c:v>
                </c:pt>
                <c:pt idx="4">
                  <c:v>0.7557826708733755</c:v>
                </c:pt>
                <c:pt idx="5">
                  <c:v>0.7179182662221913</c:v>
                </c:pt>
                <c:pt idx="6">
                  <c:v>0.7639490526693069</c:v>
                </c:pt>
                <c:pt idx="7">
                  <c:v>0.7365490934769798</c:v>
                </c:pt>
                <c:pt idx="8">
                  <c:v>0.7655757226439307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0.7102083610781524</c:v>
                </c:pt>
                <c:pt idx="1">
                  <c:v>0.6966919809323946</c:v>
                </c:pt>
                <c:pt idx="2">
                  <c:v>0.6958658407671268</c:v>
                </c:pt>
                <c:pt idx="3">
                  <c:v>0.6849311508867544</c:v>
                </c:pt>
                <c:pt idx="4">
                  <c:v>0.6739023507530385</c:v>
                </c:pt>
                <c:pt idx="5">
                  <c:v>0.6581074983978068</c:v>
                </c:pt>
                <c:pt idx="6">
                  <c:v>0.6465264625694603</c:v>
                </c:pt>
                <c:pt idx="7">
                  <c:v>0.6221645825802212</c:v>
                </c:pt>
                <c:pt idx="8">
                  <c:v>0.7013007088219111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20443270256261"/>
          <c:min val="0.60809941632500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0.7826781946836383</c:v>
                </c:pt>
                <c:pt idx="1">
                  <c:v>0.6756725243526519</c:v>
                </c:pt>
                <c:pt idx="2">
                  <c:v>0.8043451301826513</c:v>
                </c:pt>
                <c:pt idx="3">
                  <c:v>0.7753891560882413</c:v>
                </c:pt>
                <c:pt idx="4">
                  <c:v>0.7810957237541702</c:v>
                </c:pt>
                <c:pt idx="5">
                  <c:v>0.7684671695911997</c:v>
                </c:pt>
                <c:pt idx="6">
                  <c:v>0.7919514183196192</c:v>
                </c:pt>
                <c:pt idx="7">
                  <c:v>0.7230859717341547</c:v>
                </c:pt>
                <c:pt idx="8">
                  <c:v>0.6382272537951112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0.737567591014565</c:v>
                </c:pt>
                <c:pt idx="1">
                  <c:v>0.6955894617010289</c:v>
                </c:pt>
                <c:pt idx="2">
                  <c:v>0.7197958764337912</c:v>
                </c:pt>
                <c:pt idx="3">
                  <c:v>0.7282157853256137</c:v>
                </c:pt>
                <c:pt idx="4">
                  <c:v>0.6930970207779816</c:v>
                </c:pt>
                <c:pt idx="5">
                  <c:v>0.6577970227368963</c:v>
                </c:pt>
                <c:pt idx="6">
                  <c:v>0.6589295890361307</c:v>
                </c:pt>
                <c:pt idx="7">
                  <c:v>0.6996509645580978</c:v>
                </c:pt>
                <c:pt idx="8">
                  <c:v>0.6960205903902767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76345602936546"/>
          <c:min val="0.624937823684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0.8608967756459749</c:v>
                </c:pt>
                <c:pt idx="1">
                  <c:v>0.8548106344608972</c:v>
                </c:pt>
                <c:pt idx="2">
                  <c:v>0.8824983252702636</c:v>
                </c:pt>
                <c:pt idx="3">
                  <c:v>0.8506551458494944</c:v>
                </c:pt>
                <c:pt idx="4">
                  <c:v>0.8435260135339797</c:v>
                </c:pt>
                <c:pt idx="5">
                  <c:v>0.8432810284509764</c:v>
                </c:pt>
                <c:pt idx="6">
                  <c:v>0.8495633716485143</c:v>
                </c:pt>
                <c:pt idx="7">
                  <c:v>0.8476101167407404</c:v>
                </c:pt>
                <c:pt idx="8">
                  <c:v>0.8135777401339951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0.7716386395101663</c:v>
                </c:pt>
                <c:pt idx="1">
                  <c:v>0.8037112061576798</c:v>
                </c:pt>
                <c:pt idx="2">
                  <c:v>0.8206182219519482</c:v>
                </c:pt>
                <c:pt idx="3">
                  <c:v>0.7921788001667398</c:v>
                </c:pt>
                <c:pt idx="4">
                  <c:v>0.8012819159890665</c:v>
                </c:pt>
                <c:pt idx="5">
                  <c:v>0.795421585367821</c:v>
                </c:pt>
                <c:pt idx="6">
                  <c:v>0.8189352842026352</c:v>
                </c:pt>
                <c:pt idx="7">
                  <c:v>0.8018684341261859</c:v>
                </c:pt>
                <c:pt idx="8">
                  <c:v>0.7764643245465588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913671001310715"/>
          <c:min val="0.762769864649358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0.7896089322193962</c:v>
                </c:pt>
                <c:pt idx="1">
                  <c:v>0.7729787145346964</c:v>
                </c:pt>
                <c:pt idx="2">
                  <c:v>0.7872109364932143</c:v>
                </c:pt>
                <c:pt idx="3">
                  <c:v>0.7958548965660284</c:v>
                </c:pt>
                <c:pt idx="4">
                  <c:v>0.7782883482557692</c:v>
                </c:pt>
                <c:pt idx="5">
                  <c:v>0.8076814232997988</c:v>
                </c:pt>
                <c:pt idx="6">
                  <c:v>0.8198671064410783</c:v>
                </c:pt>
                <c:pt idx="7">
                  <c:v>0.7760589130166738</c:v>
                </c:pt>
                <c:pt idx="8">
                  <c:v>0.7236029228764652</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0.7328344593374038</c:v>
                </c:pt>
                <c:pt idx="1">
                  <c:v>0.7508096322027134</c:v>
                </c:pt>
                <c:pt idx="2">
                  <c:v>0.7477089608315961</c:v>
                </c:pt>
                <c:pt idx="3">
                  <c:v>0.7387790290566626</c:v>
                </c:pt>
                <c:pt idx="4">
                  <c:v>0.7392904491132696</c:v>
                </c:pt>
                <c:pt idx="5">
                  <c:v>0.7261177822999249</c:v>
                </c:pt>
                <c:pt idx="6">
                  <c:v>0.7368648194383742</c:v>
                </c:pt>
                <c:pt idx="7">
                  <c:v>0.7425785131606314</c:v>
                </c:pt>
                <c:pt idx="8">
                  <c:v>0.7250781215478552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275682411262474"/>
          <c:min val="0.715901788191296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0.752656584028817</c:v>
                </c:pt>
                <c:pt idx="1">
                  <c:v>0.7928606925691013</c:v>
                </c:pt>
                <c:pt idx="2">
                  <c:v>0.773510592145787</c:v>
                </c:pt>
                <c:pt idx="3">
                  <c:v>0.7745801311415709</c:v>
                </c:pt>
                <c:pt idx="4">
                  <c:v>0.8447131954226463</c:v>
                </c:pt>
                <c:pt idx="5">
                  <c:v>0.7622804381219529</c:v>
                </c:pt>
                <c:pt idx="6">
                  <c:v>0.7698851774530271</c:v>
                </c:pt>
                <c:pt idx="7">
                  <c:v>0.7324285273152438</c:v>
                </c:pt>
                <c:pt idx="8">
                  <c:v>0.7393357148183461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0.6444914977155137</c:v>
                </c:pt>
                <c:pt idx="1">
                  <c:v>0.7641318884528808</c:v>
                </c:pt>
                <c:pt idx="2">
                  <c:v>0.7578820485285939</c:v>
                </c:pt>
                <c:pt idx="3">
                  <c:v>0.6984712747383682</c:v>
                </c:pt>
                <c:pt idx="4">
                  <c:v>0.6957563994866627</c:v>
                </c:pt>
                <c:pt idx="5">
                  <c:v>0.7145816409358926</c:v>
                </c:pt>
                <c:pt idx="6">
                  <c:v>0.7279827108179773</c:v>
                </c:pt>
                <c:pt idx="7">
                  <c:v>0.7319628542049779</c:v>
                </c:pt>
                <c:pt idx="8">
                  <c:v>0.7346938622522566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60730931239217"/>
          <c:min val="0.62847376189894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0.6624963107595871</c:v>
                </c:pt>
                <c:pt idx="1">
                  <c:v>0.6624963107595871</c:v>
                </c:pt>
                <c:pt idx="2">
                  <c:v>0.6624963107595871</c:v>
                </c:pt>
                <c:pt idx="3">
                  <c:v>0.6624963107595871</c:v>
                </c:pt>
                <c:pt idx="4">
                  <c:v>0.6624963107595871</c:v>
                </c:pt>
                <c:pt idx="5">
                  <c:v>0.6624963107595871</c:v>
                </c:pt>
                <c:pt idx="6">
                  <c:v>0.6624963107595871</c:v>
                </c:pt>
                <c:pt idx="7">
                  <c:v>0.6624963107595871</c:v>
                </c:pt>
                <c:pt idx="8">
                  <c:v>0.6624963107595871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0.642800376606284</c:v>
                </c:pt>
                <c:pt idx="1">
                  <c:v>0.6495211129548664</c:v>
                </c:pt>
                <c:pt idx="2">
                  <c:v>0.693388717640479</c:v>
                </c:pt>
                <c:pt idx="3">
                  <c:v>0.6427493237285349</c:v>
                </c:pt>
                <c:pt idx="4">
                  <c:v>0.7107516050107623</c:v>
                </c:pt>
                <c:pt idx="5">
                  <c:v>0.7117195471613551</c:v>
                </c:pt>
                <c:pt idx="6">
                  <c:v>0.7082060870882604</c:v>
                </c:pt>
                <c:pt idx="7">
                  <c:v>0.7009725449582771</c:v>
                </c:pt>
                <c:pt idx="8">
                  <c:v>0.760147315108571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695391544189739"/>
          <c:min val="0.633357484418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0.7679559576152816</c:v>
                </c:pt>
                <c:pt idx="1">
                  <c:v>0.7679559576152816</c:v>
                </c:pt>
                <c:pt idx="2">
                  <c:v>0.7679559576152816</c:v>
                </c:pt>
                <c:pt idx="3">
                  <c:v>0.7679559576152816</c:v>
                </c:pt>
                <c:pt idx="4">
                  <c:v>0.7679559576152816</c:v>
                </c:pt>
                <c:pt idx="5">
                  <c:v>0.7679559576152816</c:v>
                </c:pt>
                <c:pt idx="6">
                  <c:v>0.7679559576152816</c:v>
                </c:pt>
                <c:pt idx="7">
                  <c:v>0.7679559576152816</c:v>
                </c:pt>
                <c:pt idx="8">
                  <c:v>0.7679559576152816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0.7656368525806503</c:v>
                </c:pt>
                <c:pt idx="1">
                  <c:v>0.7655068973135796</c:v>
                </c:pt>
                <c:pt idx="2">
                  <c:v>0.771642287930605</c:v>
                </c:pt>
                <c:pt idx="3">
                  <c:v>0.8075138599252102</c:v>
                </c:pt>
                <c:pt idx="4">
                  <c:v>0.8239118476943292</c:v>
                </c:pt>
                <c:pt idx="5">
                  <c:v>0.8061349305933695</c:v>
                </c:pt>
                <c:pt idx="6">
                  <c:v>0.8347788233756271</c:v>
                </c:pt>
                <c:pt idx="7">
                  <c:v>0.8143547339526653</c:v>
                </c:pt>
                <c:pt idx="8">
                  <c:v>0.8056847024035625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40320577460591"/>
          <c:min val="0.75996514322861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0.8296151747828842</c:v>
                </c:pt>
                <c:pt idx="1">
                  <c:v>0.8296151747828842</c:v>
                </c:pt>
                <c:pt idx="2">
                  <c:v>0.8296151747828842</c:v>
                </c:pt>
                <c:pt idx="3">
                  <c:v>0.8296151747828842</c:v>
                </c:pt>
                <c:pt idx="4">
                  <c:v>0.8296151747828842</c:v>
                </c:pt>
                <c:pt idx="5">
                  <c:v>0.8296151747828842</c:v>
                </c:pt>
                <c:pt idx="6">
                  <c:v>0.8296151747828842</c:v>
                </c:pt>
                <c:pt idx="7">
                  <c:v>0.8296151747828842</c:v>
                </c:pt>
                <c:pt idx="8">
                  <c:v>0.8296151747828842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0.8269802774411457</c:v>
                </c:pt>
                <c:pt idx="1">
                  <c:v>0.8087039877046016</c:v>
                </c:pt>
                <c:pt idx="2">
                  <c:v>0.8485374063052166</c:v>
                </c:pt>
                <c:pt idx="3">
                  <c:v>0.8533177771443917</c:v>
                </c:pt>
                <c:pt idx="4">
                  <c:v>0.8471338298701822</c:v>
                </c:pt>
                <c:pt idx="5">
                  <c:v>0.8582047796380128</c:v>
                </c:pt>
                <c:pt idx="6">
                  <c:v>0.8612674569575255</c:v>
                </c:pt>
                <c:pt idx="7">
                  <c:v>0.8610986774861933</c:v>
                </c:pt>
                <c:pt idx="8">
                  <c:v>0.8837465734341748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897499802925407"/>
          <c:min val="0.802700580846235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0.7247454932704448</c:v>
                </c:pt>
                <c:pt idx="1">
                  <c:v>0.7247454932704448</c:v>
                </c:pt>
                <c:pt idx="2">
                  <c:v>0.7247454932704448</c:v>
                </c:pt>
                <c:pt idx="3">
                  <c:v>0.7247454932704448</c:v>
                </c:pt>
                <c:pt idx="4">
                  <c:v>0.7247454932704448</c:v>
                </c:pt>
                <c:pt idx="5">
                  <c:v>0.7247454932704448</c:v>
                </c:pt>
                <c:pt idx="6">
                  <c:v>0.7247454932704448</c:v>
                </c:pt>
                <c:pt idx="7">
                  <c:v>0.7247454932704448</c:v>
                </c:pt>
                <c:pt idx="8">
                  <c:v>0.7247454932704448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0.7091698796790782</c:v>
                </c:pt>
                <c:pt idx="1">
                  <c:v>0.7066903681892592</c:v>
                </c:pt>
                <c:pt idx="2">
                  <c:v>0.7525988533616593</c:v>
                </c:pt>
                <c:pt idx="3">
                  <c:v>0.7546154097994816</c:v>
                </c:pt>
                <c:pt idx="4">
                  <c:v>0.7914257782604942</c:v>
                </c:pt>
                <c:pt idx="5">
                  <c:v>0.7478438189230078</c:v>
                </c:pt>
                <c:pt idx="6">
                  <c:v>0.7488199673862302</c:v>
                </c:pt>
                <c:pt idx="7">
                  <c:v>0.7756275467623768</c:v>
                </c:pt>
                <c:pt idx="8">
                  <c:v>0.7667323402256447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798204611066193"/>
          <c:min val="0.69991153538356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0.764081367200984</c:v>
                </c:pt>
                <c:pt idx="1">
                  <c:v>0.764081367200984</c:v>
                </c:pt>
                <c:pt idx="2">
                  <c:v>0.764081367200984</c:v>
                </c:pt>
                <c:pt idx="3">
                  <c:v>0.764081367200984</c:v>
                </c:pt>
                <c:pt idx="4">
                  <c:v>0.764081367200984</c:v>
                </c:pt>
                <c:pt idx="5">
                  <c:v>0.764081367200984</c:v>
                </c:pt>
                <c:pt idx="6">
                  <c:v>0.764081367200984</c:v>
                </c:pt>
                <c:pt idx="7">
                  <c:v>0.764081367200984</c:v>
                </c:pt>
                <c:pt idx="8">
                  <c:v>0.764081367200984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0.7583076648129263</c:v>
                </c:pt>
                <c:pt idx="1">
                  <c:v>0.7630521193842345</c:v>
                </c:pt>
                <c:pt idx="2">
                  <c:v>0.7710994670969925</c:v>
                </c:pt>
                <c:pt idx="3">
                  <c:v>0.7725067556672072</c:v>
                </c:pt>
                <c:pt idx="4">
                  <c:v>0.7857387641511895</c:v>
                </c:pt>
                <c:pt idx="5">
                  <c:v>0.7741261715505878</c:v>
                </c:pt>
                <c:pt idx="6">
                  <c:v>0.8093460237572765</c:v>
                </c:pt>
                <c:pt idx="7">
                  <c:v>0.7894982931192939</c:v>
                </c:pt>
                <c:pt idx="8">
                  <c:v>0.7910871626236404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8134290924728245"/>
          <c:min val="0.75422459609737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0.31713747379427826</c:v>
                </c:pt>
                <c:pt idx="1">
                  <c:v>0.3109520570221026</c:v>
                </c:pt>
                <c:pt idx="2">
                  <c:v>0.26936792073970256</c:v>
                </c:pt>
                <c:pt idx="3">
                  <c:v>0.25923742865142274</c:v>
                </c:pt>
                <c:pt idx="4">
                  <c:v>0.28802663402755346</c:v>
                </c:pt>
                <c:pt idx="5">
                  <c:v>0.2522536048556422</c:v>
                </c:pt>
                <c:pt idx="6">
                  <c:v>0.2814382917298273</c:v>
                </c:pt>
                <c:pt idx="7">
                  <c:v>0.27420156969271625</c:v>
                </c:pt>
                <c:pt idx="8">
                  <c:v>0.2547096501720273</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159153892634746"/>
          <c:min val="0.241932276405960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0.2892566209123303</c:v>
                </c:pt>
                <c:pt idx="1">
                  <c:v>0.2850991531225518</c:v>
                </c:pt>
                <c:pt idx="2">
                  <c:v>0.22913601437013595</c:v>
                </c:pt>
                <c:pt idx="3">
                  <c:v>0.2665478695529784</c:v>
                </c:pt>
                <c:pt idx="4">
                  <c:v>0.26751597244136405</c:v>
                </c:pt>
                <c:pt idx="5">
                  <c:v>0.2496351181322522</c:v>
                </c:pt>
                <c:pt idx="6">
                  <c:v>0.2672908228086659</c:v>
                </c:pt>
                <c:pt idx="7">
                  <c:v>0.27640503035728414</c:v>
                </c:pt>
                <c:pt idx="8">
                  <c:v>0.31269382849605076</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0.325288260133191</c:v>
                </c:pt>
                <c:pt idx="1">
                  <c:v>0.33788313605155557</c:v>
                </c:pt>
                <c:pt idx="2">
                  <c:v>0.31729316905619376</c:v>
                </c:pt>
                <c:pt idx="3">
                  <c:v>0.313489496687586</c:v>
                </c:pt>
                <c:pt idx="4">
                  <c:v>0.32593341694753003</c:v>
                </c:pt>
                <c:pt idx="5">
                  <c:v>0.3554438709034418</c:v>
                </c:pt>
                <c:pt idx="6">
                  <c:v>0.32865055012731287</c:v>
                </c:pt>
                <c:pt idx="7">
                  <c:v>0.3568807992495583</c:v>
                </c:pt>
                <c:pt idx="8">
                  <c:v>0.32920357460921906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671003820399121"/>
          <c:min val="0.2189164315797821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0.22364391702792213</c:v>
                </c:pt>
                <c:pt idx="1">
                  <c:v>0.2643354607003325</c:v>
                </c:pt>
                <c:pt idx="2">
                  <c:v>0.2475521520939869</c:v>
                </c:pt>
                <c:pt idx="3">
                  <c:v>0.2683524602627978</c:v>
                </c:pt>
                <c:pt idx="4">
                  <c:v>0.26227699795569076</c:v>
                </c:pt>
                <c:pt idx="5">
                  <c:v>0.2571613807927676</c:v>
                </c:pt>
                <c:pt idx="6">
                  <c:v>0.2355633435427333</c:v>
                </c:pt>
                <c:pt idx="7">
                  <c:v>0.2566315288577019</c:v>
                </c:pt>
                <c:pt idx="8">
                  <c:v>0.2692494625236581</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0.23966630972374162</c:v>
                </c:pt>
                <c:pt idx="1">
                  <c:v>0.2843156547560736</c:v>
                </c:pt>
                <c:pt idx="2">
                  <c:v>0.3142329704368368</c:v>
                </c:pt>
                <c:pt idx="3">
                  <c:v>0.33228610752593074</c:v>
                </c:pt>
                <c:pt idx="4">
                  <c:v>0.2792066246557539</c:v>
                </c:pt>
                <c:pt idx="5">
                  <c:v>0.30599143927233813</c:v>
                </c:pt>
                <c:pt idx="6">
                  <c:v>0.31943107572363444</c:v>
                </c:pt>
                <c:pt idx="7">
                  <c:v>0.3062255588287744</c:v>
                </c:pt>
                <c:pt idx="8">
                  <c:v>0.2987941196062456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4097748276577144"/>
          <c:min val="0.2149525417880814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0.37891095270213265</c:v>
                </c:pt>
                <c:pt idx="1">
                  <c:v>0.3991252395371225</c:v>
                </c:pt>
                <c:pt idx="2">
                  <c:v>0.41902112083962284</c:v>
                </c:pt>
                <c:pt idx="3">
                  <c:v>0.4202262015167772</c:v>
                </c:pt>
                <c:pt idx="4">
                  <c:v>0.43977089104174516</c:v>
                </c:pt>
                <c:pt idx="5">
                  <c:v>0.4136710638326979</c:v>
                </c:pt>
                <c:pt idx="6">
                  <c:v>0.4381268023005255</c:v>
                </c:pt>
                <c:pt idx="7">
                  <c:v>0.4340735399976089</c:v>
                </c:pt>
                <c:pt idx="8">
                  <c:v>0.43486613895523457</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46624667082685"/>
          <c:min val="0.3688552849979744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0.2586383952673779</c:v>
                </c:pt>
                <c:pt idx="1">
                  <c:v>0.24030759339255026</c:v>
                </c:pt>
                <c:pt idx="2">
                  <c:v>0.00870928028661023</c:v>
                </c:pt>
                <c:pt idx="3">
                  <c:v>0.26240227440841246</c:v>
                </c:pt>
                <c:pt idx="4">
                  <c:v>0.2333345020973162</c:v>
                </c:pt>
                <c:pt idx="5">
                  <c:v>0.26642465510174757</c:v>
                </c:pt>
                <c:pt idx="6">
                  <c:v>0.24147762513955529</c:v>
                </c:pt>
                <c:pt idx="7">
                  <c:v>0.29338684273210636</c:v>
                </c:pt>
                <c:pt idx="8">
                  <c:v>0.2755594522876118</c:v>
                </c:pt>
              </c:numCache>
            </c:numRef>
          </c:val>
          <c:smooth val="0"/>
        </c:ser>
        <c:ser>
          <c:idx val="1"/>
          <c:order val="1"/>
          <c:tx>
            <c:strRef>
              <c:f>Sheet1!$C$1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0.2712302993952867</c:v>
                </c:pt>
                <c:pt idx="1">
                  <c:v>0.2676823493663418</c:v>
                </c:pt>
                <c:pt idx="2">
                  <c:v>0.26741016225495146</c:v>
                </c:pt>
                <c:pt idx="3">
                  <c:v>0.25659715206884604</c:v>
                </c:pt>
                <c:pt idx="4">
                  <c:v>0.26514511364028587</c:v>
                </c:pt>
                <c:pt idx="5">
                  <c:v>0.3072235045142705</c:v>
                </c:pt>
                <c:pt idx="6">
                  <c:v>0.27954279934959736</c:v>
                </c:pt>
                <c:pt idx="7">
                  <c:v>0.2442567963739825</c:v>
                </c:pt>
                <c:pt idx="8">
                  <c:v>0.23984444428434668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110464245248333"/>
          <c:min val="-0.01517185765160259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0.32967069782860353</c:v>
                </c:pt>
                <c:pt idx="1">
                  <c:v>0.3877667535449034</c:v>
                </c:pt>
                <c:pt idx="2">
                  <c:v>0.3583007531965636</c:v>
                </c:pt>
                <c:pt idx="3">
                  <c:v>0.36321453545863436</c:v>
                </c:pt>
                <c:pt idx="4">
                  <c:v>0.3370045632058841</c:v>
                </c:pt>
                <c:pt idx="5">
                  <c:v>0.3571323766763506</c:v>
                </c:pt>
                <c:pt idx="6">
                  <c:v>0.41716810037898605</c:v>
                </c:pt>
                <c:pt idx="7">
                  <c:v>0.40133761020915626</c:v>
                </c:pt>
                <c:pt idx="8">
                  <c:v>0.35709564195536037</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0.35896239979595923</c:v>
                </c:pt>
                <c:pt idx="1">
                  <c:v>0.327552152214383</c:v>
                </c:pt>
                <c:pt idx="2">
                  <c:v>0.3179449644392812</c:v>
                </c:pt>
                <c:pt idx="3">
                  <c:v>0.2873628223633429</c:v>
                </c:pt>
                <c:pt idx="4">
                  <c:v>0.3446260421213702</c:v>
                </c:pt>
                <c:pt idx="5">
                  <c:v>0.32774365430591584</c:v>
                </c:pt>
                <c:pt idx="6">
                  <c:v>0.31818503279078325</c:v>
                </c:pt>
                <c:pt idx="7">
                  <c:v>0.2980302788299183</c:v>
                </c:pt>
                <c:pt idx="8">
                  <c:v>0.3041966381890325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75525226202375"/>
          <c:min val="0.27697840012209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0.3558251708981371</c:v>
                </c:pt>
                <c:pt idx="1">
                  <c:v>0.3798936492806437</c:v>
                </c:pt>
                <c:pt idx="2">
                  <c:v>0.385581165986674</c:v>
                </c:pt>
                <c:pt idx="3">
                  <c:v>0.3813749250230264</c:v>
                </c:pt>
                <c:pt idx="4">
                  <c:v>0.38073352192299237</c:v>
                </c:pt>
                <c:pt idx="5">
                  <c:v>0.38001033098419923</c:v>
                </c:pt>
                <c:pt idx="6">
                  <c:v>0.37505182327535785</c:v>
                </c:pt>
                <c:pt idx="7">
                  <c:v>0.35494258144348245</c:v>
                </c:pt>
                <c:pt idx="8">
                  <c:v>0.3532837948793073</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0.3585870997353427</c:v>
                </c:pt>
                <c:pt idx="1">
                  <c:v>0.35458685469388723</c:v>
                </c:pt>
                <c:pt idx="2">
                  <c:v>0.36165650150556367</c:v>
                </c:pt>
                <c:pt idx="3">
                  <c:v>0.3348316445215471</c:v>
                </c:pt>
                <c:pt idx="4">
                  <c:v>0.3255468104831214</c:v>
                </c:pt>
                <c:pt idx="5">
                  <c:v>0.27358479914346445</c:v>
                </c:pt>
                <c:pt idx="6">
                  <c:v>0.26483191716612986</c:v>
                </c:pt>
                <c:pt idx="7">
                  <c:v>0.30559423249928913</c:v>
                </c:pt>
                <c:pt idx="8">
                  <c:v>0.290893432896218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24110589231753"/>
          <c:min val="0.2551719772604863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0.3962371687493441</c:v>
                </c:pt>
                <c:pt idx="1">
                  <c:v>0.35130833182782695</c:v>
                </c:pt>
                <c:pt idx="2">
                  <c:v>0.3814945324099297</c:v>
                </c:pt>
                <c:pt idx="3">
                  <c:v>0.35157176905696197</c:v>
                </c:pt>
                <c:pt idx="4">
                  <c:v>0.3480661347504739</c:v>
                </c:pt>
                <c:pt idx="5">
                  <c:v>0.3465674421355034</c:v>
                </c:pt>
                <c:pt idx="6">
                  <c:v>0.31598036669914153</c:v>
                </c:pt>
                <c:pt idx="7">
                  <c:v>0.3241157561190985</c:v>
                </c:pt>
                <c:pt idx="8">
                  <c:v>0.3154842653325761</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0.3422442683982557</c:v>
                </c:pt>
                <c:pt idx="1">
                  <c:v>0.30275857684083657</c:v>
                </c:pt>
                <c:pt idx="2">
                  <c:v>0.2992509347415161</c:v>
                </c:pt>
                <c:pt idx="3">
                  <c:v>0.31440067132491406</c:v>
                </c:pt>
                <c:pt idx="4">
                  <c:v>0.3144372348913849</c:v>
                </c:pt>
                <c:pt idx="5">
                  <c:v>0.2892952965502566</c:v>
                </c:pt>
                <c:pt idx="6">
                  <c:v>0.3092014595904435</c:v>
                </c:pt>
                <c:pt idx="7">
                  <c:v>0.3299441726866129</c:v>
                </c:pt>
                <c:pt idx="8">
                  <c:v>0.31142212525542723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47925185252711"/>
          <c:min val="0.280739946774329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0.2990529280706496</c:v>
                </c:pt>
                <c:pt idx="1">
                  <c:v>0.2727011040063565</c:v>
                </c:pt>
                <c:pt idx="2">
                  <c:v>0.2955503382263501</c:v>
                </c:pt>
                <c:pt idx="3">
                  <c:v>0.2572753917672002</c:v>
                </c:pt>
                <c:pt idx="4">
                  <c:v>0.3124708970998054</c:v>
                </c:pt>
                <c:pt idx="5">
                  <c:v>0.3304492603818829</c:v>
                </c:pt>
                <c:pt idx="6">
                  <c:v>0.3032754021561529</c:v>
                </c:pt>
                <c:pt idx="7">
                  <c:v>0.2891980798911764</c:v>
                </c:pt>
                <c:pt idx="8">
                  <c:v>0.23454824232009366</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0.24661742239154738</c:v>
                </c:pt>
                <c:pt idx="1">
                  <c:v>0.24004029508806185</c:v>
                </c:pt>
                <c:pt idx="2">
                  <c:v>0.24940292528925292</c:v>
                </c:pt>
                <c:pt idx="3">
                  <c:v>0.2631586236712383</c:v>
                </c:pt>
                <c:pt idx="4">
                  <c:v>0.2812828205297432</c:v>
                </c:pt>
                <c:pt idx="5">
                  <c:v>0.22543565929735812</c:v>
                </c:pt>
                <c:pt idx="6">
                  <c:v>0.2278646662732851</c:v>
                </c:pt>
                <c:pt idx="7">
                  <c:v>0.24994322964211477</c:v>
                </c:pt>
                <c:pt idx="8">
                  <c:v>0.26827646126436744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3885034846864487"/>
          <c:min val="0.21703457121059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prior</c:v>
                </c:pt>
              </c:strCache>
            </c:strRef>
          </c:tx>
          <c:spPr>
            <a:solidFill>
              <a:srgbClr val="A6A6A6"/>
            </a:solidFill>
            <a:ln w="22225" cap="flat">
              <a:solidFill>
                <a:srgbClr val="A6A6A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6A6A6"/>
              </a:solidFill>
              <a:ln w="9525" cap="flat">
                <a:solidFill>
                  <a:srgbClr val="A6A6A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0.36930521933756905</c:v>
                </c:pt>
                <c:pt idx="1">
                  <c:v>0.35858243114410887</c:v>
                </c:pt>
                <c:pt idx="2">
                  <c:v>0.3532078996700045</c:v>
                </c:pt>
                <c:pt idx="3">
                  <c:v>0.3524304861402352</c:v>
                </c:pt>
                <c:pt idx="4">
                  <c:v>0.3275130509882466</c:v>
                </c:pt>
                <c:pt idx="5">
                  <c:v>0.31549199683926954</c:v>
                </c:pt>
                <c:pt idx="6">
                  <c:v>0.3185336360543459</c:v>
                </c:pt>
                <c:pt idx="7">
                  <c:v>0.2897951954464396</c:v>
                </c:pt>
                <c:pt idx="8">
                  <c:v>0.33574857371621214</c:v>
                </c:pt>
              </c:numCache>
            </c:numRef>
          </c:val>
          <c:smooth val="0"/>
        </c:ser>
        <c:ser>
          <c:idx val="1"/>
          <c:order val="1"/>
          <c:tx>
            <c:strRef>
              <c:f>Sheet1!$C$1</c:f>
              <c:strCache>
                <c:ptCount val="1"/>
                <c:pt idx="0">
                  <c:v>cur</c:v>
                </c:pt>
              </c:strCache>
            </c:strRef>
          </c:tx>
          <c:spPr>
            <a:solidFill>
              <a:srgbClr val="A82B26"/>
            </a:solidFill>
            <a:ln w="22225" cap="flat">
              <a:solidFill>
                <a:srgbClr val="A82B2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82B26"/>
              </a:solidFill>
              <a:ln w="9525" cap="flat">
                <a:solidFill>
                  <a:srgbClr val="A82B26"/>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Sheet1!$C$2:$C$10</c:f>
              <c:numCache>
                <c:formatCode>General</c:formatCode>
                <c:ptCount val="9"/>
                <c:pt idx="0">
                  <c:v>0.30990372868984173</c:v>
                </c:pt>
                <c:pt idx="1">
                  <c:v>0.30192574069543204</c:v>
                </c:pt>
                <c:pt idx="2">
                  <c:v>0.32400278888999823</c:v>
                </c:pt>
                <c:pt idx="3">
                  <c:v>0.30100674148451523</c:v>
                </c:pt>
                <c:pt idx="4">
                  <c:v>0.29188708103859884</c:v>
                </c:pt>
                <c:pt idx="5">
                  <c:v>0.26357335238106544</c:v>
                </c:pt>
                <c:pt idx="6">
                  <c:v>0.3219152134826161</c:v>
                </c:pt>
                <c:pt idx="7">
                  <c:v>0.31313867112875876</c:v>
                </c:pt>
                <c:pt idx="8">
                  <c:v>0.33515577217937664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776376869408934"/>
          <c:min val="0.2551148030245451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0.2281900213400286</c:v>
                </c:pt>
                <c:pt idx="1">
                  <c:v>0.2281900213400286</c:v>
                </c:pt>
                <c:pt idx="2">
                  <c:v>0.2281900213400286</c:v>
                </c:pt>
                <c:pt idx="3">
                  <c:v>0.2281900213400286</c:v>
                </c:pt>
                <c:pt idx="4">
                  <c:v>0.2281900213400286</c:v>
                </c:pt>
                <c:pt idx="5">
                  <c:v>0.2281900213400286</c:v>
                </c:pt>
                <c:pt idx="6">
                  <c:v>0.2281900213400286</c:v>
                </c:pt>
                <c:pt idx="7">
                  <c:v>0.2281900213400286</c:v>
                </c:pt>
                <c:pt idx="8">
                  <c:v>0.2281900213400286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0.20187026928221874</c:v>
                </c:pt>
                <c:pt idx="1">
                  <c:v>0.17815171475925373</c:v>
                </c:pt>
                <c:pt idx="2">
                  <c:v>0.2802085955919637</c:v>
                </c:pt>
                <c:pt idx="3">
                  <c:v>0.2506739386596604</c:v>
                </c:pt>
                <c:pt idx="4">
                  <c:v>0.38181624128376623</c:v>
                </c:pt>
                <c:pt idx="5">
                  <c:v>0.3136515890604151</c:v>
                </c:pt>
                <c:pt idx="6">
                  <c:v>0.3417736814931177</c:v>
                </c:pt>
                <c:pt idx="7">
                  <c:v>0.3132255585304229</c:v>
                </c:pt>
                <c:pt idx="8">
                  <c:v>0.399907342502909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1764779272240143"/>
          <c:min val="0.1604112645397613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0.20214137796041168</c:v>
                </c:pt>
                <c:pt idx="1">
                  <c:v>0.20214137796041168</c:v>
                </c:pt>
                <c:pt idx="2">
                  <c:v>0.20214137796041168</c:v>
                </c:pt>
                <c:pt idx="3">
                  <c:v>0.20214137796041168</c:v>
                </c:pt>
                <c:pt idx="4">
                  <c:v>0.20214137796041168</c:v>
                </c:pt>
                <c:pt idx="5">
                  <c:v>0.20214137796041168</c:v>
                </c:pt>
                <c:pt idx="6">
                  <c:v>0.20214137796041168</c:v>
                </c:pt>
                <c:pt idx="7">
                  <c:v>0.20214137796041168</c:v>
                </c:pt>
                <c:pt idx="8">
                  <c:v>0.20214137796041168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0.2145583870490643</c:v>
                </c:pt>
                <c:pt idx="1">
                  <c:v>0.19486938617938487</c:v>
                </c:pt>
                <c:pt idx="2">
                  <c:v>0.19765828215672646</c:v>
                </c:pt>
                <c:pt idx="3">
                  <c:v>0.22710960621017634</c:v>
                </c:pt>
                <c:pt idx="4">
                  <c:v>0.2696239349543333</c:v>
                </c:pt>
                <c:pt idx="5">
                  <c:v>0.27913716212213147</c:v>
                </c:pt>
                <c:pt idx="6">
                  <c:v>0.286280423595157</c:v>
                </c:pt>
                <c:pt idx="7">
                  <c:v>0.26077429691960047</c:v>
                </c:pt>
                <c:pt idx="8">
                  <c:v>0.24883041450418045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359330658841876"/>
          <c:min val="0.187556503186123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0.3145558207676618</c:v>
                </c:pt>
                <c:pt idx="1">
                  <c:v>0.3145558207676618</c:v>
                </c:pt>
                <c:pt idx="2">
                  <c:v>0.3145558207676618</c:v>
                </c:pt>
                <c:pt idx="3">
                  <c:v>0.3145558207676618</c:v>
                </c:pt>
                <c:pt idx="4">
                  <c:v>0.3145558207676618</c:v>
                </c:pt>
                <c:pt idx="5">
                  <c:v>0.3145558207676618</c:v>
                </c:pt>
                <c:pt idx="6">
                  <c:v>0.3145558207676618</c:v>
                </c:pt>
                <c:pt idx="7">
                  <c:v>0.3145558207676618</c:v>
                </c:pt>
                <c:pt idx="8">
                  <c:v>0.3145558207676618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0.2647662089733541</c:v>
                </c:pt>
                <c:pt idx="1">
                  <c:v>0.32044347514010435</c:v>
                </c:pt>
                <c:pt idx="2">
                  <c:v>0.35506547577637093</c:v>
                </c:pt>
                <c:pt idx="3">
                  <c:v>0.3350133475187492</c:v>
                </c:pt>
                <c:pt idx="4">
                  <c:v>0.36402478493966556</c:v>
                </c:pt>
                <c:pt idx="5">
                  <c:v>0.3465888278894056</c:v>
                </c:pt>
                <c:pt idx="6">
                  <c:v>0.3369687231254787</c:v>
                </c:pt>
                <c:pt idx="7">
                  <c:v>0.35301769906443353</c:v>
                </c:pt>
                <c:pt idx="8">
                  <c:v>0.3854415537213957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9509558130123906"/>
          <c:min val="0.255112181393510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0.31300758741644685</c:v>
                </c:pt>
                <c:pt idx="1">
                  <c:v>0.31300758741644685</c:v>
                </c:pt>
                <c:pt idx="2">
                  <c:v>0.31300758741644685</c:v>
                </c:pt>
                <c:pt idx="3">
                  <c:v>0.31300758741644685</c:v>
                </c:pt>
                <c:pt idx="4">
                  <c:v>0.31300758741644685</c:v>
                </c:pt>
                <c:pt idx="5">
                  <c:v>0.31300758741644685</c:v>
                </c:pt>
                <c:pt idx="6">
                  <c:v>0.31300758741644685</c:v>
                </c:pt>
                <c:pt idx="7">
                  <c:v>0.31300758741644685</c:v>
                </c:pt>
                <c:pt idx="8">
                  <c:v>0.31300758741644685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0.30326002083588016</c:v>
                </c:pt>
                <c:pt idx="1">
                  <c:v>0.29639654583038577</c:v>
                </c:pt>
                <c:pt idx="2">
                  <c:v>0.3390292942827001</c:v>
                </c:pt>
                <c:pt idx="3">
                  <c:v>0.37622564319803664</c:v>
                </c:pt>
                <c:pt idx="4">
                  <c:v>0.3528105644799664</c:v>
                </c:pt>
                <c:pt idx="5">
                  <c:v>0.3812702104766656</c:v>
                </c:pt>
                <c:pt idx="6">
                  <c:v>0.3534855433979211</c:v>
                </c:pt>
                <c:pt idx="7">
                  <c:v>0.34608379810752854</c:v>
                </c:pt>
                <c:pt idx="8">
                  <c:v>0.3375199157889664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06010364836796"/>
          <c:min val="0.28960665265868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q1avg</c:v>
                </c:pt>
              </c:strCache>
            </c:strRef>
          </c:tx>
          <c:spPr>
            <a:solidFill>
              <a:srgbClr val="8C8C8C"/>
            </a:solidFill>
            <a:ln w="15875" cap="flat">
              <a:solidFill>
                <a:srgbClr val="8C8C8C"/>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C8C8C"/>
              </a:solidFill>
              <a:ln w="9525" cap="flat">
                <a:solidFill>
                  <a:srgbClr val="8C8C8C"/>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0.4203221152109507</c:v>
                </c:pt>
                <c:pt idx="1">
                  <c:v>0.4203221152109507</c:v>
                </c:pt>
                <c:pt idx="2">
                  <c:v>0.4203221152109507</c:v>
                </c:pt>
                <c:pt idx="3">
                  <c:v>0.4203221152109507</c:v>
                </c:pt>
                <c:pt idx="4">
                  <c:v>0.4203221152109507</c:v>
                </c:pt>
                <c:pt idx="5">
                  <c:v>0.4203221152109507</c:v>
                </c:pt>
                <c:pt idx="6">
                  <c:v>0.4203221152109507</c:v>
                </c:pt>
                <c:pt idx="7">
                  <c:v>0.4203221152109507</c:v>
                </c:pt>
                <c:pt idx="8">
                  <c:v>0.4203221152109507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
          <c:y val="0"/>
          <c:w val="1"/>
          <c:h val="1"/>
        </c:manualLayout>
      </c:layout>
      <c:lineChart>
        <c:varyColors val="0"/>
        <c:ser>
          <c:idx val="0"/>
          <c:order val="0"/>
          <c:tx>
            <c:strRef>
              <c:f>Sheet1!$B$1</c:f>
              <c:strCache>
                <c:ptCount val="1"/>
                <c:pt idx="0">
                  <c:v>cur</c:v>
                </c:pt>
              </c:strCache>
            </c:strRef>
          </c:tx>
          <c:spPr>
            <a:solidFill>
              <a:srgbClr val="0B7A4A"/>
            </a:solidFill>
            <a:ln w="22225" cap="flat">
              <a:solidFill>
                <a:srgbClr val="0B7A4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7A4A"/>
              </a:solidFill>
              <a:ln w="9525" cap="flat">
                <a:solidFill>
                  <a:srgbClr val="0B7A4A"/>
                </a:solidFill>
                <a:prstDash val="solid"/>
                <a:round/>
              </a:ln>
              <a:effectLst/>
            </c:spPr>
          </c:marker>
          <c:cat>
            <c:multiLvlStrRef>
              <c:f>Sheet1!$A$2:$A$10</c:f>
              <c:multiLvlStrCache>
                <c:ptCount val="9"/>
                <c:lvl>
                  <c:pt idx="0">
                    <c:v>1</c:v>
                  </c:pt>
                  <c:pt idx="1">
                    <c:v>2</c:v>
                  </c:pt>
                  <c:pt idx="2">
                    <c:v>3</c:v>
                  </c:pt>
                  <c:pt idx="3">
                    <c:v>4</c:v>
                  </c:pt>
                  <c:pt idx="4">
                    <c:v>5</c:v>
                  </c:pt>
                  <c:pt idx="5">
                    <c:v>6</c:v>
                  </c:pt>
                  <c:pt idx="6">
                    <c:v>7</c:v>
                  </c:pt>
                  <c:pt idx="7">
                    <c:v>8</c:v>
                  </c:pt>
                  <c:pt idx="8">
                    <c:v>9</c:v>
                  </c:pt>
                </c:lvl>
              </c:multiLvlStrCache>
            </c:multiLvlStrRef>
          </c:cat>
          <c:val>
            <c:numRef>
              <c:f>Sheet1!$B$2:$B$10</c:f>
              <c:numCache>
                <c:formatCode>General</c:formatCode>
                <c:ptCount val="9"/>
                <c:pt idx="0">
                  <c:v>0.4096930689393579</c:v>
                </c:pt>
                <c:pt idx="1">
                  <c:v>0.42334294845284676</c:v>
                </c:pt>
                <c:pt idx="2">
                  <c:v>0.4298145637875713</c:v>
                </c:pt>
                <c:pt idx="3">
                  <c:v>0.46530624189407344</c:v>
                </c:pt>
                <c:pt idx="4">
                  <c:v>0.5046067990041103</c:v>
                </c:pt>
                <c:pt idx="5">
                  <c:v>0.49982978021352104</c:v>
                </c:pt>
                <c:pt idx="6">
                  <c:v>0.47076448254823255</c:v>
                </c:pt>
                <c:pt idx="7">
                  <c:v>0.42751624537415767</c:v>
                </c:pt>
                <c:pt idx="8">
                  <c:v>0.44077889409380927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21998974092905"/>
          <c:min val="0.402099970534177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gap"/>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16 of 33 stores at or above the 78.1% group, led by Honda Henderson at 85.9%. Audi Reno is lowest at 58.8%.Source: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36.5% group, led by Toyota Henderson at 45.1%. CDJR Post Falls is lowest at 24.4%.Source: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Hyundai Prescott and Honda Flagstaff what changed. Ask VW St George, Kia LV and GMC Prescott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chart" Target="/ppt/charts/chart13.xml"/><Relationship Id="rId8" Type="http://schemas.openxmlformats.org/officeDocument/2006/relationships/chart" Target="/ppt/charts/chart14.xml"/><Relationship Id="rId9" Type="http://schemas.openxmlformats.org/officeDocument/2006/relationships/chart" Target="/ppt/charts/chart15.xml"/><Relationship Id="rId10" Type="http://schemas.openxmlformats.org/officeDocument/2006/relationships/chart" Target="/ppt/charts/chart16.xml"/><Relationship Id="rId11" Type="http://schemas.openxmlformats.org/officeDocument/2006/relationships/chart" Target="/ppt/charts/chart17.xml"/><Relationship Id="rId12" Type="http://schemas.openxmlformats.org/officeDocument/2006/relationships/chart" Target="/ppt/charts/chart18.xml"/><Relationship Id="rId13" Type="http://schemas.openxmlformats.org/officeDocument/2006/relationships/chart" Target="/ppt/charts/chart19.xml"/><Relationship Id="rId14" Type="http://schemas.openxmlformats.org/officeDocument/2006/relationships/chart" Target="/ppt/charts/chart20.xml"/><Relationship Id="rId15" Type="http://schemas.openxmlformats.org/officeDocument/2006/relationships/chart" Target="/ppt/charts/chart21.xml"/><Relationship Id="rId16" Type="http://schemas.openxmlformats.org/officeDocument/2006/relationships/chart" Target="/ppt/charts/chart22.xml"/><Relationship Id="rId17" Type="http://schemas.openxmlformats.org/officeDocument/2006/relationships/chart" Target="/ppt/charts/chart23.xml"/><Relationship Id="rId18" Type="http://schemas.openxmlformats.org/officeDocument/2006/relationships/chart" Target="/ppt/charts/chart24.xml"/><Relationship Id="rId19" Type="http://schemas.openxmlformats.org/officeDocument/2006/relationships/chart" Target="/ppt/charts/chart25.xml"/><Relationship Id="rId20" Type="http://schemas.openxmlformats.org/officeDocument/2006/relationships/chart" Target="/ppt/charts/chart26.xml"/><Relationship Id="rId21" Type="http://schemas.openxmlformats.org/officeDocument/2006/relationships/slideLayout" Target="../slideLayouts/slideLayout1.xml"/><Relationship Id="rId2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chart" Target="/ppt/charts/chart34.xml"/><Relationship Id="rId3" Type="http://schemas.openxmlformats.org/officeDocument/2006/relationships/chart" Target="/ppt/charts/chart35.xml"/><Relationship Id="rId4" Type="http://schemas.openxmlformats.org/officeDocument/2006/relationships/chart" Target="/ppt/charts/chart36.xml"/><Relationship Id="rId5" Type="http://schemas.openxmlformats.org/officeDocument/2006/relationships/chart" Target="/ppt/charts/chart37.xml"/><Relationship Id="rId6" Type="http://schemas.openxmlformats.org/officeDocument/2006/relationships/chart" Target="/ppt/charts/chart38.xml"/><Relationship Id="rId7" Type="http://schemas.openxmlformats.org/officeDocument/2006/relationships/chart" Target="/ppt/charts/chart39.xml"/><Relationship Id="rId8" Type="http://schemas.openxmlformats.org/officeDocument/2006/relationships/chart" Target="/ppt/charts/chart40.xml"/><Relationship Id="rId9" Type="http://schemas.openxmlformats.org/officeDocument/2006/relationships/chart" Target="/ppt/charts/chart41.xml"/><Relationship Id="rId10" Type="http://schemas.openxmlformats.org/officeDocument/2006/relationships/chart" Target="/ppt/charts/chart42.xml"/><Relationship Id="rId11" Type="http://schemas.openxmlformats.org/officeDocument/2006/relationships/chart" Target="/ppt/charts/chart43.xml"/><Relationship Id="rId12" Type="http://schemas.openxmlformats.org/officeDocument/2006/relationships/chart" Target="/ppt/charts/chart44.xml"/><Relationship Id="rId13" Type="http://schemas.openxmlformats.org/officeDocument/2006/relationships/chart" Target="/ppt/charts/chart45.xml"/><Relationship Id="rId14" Type="http://schemas.openxmlformats.org/officeDocument/2006/relationships/chart" Target="/ppt/charts/chart46.xml"/><Relationship Id="rId15" Type="http://schemas.openxmlformats.org/officeDocument/2006/relationships/chart" Target="/ppt/charts/chart47.xml"/><Relationship Id="rId16" Type="http://schemas.openxmlformats.org/officeDocument/2006/relationships/chart" Target="/ppt/charts/chart48.xml"/><Relationship Id="rId17" Type="http://schemas.openxmlformats.org/officeDocument/2006/relationships/chart" Target="/ppt/charts/chart49.xml"/><Relationship Id="rId18" Type="http://schemas.openxmlformats.org/officeDocument/2006/relationships/chart" Target="/ppt/charts/chart50.xml"/><Relationship Id="rId19" Type="http://schemas.openxmlformats.org/officeDocument/2006/relationships/chart" Target="/ppt/charts/chart51.xml"/><Relationship Id="rId20" Type="http://schemas.openxmlformats.org/officeDocument/2006/relationships/chart" Target="/ppt/charts/chart52.xml"/><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0.2 pts to 78.1%, ahead of 2025 in six of nine months.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16 of 33 stores at or above the 78.1% group.</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46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679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913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496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197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785616" y="3111337"/>
            <a:ext cx="19431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18547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89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131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484"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248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236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715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7065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5329"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532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49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695" y="2391651"/>
            <a:ext cx="3532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47701" y="2631546"/>
            <a:ext cx="8832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30037" y="2871442"/>
            <a:ext cx="10598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2372" y="3111337"/>
            <a:ext cx="12365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3540" y="3351233"/>
            <a:ext cx="13248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6385" y="3591128"/>
            <a:ext cx="2296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7553" y="3831024"/>
            <a:ext cx="238471"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2224" y="4070920"/>
            <a:ext cx="27380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727" y="4310815"/>
            <a:ext cx="30029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47404" y="4550711"/>
            <a:ext cx="388620"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−4.4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739" y="4790606"/>
            <a:ext cx="406285"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59081" y="5030502"/>
            <a:ext cx="47694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1417" y="5270397"/>
            <a:ext cx="49460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Text 8"/>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graphicFrame>
        <p:nvGraphicFramePr>
          <p:cNvPr id="12"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4" name="Text 11"/>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2"/>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graphicFrame>
        <p:nvGraphicFramePr>
          <p:cNvPr id="16"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8" name="Shape 14"/>
          <p:cNvSpPr/>
          <p:nvPr/>
        </p:nvSpPr>
        <p:spPr>
          <a:xfrm>
            <a:off x="658368" y="3584448"/>
            <a:ext cx="3489960" cy="886968"/>
          </a:xfrm>
          <a:prstGeom prst="rect">
            <a:avLst/>
          </a:prstGeom>
          <a:solidFill>
            <a:srgbClr val="F7F7F7"/>
          </a:solidFill>
          <a:ln/>
        </p:spPr>
      </p:sp>
      <p:sp>
        <p:nvSpPr>
          <p:cNvPr id="19" name="Text 15"/>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6"/>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graphicFrame>
        <p:nvGraphicFramePr>
          <p:cNvPr id="21"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2" name="Text 17"/>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 pts</a:t>
            </a:r>
            <a:endParaRPr lang="en-US" sz="1600" dirty="0"/>
          </a:p>
        </p:txBody>
      </p:sp>
      <p:sp>
        <p:nvSpPr>
          <p:cNvPr id="23" name="Shape 18"/>
          <p:cNvSpPr/>
          <p:nvPr/>
        </p:nvSpPr>
        <p:spPr>
          <a:xfrm>
            <a:off x="4084320" y="4507992"/>
            <a:ext cx="64008" cy="813816"/>
          </a:xfrm>
          <a:prstGeom prst="rect">
            <a:avLst/>
          </a:prstGeom>
          <a:solidFill>
            <a:srgbClr val="12A566"/>
          </a:solidFill>
          <a:ln/>
        </p:spPr>
      </p:sp>
      <p:sp>
        <p:nvSpPr>
          <p:cNvPr id="24" name="Text 19"/>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0"/>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graphicFrame>
        <p:nvGraphicFramePr>
          <p:cNvPr id="26"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7" name="Text 21"/>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8" name="Shape 22"/>
          <p:cNvSpPr/>
          <p:nvPr/>
        </p:nvSpPr>
        <p:spPr>
          <a:xfrm>
            <a:off x="658368" y="5358384"/>
            <a:ext cx="3489960" cy="886968"/>
          </a:xfrm>
          <a:prstGeom prst="rect">
            <a:avLst/>
          </a:prstGeom>
          <a:solidFill>
            <a:srgbClr val="F7F7F7"/>
          </a:solidFill>
          <a:ln/>
        </p:spPr>
      </p:sp>
      <p:sp>
        <p:nvSpPr>
          <p:cNvPr id="29" name="Text 23"/>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4"/>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graphicFrame>
        <p:nvGraphicFramePr>
          <p:cNvPr id="31"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2" name="Text 25"/>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33" name="Shape 26"/>
          <p:cNvSpPr/>
          <p:nvPr/>
        </p:nvSpPr>
        <p:spPr>
          <a:xfrm>
            <a:off x="4349496" y="1371600"/>
            <a:ext cx="3489960" cy="45720"/>
          </a:xfrm>
          <a:prstGeom prst="rect">
            <a:avLst/>
          </a:prstGeom>
          <a:solidFill>
            <a:srgbClr val="C2352F"/>
          </a:solidFill>
          <a:ln/>
        </p:spPr>
      </p:sp>
      <p:sp>
        <p:nvSpPr>
          <p:cNvPr id="34"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Shape 28"/>
          <p:cNvSpPr/>
          <p:nvPr/>
        </p:nvSpPr>
        <p:spPr>
          <a:xfrm>
            <a:off x="4349496" y="1810512"/>
            <a:ext cx="3489960" cy="886968"/>
          </a:xfrm>
          <a:prstGeom prst="rect">
            <a:avLst/>
          </a:prstGeom>
          <a:solidFill>
            <a:srgbClr val="F7F7F7"/>
          </a:solidFill>
          <a:ln/>
        </p:spPr>
      </p:sp>
      <p:sp>
        <p:nvSpPr>
          <p:cNvPr id="36" name="Text 29"/>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7" name="Text 30"/>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graphicFrame>
        <p:nvGraphicFramePr>
          <p:cNvPr id="38"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39" name="Text 31"/>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40" name="Text 32"/>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1" name="Text 33"/>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graphicFrame>
        <p:nvGraphicFramePr>
          <p:cNvPr id="42"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3" name="Text 34"/>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44" name="Shape 35"/>
          <p:cNvSpPr/>
          <p:nvPr/>
        </p:nvSpPr>
        <p:spPr>
          <a:xfrm>
            <a:off x="4349496" y="3584448"/>
            <a:ext cx="3489960" cy="886968"/>
          </a:xfrm>
          <a:prstGeom prst="rect">
            <a:avLst/>
          </a:prstGeom>
          <a:solidFill>
            <a:srgbClr val="F7F7F7"/>
          </a:solidFill>
          <a:ln/>
        </p:spPr>
      </p:sp>
      <p:sp>
        <p:nvSpPr>
          <p:cNvPr id="45" name="Text 36"/>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6" name="Text 37"/>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graphicFrame>
        <p:nvGraphicFramePr>
          <p:cNvPr id="47"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8" name="Text 38"/>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 pts</a:t>
            </a:r>
            <a:endParaRPr lang="en-US" sz="1600" dirty="0"/>
          </a:p>
        </p:txBody>
      </p:sp>
      <p:sp>
        <p:nvSpPr>
          <p:cNvPr id="49" name="Text 39"/>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0" name="Text 40"/>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graphicFrame>
        <p:nvGraphicFramePr>
          <p:cNvPr id="51"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2" name="Text 41"/>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53" name="Shape 42"/>
          <p:cNvSpPr/>
          <p:nvPr/>
        </p:nvSpPr>
        <p:spPr>
          <a:xfrm>
            <a:off x="4349496" y="5358384"/>
            <a:ext cx="3489960" cy="886968"/>
          </a:xfrm>
          <a:prstGeom prst="rect">
            <a:avLst/>
          </a:prstGeom>
          <a:solidFill>
            <a:srgbClr val="F7F7F7"/>
          </a:solidFill>
          <a:ln/>
        </p:spPr>
      </p:sp>
      <p:sp>
        <p:nvSpPr>
          <p:cNvPr id="54" name="Text 43"/>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5" name="Text 44"/>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graphicFrame>
        <p:nvGraphicFramePr>
          <p:cNvPr id="56"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7" name="Text 45"/>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−4.4 pts</a:t>
            </a:r>
            <a:endParaRPr lang="en-US" sz="1600" dirty="0"/>
          </a:p>
        </p:txBody>
      </p:sp>
      <p:sp>
        <p:nvSpPr>
          <p:cNvPr id="58" name="Shape 46"/>
          <p:cNvSpPr/>
          <p:nvPr/>
        </p:nvSpPr>
        <p:spPr>
          <a:xfrm>
            <a:off x="8040624" y="1371600"/>
            <a:ext cx="3489960" cy="45720"/>
          </a:xfrm>
          <a:prstGeom prst="rect">
            <a:avLst/>
          </a:prstGeom>
          <a:solidFill>
            <a:srgbClr val="2587C5"/>
          </a:solidFill>
          <a:ln/>
        </p:spPr>
      </p:sp>
      <p:sp>
        <p:nvSpPr>
          <p:cNvPr id="5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0" name="Shape 48"/>
          <p:cNvSpPr/>
          <p:nvPr/>
        </p:nvSpPr>
        <p:spPr>
          <a:xfrm>
            <a:off x="8040624" y="1810512"/>
            <a:ext cx="3489960" cy="886968"/>
          </a:xfrm>
          <a:prstGeom prst="rect">
            <a:avLst/>
          </a:prstGeom>
          <a:solidFill>
            <a:srgbClr val="F7F7F7"/>
          </a:solidFill>
          <a:ln/>
        </p:spPr>
      </p:sp>
      <p:sp>
        <p:nvSpPr>
          <p:cNvPr id="61" name="Text 49"/>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2" name="Text 50"/>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graphicFrame>
        <p:nvGraphicFramePr>
          <p:cNvPr id="63"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4"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5" name="Text 51"/>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66" name="Text 52"/>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7" name="Text 53"/>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graphicFrame>
        <p:nvGraphicFramePr>
          <p:cNvPr id="68"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69"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0" name="Text 54"/>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71" name="Shape 55"/>
          <p:cNvSpPr/>
          <p:nvPr/>
        </p:nvSpPr>
        <p:spPr>
          <a:xfrm>
            <a:off x="8040624" y="3584448"/>
            <a:ext cx="3489960" cy="886968"/>
          </a:xfrm>
          <a:prstGeom prst="rect">
            <a:avLst/>
          </a:prstGeom>
          <a:solidFill>
            <a:srgbClr val="F7F7F7"/>
          </a:solidFill>
          <a:ln/>
        </p:spPr>
      </p:sp>
      <p:sp>
        <p:nvSpPr>
          <p:cNvPr id="72" name="Shape 56"/>
          <p:cNvSpPr/>
          <p:nvPr/>
        </p:nvSpPr>
        <p:spPr>
          <a:xfrm>
            <a:off x="11466576" y="3621024"/>
            <a:ext cx="64008" cy="813816"/>
          </a:xfrm>
          <a:prstGeom prst="rect">
            <a:avLst/>
          </a:prstGeom>
          <a:solidFill>
            <a:srgbClr val="12A566"/>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graphicFrame>
        <p:nvGraphicFramePr>
          <p:cNvPr id="75"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6"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Text 60"/>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9" name="Text 61"/>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graphicFrame>
        <p:nvGraphicFramePr>
          <p:cNvPr id="80"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1"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2" name="Text 62"/>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3" name="Shape 63"/>
          <p:cNvSpPr/>
          <p:nvPr/>
        </p:nvSpPr>
        <p:spPr>
          <a:xfrm>
            <a:off x="8040624" y="5358384"/>
            <a:ext cx="3489960" cy="886968"/>
          </a:xfrm>
          <a:prstGeom prst="rect">
            <a:avLst/>
          </a:prstGeom>
          <a:solidFill>
            <a:srgbClr val="F7F7F7"/>
          </a:solidFill>
          <a:ln/>
        </p:spPr>
      </p:sp>
      <p:sp>
        <p:nvSpPr>
          <p:cNvPr id="84" name="Text 64"/>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65"/>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graphicFrame>
        <p:nvGraphicFramePr>
          <p:cNvPr id="86"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7"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88" name="Text 66"/>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5216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5159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785616" y="2631546"/>
            <a:ext cx="41369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41369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354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59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1" name="Shape 39"/>
          <p:cNvSpPr/>
          <p:nvPr/>
        </p:nvSpPr>
        <p:spPr>
          <a:xfrm>
            <a:off x="3785616" y="3591128"/>
            <a:ext cx="31340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13403"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5072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5072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3114"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785616" y="4790606"/>
            <a:ext cx="18804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5" name="Shape 63"/>
          <p:cNvSpPr/>
          <p:nvPr/>
        </p:nvSpPr>
        <p:spPr>
          <a:xfrm>
            <a:off x="3785616" y="5030502"/>
            <a:ext cx="18804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880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043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50434"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1" name="Shape 79"/>
          <p:cNvSpPr/>
          <p:nvPr/>
        </p:nvSpPr>
        <p:spPr>
          <a:xfrm>
            <a:off x="9336024" y="1911860"/>
            <a:ext cx="12536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5" name="Shape 83"/>
          <p:cNvSpPr/>
          <p:nvPr/>
        </p:nvSpPr>
        <p:spPr>
          <a:xfrm>
            <a:off x="9336024" y="2151755"/>
            <a:ext cx="11282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01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37608"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298416" y="2871442"/>
            <a:ext cx="3760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8416" y="3111337"/>
            <a:ext cx="37608"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0663" y="3351233"/>
            <a:ext cx="12536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47693" y="3591128"/>
            <a:ext cx="28833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0085" y="3831024"/>
            <a:ext cx="325939"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7" name="Shape 115"/>
          <p:cNvSpPr/>
          <p:nvPr/>
        </p:nvSpPr>
        <p:spPr>
          <a:xfrm>
            <a:off x="8972476" y="4070920"/>
            <a:ext cx="36354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972476" y="4310815"/>
            <a:ext cx="36354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9940" y="4550711"/>
            <a:ext cx="37608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872187" y="4790606"/>
            <a:ext cx="463837"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872187" y="5030502"/>
            <a:ext cx="4638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59362" y="5270397"/>
            <a:ext cx="57666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4290" y="5510293"/>
            <a:ext cx="6017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6217920" y="804672"/>
            <a:ext cx="5513832" cy="365760"/>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Vs last year: Jan–Sep   ·   Moving now: Q3 vs Q1</a:t>
            </a:r>
            <a:endParaRPr lang="en-US" sz="1400" dirty="0"/>
          </a:p>
        </p:txBody>
      </p:sp>
      <p:sp>
        <p:nvSpPr>
          <p:cNvPr id="7" name="Shape 5"/>
          <p:cNvSpPr/>
          <p:nvPr/>
        </p:nvSpPr>
        <p:spPr>
          <a:xfrm>
            <a:off x="658368" y="1371600"/>
            <a:ext cx="3489960" cy="45720"/>
          </a:xfrm>
          <a:prstGeom prst="rect">
            <a:avLst/>
          </a:prstGeom>
          <a:solidFill>
            <a:srgbClr val="12A566"/>
          </a:solidFill>
          <a:ln/>
        </p:spPr>
      </p:sp>
      <p:sp>
        <p:nvSpPr>
          <p:cNvPr id="8" name="Text 6"/>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9" name="Shape 7"/>
          <p:cNvSpPr/>
          <p:nvPr/>
        </p:nvSpPr>
        <p:spPr>
          <a:xfrm>
            <a:off x="658368" y="1810512"/>
            <a:ext cx="3489960" cy="886968"/>
          </a:xfrm>
          <a:prstGeom prst="rect">
            <a:avLst/>
          </a:prstGeom>
          <a:solidFill>
            <a:srgbClr val="F7F7F7"/>
          </a:solidFill>
          <a:ln/>
        </p:spPr>
      </p:sp>
      <p:sp>
        <p:nvSpPr>
          <p:cNvPr id="10" name="Shape 8"/>
          <p:cNvSpPr/>
          <p:nvPr/>
        </p:nvSpPr>
        <p:spPr>
          <a:xfrm>
            <a:off x="4084320" y="1847088"/>
            <a:ext cx="64008" cy="813816"/>
          </a:xfrm>
          <a:prstGeom prst="rect">
            <a:avLst/>
          </a:prstGeom>
          <a:solidFill>
            <a:srgbClr val="12A566"/>
          </a:solidFill>
          <a:ln/>
        </p:spPr>
      </p:sp>
      <p:sp>
        <p:nvSpPr>
          <p:cNvPr id="11" name="Text 9"/>
          <p:cNvSpPr txBox="1"/>
          <p:nvPr/>
        </p:nvSpPr>
        <p:spPr>
          <a:xfrm>
            <a:off x="749808"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graphicFrame>
        <p:nvGraphicFramePr>
          <p:cNvPr id="13" name="Chart 0" descr=""/>
          <p:cNvGraphicFramePr/>
          <p:nvPr/>
        </p:nvGraphicFramePr>
        <p:xfrm>
          <a:off x="1097280" y="2342693"/>
          <a:ext cx="1972056" cy="301569"/>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2941320"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5" name="Text 12"/>
          <p:cNvSpPr txBox="1"/>
          <p:nvPr/>
        </p:nvSpPr>
        <p:spPr>
          <a:xfrm>
            <a:off x="749808"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3"/>
          <p:cNvSpPr txBox="1"/>
          <p:nvPr/>
        </p:nvSpPr>
        <p:spPr>
          <a:xfrm>
            <a:off x="1097280"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graphicFrame>
        <p:nvGraphicFramePr>
          <p:cNvPr id="17" name="Chart 1" descr=""/>
          <p:cNvGraphicFramePr/>
          <p:nvPr/>
        </p:nvGraphicFramePr>
        <p:xfrm>
          <a:off x="1097280" y="3229661"/>
          <a:ext cx="1972056" cy="301569"/>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txBox="1"/>
          <p:nvPr/>
        </p:nvSpPr>
        <p:spPr>
          <a:xfrm>
            <a:off x="2941320"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9" name="Shape 15"/>
          <p:cNvSpPr/>
          <p:nvPr/>
        </p:nvSpPr>
        <p:spPr>
          <a:xfrm>
            <a:off x="658368" y="3584448"/>
            <a:ext cx="3489960" cy="886968"/>
          </a:xfrm>
          <a:prstGeom prst="rect">
            <a:avLst/>
          </a:prstGeom>
          <a:solidFill>
            <a:srgbClr val="F7F7F7"/>
          </a:solidFill>
          <a:ln/>
        </p:spPr>
      </p:sp>
      <p:sp>
        <p:nvSpPr>
          <p:cNvPr id="20" name="Text 16"/>
          <p:cNvSpPr txBox="1"/>
          <p:nvPr/>
        </p:nvSpPr>
        <p:spPr>
          <a:xfrm>
            <a:off x="749808"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7"/>
          <p:cNvSpPr txBox="1"/>
          <p:nvPr/>
        </p:nvSpPr>
        <p:spPr>
          <a:xfrm>
            <a:off x="1097280"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graphicFrame>
        <p:nvGraphicFramePr>
          <p:cNvPr id="22" name="Chart 2" descr=""/>
          <p:cNvGraphicFramePr/>
          <p:nvPr/>
        </p:nvGraphicFramePr>
        <p:xfrm>
          <a:off x="1097280" y="4116629"/>
          <a:ext cx="1972056" cy="301569"/>
        </p:xfrm>
        <a:graphic xmlns:a="http://schemas.openxmlformats.org/drawingml/2006/main">
          <a:graphicData uri="http://schemas.openxmlformats.org/drawingml/2006/chart">
            <c:chart xmlns:c="http://schemas.openxmlformats.org/drawingml/2006/chart" r:id="rId3"/>
          </a:graphicData>
        </a:graphic>
      </p:graphicFrame>
      <p:sp>
        <p:nvSpPr>
          <p:cNvPr id="23" name="Text 18"/>
          <p:cNvSpPr txBox="1"/>
          <p:nvPr/>
        </p:nvSpPr>
        <p:spPr>
          <a:xfrm>
            <a:off x="2941320"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4" name="Shape 19"/>
          <p:cNvSpPr/>
          <p:nvPr/>
        </p:nvSpPr>
        <p:spPr>
          <a:xfrm>
            <a:off x="4084320" y="4507992"/>
            <a:ext cx="64008" cy="813816"/>
          </a:xfrm>
          <a:prstGeom prst="rect">
            <a:avLst/>
          </a:prstGeom>
          <a:solidFill>
            <a:srgbClr val="12A566"/>
          </a:solidFill>
          <a:ln/>
        </p:spPr>
      </p:sp>
      <p:sp>
        <p:nvSpPr>
          <p:cNvPr id="25" name="Text 20"/>
          <p:cNvSpPr txBox="1"/>
          <p:nvPr/>
        </p:nvSpPr>
        <p:spPr>
          <a:xfrm>
            <a:off x="749808"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1"/>
          <p:cNvSpPr txBox="1"/>
          <p:nvPr/>
        </p:nvSpPr>
        <p:spPr>
          <a:xfrm>
            <a:off x="1097280"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graphicFrame>
        <p:nvGraphicFramePr>
          <p:cNvPr id="27" name="Chart 3" descr=""/>
          <p:cNvGraphicFramePr/>
          <p:nvPr/>
        </p:nvGraphicFramePr>
        <p:xfrm>
          <a:off x="1097280" y="5003597"/>
          <a:ext cx="1972056" cy="301569"/>
        </p:xfrm>
        <a:graphic xmlns:a="http://schemas.openxmlformats.org/drawingml/2006/main">
          <a:graphicData uri="http://schemas.openxmlformats.org/drawingml/2006/chart">
            <c:chart xmlns:c="http://schemas.openxmlformats.org/drawingml/2006/chart" r:id="rId4"/>
          </a:graphicData>
        </a:graphic>
      </p:graphicFrame>
      <p:sp>
        <p:nvSpPr>
          <p:cNvPr id="28" name="Text 22"/>
          <p:cNvSpPr txBox="1"/>
          <p:nvPr/>
        </p:nvSpPr>
        <p:spPr>
          <a:xfrm>
            <a:off x="2941320"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9" name="Shape 23"/>
          <p:cNvSpPr/>
          <p:nvPr/>
        </p:nvSpPr>
        <p:spPr>
          <a:xfrm>
            <a:off x="658368" y="5358384"/>
            <a:ext cx="3489960" cy="886968"/>
          </a:xfrm>
          <a:prstGeom prst="rect">
            <a:avLst/>
          </a:prstGeom>
          <a:solidFill>
            <a:srgbClr val="F7F7F7"/>
          </a:solidFill>
          <a:ln/>
        </p:spPr>
      </p:sp>
      <p:sp>
        <p:nvSpPr>
          <p:cNvPr id="30" name="Text 24"/>
          <p:cNvSpPr txBox="1"/>
          <p:nvPr/>
        </p:nvSpPr>
        <p:spPr>
          <a:xfrm>
            <a:off x="749808"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5"/>
          <p:cNvSpPr txBox="1"/>
          <p:nvPr/>
        </p:nvSpPr>
        <p:spPr>
          <a:xfrm>
            <a:off x="1097280"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graphicFrame>
        <p:nvGraphicFramePr>
          <p:cNvPr id="32" name="Chart 4" descr=""/>
          <p:cNvGraphicFramePr/>
          <p:nvPr/>
        </p:nvGraphicFramePr>
        <p:xfrm>
          <a:off x="1097280" y="5890565"/>
          <a:ext cx="1972056" cy="301569"/>
        </p:xfrm>
        <a:graphic xmlns:a="http://schemas.openxmlformats.org/drawingml/2006/main">
          <a:graphicData uri="http://schemas.openxmlformats.org/drawingml/2006/chart">
            <c:chart xmlns:c="http://schemas.openxmlformats.org/drawingml/2006/chart" r:id="rId5"/>
          </a:graphicData>
        </a:graphic>
      </p:graphicFrame>
      <p:sp>
        <p:nvSpPr>
          <p:cNvPr id="33" name="Text 26"/>
          <p:cNvSpPr txBox="1"/>
          <p:nvPr/>
        </p:nvSpPr>
        <p:spPr>
          <a:xfrm>
            <a:off x="2941320"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4" name="Shape 27"/>
          <p:cNvSpPr/>
          <p:nvPr/>
        </p:nvSpPr>
        <p:spPr>
          <a:xfrm>
            <a:off x="4349496" y="1371600"/>
            <a:ext cx="3489960" cy="45720"/>
          </a:xfrm>
          <a:prstGeom prst="rect">
            <a:avLst/>
          </a:prstGeom>
          <a:solidFill>
            <a:srgbClr val="C2352F"/>
          </a:solidFill>
          <a:ln/>
        </p:spPr>
      </p:sp>
      <p:sp>
        <p:nvSpPr>
          <p:cNvPr id="35"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Shape 29"/>
          <p:cNvSpPr/>
          <p:nvPr/>
        </p:nvSpPr>
        <p:spPr>
          <a:xfrm>
            <a:off x="4349496" y="1810512"/>
            <a:ext cx="3489960" cy="886968"/>
          </a:xfrm>
          <a:prstGeom prst="rect">
            <a:avLst/>
          </a:prstGeom>
          <a:solidFill>
            <a:srgbClr val="F7F7F7"/>
          </a:solidFill>
          <a:ln/>
        </p:spPr>
      </p:sp>
      <p:sp>
        <p:nvSpPr>
          <p:cNvPr id="37" name="Text 30"/>
          <p:cNvSpPr txBox="1"/>
          <p:nvPr/>
        </p:nvSpPr>
        <p:spPr>
          <a:xfrm>
            <a:off x="4440936"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1"/>
          <p:cNvSpPr txBox="1"/>
          <p:nvPr/>
        </p:nvSpPr>
        <p:spPr>
          <a:xfrm>
            <a:off x="4788408"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graphicFrame>
        <p:nvGraphicFramePr>
          <p:cNvPr id="39" name="Chart 5" descr=""/>
          <p:cNvGraphicFramePr/>
          <p:nvPr/>
        </p:nvGraphicFramePr>
        <p:xfrm>
          <a:off x="4788408" y="2342693"/>
          <a:ext cx="1972056" cy="301569"/>
        </p:xfrm>
        <a:graphic xmlns:a="http://schemas.openxmlformats.org/drawingml/2006/main">
          <a:graphicData uri="http://schemas.openxmlformats.org/drawingml/2006/chart">
            <c:chart xmlns:c="http://schemas.openxmlformats.org/drawingml/2006/chart" r:id="rId6"/>
          </a:graphicData>
        </a:graphic>
      </p:graphicFrame>
      <p:sp>
        <p:nvSpPr>
          <p:cNvPr id="40" name="Text 32"/>
          <p:cNvSpPr txBox="1"/>
          <p:nvPr/>
        </p:nvSpPr>
        <p:spPr>
          <a:xfrm>
            <a:off x="6632448" y="1810512"/>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41" name="Text 33"/>
          <p:cNvSpPr txBox="1"/>
          <p:nvPr/>
        </p:nvSpPr>
        <p:spPr>
          <a:xfrm>
            <a:off x="4440936"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34"/>
          <p:cNvSpPr txBox="1"/>
          <p:nvPr/>
        </p:nvSpPr>
        <p:spPr>
          <a:xfrm>
            <a:off x="4788408"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graphicFrame>
        <p:nvGraphicFramePr>
          <p:cNvPr id="43" name="Chart 6" descr=""/>
          <p:cNvGraphicFramePr/>
          <p:nvPr/>
        </p:nvGraphicFramePr>
        <p:xfrm>
          <a:off x="4788408" y="3229661"/>
          <a:ext cx="1972056" cy="301569"/>
        </p:xfrm>
        <a:graphic xmlns:a="http://schemas.openxmlformats.org/drawingml/2006/main">
          <a:graphicData uri="http://schemas.openxmlformats.org/drawingml/2006/chart">
            <c:chart xmlns:c="http://schemas.openxmlformats.org/drawingml/2006/chart" r:id="rId7"/>
          </a:graphicData>
        </a:graphic>
      </p:graphicFrame>
      <p:sp>
        <p:nvSpPr>
          <p:cNvPr id="44" name="Text 35"/>
          <p:cNvSpPr txBox="1"/>
          <p:nvPr/>
        </p:nvSpPr>
        <p:spPr>
          <a:xfrm>
            <a:off x="6632448" y="2697480"/>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36"/>
          <p:cNvSpPr/>
          <p:nvPr/>
        </p:nvSpPr>
        <p:spPr>
          <a:xfrm>
            <a:off x="4349496" y="3584448"/>
            <a:ext cx="3489960" cy="886968"/>
          </a:xfrm>
          <a:prstGeom prst="rect">
            <a:avLst/>
          </a:prstGeom>
          <a:solidFill>
            <a:srgbClr val="F7F7F7"/>
          </a:solidFill>
          <a:ln/>
        </p:spPr>
      </p:sp>
      <p:sp>
        <p:nvSpPr>
          <p:cNvPr id="46" name="Text 37"/>
          <p:cNvSpPr txBox="1"/>
          <p:nvPr/>
        </p:nvSpPr>
        <p:spPr>
          <a:xfrm>
            <a:off x="4440936"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38"/>
          <p:cNvSpPr txBox="1"/>
          <p:nvPr/>
        </p:nvSpPr>
        <p:spPr>
          <a:xfrm>
            <a:off x="4788408"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graphicFrame>
        <p:nvGraphicFramePr>
          <p:cNvPr id="48" name="Chart 7" descr=""/>
          <p:cNvGraphicFramePr/>
          <p:nvPr/>
        </p:nvGraphicFramePr>
        <p:xfrm>
          <a:off x="4788408" y="4116629"/>
          <a:ext cx="1972056" cy="301569"/>
        </p:xfrm>
        <a:graphic xmlns:a="http://schemas.openxmlformats.org/drawingml/2006/main">
          <a:graphicData uri="http://schemas.openxmlformats.org/drawingml/2006/chart">
            <c:chart xmlns:c="http://schemas.openxmlformats.org/drawingml/2006/chart" r:id="rId8"/>
          </a:graphicData>
        </a:graphic>
      </p:graphicFrame>
      <p:sp>
        <p:nvSpPr>
          <p:cNvPr id="49" name="Text 39"/>
          <p:cNvSpPr txBox="1"/>
          <p:nvPr/>
        </p:nvSpPr>
        <p:spPr>
          <a:xfrm>
            <a:off x="6632448" y="3584448"/>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0" name="Text 40"/>
          <p:cNvSpPr txBox="1"/>
          <p:nvPr/>
        </p:nvSpPr>
        <p:spPr>
          <a:xfrm>
            <a:off x="4440936"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1"/>
          <p:cNvSpPr txBox="1"/>
          <p:nvPr/>
        </p:nvSpPr>
        <p:spPr>
          <a:xfrm>
            <a:off x="4788408"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graphicFrame>
        <p:nvGraphicFramePr>
          <p:cNvPr id="52" name="Chart 8" descr=""/>
          <p:cNvGraphicFramePr/>
          <p:nvPr/>
        </p:nvGraphicFramePr>
        <p:xfrm>
          <a:off x="4788408" y="5003597"/>
          <a:ext cx="1972056" cy="301569"/>
        </p:xfrm>
        <a:graphic xmlns:a="http://schemas.openxmlformats.org/drawingml/2006/main">
          <a:graphicData uri="http://schemas.openxmlformats.org/drawingml/2006/chart">
            <c:chart xmlns:c="http://schemas.openxmlformats.org/drawingml/2006/chart" r:id="rId9"/>
          </a:graphicData>
        </a:graphic>
      </p:graphicFrame>
      <p:sp>
        <p:nvSpPr>
          <p:cNvPr id="53" name="Text 42"/>
          <p:cNvSpPr txBox="1"/>
          <p:nvPr/>
        </p:nvSpPr>
        <p:spPr>
          <a:xfrm>
            <a:off x="6632448" y="4471416"/>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54" name="Shape 43"/>
          <p:cNvSpPr/>
          <p:nvPr/>
        </p:nvSpPr>
        <p:spPr>
          <a:xfrm>
            <a:off x="4349496" y="5358384"/>
            <a:ext cx="3489960" cy="886968"/>
          </a:xfrm>
          <a:prstGeom prst="rect">
            <a:avLst/>
          </a:prstGeom>
          <a:solidFill>
            <a:srgbClr val="F7F7F7"/>
          </a:solidFill>
          <a:ln/>
        </p:spPr>
      </p:sp>
      <p:sp>
        <p:nvSpPr>
          <p:cNvPr id="55" name="Text 44"/>
          <p:cNvSpPr txBox="1"/>
          <p:nvPr/>
        </p:nvSpPr>
        <p:spPr>
          <a:xfrm>
            <a:off x="4440936"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45"/>
          <p:cNvSpPr txBox="1"/>
          <p:nvPr/>
        </p:nvSpPr>
        <p:spPr>
          <a:xfrm>
            <a:off x="4788408"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graphicFrame>
        <p:nvGraphicFramePr>
          <p:cNvPr id="57" name="Chart 9" descr=""/>
          <p:cNvGraphicFramePr/>
          <p:nvPr/>
        </p:nvGraphicFramePr>
        <p:xfrm>
          <a:off x="4788408" y="5890565"/>
          <a:ext cx="1972056" cy="301569"/>
        </p:xfrm>
        <a:graphic xmlns:a="http://schemas.openxmlformats.org/drawingml/2006/main">
          <a:graphicData uri="http://schemas.openxmlformats.org/drawingml/2006/chart">
            <c:chart xmlns:c="http://schemas.openxmlformats.org/drawingml/2006/chart" r:id="rId10"/>
          </a:graphicData>
        </a:graphic>
      </p:graphicFrame>
      <p:sp>
        <p:nvSpPr>
          <p:cNvPr id="58" name="Text 46"/>
          <p:cNvSpPr txBox="1"/>
          <p:nvPr/>
        </p:nvSpPr>
        <p:spPr>
          <a:xfrm>
            <a:off x="6632448" y="5358384"/>
            <a:ext cx="1115568" cy="886968"/>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59" name="Shape 47"/>
          <p:cNvSpPr/>
          <p:nvPr/>
        </p:nvSpPr>
        <p:spPr>
          <a:xfrm>
            <a:off x="8040624" y="1371600"/>
            <a:ext cx="3489960" cy="45720"/>
          </a:xfrm>
          <a:prstGeom prst="rect">
            <a:avLst/>
          </a:prstGeom>
          <a:solidFill>
            <a:srgbClr val="2587C5"/>
          </a:solidFill>
          <a:ln/>
        </p:spPr>
      </p:sp>
      <p:sp>
        <p:nvSpPr>
          <p:cNvPr id="6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Shape 49"/>
          <p:cNvSpPr/>
          <p:nvPr/>
        </p:nvSpPr>
        <p:spPr>
          <a:xfrm>
            <a:off x="8040624" y="1810512"/>
            <a:ext cx="3489960" cy="886968"/>
          </a:xfrm>
          <a:prstGeom prst="rect">
            <a:avLst/>
          </a:prstGeom>
          <a:solidFill>
            <a:srgbClr val="F7F7F7"/>
          </a:solidFill>
          <a:ln/>
        </p:spPr>
      </p:sp>
      <p:sp>
        <p:nvSpPr>
          <p:cNvPr id="62" name="Text 50"/>
          <p:cNvSpPr txBox="1"/>
          <p:nvPr/>
        </p:nvSpPr>
        <p:spPr>
          <a:xfrm>
            <a:off x="8132064" y="1810512"/>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3" name="Text 51"/>
          <p:cNvSpPr txBox="1"/>
          <p:nvPr/>
        </p:nvSpPr>
        <p:spPr>
          <a:xfrm>
            <a:off x="8479536" y="1854860"/>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graphicFrame>
        <p:nvGraphicFramePr>
          <p:cNvPr id="64" name="Chart 10"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1"/>
          </a:graphicData>
        </a:graphic>
      </p:graphicFrame>
      <p:graphicFrame>
        <p:nvGraphicFramePr>
          <p:cNvPr id="65" name="Chart 11" descr=""/>
          <p:cNvGraphicFramePr/>
          <p:nvPr/>
        </p:nvGraphicFramePr>
        <p:xfrm>
          <a:off x="8479536" y="2342693"/>
          <a:ext cx="1972056" cy="301569"/>
        </p:xfrm>
        <a:graphic xmlns:a="http://schemas.openxmlformats.org/drawingml/2006/main">
          <a:graphicData uri="http://schemas.openxmlformats.org/drawingml/2006/chart">
            <c:chart xmlns:c="http://schemas.openxmlformats.org/drawingml/2006/chart" r:id="rId12"/>
          </a:graphicData>
        </a:graphic>
      </p:graphicFrame>
      <p:sp>
        <p:nvSpPr>
          <p:cNvPr id="66" name="Text 52"/>
          <p:cNvSpPr txBox="1"/>
          <p:nvPr/>
        </p:nvSpPr>
        <p:spPr>
          <a:xfrm>
            <a:off x="10323576" y="1810512"/>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 pts</a:t>
            </a:r>
            <a:endParaRPr lang="en-US" sz="1600" dirty="0"/>
          </a:p>
        </p:txBody>
      </p:sp>
      <p:sp>
        <p:nvSpPr>
          <p:cNvPr id="67" name="Text 53"/>
          <p:cNvSpPr txBox="1"/>
          <p:nvPr/>
        </p:nvSpPr>
        <p:spPr>
          <a:xfrm>
            <a:off x="8132064" y="2697480"/>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54"/>
          <p:cNvSpPr txBox="1"/>
          <p:nvPr/>
        </p:nvSpPr>
        <p:spPr>
          <a:xfrm>
            <a:off x="8479536" y="2741828"/>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graphicFrame>
        <p:nvGraphicFramePr>
          <p:cNvPr id="69" name="Chart 12"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3"/>
          </a:graphicData>
        </a:graphic>
      </p:graphicFrame>
      <p:graphicFrame>
        <p:nvGraphicFramePr>
          <p:cNvPr id="70" name="Chart 13" descr=""/>
          <p:cNvGraphicFramePr/>
          <p:nvPr/>
        </p:nvGraphicFramePr>
        <p:xfrm>
          <a:off x="8479536" y="3229661"/>
          <a:ext cx="1972056" cy="301569"/>
        </p:xfrm>
        <a:graphic xmlns:a="http://schemas.openxmlformats.org/drawingml/2006/main">
          <a:graphicData uri="http://schemas.openxmlformats.org/drawingml/2006/chart">
            <c:chart xmlns:c="http://schemas.openxmlformats.org/drawingml/2006/chart" r:id="rId14"/>
          </a:graphicData>
        </a:graphic>
      </p:graphicFrame>
      <p:sp>
        <p:nvSpPr>
          <p:cNvPr id="71" name="Text 55"/>
          <p:cNvSpPr txBox="1"/>
          <p:nvPr/>
        </p:nvSpPr>
        <p:spPr>
          <a:xfrm>
            <a:off x="10323576" y="2697480"/>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72" name="Shape 56"/>
          <p:cNvSpPr/>
          <p:nvPr/>
        </p:nvSpPr>
        <p:spPr>
          <a:xfrm>
            <a:off x="8040624" y="3584448"/>
            <a:ext cx="3489960" cy="886968"/>
          </a:xfrm>
          <a:prstGeom prst="rect">
            <a:avLst/>
          </a:prstGeom>
          <a:solidFill>
            <a:srgbClr val="F7F7F7"/>
          </a:solidFill>
          <a:ln/>
        </p:spPr>
      </p:sp>
      <p:sp>
        <p:nvSpPr>
          <p:cNvPr id="73" name="Text 57"/>
          <p:cNvSpPr txBox="1"/>
          <p:nvPr/>
        </p:nvSpPr>
        <p:spPr>
          <a:xfrm>
            <a:off x="8132064" y="3584448"/>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58"/>
          <p:cNvSpPr txBox="1"/>
          <p:nvPr/>
        </p:nvSpPr>
        <p:spPr>
          <a:xfrm>
            <a:off x="8479536" y="3628796"/>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graphicFrame>
        <p:nvGraphicFramePr>
          <p:cNvPr id="75" name="Chart 14"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5"/>
          </a:graphicData>
        </a:graphic>
      </p:graphicFrame>
      <p:graphicFrame>
        <p:nvGraphicFramePr>
          <p:cNvPr id="76" name="Chart 15" descr=""/>
          <p:cNvGraphicFramePr/>
          <p:nvPr/>
        </p:nvGraphicFramePr>
        <p:xfrm>
          <a:off x="8479536" y="4116629"/>
          <a:ext cx="1972056" cy="301569"/>
        </p:xfrm>
        <a:graphic xmlns:a="http://schemas.openxmlformats.org/drawingml/2006/main">
          <a:graphicData uri="http://schemas.openxmlformats.org/drawingml/2006/chart">
            <c:chart xmlns:c="http://schemas.openxmlformats.org/drawingml/2006/chart" r:id="rId16"/>
          </a:graphicData>
        </a:graphic>
      </p:graphicFrame>
      <p:sp>
        <p:nvSpPr>
          <p:cNvPr id="77" name="Text 59"/>
          <p:cNvSpPr txBox="1"/>
          <p:nvPr/>
        </p:nvSpPr>
        <p:spPr>
          <a:xfrm>
            <a:off x="10323576" y="3584448"/>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78" name="Shape 60"/>
          <p:cNvSpPr/>
          <p:nvPr/>
        </p:nvSpPr>
        <p:spPr>
          <a:xfrm>
            <a:off x="11466576" y="4507992"/>
            <a:ext cx="64008" cy="813816"/>
          </a:xfrm>
          <a:prstGeom prst="rect">
            <a:avLst/>
          </a:prstGeom>
          <a:solidFill>
            <a:srgbClr val="12A566"/>
          </a:solidFill>
          <a:ln/>
        </p:spPr>
      </p:sp>
      <p:sp>
        <p:nvSpPr>
          <p:cNvPr id="79" name="Text 61"/>
          <p:cNvSpPr txBox="1"/>
          <p:nvPr/>
        </p:nvSpPr>
        <p:spPr>
          <a:xfrm>
            <a:off x="8132064" y="4471416"/>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62"/>
          <p:cNvSpPr txBox="1"/>
          <p:nvPr/>
        </p:nvSpPr>
        <p:spPr>
          <a:xfrm>
            <a:off x="8479536" y="4515764"/>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graphicFrame>
        <p:nvGraphicFramePr>
          <p:cNvPr id="81" name="Chart 16"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7"/>
          </a:graphicData>
        </a:graphic>
      </p:graphicFrame>
      <p:graphicFrame>
        <p:nvGraphicFramePr>
          <p:cNvPr id="82" name="Chart 17" descr=""/>
          <p:cNvGraphicFramePr/>
          <p:nvPr/>
        </p:nvGraphicFramePr>
        <p:xfrm>
          <a:off x="8479536" y="5003597"/>
          <a:ext cx="1972056" cy="301569"/>
        </p:xfrm>
        <a:graphic xmlns:a="http://schemas.openxmlformats.org/drawingml/2006/main">
          <a:graphicData uri="http://schemas.openxmlformats.org/drawingml/2006/chart">
            <c:chart xmlns:c="http://schemas.openxmlformats.org/drawingml/2006/chart" r:id="rId18"/>
          </a:graphicData>
        </a:graphic>
      </p:graphicFrame>
      <p:sp>
        <p:nvSpPr>
          <p:cNvPr id="83" name="Text 63"/>
          <p:cNvSpPr txBox="1"/>
          <p:nvPr/>
        </p:nvSpPr>
        <p:spPr>
          <a:xfrm>
            <a:off x="10323576" y="4471416"/>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84" name="Shape 64"/>
          <p:cNvSpPr/>
          <p:nvPr/>
        </p:nvSpPr>
        <p:spPr>
          <a:xfrm>
            <a:off x="8040624" y="5358384"/>
            <a:ext cx="3489960" cy="886968"/>
          </a:xfrm>
          <a:prstGeom prst="rect">
            <a:avLst/>
          </a:prstGeom>
          <a:solidFill>
            <a:srgbClr val="F7F7F7"/>
          </a:solidFill>
          <a:ln/>
        </p:spPr>
      </p:sp>
      <p:sp>
        <p:nvSpPr>
          <p:cNvPr id="85" name="Shape 65"/>
          <p:cNvSpPr/>
          <p:nvPr/>
        </p:nvSpPr>
        <p:spPr>
          <a:xfrm>
            <a:off x="11466576" y="5394960"/>
            <a:ext cx="64008" cy="813816"/>
          </a:xfrm>
          <a:prstGeom prst="rect">
            <a:avLst/>
          </a:prstGeom>
          <a:solidFill>
            <a:srgbClr val="12A566"/>
          </a:solidFill>
          <a:ln/>
        </p:spPr>
      </p:sp>
      <p:sp>
        <p:nvSpPr>
          <p:cNvPr id="86" name="Text 66"/>
          <p:cNvSpPr txBox="1"/>
          <p:nvPr/>
        </p:nvSpPr>
        <p:spPr>
          <a:xfrm>
            <a:off x="8132064" y="5358384"/>
            <a:ext cx="365760" cy="88696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67"/>
          <p:cNvSpPr txBox="1"/>
          <p:nvPr/>
        </p:nvSpPr>
        <p:spPr>
          <a:xfrm>
            <a:off x="8479536" y="5402732"/>
            <a:ext cx="2959608" cy="461223"/>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44.7%</a:t>
            </a:r>
            <a:endParaRPr lang="en-US" sz="1400" dirty="0"/>
          </a:p>
        </p:txBody>
      </p:sp>
      <p:graphicFrame>
        <p:nvGraphicFramePr>
          <p:cNvPr id="88" name="Chart 18"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19"/>
          </a:graphicData>
        </a:graphic>
      </p:graphicFrame>
      <p:graphicFrame>
        <p:nvGraphicFramePr>
          <p:cNvPr id="89" name="Chart 19" descr=""/>
          <p:cNvGraphicFramePr/>
          <p:nvPr/>
        </p:nvGraphicFramePr>
        <p:xfrm>
          <a:off x="8479536" y="5890565"/>
          <a:ext cx="1972056" cy="301569"/>
        </p:xfrm>
        <a:graphic xmlns:a="http://schemas.openxmlformats.org/drawingml/2006/main">
          <a:graphicData uri="http://schemas.openxmlformats.org/drawingml/2006/chart">
            <c:chart xmlns:c="http://schemas.openxmlformats.org/drawingml/2006/chart" r:id="rId20"/>
          </a:graphicData>
        </a:graphic>
      </p:graphicFrame>
      <p:sp>
        <p:nvSpPr>
          <p:cNvPr id="90" name="Text 68"/>
          <p:cNvSpPr txBox="1"/>
          <p:nvPr/>
        </p:nvSpPr>
        <p:spPr>
          <a:xfrm>
            <a:off x="10323576" y="5358384"/>
            <a:ext cx="1115568" cy="886968"/>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2026-10-29T06:37:49Z</dcterms:created>
  <dcterms:modified xsi:type="dcterms:W3CDTF">2026-10-29T06:37:49Z</dcterms:modified>
</cp:coreProperties>
</file>