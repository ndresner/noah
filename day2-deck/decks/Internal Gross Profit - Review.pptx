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Top and bottom five stores by change in Internal Labor Gross Profit %,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Top and bottom five stores by change in Internal Parts Gross Profit %,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77.9% → 78.1% (+0.3 pts).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85.1%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Acura, Honda Spokane and LR Reno what changed. Ask Nissan, LR LV and Mazda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36.0% → 36.5% (+0.5 pts).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37.1%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33.8%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Acura, Hyundai Prescott and Honda Flagstaff what changed. Ask VW St George, Kia LV and LR LV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2026-10-22T22:23:05Z</dcterms:created>
  <dcterms:modified xsi:type="dcterms:W3CDTF">2026-10-22T22:23:05Z</dcterms:modified>
</cp:coreProperties>
</file>