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>77.8</c:v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/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77.8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78.3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/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>78.3</c:v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>36.4</c:v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/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/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>36.7</c:v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Top and bottom five stores by change in Internal Labor Gross Profit %,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Top and bottom five stores by change in Internal Parts Gross Profit %,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649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6412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5699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5462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5217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5172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5120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50231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4857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45024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4254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40246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4020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36481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32710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2821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241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223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2150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2097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2016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18946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139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1194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10617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1054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10205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9518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9429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8772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3715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4142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32619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7659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4954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226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033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3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14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92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888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605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2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321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314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173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95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88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1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4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6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0490" y="2391651"/>
            <a:ext cx="355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51253" y="2631546"/>
            <a:ext cx="847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26020" y="2871442"/>
            <a:ext cx="110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11478" y="3111337"/>
            <a:ext cx="12454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01170" y="3351233"/>
            <a:ext cx="1348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108753" y="3591128"/>
            <a:ext cx="227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91564" y="3831024"/>
            <a:ext cx="2444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60005" y="4070920"/>
            <a:ext cx="27601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35101" y="4310815"/>
            <a:ext cx="3009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4892" y="4550711"/>
            <a:ext cx="3811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9245" y="4790606"/>
            <a:ext cx="4067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5948" y="5030502"/>
            <a:ext cx="4700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2326" y="5270397"/>
            <a:ext cx="4936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77.9% → 78.1% (+0.3 pts).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76.6%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85.1%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76.9%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Acura, Honda Spokane and LR Reno what changed. Ask Nissan, LR LV and Mazda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713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2608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270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042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2919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4763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36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384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3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2616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208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1119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97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826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1776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75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31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441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003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65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443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7888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635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270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096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677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522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5864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603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414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3513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988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10958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5999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69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448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411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100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661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21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42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12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60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53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108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922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9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908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589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55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286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11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25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06469" y="2871442"/>
            <a:ext cx="2955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93325" y="3111337"/>
            <a:ext cx="426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14515" y="3351233"/>
            <a:ext cx="121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50201" y="3591128"/>
            <a:ext cx="2858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11711" y="3831024"/>
            <a:ext cx="324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4654" y="4070920"/>
            <a:ext cx="3713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964060" y="4310815"/>
            <a:ext cx="37196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8532" y="4550711"/>
            <a:ext cx="377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881593" y="4790606"/>
            <a:ext cx="4544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75241" y="5030502"/>
            <a:ext cx="46078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760254" y="5270397"/>
            <a:ext cx="5757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31990" y="5510293"/>
            <a:ext cx="6040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36.0% → 36.5% (+0.5 pts).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37.1%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28.9%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33.8%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Acura, Hyundai Prescott and Honda Flagstaff what changed. Ask VW St George, Kia LV and LR LV what got in the way.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2026-10-22T22:36:33Z</dcterms:created>
  <dcterms:modified xsi:type="dcterms:W3CDTF">2026-10-22T22:36:33Z</dcterms:modified>
</cp:coreProperties>
</file>