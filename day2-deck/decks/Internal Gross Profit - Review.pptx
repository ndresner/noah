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16 of 33 stores at or above the 78.1% group, led by Honda Henderson at 85.9%. Audi Reno is lowest at 58.8%.Source: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36.5% group, led by Toyota Henderson at 45.1%. CDJR Post Falls is lowest at 24.4%.Source: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Hyundai Prescott and Honda Flagstaff what changed. Ask VW St George, Kia LV and LR LV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16 of 33 stores at or above the 78.1% group.</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2026-10-27T21:57:49Z</dcterms:created>
  <dcterms:modified xsi:type="dcterms:W3CDTF">2026-10-27T21:57:49Z</dcterms:modified>
</cp:coreProperties>
</file>