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0.7174160247123765</c:v>
                </c:pt>
                <c:pt idx="1">
                  <c:v>0.7175361327620391</c:v>
                </c:pt>
                <c:pt idx="2">
                  <c:v>0.711607661423203</c:v>
                </c:pt>
                <c:pt idx="3">
                  <c:v>0.7159331805150619</c:v>
                </c:pt>
                <c:pt idx="4">
                  <c:v>0.7135978821918489</c:v>
                </c:pt>
                <c:pt idx="5">
                  <c:v>0.7213545615772601</c:v>
                </c:pt>
                <c:pt idx="6">
                  <c:v>0.7064116474466818</c:v>
                </c:pt>
                <c:pt idx="7">
                  <c:v>0.711205043496377</c:v>
                </c:pt>
                <c:pt idx="8">
                  <c:v>0.7298815972600206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0.7651085981493705</c:v>
                </c:pt>
                <c:pt idx="1">
                  <c:v>0.7621976687505652</c:v>
                </c:pt>
                <c:pt idx="2">
                  <c:v>0.7548864768837471</c:v>
                </c:pt>
                <c:pt idx="3">
                  <c:v>0.7897413228341565</c:v>
                </c:pt>
                <c:pt idx="4">
                  <c:v>0.7796153341420556</c:v>
                </c:pt>
                <c:pt idx="5">
                  <c:v>0.7816763192620453</c:v>
                </c:pt>
                <c:pt idx="6">
                  <c:v>0.7817499585359114</c:v>
                </c:pt>
                <c:pt idx="7">
                  <c:v>0.7744891631322395</c:v>
                </c:pt>
                <c:pt idx="8">
                  <c:v>0.7683527583064161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64076968651546"/>
          <c:min val="0.6997452734156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0.7845953303510527</c:v>
                </c:pt>
                <c:pt idx="1">
                  <c:v>0.7729916321370631</c:v>
                </c:pt>
                <c:pt idx="2">
                  <c:v>0.7649357705842584</c:v>
                </c:pt>
                <c:pt idx="3">
                  <c:v>0.7601357028583657</c:v>
                </c:pt>
                <c:pt idx="4">
                  <c:v>0.7550778890530081</c:v>
                </c:pt>
                <c:pt idx="5">
                  <c:v>0.7621083162398041</c:v>
                </c:pt>
                <c:pt idx="6">
                  <c:v>0.7503007128512356</c:v>
                </c:pt>
                <c:pt idx="7">
                  <c:v>0.7454293133609077</c:v>
                </c:pt>
                <c:pt idx="8">
                  <c:v>0.7561357924156353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0.8019546067086512</c:v>
                </c:pt>
                <c:pt idx="1">
                  <c:v>0.8024559796478014</c:v>
                </c:pt>
                <c:pt idx="2">
                  <c:v>0.807102420759885</c:v>
                </c:pt>
                <c:pt idx="3">
                  <c:v>0.7897822971634221</c:v>
                </c:pt>
                <c:pt idx="4">
                  <c:v>0.7902116861910387</c:v>
                </c:pt>
                <c:pt idx="5">
                  <c:v>0.8082847682215061</c:v>
                </c:pt>
                <c:pt idx="6">
                  <c:v>0.7968095058907267</c:v>
                </c:pt>
                <c:pt idx="7">
                  <c:v>0.7882622808321431</c:v>
                </c:pt>
                <c:pt idx="8">
                  <c:v>0.7915471517301852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313204610354"/>
          <c:min val="0.7404008769720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0.821004223472653</c:v>
                </c:pt>
                <c:pt idx="1">
                  <c:v>0.7908593315450893</c:v>
                </c:pt>
                <c:pt idx="2">
                  <c:v>0.8196927816486322</c:v>
                </c:pt>
                <c:pt idx="3">
                  <c:v>0.7940249956760895</c:v>
                </c:pt>
                <c:pt idx="4">
                  <c:v>0.7755463341349312</c:v>
                </c:pt>
                <c:pt idx="5">
                  <c:v>0.7943296633846629</c:v>
                </c:pt>
                <c:pt idx="6">
                  <c:v>0.7664066066429431</c:v>
                </c:pt>
                <c:pt idx="7">
                  <c:v>0.7784509230786871</c:v>
                </c:pt>
                <c:pt idx="8">
                  <c:v>0.7318632275848054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0.8108845602258622</c:v>
                </c:pt>
                <c:pt idx="1">
                  <c:v>0.840929658677421</c:v>
                </c:pt>
                <c:pt idx="2">
                  <c:v>0.8390248325890332</c:v>
                </c:pt>
                <c:pt idx="3">
                  <c:v>0.8291677257814949</c:v>
                </c:pt>
                <c:pt idx="4">
                  <c:v>0.8623185852535402</c:v>
                </c:pt>
                <c:pt idx="5">
                  <c:v>0.7837174418342302</c:v>
                </c:pt>
                <c:pt idx="6">
                  <c:v>0.7785272659297353</c:v>
                </c:pt>
                <c:pt idx="7">
                  <c:v>0.7950715265630648</c:v>
                </c:pt>
                <c:pt idx="8">
                  <c:v>0.8546545389915389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2755013867039"/>
          <c:min val="0.72142679897130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0.844029126201906</c:v>
                </c:pt>
                <c:pt idx="1">
                  <c:v>0.8234677348620243</c:v>
                </c:pt>
                <c:pt idx="2">
                  <c:v>0.8211512662648183</c:v>
                </c:pt>
                <c:pt idx="3">
                  <c:v>0.8292120643214128</c:v>
                </c:pt>
                <c:pt idx="4">
                  <c:v>0.8239402913818182</c:v>
                </c:pt>
                <c:pt idx="5">
                  <c:v>0.8224654795836143</c:v>
                </c:pt>
                <c:pt idx="6">
                  <c:v>0.8175181940835012</c:v>
                </c:pt>
                <c:pt idx="7">
                  <c:v>0.8181647520220907</c:v>
                </c:pt>
                <c:pt idx="8">
                  <c:v>0.8091925366833495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0.8207718761422481</c:v>
                </c:pt>
                <c:pt idx="1">
                  <c:v>0.8071626179147107</c:v>
                </c:pt>
                <c:pt idx="2">
                  <c:v>0.7913926437596334</c:v>
                </c:pt>
                <c:pt idx="3">
                  <c:v>0.7976790049354048</c:v>
                </c:pt>
                <c:pt idx="4">
                  <c:v>0.8087052072523045</c:v>
                </c:pt>
                <c:pt idx="5">
                  <c:v>0.8050327990210725</c:v>
                </c:pt>
                <c:pt idx="6">
                  <c:v>0.7945438740960858</c:v>
                </c:pt>
                <c:pt idx="7">
                  <c:v>0.7962894165320278</c:v>
                </c:pt>
                <c:pt idx="8">
                  <c:v>0.8083103086707945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0.8266305730683328</c:v>
                </c:pt>
                <c:pt idx="1">
                  <c:v>0.82581204718767</c:v>
                </c:pt>
                <c:pt idx="2">
                  <c:v>0.813242148066332</c:v>
                </c:pt>
                <c:pt idx="3">
                  <c:v>0.8225578395308619</c:v>
                </c:pt>
                <c:pt idx="4">
                  <c:v>0.8254908809260706</c:v>
                </c:pt>
                <c:pt idx="5">
                  <c:v>0.8329267976839194</c:v>
                </c:pt>
                <c:pt idx="6">
                  <c:v>0.8325181969961581</c:v>
                </c:pt>
                <c:pt idx="7">
                  <c:v>0.8354708924750498</c:v>
                </c:pt>
                <c:pt idx="8">
                  <c:v>0.8367069962349886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32144433017"/>
          <c:min val="0.7877674955616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0.7851708215193521</c:v>
                </c:pt>
                <c:pt idx="1">
                  <c:v>0.7721620054041067</c:v>
                </c:pt>
                <c:pt idx="2">
                  <c:v>0.797979160770411</c:v>
                </c:pt>
                <c:pt idx="3">
                  <c:v>0.7797813857233051</c:v>
                </c:pt>
                <c:pt idx="4">
                  <c:v>0.7557826708733755</c:v>
                </c:pt>
                <c:pt idx="5">
                  <c:v>0.7179182662221913</c:v>
                </c:pt>
                <c:pt idx="6">
                  <c:v>0.7639490526693069</c:v>
                </c:pt>
                <c:pt idx="7">
                  <c:v>0.7365490934769798</c:v>
                </c:pt>
                <c:pt idx="8">
                  <c:v>0.7655757226439307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0.7102083610781524</c:v>
                </c:pt>
                <c:pt idx="1">
                  <c:v>0.6966919809323946</c:v>
                </c:pt>
                <c:pt idx="2">
                  <c:v>0.6958658407671268</c:v>
                </c:pt>
                <c:pt idx="3">
                  <c:v>0.6849311508867544</c:v>
                </c:pt>
                <c:pt idx="4">
                  <c:v>0.6739023507530385</c:v>
                </c:pt>
                <c:pt idx="5">
                  <c:v>0.6581074983978068</c:v>
                </c:pt>
                <c:pt idx="6">
                  <c:v>0.6465264625694603</c:v>
                </c:pt>
                <c:pt idx="7">
                  <c:v>0.6221645825802212</c:v>
                </c:pt>
                <c:pt idx="8">
                  <c:v>0.7013007088219111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20443270256261"/>
          <c:min val="0.60809941632500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0.7826781946836383</c:v>
                </c:pt>
                <c:pt idx="1">
                  <c:v>0.6756725243526519</c:v>
                </c:pt>
                <c:pt idx="2">
                  <c:v>0.8043451301826513</c:v>
                </c:pt>
                <c:pt idx="3">
                  <c:v>0.7753891560882413</c:v>
                </c:pt>
                <c:pt idx="4">
                  <c:v>0.7810957237541702</c:v>
                </c:pt>
                <c:pt idx="5">
                  <c:v>0.7684671695911997</c:v>
                </c:pt>
                <c:pt idx="6">
                  <c:v>0.7919514183196192</c:v>
                </c:pt>
                <c:pt idx="7">
                  <c:v>0.7230859717341547</c:v>
                </c:pt>
                <c:pt idx="8">
                  <c:v>0.6382272537951112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0.737567591014565</c:v>
                </c:pt>
                <c:pt idx="1">
                  <c:v>0.6955894617010289</c:v>
                </c:pt>
                <c:pt idx="2">
                  <c:v>0.7197958764337912</c:v>
                </c:pt>
                <c:pt idx="3">
                  <c:v>0.7282157853256137</c:v>
                </c:pt>
                <c:pt idx="4">
                  <c:v>0.6930970207779816</c:v>
                </c:pt>
                <c:pt idx="5">
                  <c:v>0.6577970227368963</c:v>
                </c:pt>
                <c:pt idx="6">
                  <c:v>0.6589295890361307</c:v>
                </c:pt>
                <c:pt idx="7">
                  <c:v>0.6996509645580978</c:v>
                </c:pt>
                <c:pt idx="8">
                  <c:v>0.6960205903902767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76345602936546"/>
          <c:min val="0.624937823684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0.8608967756459749</c:v>
                </c:pt>
                <c:pt idx="1">
                  <c:v>0.8548106344608972</c:v>
                </c:pt>
                <c:pt idx="2">
                  <c:v>0.8824983252702636</c:v>
                </c:pt>
                <c:pt idx="3">
                  <c:v>0.8506551458494944</c:v>
                </c:pt>
                <c:pt idx="4">
                  <c:v>0.8435260135339797</c:v>
                </c:pt>
                <c:pt idx="5">
                  <c:v>0.8432810284509764</c:v>
                </c:pt>
                <c:pt idx="6">
                  <c:v>0.8495633716485143</c:v>
                </c:pt>
                <c:pt idx="7">
                  <c:v>0.8476101167407404</c:v>
                </c:pt>
                <c:pt idx="8">
                  <c:v>0.8135777401339951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0.7716386395101663</c:v>
                </c:pt>
                <c:pt idx="1">
                  <c:v>0.8037112061576798</c:v>
                </c:pt>
                <c:pt idx="2">
                  <c:v>0.8206182219519482</c:v>
                </c:pt>
                <c:pt idx="3">
                  <c:v>0.7921788001667398</c:v>
                </c:pt>
                <c:pt idx="4">
                  <c:v>0.8012819159890665</c:v>
                </c:pt>
                <c:pt idx="5">
                  <c:v>0.795421585367821</c:v>
                </c:pt>
                <c:pt idx="6">
                  <c:v>0.8189352842026352</c:v>
                </c:pt>
                <c:pt idx="7">
                  <c:v>0.8018684341261859</c:v>
                </c:pt>
                <c:pt idx="8">
                  <c:v>0.7764643245465588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913671001310715"/>
          <c:min val="0.76276986464935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0.7896089322193962</c:v>
                </c:pt>
                <c:pt idx="1">
                  <c:v>0.7729787145346964</c:v>
                </c:pt>
                <c:pt idx="2">
                  <c:v>0.7872109364932143</c:v>
                </c:pt>
                <c:pt idx="3">
                  <c:v>0.7958548965660284</c:v>
                </c:pt>
                <c:pt idx="4">
                  <c:v>0.7782883482557692</c:v>
                </c:pt>
                <c:pt idx="5">
                  <c:v>0.8076814232997988</c:v>
                </c:pt>
                <c:pt idx="6">
                  <c:v>0.8198671064410783</c:v>
                </c:pt>
                <c:pt idx="7">
                  <c:v>0.7760589130166738</c:v>
                </c:pt>
                <c:pt idx="8">
                  <c:v>0.7236029228764652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0.7328344593374038</c:v>
                </c:pt>
                <c:pt idx="1">
                  <c:v>0.7508096322027134</c:v>
                </c:pt>
                <c:pt idx="2">
                  <c:v>0.7477089608315961</c:v>
                </c:pt>
                <c:pt idx="3">
                  <c:v>0.7387790290566626</c:v>
                </c:pt>
                <c:pt idx="4">
                  <c:v>0.7392904491132696</c:v>
                </c:pt>
                <c:pt idx="5">
                  <c:v>0.7261177822999249</c:v>
                </c:pt>
                <c:pt idx="6">
                  <c:v>0.7368648194383742</c:v>
                </c:pt>
                <c:pt idx="7">
                  <c:v>0.7425785131606314</c:v>
                </c:pt>
                <c:pt idx="8">
                  <c:v>0.7250781215478552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5682411262474"/>
          <c:min val="0.71590178819129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0.752656584028817</c:v>
                </c:pt>
                <c:pt idx="1">
                  <c:v>0.7928606925691013</c:v>
                </c:pt>
                <c:pt idx="2">
                  <c:v>0.773510592145787</c:v>
                </c:pt>
                <c:pt idx="3">
                  <c:v>0.7745801311415709</c:v>
                </c:pt>
                <c:pt idx="4">
                  <c:v>0.8447131954226463</c:v>
                </c:pt>
                <c:pt idx="5">
                  <c:v>0.7622804381219529</c:v>
                </c:pt>
                <c:pt idx="6">
                  <c:v>0.7698851774530271</c:v>
                </c:pt>
                <c:pt idx="7">
                  <c:v>0.7324285273152438</c:v>
                </c:pt>
                <c:pt idx="8">
                  <c:v>0.7393357148183461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0.6444914977155137</c:v>
                </c:pt>
                <c:pt idx="1">
                  <c:v>0.7641318884528808</c:v>
                </c:pt>
                <c:pt idx="2">
                  <c:v>0.7578820485285939</c:v>
                </c:pt>
                <c:pt idx="3">
                  <c:v>0.6984712747383682</c:v>
                </c:pt>
                <c:pt idx="4">
                  <c:v>0.6957563994866627</c:v>
                </c:pt>
                <c:pt idx="5">
                  <c:v>0.7145816409358926</c:v>
                </c:pt>
                <c:pt idx="6">
                  <c:v>0.7279827108179773</c:v>
                </c:pt>
                <c:pt idx="7">
                  <c:v>0.7319628542049779</c:v>
                </c:pt>
                <c:pt idx="8">
                  <c:v>0.7346938622522566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60730931239217"/>
          <c:min val="0.62847376189894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0.6624963107595871</c:v>
                </c:pt>
                <c:pt idx="1">
                  <c:v>0.6624963107595871</c:v>
                </c:pt>
                <c:pt idx="2">
                  <c:v>0.6624963107595871</c:v>
                </c:pt>
                <c:pt idx="3">
                  <c:v>0.6624963107595871</c:v>
                </c:pt>
                <c:pt idx="4">
                  <c:v>0.6624963107595871</c:v>
                </c:pt>
                <c:pt idx="5">
                  <c:v>0.6624963107595871</c:v>
                </c:pt>
                <c:pt idx="6">
                  <c:v>0.6624963107595871</c:v>
                </c:pt>
                <c:pt idx="7">
                  <c:v>0.6624963107595871</c:v>
                </c:pt>
                <c:pt idx="8">
                  <c:v>0.6624963107595871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0.642800376606284</c:v>
                </c:pt>
                <c:pt idx="1">
                  <c:v>0.6495211129548664</c:v>
                </c:pt>
                <c:pt idx="2">
                  <c:v>0.693388717640479</c:v>
                </c:pt>
                <c:pt idx="3">
                  <c:v>0.6427493237285349</c:v>
                </c:pt>
                <c:pt idx="4">
                  <c:v>0.7107516050107623</c:v>
                </c:pt>
                <c:pt idx="5">
                  <c:v>0.7117195471613551</c:v>
                </c:pt>
                <c:pt idx="6">
                  <c:v>0.7082060870882604</c:v>
                </c:pt>
                <c:pt idx="7">
                  <c:v>0.7009725449582771</c:v>
                </c:pt>
                <c:pt idx="8">
                  <c:v>0.760147315108571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0.7679559576152816</c:v>
                </c:pt>
                <c:pt idx="1">
                  <c:v>0.7679559576152816</c:v>
                </c:pt>
                <c:pt idx="2">
                  <c:v>0.7679559576152816</c:v>
                </c:pt>
                <c:pt idx="3">
                  <c:v>0.7679559576152816</c:v>
                </c:pt>
                <c:pt idx="4">
                  <c:v>0.7679559576152816</c:v>
                </c:pt>
                <c:pt idx="5">
                  <c:v>0.7679559576152816</c:v>
                </c:pt>
                <c:pt idx="6">
                  <c:v>0.7679559576152816</c:v>
                </c:pt>
                <c:pt idx="7">
                  <c:v>0.7679559576152816</c:v>
                </c:pt>
                <c:pt idx="8">
                  <c:v>0.7679559576152816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0.7656368525806503</c:v>
                </c:pt>
                <c:pt idx="1">
                  <c:v>0.7655068973135796</c:v>
                </c:pt>
                <c:pt idx="2">
                  <c:v>0.771642287930605</c:v>
                </c:pt>
                <c:pt idx="3">
                  <c:v>0.8075138599252102</c:v>
                </c:pt>
                <c:pt idx="4">
                  <c:v>0.8239118476943292</c:v>
                </c:pt>
                <c:pt idx="5">
                  <c:v>0.8061349305933695</c:v>
                </c:pt>
                <c:pt idx="6">
                  <c:v>0.8347788233756271</c:v>
                </c:pt>
                <c:pt idx="7">
                  <c:v>0.8143547339526653</c:v>
                </c:pt>
                <c:pt idx="8">
                  <c:v>0.8056847024035625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0.8296151747828842</c:v>
                </c:pt>
                <c:pt idx="1">
                  <c:v>0.8296151747828842</c:v>
                </c:pt>
                <c:pt idx="2">
                  <c:v>0.8296151747828842</c:v>
                </c:pt>
                <c:pt idx="3">
                  <c:v>0.8296151747828842</c:v>
                </c:pt>
                <c:pt idx="4">
                  <c:v>0.8296151747828842</c:v>
                </c:pt>
                <c:pt idx="5">
                  <c:v>0.8296151747828842</c:v>
                </c:pt>
                <c:pt idx="6">
                  <c:v>0.8296151747828842</c:v>
                </c:pt>
                <c:pt idx="7">
                  <c:v>0.8296151747828842</c:v>
                </c:pt>
                <c:pt idx="8">
                  <c:v>0.8296151747828842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0.7247454932704448</c:v>
                </c:pt>
                <c:pt idx="1">
                  <c:v>0.7247454932704448</c:v>
                </c:pt>
                <c:pt idx="2">
                  <c:v>0.7247454932704448</c:v>
                </c:pt>
                <c:pt idx="3">
                  <c:v>0.7247454932704448</c:v>
                </c:pt>
                <c:pt idx="4">
                  <c:v>0.7247454932704448</c:v>
                </c:pt>
                <c:pt idx="5">
                  <c:v>0.7247454932704448</c:v>
                </c:pt>
                <c:pt idx="6">
                  <c:v>0.7247454932704448</c:v>
                </c:pt>
                <c:pt idx="7">
                  <c:v>0.7247454932704448</c:v>
                </c:pt>
                <c:pt idx="8">
                  <c:v>0.7247454932704448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0.7091698796790782</c:v>
                </c:pt>
                <c:pt idx="1">
                  <c:v>0.7066903681892592</c:v>
                </c:pt>
                <c:pt idx="2">
                  <c:v>0.7525988533616593</c:v>
                </c:pt>
                <c:pt idx="3">
                  <c:v>0.7546154097994816</c:v>
                </c:pt>
                <c:pt idx="4">
                  <c:v>0.7914257782604942</c:v>
                </c:pt>
                <c:pt idx="5">
                  <c:v>0.7478438189230078</c:v>
                </c:pt>
                <c:pt idx="6">
                  <c:v>0.7488199673862302</c:v>
                </c:pt>
                <c:pt idx="7">
                  <c:v>0.7756275467623768</c:v>
                </c:pt>
                <c:pt idx="8">
                  <c:v>0.7667323402256447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0.764081367200984</c:v>
                </c:pt>
                <c:pt idx="1">
                  <c:v>0.764081367200984</c:v>
                </c:pt>
                <c:pt idx="2">
                  <c:v>0.764081367200984</c:v>
                </c:pt>
                <c:pt idx="3">
                  <c:v>0.764081367200984</c:v>
                </c:pt>
                <c:pt idx="4">
                  <c:v>0.764081367200984</c:v>
                </c:pt>
                <c:pt idx="5">
                  <c:v>0.764081367200984</c:v>
                </c:pt>
                <c:pt idx="6">
                  <c:v>0.764081367200984</c:v>
                </c:pt>
                <c:pt idx="7">
                  <c:v>0.764081367200984</c:v>
                </c:pt>
                <c:pt idx="8">
                  <c:v>0.764081367200984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0.7583076648129263</c:v>
                </c:pt>
                <c:pt idx="1">
                  <c:v>0.7630521193842345</c:v>
                </c:pt>
                <c:pt idx="2">
                  <c:v>0.7710994670969925</c:v>
                </c:pt>
                <c:pt idx="3">
                  <c:v>0.7725067556672072</c:v>
                </c:pt>
                <c:pt idx="4">
                  <c:v>0.7857387641511895</c:v>
                </c:pt>
                <c:pt idx="5">
                  <c:v>0.7741261715505878</c:v>
                </c:pt>
                <c:pt idx="6">
                  <c:v>0.8093460237572765</c:v>
                </c:pt>
                <c:pt idx="7">
                  <c:v>0.7894982931192939</c:v>
                </c:pt>
                <c:pt idx="8">
                  <c:v>0.7910871626236404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0.31713747379427826</c:v>
                </c:pt>
                <c:pt idx="1">
                  <c:v>0.3109520570221026</c:v>
                </c:pt>
                <c:pt idx="2">
                  <c:v>0.26936792073970256</c:v>
                </c:pt>
                <c:pt idx="3">
                  <c:v>0.25923742865142274</c:v>
                </c:pt>
                <c:pt idx="4">
                  <c:v>0.28802663402755346</c:v>
                </c:pt>
                <c:pt idx="5">
                  <c:v>0.2522536048556422</c:v>
                </c:pt>
                <c:pt idx="6">
                  <c:v>0.2814382917298273</c:v>
                </c:pt>
                <c:pt idx="7">
                  <c:v>0.27420156969271625</c:v>
                </c:pt>
                <c:pt idx="8">
                  <c:v>0.2547096501720273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159153892634746"/>
          <c:min val="0.24193227640596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0.2892566209123303</c:v>
                </c:pt>
                <c:pt idx="1">
                  <c:v>0.2850991531225518</c:v>
                </c:pt>
                <c:pt idx="2">
                  <c:v>0.22913601437013595</c:v>
                </c:pt>
                <c:pt idx="3">
                  <c:v>0.2665478695529784</c:v>
                </c:pt>
                <c:pt idx="4">
                  <c:v>0.26751597244136405</c:v>
                </c:pt>
                <c:pt idx="5">
                  <c:v>0.2496351181322522</c:v>
                </c:pt>
                <c:pt idx="6">
                  <c:v>0.2672908228086659</c:v>
                </c:pt>
                <c:pt idx="7">
                  <c:v>0.27640503035728414</c:v>
                </c:pt>
                <c:pt idx="8">
                  <c:v>0.31269382849605076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0.325288260133191</c:v>
                </c:pt>
                <c:pt idx="1">
                  <c:v>0.33788313605155557</c:v>
                </c:pt>
                <c:pt idx="2">
                  <c:v>0.31729316905619376</c:v>
                </c:pt>
                <c:pt idx="3">
                  <c:v>0.313489496687586</c:v>
                </c:pt>
                <c:pt idx="4">
                  <c:v>0.32593341694753003</c:v>
                </c:pt>
                <c:pt idx="5">
                  <c:v>0.3554438709034418</c:v>
                </c:pt>
                <c:pt idx="6">
                  <c:v>0.32865055012731287</c:v>
                </c:pt>
                <c:pt idx="7">
                  <c:v>0.3568807992495583</c:v>
                </c:pt>
                <c:pt idx="8">
                  <c:v>0.32920357460921906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71003820399121"/>
          <c:min val="0.21891643157978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0.22364391702792213</c:v>
                </c:pt>
                <c:pt idx="1">
                  <c:v>0.2643354607003325</c:v>
                </c:pt>
                <c:pt idx="2">
                  <c:v>0.2475521520939869</c:v>
                </c:pt>
                <c:pt idx="3">
                  <c:v>0.2683524602627978</c:v>
                </c:pt>
                <c:pt idx="4">
                  <c:v>0.26227699795569076</c:v>
                </c:pt>
                <c:pt idx="5">
                  <c:v>0.2571613807927676</c:v>
                </c:pt>
                <c:pt idx="6">
                  <c:v>0.2355633435427333</c:v>
                </c:pt>
                <c:pt idx="7">
                  <c:v>0.2566315288577019</c:v>
                </c:pt>
                <c:pt idx="8">
                  <c:v>0.2692494625236581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0.23966630972374162</c:v>
                </c:pt>
                <c:pt idx="1">
                  <c:v>0.2843156547560736</c:v>
                </c:pt>
                <c:pt idx="2">
                  <c:v>0.3142329704368368</c:v>
                </c:pt>
                <c:pt idx="3">
                  <c:v>0.33228610752593074</c:v>
                </c:pt>
                <c:pt idx="4">
                  <c:v>0.2792066246557539</c:v>
                </c:pt>
                <c:pt idx="5">
                  <c:v>0.30599143927233813</c:v>
                </c:pt>
                <c:pt idx="6">
                  <c:v>0.31943107572363444</c:v>
                </c:pt>
                <c:pt idx="7">
                  <c:v>0.3062255588287744</c:v>
                </c:pt>
                <c:pt idx="8">
                  <c:v>0.2987941196062456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097748276577144"/>
          <c:min val="0.214952541788081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0.37891095270213265</c:v>
                </c:pt>
                <c:pt idx="1">
                  <c:v>0.3991252395371225</c:v>
                </c:pt>
                <c:pt idx="2">
                  <c:v>0.41902112083962284</c:v>
                </c:pt>
                <c:pt idx="3">
                  <c:v>0.4202262015167772</c:v>
                </c:pt>
                <c:pt idx="4">
                  <c:v>0.43977089104174516</c:v>
                </c:pt>
                <c:pt idx="5">
                  <c:v>0.4136710638326979</c:v>
                </c:pt>
                <c:pt idx="6">
                  <c:v>0.4381268023005255</c:v>
                </c:pt>
                <c:pt idx="7">
                  <c:v>0.4340735399976089</c:v>
                </c:pt>
                <c:pt idx="8">
                  <c:v>0.43486613895523457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46624667082685"/>
          <c:min val="0.368855284997974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0.2586383952673779</c:v>
                </c:pt>
                <c:pt idx="1">
                  <c:v>0.24030759339255026</c:v>
                </c:pt>
                <c:pt idx="2">
                  <c:v>0.00870928028661023</c:v>
                </c:pt>
                <c:pt idx="3">
                  <c:v>0.26240227440841246</c:v>
                </c:pt>
                <c:pt idx="4">
                  <c:v>0.2333345020973162</c:v>
                </c:pt>
                <c:pt idx="5">
                  <c:v>0.26642465510174757</c:v>
                </c:pt>
                <c:pt idx="6">
                  <c:v>0.24147762513955529</c:v>
                </c:pt>
                <c:pt idx="7">
                  <c:v>0.29338684273210636</c:v>
                </c:pt>
                <c:pt idx="8">
                  <c:v>0.2755594522876118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0.2712302993952867</c:v>
                </c:pt>
                <c:pt idx="1">
                  <c:v>0.2676823493663418</c:v>
                </c:pt>
                <c:pt idx="2">
                  <c:v>0.26741016225495146</c:v>
                </c:pt>
                <c:pt idx="3">
                  <c:v>0.25659715206884604</c:v>
                </c:pt>
                <c:pt idx="4">
                  <c:v>0.26514511364028587</c:v>
                </c:pt>
                <c:pt idx="5">
                  <c:v>0.3072235045142705</c:v>
                </c:pt>
                <c:pt idx="6">
                  <c:v>0.27954279934959736</c:v>
                </c:pt>
                <c:pt idx="7">
                  <c:v>0.2442567963739825</c:v>
                </c:pt>
                <c:pt idx="8">
                  <c:v>0.23984444428434668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110464245248333"/>
          <c:min val="-0.0151718576516025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0.32967069782860353</c:v>
                </c:pt>
                <c:pt idx="1">
                  <c:v>0.3877667535449034</c:v>
                </c:pt>
                <c:pt idx="2">
                  <c:v>0.3583007531965636</c:v>
                </c:pt>
                <c:pt idx="3">
                  <c:v>0.36321453545863436</c:v>
                </c:pt>
                <c:pt idx="4">
                  <c:v>0.3370045632058841</c:v>
                </c:pt>
                <c:pt idx="5">
                  <c:v>0.3571323766763506</c:v>
                </c:pt>
                <c:pt idx="6">
                  <c:v>0.41716810037898605</c:v>
                </c:pt>
                <c:pt idx="7">
                  <c:v>0.40133761020915626</c:v>
                </c:pt>
                <c:pt idx="8">
                  <c:v>0.35709564195536037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0.35896239979595923</c:v>
                </c:pt>
                <c:pt idx="1">
                  <c:v>0.327552152214383</c:v>
                </c:pt>
                <c:pt idx="2">
                  <c:v>0.3179449644392812</c:v>
                </c:pt>
                <c:pt idx="3">
                  <c:v>0.2873628223633429</c:v>
                </c:pt>
                <c:pt idx="4">
                  <c:v>0.3446260421213702</c:v>
                </c:pt>
                <c:pt idx="5">
                  <c:v>0.32774365430591584</c:v>
                </c:pt>
                <c:pt idx="6">
                  <c:v>0.31818503279078325</c:v>
                </c:pt>
                <c:pt idx="7">
                  <c:v>0.2980302788299183</c:v>
                </c:pt>
                <c:pt idx="8">
                  <c:v>0.3041966381890325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5525226202375"/>
          <c:min val="0.27697840012209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0.3558251708981371</c:v>
                </c:pt>
                <c:pt idx="1">
                  <c:v>0.3798936492806437</c:v>
                </c:pt>
                <c:pt idx="2">
                  <c:v>0.385581165986674</c:v>
                </c:pt>
                <c:pt idx="3">
                  <c:v>0.3813749250230264</c:v>
                </c:pt>
                <c:pt idx="4">
                  <c:v>0.38073352192299237</c:v>
                </c:pt>
                <c:pt idx="5">
                  <c:v>0.38001033098419923</c:v>
                </c:pt>
                <c:pt idx="6">
                  <c:v>0.37505182327535785</c:v>
                </c:pt>
                <c:pt idx="7">
                  <c:v>0.35494258144348245</c:v>
                </c:pt>
                <c:pt idx="8">
                  <c:v>0.3532837948793073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0.3585870997353427</c:v>
                </c:pt>
                <c:pt idx="1">
                  <c:v>0.35458685469388723</c:v>
                </c:pt>
                <c:pt idx="2">
                  <c:v>0.36165650150556367</c:v>
                </c:pt>
                <c:pt idx="3">
                  <c:v>0.3348316445215471</c:v>
                </c:pt>
                <c:pt idx="4">
                  <c:v>0.3255468104831214</c:v>
                </c:pt>
                <c:pt idx="5">
                  <c:v>0.27358479914346445</c:v>
                </c:pt>
                <c:pt idx="6">
                  <c:v>0.26483191716612986</c:v>
                </c:pt>
                <c:pt idx="7">
                  <c:v>0.30559423249928913</c:v>
                </c:pt>
                <c:pt idx="8">
                  <c:v>0.290893432896218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24110589231753"/>
          <c:min val="0.255171977260486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0.3962371687493441</c:v>
                </c:pt>
                <c:pt idx="1">
                  <c:v>0.35130833182782695</c:v>
                </c:pt>
                <c:pt idx="2">
                  <c:v>0.3814945324099297</c:v>
                </c:pt>
                <c:pt idx="3">
                  <c:v>0.35157176905696197</c:v>
                </c:pt>
                <c:pt idx="4">
                  <c:v>0.3480661347504739</c:v>
                </c:pt>
                <c:pt idx="5">
                  <c:v>0.3465674421355034</c:v>
                </c:pt>
                <c:pt idx="6">
                  <c:v>0.31598036669914153</c:v>
                </c:pt>
                <c:pt idx="7">
                  <c:v>0.3241157561190985</c:v>
                </c:pt>
                <c:pt idx="8">
                  <c:v>0.3154842653325761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0.3422442683982557</c:v>
                </c:pt>
                <c:pt idx="1">
                  <c:v>0.30275857684083657</c:v>
                </c:pt>
                <c:pt idx="2">
                  <c:v>0.2992509347415161</c:v>
                </c:pt>
                <c:pt idx="3">
                  <c:v>0.31440067132491406</c:v>
                </c:pt>
                <c:pt idx="4">
                  <c:v>0.3144372348913849</c:v>
                </c:pt>
                <c:pt idx="5">
                  <c:v>0.2892952965502566</c:v>
                </c:pt>
                <c:pt idx="6">
                  <c:v>0.3092014595904435</c:v>
                </c:pt>
                <c:pt idx="7">
                  <c:v>0.3299441726866129</c:v>
                </c:pt>
                <c:pt idx="8">
                  <c:v>0.31142212525542723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47925185252711"/>
          <c:min val="0.2807399467743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0.2990529280706496</c:v>
                </c:pt>
                <c:pt idx="1">
                  <c:v>0.2727011040063565</c:v>
                </c:pt>
                <c:pt idx="2">
                  <c:v>0.2955503382263501</c:v>
                </c:pt>
                <c:pt idx="3">
                  <c:v>0.2572753917672002</c:v>
                </c:pt>
                <c:pt idx="4">
                  <c:v>0.3124708970998054</c:v>
                </c:pt>
                <c:pt idx="5">
                  <c:v>0.3304492603818829</c:v>
                </c:pt>
                <c:pt idx="6">
                  <c:v>0.3032754021561529</c:v>
                </c:pt>
                <c:pt idx="7">
                  <c:v>0.2891980798911764</c:v>
                </c:pt>
                <c:pt idx="8">
                  <c:v>0.23454824232009366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0.24661742239154738</c:v>
                </c:pt>
                <c:pt idx="1">
                  <c:v>0.24004029508806185</c:v>
                </c:pt>
                <c:pt idx="2">
                  <c:v>0.24940292528925292</c:v>
                </c:pt>
                <c:pt idx="3">
                  <c:v>0.2631586236712383</c:v>
                </c:pt>
                <c:pt idx="4">
                  <c:v>0.2812828205297432</c:v>
                </c:pt>
                <c:pt idx="5">
                  <c:v>0.22543565929735812</c:v>
                </c:pt>
                <c:pt idx="6">
                  <c:v>0.2278646662732851</c:v>
                </c:pt>
                <c:pt idx="7">
                  <c:v>0.24994322964211477</c:v>
                </c:pt>
                <c:pt idx="8">
                  <c:v>0.26827646126436744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885034846864487"/>
          <c:min val="0.21703457121059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0.36930521933756905</c:v>
                </c:pt>
                <c:pt idx="1">
                  <c:v>0.35858243114410887</c:v>
                </c:pt>
                <c:pt idx="2">
                  <c:v>0.3532078996700045</c:v>
                </c:pt>
                <c:pt idx="3">
                  <c:v>0.3524304861402352</c:v>
                </c:pt>
                <c:pt idx="4">
                  <c:v>0.3275130509882466</c:v>
                </c:pt>
                <c:pt idx="5">
                  <c:v>0.31549199683926954</c:v>
                </c:pt>
                <c:pt idx="6">
                  <c:v>0.3185336360543459</c:v>
                </c:pt>
                <c:pt idx="7">
                  <c:v>0.2897951954464396</c:v>
                </c:pt>
                <c:pt idx="8">
                  <c:v>0.33574857371621214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0.30990372868984173</c:v>
                </c:pt>
                <c:pt idx="1">
                  <c:v>0.30192574069543204</c:v>
                </c:pt>
                <c:pt idx="2">
                  <c:v>0.32400278888999823</c:v>
                </c:pt>
                <c:pt idx="3">
                  <c:v>0.30100674148451523</c:v>
                </c:pt>
                <c:pt idx="4">
                  <c:v>0.29188708103859884</c:v>
                </c:pt>
                <c:pt idx="5">
                  <c:v>0.26357335238106544</c:v>
                </c:pt>
                <c:pt idx="6">
                  <c:v>0.3219152134826161</c:v>
                </c:pt>
                <c:pt idx="7">
                  <c:v>0.31313867112875876</c:v>
                </c:pt>
                <c:pt idx="8">
                  <c:v>0.33515577217937664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776376869408934"/>
          <c:min val="0.255114803024545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0.2281900213400286</c:v>
                </c:pt>
                <c:pt idx="1">
                  <c:v>0.2281900213400286</c:v>
                </c:pt>
                <c:pt idx="2">
                  <c:v>0.2281900213400286</c:v>
                </c:pt>
                <c:pt idx="3">
                  <c:v>0.2281900213400286</c:v>
                </c:pt>
                <c:pt idx="4">
                  <c:v>0.2281900213400286</c:v>
                </c:pt>
                <c:pt idx="5">
                  <c:v>0.2281900213400286</c:v>
                </c:pt>
                <c:pt idx="6">
                  <c:v>0.2281900213400286</c:v>
                </c:pt>
                <c:pt idx="7">
                  <c:v>0.2281900213400286</c:v>
                </c:pt>
                <c:pt idx="8">
                  <c:v>0.2281900213400286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0.20187026928221874</c:v>
                </c:pt>
                <c:pt idx="1">
                  <c:v>0.17815171475925373</c:v>
                </c:pt>
                <c:pt idx="2">
                  <c:v>0.2802085955919637</c:v>
                </c:pt>
                <c:pt idx="3">
                  <c:v>0.2506739386596604</c:v>
                </c:pt>
                <c:pt idx="4">
                  <c:v>0.38181624128376623</c:v>
                </c:pt>
                <c:pt idx="5">
                  <c:v>0.3136515890604151</c:v>
                </c:pt>
                <c:pt idx="6">
                  <c:v>0.3417736814931177</c:v>
                </c:pt>
                <c:pt idx="7">
                  <c:v>0.3132255585304229</c:v>
                </c:pt>
                <c:pt idx="8">
                  <c:v>0.399907342502909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0.20214137796041168</c:v>
                </c:pt>
                <c:pt idx="1">
                  <c:v>0.20214137796041168</c:v>
                </c:pt>
                <c:pt idx="2">
                  <c:v>0.20214137796041168</c:v>
                </c:pt>
                <c:pt idx="3">
                  <c:v>0.20214137796041168</c:v>
                </c:pt>
                <c:pt idx="4">
                  <c:v>0.20214137796041168</c:v>
                </c:pt>
                <c:pt idx="5">
                  <c:v>0.20214137796041168</c:v>
                </c:pt>
                <c:pt idx="6">
                  <c:v>0.20214137796041168</c:v>
                </c:pt>
                <c:pt idx="7">
                  <c:v>0.20214137796041168</c:v>
                </c:pt>
                <c:pt idx="8">
                  <c:v>0.20214137796041168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0.2145583870490643</c:v>
                </c:pt>
                <c:pt idx="1">
                  <c:v>0.19486938617938487</c:v>
                </c:pt>
                <c:pt idx="2">
                  <c:v>0.19765828215672646</c:v>
                </c:pt>
                <c:pt idx="3">
                  <c:v>0.22710960621017634</c:v>
                </c:pt>
                <c:pt idx="4">
                  <c:v>0.2696239349543333</c:v>
                </c:pt>
                <c:pt idx="5">
                  <c:v>0.27913716212213147</c:v>
                </c:pt>
                <c:pt idx="6">
                  <c:v>0.286280423595157</c:v>
                </c:pt>
                <c:pt idx="7">
                  <c:v>0.26077429691960047</c:v>
                </c:pt>
                <c:pt idx="8">
                  <c:v>0.24883041450418045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0.3145558207676618</c:v>
                </c:pt>
                <c:pt idx="1">
                  <c:v>0.3145558207676618</c:v>
                </c:pt>
                <c:pt idx="2">
                  <c:v>0.3145558207676618</c:v>
                </c:pt>
                <c:pt idx="3">
                  <c:v>0.3145558207676618</c:v>
                </c:pt>
                <c:pt idx="4">
                  <c:v>0.3145558207676618</c:v>
                </c:pt>
                <c:pt idx="5">
                  <c:v>0.3145558207676618</c:v>
                </c:pt>
                <c:pt idx="6">
                  <c:v>0.3145558207676618</c:v>
                </c:pt>
                <c:pt idx="7">
                  <c:v>0.3145558207676618</c:v>
                </c:pt>
                <c:pt idx="8">
                  <c:v>0.3145558207676618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0.2647662089733541</c:v>
                </c:pt>
                <c:pt idx="1">
                  <c:v>0.32044347514010435</c:v>
                </c:pt>
                <c:pt idx="2">
                  <c:v>0.35506547577637093</c:v>
                </c:pt>
                <c:pt idx="3">
                  <c:v>0.3350133475187492</c:v>
                </c:pt>
                <c:pt idx="4">
                  <c:v>0.36402478493966556</c:v>
                </c:pt>
                <c:pt idx="5">
                  <c:v>0.3465888278894056</c:v>
                </c:pt>
                <c:pt idx="6">
                  <c:v>0.3369687231254787</c:v>
                </c:pt>
                <c:pt idx="7">
                  <c:v>0.35301769906443353</c:v>
                </c:pt>
                <c:pt idx="8">
                  <c:v>0.3854415537213957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0.31300758741644685</c:v>
                </c:pt>
                <c:pt idx="1">
                  <c:v>0.31300758741644685</c:v>
                </c:pt>
                <c:pt idx="2">
                  <c:v>0.31300758741644685</c:v>
                </c:pt>
                <c:pt idx="3">
                  <c:v>0.31300758741644685</c:v>
                </c:pt>
                <c:pt idx="4">
                  <c:v>0.31300758741644685</c:v>
                </c:pt>
                <c:pt idx="5">
                  <c:v>0.31300758741644685</c:v>
                </c:pt>
                <c:pt idx="6">
                  <c:v>0.31300758741644685</c:v>
                </c:pt>
                <c:pt idx="7">
                  <c:v>0.31300758741644685</c:v>
                </c:pt>
                <c:pt idx="8">
                  <c:v>0.31300758741644685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0.4203221152109507</c:v>
                </c:pt>
                <c:pt idx="1">
                  <c:v>0.4203221152109507</c:v>
                </c:pt>
                <c:pt idx="2">
                  <c:v>0.4203221152109507</c:v>
                </c:pt>
                <c:pt idx="3">
                  <c:v>0.4203221152109507</c:v>
                </c:pt>
                <c:pt idx="4">
                  <c:v>0.4203221152109507</c:v>
                </c:pt>
                <c:pt idx="5">
                  <c:v>0.4203221152109507</c:v>
                </c:pt>
                <c:pt idx="6">
                  <c:v>0.4203221152109507</c:v>
                </c:pt>
                <c:pt idx="7">
                  <c:v>0.4203221152109507</c:v>
                </c:pt>
                <c:pt idx="8">
                  <c:v>0.4203221152109507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16 of 33 stores at or above the 78.1% group, led by Honda Henderson at 85.9%. Audi Reno is lowest at 58.8%.Source: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36.5% group, led by Toyota Henderson at 45.1%. CDJR Post Falls is lowest at 24.4%.Source: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chart" Target="/ppt/charts/chart19.xml"/><Relationship Id="rId14" Type="http://schemas.openxmlformats.org/officeDocument/2006/relationships/chart" Target="/ppt/charts/chart20.xml"/><Relationship Id="rId15" Type="http://schemas.openxmlformats.org/officeDocument/2006/relationships/chart" Target="/ppt/charts/chart21.xml"/><Relationship Id="rId16" Type="http://schemas.openxmlformats.org/officeDocument/2006/relationships/chart" Target="/ppt/charts/chart22.xml"/><Relationship Id="rId17" Type="http://schemas.openxmlformats.org/officeDocument/2006/relationships/chart" Target="/ppt/charts/chart23.xml"/><Relationship Id="rId18" Type="http://schemas.openxmlformats.org/officeDocument/2006/relationships/chart" Target="/ppt/charts/chart24.xml"/><Relationship Id="rId19" Type="http://schemas.openxmlformats.org/officeDocument/2006/relationships/chart" Target="/ppt/charts/chart25.xml"/><Relationship Id="rId20" Type="http://schemas.openxmlformats.org/officeDocument/2006/relationships/chart" Target="/ppt/charts/chart26.xml"/><Relationship Id="rId21" Type="http://schemas.openxmlformats.org/officeDocument/2006/relationships/slideLayout" Target="../slideLayouts/slideLayout1.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chart" Target="/ppt/charts/chart3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chart" Target="/ppt/charts/chart34.xml"/><Relationship Id="rId3" Type="http://schemas.openxmlformats.org/officeDocument/2006/relationships/chart" Target="/ppt/charts/chart35.xml"/><Relationship Id="rId4" Type="http://schemas.openxmlformats.org/officeDocument/2006/relationships/chart" Target="/ppt/charts/chart36.xml"/><Relationship Id="rId5" Type="http://schemas.openxmlformats.org/officeDocument/2006/relationships/chart" Target="/ppt/charts/chart37.xml"/><Relationship Id="rId6" Type="http://schemas.openxmlformats.org/officeDocument/2006/relationships/chart" Target="/ppt/charts/chart38.xml"/><Relationship Id="rId7" Type="http://schemas.openxmlformats.org/officeDocument/2006/relationships/chart" Target="/ppt/charts/chart39.xml"/><Relationship Id="rId8" Type="http://schemas.openxmlformats.org/officeDocument/2006/relationships/chart" Target="/ppt/charts/chart40.xml"/><Relationship Id="rId9" Type="http://schemas.openxmlformats.org/officeDocument/2006/relationships/chart" Target="/ppt/charts/chart41.xml"/><Relationship Id="rId10" Type="http://schemas.openxmlformats.org/officeDocument/2006/relationships/chart" Target="/ppt/charts/chart42.xml"/><Relationship Id="rId11" Type="http://schemas.openxmlformats.org/officeDocument/2006/relationships/chart" Target="/ppt/charts/chart43.xml"/><Relationship Id="rId12" Type="http://schemas.openxmlformats.org/officeDocument/2006/relationships/chart" Target="/ppt/charts/chart44.xml"/><Relationship Id="rId13" Type="http://schemas.openxmlformats.org/officeDocument/2006/relationships/chart" Target="/ppt/charts/chart45.xml"/><Relationship Id="rId14" Type="http://schemas.openxmlformats.org/officeDocument/2006/relationships/chart" Target="/ppt/charts/chart46.xml"/><Relationship Id="rId15" Type="http://schemas.openxmlformats.org/officeDocument/2006/relationships/chart" Target="/ppt/charts/chart47.xml"/><Relationship Id="rId16" Type="http://schemas.openxmlformats.org/officeDocument/2006/relationships/chart" Target="/ppt/charts/chart48.xml"/><Relationship Id="rId17" Type="http://schemas.openxmlformats.org/officeDocument/2006/relationships/chart" Target="/ppt/charts/chart49.xml"/><Relationship Id="rId18" Type="http://schemas.openxmlformats.org/officeDocument/2006/relationships/chart" Target="/ppt/charts/chart50.xml"/><Relationship Id="rId19" Type="http://schemas.openxmlformats.org/officeDocument/2006/relationships/chart" Target="/ppt/charts/chart51.xml"/><Relationship Id="rId20" Type="http://schemas.openxmlformats.org/officeDocument/2006/relationships/chart" Target="/ppt/charts/chart52.xml"/><Relationship Id="rId21" Type="http://schemas.openxmlformats.org/officeDocument/2006/relationships/slideLayout" Target="../slideLayouts/slideLayout1.xml"/><Relationship Id="rId2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16 of 33 stores at or above the 78.1% group.</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graphicFrame>
        <p:nvGraphicFramePr>
          <p:cNvPr id="21"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3" name="Shape 18"/>
          <p:cNvSpPr/>
          <p:nvPr/>
        </p:nvSpPr>
        <p:spPr>
          <a:xfrm>
            <a:off x="4084320" y="4507992"/>
            <a:ext cx="64008" cy="813816"/>
          </a:xfrm>
          <a:prstGeom prst="rect">
            <a:avLst/>
          </a:prstGeom>
          <a:solidFill>
            <a:srgbClr val="12A566"/>
          </a:solidFill>
          <a:ln/>
        </p:spPr>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graphicFrame>
        <p:nvGraphicFramePr>
          <p:cNvPr id="26"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graphicFrame>
        <p:nvGraphicFramePr>
          <p:cNvPr id="31"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graphicFrame>
        <p:nvGraphicFramePr>
          <p:cNvPr id="38"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graphicFrame>
        <p:nvGraphicFramePr>
          <p:cNvPr id="42"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graphicFrame>
        <p:nvGraphicFramePr>
          <p:cNvPr id="47"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graphicFrame>
        <p:nvGraphicFramePr>
          <p:cNvPr id="51"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graphicFrame>
        <p:nvGraphicFramePr>
          <p:cNvPr id="56"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graphicFrame>
        <p:nvGraphicFramePr>
          <p:cNvPr id="63"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4"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graphicFrame>
        <p:nvGraphicFramePr>
          <p:cNvPr id="68"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69"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Shape 56"/>
          <p:cNvSpPr/>
          <p:nvPr/>
        </p:nvSpPr>
        <p:spPr>
          <a:xfrm>
            <a:off x="11466576" y="3621024"/>
            <a:ext cx="64008" cy="813816"/>
          </a:xfrm>
          <a:prstGeom prst="rect">
            <a:avLst/>
          </a:prstGeom>
          <a:solidFill>
            <a:srgbClr val="12A566"/>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graphicFrame>
        <p:nvGraphicFramePr>
          <p:cNvPr id="75"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6"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graphicFrame>
        <p:nvGraphicFramePr>
          <p:cNvPr id="80"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1"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6"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7"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graphicFrame>
        <p:nvGraphicFramePr>
          <p:cNvPr id="22"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graphicFrame>
        <p:nvGraphicFramePr>
          <p:cNvPr id="27"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graphicFrame>
        <p:nvGraphicFramePr>
          <p:cNvPr id="32"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graphicFrame>
        <p:nvGraphicFramePr>
          <p:cNvPr id="39"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graphicFrame>
        <p:nvGraphicFramePr>
          <p:cNvPr id="43"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graphicFrame>
        <p:nvGraphicFramePr>
          <p:cNvPr id="48"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52"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5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64"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5"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69"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0"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graphicFrame>
        <p:nvGraphicFramePr>
          <p:cNvPr id="75"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6"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Shape 60"/>
          <p:cNvSpPr/>
          <p:nvPr/>
        </p:nvSpPr>
        <p:spPr>
          <a:xfrm>
            <a:off x="11466576" y="4507992"/>
            <a:ext cx="64008" cy="813816"/>
          </a:xfrm>
          <a:prstGeom prst="rect">
            <a:avLst/>
          </a:prstGeom>
          <a:solidFill>
            <a:srgbClr val="12A566"/>
          </a:solidFill>
          <a:ln/>
        </p:spPr>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graphicFrame>
        <p:nvGraphicFramePr>
          <p:cNvPr id="81"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2"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12A566"/>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graphicFrame>
        <p:nvGraphicFramePr>
          <p:cNvPr id="88"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9"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2026-10-29T02:28:35Z</dcterms:created>
  <dcterms:modified xsi:type="dcterms:W3CDTF">2026-10-29T02:28:35Z</dcterms:modified>
</cp:coreProperties>
</file>