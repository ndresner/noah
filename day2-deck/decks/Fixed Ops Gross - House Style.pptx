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32906"/>
            <a:ext cx="54963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78181"/>
            <a:ext cx="300417"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923455"/>
            <a:ext cx="246220"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902951"/>
            <a:ext cx="54864" cy="153834"/>
          </a:xfrm>
          <a:prstGeom prst="rect">
            <a:avLst/>
          </a:prstGeom>
          <a:solidFill>
            <a:srgbClr val="12A566"/>
          </a:solidFill>
          <a:ln/>
        </p:spPr>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168729"/>
            <a:ext cx="231280"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148225"/>
            <a:ext cx="54864" cy="153834"/>
          </a:xfrm>
          <a:prstGeom prst="rect">
            <a:avLst/>
          </a:prstGeom>
          <a:solidFill>
            <a:srgbClr val="12A566"/>
          </a:solidFill>
          <a:ln/>
        </p:spPr>
      </p:sp>
      <p:sp>
        <p:nvSpPr>
          <p:cNvPr id="42" name="Text 40"/>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414004"/>
            <a:ext cx="214115" cy="112826"/>
          </a:xfrm>
          <a:prstGeom prst="rect">
            <a:avLst/>
          </a:prstGeom>
          <a:solidFill>
            <a:srgbClr val="12A566"/>
          </a:solidFill>
          <a:ln/>
        </p:spPr>
      </p:sp>
      <p:sp>
        <p:nvSpPr>
          <p:cNvPr id="45" name="Text 43"/>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659278"/>
            <a:ext cx="188889" cy="112826"/>
          </a:xfrm>
          <a:prstGeom prst="rect">
            <a:avLst/>
          </a:prstGeom>
          <a:solidFill>
            <a:srgbClr val="12A566"/>
          </a:solidFill>
          <a:ln/>
        </p:spPr>
      </p:sp>
      <p:sp>
        <p:nvSpPr>
          <p:cNvPr id="50" name="Text 48"/>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904553"/>
            <a:ext cx="175547" cy="112826"/>
          </a:xfrm>
          <a:prstGeom prst="rect">
            <a:avLst/>
          </a:prstGeom>
          <a:solidFill>
            <a:srgbClr val="12A566"/>
          </a:solidFill>
          <a:ln/>
        </p:spPr>
      </p:sp>
      <p:sp>
        <p:nvSpPr>
          <p:cNvPr id="55" name="Text 53"/>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4149827"/>
            <a:ext cx="152295" cy="112826"/>
          </a:xfrm>
          <a:prstGeom prst="rect">
            <a:avLst/>
          </a:prstGeom>
          <a:solidFill>
            <a:srgbClr val="12A566"/>
          </a:solidFill>
          <a:ln/>
        </p:spPr>
      </p:sp>
      <p:sp>
        <p:nvSpPr>
          <p:cNvPr id="60" name="Text 58"/>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395101"/>
            <a:ext cx="143334" cy="112826"/>
          </a:xfrm>
          <a:prstGeom prst="rect">
            <a:avLst/>
          </a:prstGeom>
          <a:solidFill>
            <a:srgbClr val="12A566"/>
          </a:solidFill>
          <a:ln/>
        </p:spPr>
      </p:sp>
      <p:sp>
        <p:nvSpPr>
          <p:cNvPr id="65" name="Text 63"/>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640376"/>
            <a:ext cx="136162" cy="112826"/>
          </a:xfrm>
          <a:prstGeom prst="rect">
            <a:avLst/>
          </a:prstGeom>
          <a:solidFill>
            <a:srgbClr val="12A566"/>
          </a:solidFill>
          <a:ln/>
        </p:spPr>
      </p:sp>
      <p:sp>
        <p:nvSpPr>
          <p:cNvPr id="70" name="Text 68"/>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885650"/>
            <a:ext cx="130403" cy="112826"/>
          </a:xfrm>
          <a:prstGeom prst="rect">
            <a:avLst/>
          </a:prstGeom>
          <a:solidFill>
            <a:srgbClr val="12A566"/>
          </a:solidFill>
          <a:ln/>
        </p:spPr>
      </p:sp>
      <p:sp>
        <p:nvSpPr>
          <p:cNvPr id="75" name="Text 73"/>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865146"/>
            <a:ext cx="54864" cy="153834"/>
          </a:xfrm>
          <a:prstGeom prst="rect">
            <a:avLst/>
          </a:prstGeom>
          <a:solidFill>
            <a:srgbClr val="12A566"/>
          </a:solidFill>
          <a:ln/>
        </p:spPr>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5130924"/>
            <a:ext cx="120222"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376199"/>
            <a:ext cx="118653"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621473"/>
            <a:ext cx="69607"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866747"/>
            <a:ext cx="57491"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6112022"/>
            <a:ext cx="50512"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7632"/>
            <a:ext cx="43577" cy="112826"/>
          </a:xfrm>
          <a:prstGeom prst="rect">
            <a:avLst/>
          </a:prstGeom>
          <a:solidFill>
            <a:srgbClr val="12A566"/>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32906"/>
            <a:ext cx="40298" cy="112826"/>
          </a:xfrm>
          <a:prstGeom prst="rect">
            <a:avLst/>
          </a:prstGeom>
          <a:solidFill>
            <a:srgbClr val="12A566"/>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78181"/>
            <a:ext cx="38573" cy="112826"/>
          </a:xfrm>
          <a:prstGeom prst="rect">
            <a:avLst/>
          </a:prstGeom>
          <a:solidFill>
            <a:srgbClr val="12A566"/>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923455"/>
            <a:ext cx="30667" cy="112826"/>
          </a:xfrm>
          <a:prstGeom prst="rect">
            <a:avLst/>
          </a:prstGeom>
          <a:solidFill>
            <a:srgbClr val="12A566"/>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168729"/>
            <a:ext cx="28430" cy="112826"/>
          </a:xfrm>
          <a:prstGeom prst="rect">
            <a:avLst/>
          </a:prstGeom>
          <a:solidFill>
            <a:srgbClr val="12A566"/>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414004"/>
            <a:ext cx="20244" cy="112826"/>
          </a:xfrm>
          <a:prstGeom prst="rect">
            <a:avLst/>
          </a:prstGeom>
          <a:solidFill>
            <a:srgbClr val="12A566"/>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659278"/>
            <a:ext cx="12802" cy="112826"/>
          </a:xfrm>
          <a:prstGeom prst="rect">
            <a:avLst/>
          </a:prstGeom>
          <a:solidFill>
            <a:srgbClr val="12A566"/>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904553"/>
            <a:ext cx="12802" cy="112826"/>
          </a:xfrm>
          <a:prstGeom prst="rect">
            <a:avLst/>
          </a:prstGeom>
          <a:solidFill>
            <a:srgbClr val="12A566"/>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4149827"/>
            <a:ext cx="52500"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4129323"/>
            <a:ext cx="54864" cy="153834"/>
          </a:xfrm>
          <a:prstGeom prst="rect">
            <a:avLst/>
          </a:prstGeom>
          <a:solidFill>
            <a:srgbClr val="C2352F"/>
          </a:solidFill>
          <a:ln/>
        </p:spPr>
      </p:sp>
      <p:sp>
        <p:nvSpPr>
          <p:cNvPr id="149" name="Text 147"/>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395101"/>
            <a:ext cx="65653" cy="112826"/>
          </a:xfrm>
          <a:prstGeom prst="rect">
            <a:avLst/>
          </a:prstGeom>
          <a:solidFill>
            <a:srgbClr val="C2352F"/>
          </a:solidFill>
          <a:ln/>
        </p:spPr>
      </p:sp>
      <p:sp>
        <p:nvSpPr>
          <p:cNvPr id="152" name="Text 150"/>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640376"/>
            <a:ext cx="140880" cy="112826"/>
          </a:xfrm>
          <a:prstGeom prst="rect">
            <a:avLst/>
          </a:prstGeom>
          <a:solidFill>
            <a:srgbClr val="C2352F"/>
          </a:solidFill>
          <a:ln/>
        </p:spPr>
      </p:sp>
      <p:sp>
        <p:nvSpPr>
          <p:cNvPr id="157" name="Text 155"/>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885650"/>
            <a:ext cx="160736" cy="112826"/>
          </a:xfrm>
          <a:prstGeom prst="rect">
            <a:avLst/>
          </a:prstGeom>
          <a:solidFill>
            <a:srgbClr val="C2352F"/>
          </a:solidFill>
          <a:ln/>
        </p:spPr>
      </p:sp>
      <p:sp>
        <p:nvSpPr>
          <p:cNvPr id="162" name="Text 160"/>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5130924"/>
            <a:ext cx="166607" cy="112826"/>
          </a:xfrm>
          <a:prstGeom prst="rect">
            <a:avLst/>
          </a:prstGeom>
          <a:solidFill>
            <a:srgbClr val="C2352F"/>
          </a:solidFill>
          <a:ln/>
        </p:spPr>
      </p:sp>
      <p:sp>
        <p:nvSpPr>
          <p:cNvPr id="167" name="Text 165"/>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5110420"/>
            <a:ext cx="54864" cy="153834"/>
          </a:xfrm>
          <a:prstGeom prst="rect">
            <a:avLst/>
          </a:prstGeom>
          <a:solidFill>
            <a:srgbClr val="C2352F"/>
          </a:solidFill>
          <a:ln/>
        </p:spPr>
      </p:sp>
      <p:sp>
        <p:nvSpPr>
          <p:cNvPr id="170" name="Text 168"/>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376199"/>
            <a:ext cx="167593" cy="112826"/>
          </a:xfrm>
          <a:prstGeom prst="rect">
            <a:avLst/>
          </a:prstGeom>
          <a:solidFill>
            <a:srgbClr val="C2352F"/>
          </a:solidFill>
          <a:ln/>
        </p:spPr>
      </p:sp>
      <p:sp>
        <p:nvSpPr>
          <p:cNvPr id="173" name="Text 171"/>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621473"/>
            <a:ext cx="245400"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600969"/>
            <a:ext cx="54864" cy="153834"/>
          </a:xfrm>
          <a:prstGeom prst="rect">
            <a:avLst/>
          </a:prstGeom>
          <a:solidFill>
            <a:srgbClr val="C2352F"/>
          </a:solidFill>
          <a:ln/>
        </p:spPr>
      </p:sp>
      <p:sp>
        <p:nvSpPr>
          <p:cNvPr id="181" name="Text 179"/>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866747"/>
            <a:ext cx="270772" cy="112826"/>
          </a:xfrm>
          <a:prstGeom prst="rect">
            <a:avLst/>
          </a:prstGeom>
          <a:solidFill>
            <a:srgbClr val="C2352F"/>
          </a:solidFill>
          <a:ln/>
        </p:spPr>
      </p:sp>
      <p:sp>
        <p:nvSpPr>
          <p:cNvPr id="184" name="Text 182"/>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32906"/>
            <a:ext cx="540193"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78181"/>
            <a:ext cx="243705"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57677"/>
            <a:ext cx="54864" cy="153834"/>
          </a:xfrm>
          <a:prstGeom prst="rect">
            <a:avLst/>
          </a:prstGeom>
          <a:solidFill>
            <a:srgbClr val="12A566"/>
          </a:solidFill>
          <a:ln/>
        </p:spPr>
      </p:sp>
      <p:sp>
        <p:nvSpPr>
          <p:cNvPr id="31" name="Text 29"/>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923455"/>
            <a:ext cx="236000" cy="112826"/>
          </a:xfrm>
          <a:prstGeom prst="rect">
            <a:avLst/>
          </a:prstGeom>
          <a:solidFill>
            <a:srgbClr val="12A566"/>
          </a:solidFill>
          <a:ln/>
        </p:spPr>
      </p:sp>
      <p:sp>
        <p:nvSpPr>
          <p:cNvPr id="34" name="Text 32"/>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168729"/>
            <a:ext cx="232878"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414004"/>
            <a:ext cx="229387" cy="112826"/>
          </a:xfrm>
          <a:prstGeom prst="rect">
            <a:avLst/>
          </a:prstGeom>
          <a:solidFill>
            <a:srgbClr val="12A566"/>
          </a:solidFill>
          <a:ln/>
        </p:spPr>
      </p:sp>
      <p:sp>
        <p:nvSpPr>
          <p:cNvPr id="44" name="Text 42"/>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659278"/>
            <a:ext cx="181006" cy="112826"/>
          </a:xfrm>
          <a:prstGeom prst="rect">
            <a:avLst/>
          </a:prstGeom>
          <a:solidFill>
            <a:srgbClr val="12A566"/>
          </a:solidFill>
          <a:ln/>
        </p:spPr>
      </p:sp>
      <p:sp>
        <p:nvSpPr>
          <p:cNvPr id="49" name="Text 47"/>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638774"/>
            <a:ext cx="54864" cy="153834"/>
          </a:xfrm>
          <a:prstGeom prst="rect">
            <a:avLst/>
          </a:prstGeom>
          <a:solidFill>
            <a:srgbClr val="12A566"/>
          </a:solidFill>
          <a:ln/>
        </p:spPr>
      </p:sp>
      <p:sp>
        <p:nvSpPr>
          <p:cNvPr id="52" name="Text 50"/>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904553"/>
            <a:ext cx="148529" cy="112826"/>
          </a:xfrm>
          <a:prstGeom prst="rect">
            <a:avLst/>
          </a:prstGeom>
          <a:solidFill>
            <a:srgbClr val="12A566"/>
          </a:solidFill>
          <a:ln/>
        </p:spPr>
      </p:sp>
      <p:sp>
        <p:nvSpPr>
          <p:cNvPr id="55" name="Text 53"/>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4149827"/>
            <a:ext cx="146541" cy="112826"/>
          </a:xfrm>
          <a:prstGeom prst="rect">
            <a:avLst/>
          </a:prstGeom>
          <a:solidFill>
            <a:srgbClr val="12A566"/>
          </a:solidFill>
          <a:ln/>
        </p:spPr>
      </p:sp>
      <p:sp>
        <p:nvSpPr>
          <p:cNvPr id="60" name="Text 58"/>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395101"/>
            <a:ext cx="131469" cy="112826"/>
          </a:xfrm>
          <a:prstGeom prst="rect">
            <a:avLst/>
          </a:prstGeom>
          <a:solidFill>
            <a:srgbClr val="12A566"/>
          </a:solidFill>
          <a:ln/>
        </p:spPr>
      </p:sp>
      <p:sp>
        <p:nvSpPr>
          <p:cNvPr id="65" name="Text 63"/>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374597"/>
            <a:ext cx="54864" cy="153834"/>
          </a:xfrm>
          <a:prstGeom prst="rect">
            <a:avLst/>
          </a:prstGeom>
          <a:solidFill>
            <a:srgbClr val="12A566"/>
          </a:solidFill>
          <a:ln/>
        </p:spPr>
      </p:sp>
      <p:sp>
        <p:nvSpPr>
          <p:cNvPr id="68" name="Text 66"/>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640376"/>
            <a:ext cx="120062" cy="112826"/>
          </a:xfrm>
          <a:prstGeom prst="rect">
            <a:avLst/>
          </a:prstGeom>
          <a:solidFill>
            <a:srgbClr val="12A566"/>
          </a:solidFill>
          <a:ln/>
        </p:spPr>
      </p:sp>
      <p:sp>
        <p:nvSpPr>
          <p:cNvPr id="71" name="Text 69"/>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885650"/>
            <a:ext cx="111374"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5130924"/>
            <a:ext cx="89160"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376199"/>
            <a:ext cx="82605"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621473"/>
            <a:ext cx="76873"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866747"/>
            <a:ext cx="74606"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6112022"/>
            <a:ext cx="64461"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7632"/>
            <a:ext cx="61599" cy="112826"/>
          </a:xfrm>
          <a:prstGeom prst="rect">
            <a:avLst/>
          </a:prstGeom>
          <a:solidFill>
            <a:srgbClr val="12A566"/>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32906"/>
            <a:ext cx="43013" cy="112826"/>
          </a:xfrm>
          <a:prstGeom prst="rect">
            <a:avLst/>
          </a:prstGeom>
          <a:solidFill>
            <a:srgbClr val="12A566"/>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78181"/>
            <a:ext cx="25977" cy="112826"/>
          </a:xfrm>
          <a:prstGeom prst="rect">
            <a:avLst/>
          </a:prstGeom>
          <a:solidFill>
            <a:srgbClr val="12A566"/>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923455"/>
            <a:ext cx="12802" cy="112826"/>
          </a:xfrm>
          <a:prstGeom prst="rect">
            <a:avLst/>
          </a:prstGeom>
          <a:solidFill>
            <a:srgbClr val="12A566"/>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168729"/>
            <a:ext cx="12802" cy="112826"/>
          </a:xfrm>
          <a:prstGeom prst="rect">
            <a:avLst/>
          </a:prstGeom>
          <a:solidFill>
            <a:srgbClr val="12A566"/>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414004"/>
            <a:ext cx="12802" cy="112826"/>
          </a:xfrm>
          <a:prstGeom prst="rect">
            <a:avLst/>
          </a:prstGeom>
          <a:solidFill>
            <a:srgbClr val="12A566"/>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659278"/>
            <a:ext cx="12802" cy="112826"/>
          </a:xfrm>
          <a:prstGeom prst="rect">
            <a:avLst/>
          </a:prstGeom>
          <a:solidFill>
            <a:srgbClr val="C2352F"/>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904553"/>
            <a:ext cx="12802" cy="112826"/>
          </a:xfrm>
          <a:prstGeom prst="rect">
            <a:avLst/>
          </a:prstGeom>
          <a:solidFill>
            <a:srgbClr val="C2352F"/>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4149827"/>
            <a:ext cx="22008"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395101"/>
            <a:ext cx="51475" cy="112826"/>
          </a:xfrm>
          <a:prstGeom prst="rect">
            <a:avLst/>
          </a:prstGeom>
          <a:solidFill>
            <a:srgbClr val="C2352F"/>
          </a:solidFill>
          <a:ln/>
        </p:spPr>
      </p:sp>
      <p:sp>
        <p:nvSpPr>
          <p:cNvPr id="151" name="Text 149"/>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374597"/>
            <a:ext cx="54864" cy="153834"/>
          </a:xfrm>
          <a:prstGeom prst="rect">
            <a:avLst/>
          </a:prstGeom>
          <a:solidFill>
            <a:srgbClr val="C2352F"/>
          </a:solidFill>
          <a:ln/>
        </p:spPr>
      </p:sp>
      <p:sp>
        <p:nvSpPr>
          <p:cNvPr id="154" name="Text 152"/>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640376"/>
            <a:ext cx="73161" cy="112826"/>
          </a:xfrm>
          <a:prstGeom prst="rect">
            <a:avLst/>
          </a:prstGeom>
          <a:solidFill>
            <a:srgbClr val="C2352F"/>
          </a:solidFill>
          <a:ln/>
        </p:spPr>
      </p:sp>
      <p:sp>
        <p:nvSpPr>
          <p:cNvPr id="157" name="Text 155"/>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885650"/>
            <a:ext cx="80550" cy="112826"/>
          </a:xfrm>
          <a:prstGeom prst="rect">
            <a:avLst/>
          </a:prstGeom>
          <a:solidFill>
            <a:srgbClr val="C2352F"/>
          </a:solidFill>
          <a:ln/>
        </p:spPr>
      </p:sp>
      <p:sp>
        <p:nvSpPr>
          <p:cNvPr id="162" name="Text 160"/>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5130924"/>
            <a:ext cx="150511" cy="112826"/>
          </a:xfrm>
          <a:prstGeom prst="rect">
            <a:avLst/>
          </a:prstGeom>
          <a:solidFill>
            <a:srgbClr val="C2352F"/>
          </a:solidFill>
          <a:ln/>
        </p:spPr>
      </p:sp>
      <p:sp>
        <p:nvSpPr>
          <p:cNvPr id="167" name="Text 165"/>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376199"/>
            <a:ext cx="166933" cy="112826"/>
          </a:xfrm>
          <a:prstGeom prst="rect">
            <a:avLst/>
          </a:prstGeom>
          <a:solidFill>
            <a:srgbClr val="C2352F"/>
          </a:solidFill>
          <a:ln/>
        </p:spPr>
      </p:sp>
      <p:sp>
        <p:nvSpPr>
          <p:cNvPr id="172" name="Text 170"/>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355695"/>
            <a:ext cx="54864" cy="153834"/>
          </a:xfrm>
          <a:prstGeom prst="rect">
            <a:avLst/>
          </a:prstGeom>
          <a:solidFill>
            <a:srgbClr val="C2352F"/>
          </a:solidFill>
          <a:ln/>
        </p:spPr>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621473"/>
            <a:ext cx="208592"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600969"/>
            <a:ext cx="54864" cy="153834"/>
          </a:xfrm>
          <a:prstGeom prst="rect">
            <a:avLst/>
          </a:prstGeom>
          <a:solidFill>
            <a:srgbClr val="C2352F"/>
          </a:solidFill>
          <a:ln/>
        </p:spPr>
      </p:sp>
      <p:sp>
        <p:nvSpPr>
          <p:cNvPr id="181" name="Text 179"/>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866747"/>
            <a:ext cx="264782" cy="112826"/>
          </a:xfrm>
          <a:prstGeom prst="rect">
            <a:avLst/>
          </a:prstGeom>
          <a:solidFill>
            <a:srgbClr val="C2352F"/>
          </a:solidFill>
          <a:ln/>
        </p:spPr>
      </p:sp>
      <p:sp>
        <p:nvSpPr>
          <p:cNvPr id="184" name="Text 182"/>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53834"/>
          </a:xfrm>
          <a:prstGeom prst="rect">
            <a:avLst/>
          </a:prstGeom>
          <a:solidFill>
            <a:srgbClr val="12A566"/>
          </a:solidFill>
          <a:ln/>
        </p:spPr>
      </p:sp>
      <p:sp>
        <p:nvSpPr>
          <p:cNvPr id="21" name="Text 19"/>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32906"/>
            <a:ext cx="266553" cy="112826"/>
          </a:xfrm>
          <a:prstGeom prst="rect">
            <a:avLst/>
          </a:prstGeom>
          <a:solidFill>
            <a:srgbClr val="12A566"/>
          </a:solidFill>
          <a:ln/>
        </p:spPr>
      </p:sp>
      <p:sp>
        <p:nvSpPr>
          <p:cNvPr id="24" name="Text 22"/>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78181"/>
            <a:ext cx="238998" cy="112826"/>
          </a:xfrm>
          <a:prstGeom prst="rect">
            <a:avLst/>
          </a:prstGeom>
          <a:solidFill>
            <a:srgbClr val="12A566"/>
          </a:solidFill>
          <a:ln/>
        </p:spPr>
      </p:sp>
      <p:sp>
        <p:nvSpPr>
          <p:cNvPr id="29" name="Text 27"/>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923455"/>
            <a:ext cx="227128" cy="112826"/>
          </a:xfrm>
          <a:prstGeom prst="rect">
            <a:avLst/>
          </a:prstGeom>
          <a:solidFill>
            <a:srgbClr val="12A566"/>
          </a:solidFill>
          <a:ln/>
        </p:spPr>
      </p:sp>
      <p:sp>
        <p:nvSpPr>
          <p:cNvPr id="34" name="Text 32"/>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168729"/>
            <a:ext cx="224863"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148225"/>
            <a:ext cx="54864" cy="153834"/>
          </a:xfrm>
          <a:prstGeom prst="rect">
            <a:avLst/>
          </a:prstGeom>
          <a:solidFill>
            <a:srgbClr val="12A566"/>
          </a:solidFill>
          <a:ln/>
        </p:spPr>
      </p:sp>
      <p:sp>
        <p:nvSpPr>
          <p:cNvPr id="42" name="Text 40"/>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414004"/>
            <a:ext cx="201457" cy="112826"/>
          </a:xfrm>
          <a:prstGeom prst="rect">
            <a:avLst/>
          </a:prstGeom>
          <a:solidFill>
            <a:srgbClr val="12A566"/>
          </a:solidFill>
          <a:ln/>
        </p:spPr>
      </p:sp>
      <p:sp>
        <p:nvSpPr>
          <p:cNvPr id="45" name="Text 43"/>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393500"/>
            <a:ext cx="54864" cy="153834"/>
          </a:xfrm>
          <a:prstGeom prst="rect">
            <a:avLst/>
          </a:prstGeom>
          <a:solidFill>
            <a:srgbClr val="12A566"/>
          </a:solidFill>
          <a:ln/>
        </p:spPr>
      </p:sp>
      <p:sp>
        <p:nvSpPr>
          <p:cNvPr id="48" name="Text 46"/>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659278"/>
            <a:ext cx="175005" cy="112826"/>
          </a:xfrm>
          <a:prstGeom prst="rect">
            <a:avLst/>
          </a:prstGeom>
          <a:solidFill>
            <a:srgbClr val="12A566"/>
          </a:solidFill>
          <a:ln/>
        </p:spPr>
      </p:sp>
      <p:sp>
        <p:nvSpPr>
          <p:cNvPr id="51" name="Text 49"/>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904553"/>
            <a:ext cx="131404" cy="112826"/>
          </a:xfrm>
          <a:prstGeom prst="rect">
            <a:avLst/>
          </a:prstGeom>
          <a:solidFill>
            <a:srgbClr val="12A566"/>
          </a:solidFill>
          <a:ln/>
        </p:spPr>
      </p:sp>
      <p:sp>
        <p:nvSpPr>
          <p:cNvPr id="56" name="Text 54"/>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4149827"/>
            <a:ext cx="125702" cy="112826"/>
          </a:xfrm>
          <a:prstGeom prst="rect">
            <a:avLst/>
          </a:prstGeom>
          <a:solidFill>
            <a:srgbClr val="12A566"/>
          </a:solidFill>
          <a:ln/>
        </p:spPr>
      </p:sp>
      <p:sp>
        <p:nvSpPr>
          <p:cNvPr id="61" name="Text 59"/>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395101"/>
            <a:ext cx="103334" cy="112826"/>
          </a:xfrm>
          <a:prstGeom prst="rect">
            <a:avLst/>
          </a:prstGeom>
          <a:solidFill>
            <a:srgbClr val="12A566"/>
          </a:solidFill>
          <a:ln/>
        </p:spPr>
      </p:sp>
      <p:sp>
        <p:nvSpPr>
          <p:cNvPr id="66" name="Text 64"/>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640376"/>
            <a:ext cx="73474" cy="112826"/>
          </a:xfrm>
          <a:prstGeom prst="rect">
            <a:avLst/>
          </a:prstGeom>
          <a:solidFill>
            <a:srgbClr val="12A566"/>
          </a:solidFill>
          <a:ln/>
        </p:spPr>
      </p:sp>
      <p:sp>
        <p:nvSpPr>
          <p:cNvPr id="71" name="Text 69"/>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885650"/>
            <a:ext cx="49502"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5130924"/>
            <a:ext cx="41830"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376199"/>
            <a:ext cx="38877"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621473"/>
            <a:ext cx="27168"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866747"/>
            <a:ext cx="22407"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6112022"/>
            <a:ext cx="15551"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7632"/>
            <a:ext cx="12802" cy="112826"/>
          </a:xfrm>
          <a:prstGeom prst="rect">
            <a:avLst/>
          </a:prstGeom>
          <a:solidFill>
            <a:srgbClr val="C2352F"/>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32906"/>
            <a:ext cx="12802" cy="112826"/>
          </a:xfrm>
          <a:prstGeom prst="rect">
            <a:avLst/>
          </a:prstGeom>
          <a:solidFill>
            <a:srgbClr val="C2352F"/>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78181"/>
            <a:ext cx="23099" cy="112826"/>
          </a:xfrm>
          <a:prstGeom prst="rect">
            <a:avLst/>
          </a:prstGeom>
          <a:solidFill>
            <a:srgbClr val="C2352F"/>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923455"/>
            <a:ext cx="27581" cy="112826"/>
          </a:xfrm>
          <a:prstGeom prst="rect">
            <a:avLst/>
          </a:prstGeom>
          <a:solidFill>
            <a:srgbClr val="C2352F"/>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168729"/>
            <a:ext cx="35006" cy="112826"/>
          </a:xfrm>
          <a:prstGeom prst="rect">
            <a:avLst/>
          </a:prstGeom>
          <a:solidFill>
            <a:srgbClr val="C2352F"/>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414004"/>
            <a:ext cx="41565" cy="112826"/>
          </a:xfrm>
          <a:prstGeom prst="rect">
            <a:avLst/>
          </a:prstGeom>
          <a:solidFill>
            <a:srgbClr val="C2352F"/>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659278"/>
            <a:ext cx="47545" cy="112826"/>
          </a:xfrm>
          <a:prstGeom prst="rect">
            <a:avLst/>
          </a:prstGeom>
          <a:solidFill>
            <a:srgbClr val="C2352F"/>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904553"/>
            <a:ext cx="50293" cy="112826"/>
          </a:xfrm>
          <a:prstGeom prst="rect">
            <a:avLst/>
          </a:prstGeom>
          <a:solidFill>
            <a:srgbClr val="C2352F"/>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4149827"/>
            <a:ext cx="65504"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395101"/>
            <a:ext cx="120662" cy="112826"/>
          </a:xfrm>
          <a:prstGeom prst="rect">
            <a:avLst/>
          </a:prstGeom>
          <a:solidFill>
            <a:srgbClr val="C2352F"/>
          </a:solidFill>
          <a:ln/>
        </p:spPr>
      </p:sp>
      <p:sp>
        <p:nvSpPr>
          <p:cNvPr id="151" name="Text 149"/>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640376"/>
            <a:ext cx="121190" cy="112826"/>
          </a:xfrm>
          <a:prstGeom prst="rect">
            <a:avLst/>
          </a:prstGeom>
          <a:solidFill>
            <a:srgbClr val="C2352F"/>
          </a:solidFill>
          <a:ln/>
        </p:spPr>
      </p:sp>
      <p:sp>
        <p:nvSpPr>
          <p:cNvPr id="156" name="Text 154"/>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885650"/>
            <a:ext cx="138853" cy="112826"/>
          </a:xfrm>
          <a:prstGeom prst="rect">
            <a:avLst/>
          </a:prstGeom>
          <a:solidFill>
            <a:srgbClr val="C2352F"/>
          </a:solidFill>
          <a:ln/>
        </p:spPr>
      </p:sp>
      <p:sp>
        <p:nvSpPr>
          <p:cNvPr id="161" name="Text 159"/>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5130924"/>
            <a:ext cx="177729" cy="112826"/>
          </a:xfrm>
          <a:prstGeom prst="rect">
            <a:avLst/>
          </a:prstGeom>
          <a:solidFill>
            <a:srgbClr val="C2352F"/>
          </a:solidFill>
          <a:ln/>
        </p:spPr>
      </p:sp>
      <p:sp>
        <p:nvSpPr>
          <p:cNvPr id="166" name="Text 164"/>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5110420"/>
            <a:ext cx="54864" cy="153834"/>
          </a:xfrm>
          <a:prstGeom prst="rect">
            <a:avLst/>
          </a:prstGeom>
          <a:solidFill>
            <a:srgbClr val="C2352F"/>
          </a:solidFill>
          <a:ln/>
        </p:spPr>
      </p:sp>
      <p:sp>
        <p:nvSpPr>
          <p:cNvPr id="169" name="Text 167"/>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376199"/>
            <a:ext cx="188356" cy="112826"/>
          </a:xfrm>
          <a:prstGeom prst="rect">
            <a:avLst/>
          </a:prstGeom>
          <a:solidFill>
            <a:srgbClr val="C2352F"/>
          </a:solidFill>
          <a:ln/>
        </p:spPr>
      </p:sp>
      <p:sp>
        <p:nvSpPr>
          <p:cNvPr id="172" name="Text 170"/>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355695"/>
            <a:ext cx="54864" cy="153834"/>
          </a:xfrm>
          <a:prstGeom prst="rect">
            <a:avLst/>
          </a:prstGeom>
          <a:solidFill>
            <a:srgbClr val="C2352F"/>
          </a:solidFill>
          <a:ln/>
        </p:spPr>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621473"/>
            <a:ext cx="238597"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866747"/>
            <a:ext cx="272363" cy="112826"/>
          </a:xfrm>
          <a:prstGeom prst="rect">
            <a:avLst/>
          </a:prstGeom>
          <a:solidFill>
            <a:srgbClr val="C2352F"/>
          </a:solidFill>
          <a:ln/>
        </p:spPr>
      </p:sp>
      <p:sp>
        <p:nvSpPr>
          <p:cNvPr id="183" name="Text 181"/>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846243"/>
            <a:ext cx="54864" cy="153834"/>
          </a:xfrm>
          <a:prstGeom prst="rect">
            <a:avLst/>
          </a:prstGeom>
          <a:solidFill>
            <a:srgbClr val="C2352F"/>
          </a:solidFill>
          <a:ln/>
        </p:spPr>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2026-10-27T17:13:11Z</dcterms:created>
  <dcterms:modified xsi:type="dcterms:W3CDTF">2026-10-27T17:13:11Z</dcterms:modified>
</cp:coreProperties>
</file>