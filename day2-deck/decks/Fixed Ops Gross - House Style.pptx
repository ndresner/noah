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chart" Target="/ppt/charts/chart5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chart" Target="/ppt/charts/chart70.xml"/><Relationship Id="rId14" Type="http://schemas.openxmlformats.org/officeDocument/2006/relationships/chart" Target="/ppt/charts/chart71.xml"/><Relationship Id="rId15" Type="http://schemas.openxmlformats.org/officeDocument/2006/relationships/chart" Target="/ppt/charts/chart72.xml"/><Relationship Id="rId16" Type="http://schemas.openxmlformats.org/officeDocument/2006/relationships/chart" Target="/ppt/charts/chart73.xml"/><Relationship Id="rId17" Type="http://schemas.openxmlformats.org/officeDocument/2006/relationships/chart" Target="/ppt/charts/chart74.xml"/><Relationship Id="rId18" Type="http://schemas.openxmlformats.org/officeDocument/2006/relationships/chart" Target="/ppt/charts/chart75.xml"/><Relationship Id="rId19" Type="http://schemas.openxmlformats.org/officeDocument/2006/relationships/chart" Target="/ppt/charts/chart76.xml"/><Relationship Id="rId20" Type="http://schemas.openxmlformats.org/officeDocument/2006/relationships/chart" Target="/ppt/charts/chart7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2026-10-29T02:28:33Z</dcterms:created>
  <dcterms:modified xsi:type="dcterms:W3CDTF">2026-10-29T02:28:33Z</dcterms:modified>
</cp:coreProperties>
</file>