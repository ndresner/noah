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Text 7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7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74" name="Text 72"/>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75" name="Text 73"/>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76" name="Text 7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7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78" name="Text 76"/>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79" name="Text 77"/>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80" name="Shape 78"/>
          <p:cNvSpPr/>
          <p:nvPr/>
        </p:nvSpPr>
        <p:spPr>
          <a:xfrm>
            <a:off x="8040624" y="5416906"/>
            <a:ext cx="3489960" cy="828446"/>
          </a:xfrm>
          <a:prstGeom prst="rect">
            <a:avLst/>
          </a:prstGeom>
          <a:solidFill>
            <a:srgbClr val="F7F7F7"/>
          </a:solidFill>
          <a:ln/>
        </p:spPr>
      </p:sp>
      <p:sp>
        <p:nvSpPr>
          <p:cNvPr id="81" name="Shape 79"/>
          <p:cNvSpPr/>
          <p:nvPr/>
        </p:nvSpPr>
        <p:spPr>
          <a:xfrm>
            <a:off x="11466576" y="5453482"/>
            <a:ext cx="64008" cy="755294"/>
          </a:xfrm>
          <a:prstGeom prst="rect">
            <a:avLst/>
          </a:prstGeom>
          <a:solidFill>
            <a:srgbClr val="12A566"/>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2026-10-28T19:12:10Z</dcterms:created>
  <dcterms:modified xsi:type="dcterms:W3CDTF">2026-10-28T19:12:10Z</dcterms:modified>
</cp:coreProperties>
</file>