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$22.59M of the group's $188.80M; VW St George is smallest at $968,018.Source: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$16.38M of the group's $126.87M; VW St George is smallest at $588,480.Source: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Toyota Henderson is $6.21M of the group's $61.93M; VW St George is smallest at $379,537.Source: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2026-10-27T17:17:44Z</dcterms:created>
  <dcterms:modified xsi:type="dcterms:W3CDTF">2026-10-27T17:17:44Z</dcterms:modified>
</cp:coreProperties>
</file>