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21.12</c:v>
                </c:pt>
                <c:pt idx="3">
                  <c:v>21.8</c:v>
                </c:pt>
                <c:pt idx="4">
                  <c:v/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/>
                </c:pt>
                <c:pt idx="3">
                  <c:v/>
                </c:pt>
                <c:pt idx="4">
                  <c:v>20.12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/>
                </c:pt>
                <c:pt idx="3">
                  <c:v/>
                </c:pt>
                <c:pt idx="4">
                  <c:v>20.28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20.19</c:v>
                </c:pt>
                <c:pt idx="3">
                  <c:v>20.85</c:v>
                </c:pt>
                <c:pt idx="4">
                  <c:v/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6"/>
          <c:min val="16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  <c:pt idx="9">
                  <c:v>13.74</c:v>
                </c:pt>
                <c:pt idx="10">
                  <c:v>11.84</c:v>
                </c:pt>
                <c:pt idx="11">
                  <c:v>12.92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"/>
          <c:min val="1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6.77</c:v>
                </c:pt>
                <c:pt idx="3">
                  <c:v>7.14</c:v>
                </c:pt>
                <c:pt idx="4">
                  <c:v/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6.41</c:v>
                </c:pt>
                <c:pt idx="1">
                  <c:v>6.08</c:v>
                </c:pt>
                <c:pt idx="2">
                  <c:v/>
                </c:pt>
                <c:pt idx="3">
                  <c:v/>
                </c:pt>
                <c:pt idx="4">
                  <c:v>6.41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/>
                </c:pt>
                <c:pt idx="3">
                  <c:v/>
                </c:pt>
                <c:pt idx="4">
                  <c:v>6.67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>6.6</c:v>
                </c:pt>
                <c:pt idx="3">
                  <c:v>6.84</c:v>
                </c:pt>
                <c:pt idx="4">
                  <c:v/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  <c:pt idx="9">
                  <c:v>7.53</c:v>
                </c:pt>
                <c:pt idx="10">
                  <c:v>5.91</c:v>
                </c:pt>
                <c:pt idx="11">
                  <c:v>6.4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five and bottom four stores by variance.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service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2025; 2025 shown January-December.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Top and bottom five stores by percent change in parts gross,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+$7.47M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33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674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988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8159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$10.08M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7768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974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$8.62M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534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980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801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112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877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871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667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61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609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$4.46M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3858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355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167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876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$3.55M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845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76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675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413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34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185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890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8497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837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787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28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242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83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$968,018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$22.59M of the group's $188.80M; VW St George is smallest at $968,018.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4864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group got there, Jan–Sep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5029200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00784"/>
            <a:ext cx="4974336" cy="62179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17282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172821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group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87552" y="2395728"/>
            <a:ext cx="292608" cy="29260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87552" y="2395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13232" y="2706624"/>
            <a:ext cx="4974336" cy="621792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6112" y="27340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734056"/>
            <a:ext cx="1874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same-store growth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87552" y="3401568"/>
            <a:ext cx="292608" cy="292608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7552" y="3401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13232" y="3712464"/>
            <a:ext cx="4974336" cy="713232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37398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739896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group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26480" y="1207008"/>
            <a:ext cx="560527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55080" y="1344168"/>
            <a:ext cx="5148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moved 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55080" y="1691640"/>
            <a:ext cx="514807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182880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595360" y="1929384"/>
            <a:ext cx="1463040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4984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+$1,772,700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2585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595360" y="2359152"/>
            <a:ext cx="1407053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149840" y="22585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+$1,704,863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26883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595360" y="2788920"/>
            <a:ext cx="769067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149840" y="2688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+$931,844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118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595360" y="3218688"/>
            <a:ext cx="630324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149840" y="31181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+$763,736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55080" y="35478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8595360" y="3648456"/>
            <a:ext cx="592076" cy="182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49840" y="354787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+$717,392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355080" y="397764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168846" y="4078224"/>
            <a:ext cx="426514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0149840" y="397764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−$516,788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355080" y="44074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166323" y="4507992"/>
            <a:ext cx="42903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149840" y="4407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−$519,845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6355080" y="483717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967135" y="4937760"/>
            <a:ext cx="628225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149840" y="4837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−$761,192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55080" y="52669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7902183" y="5367528"/>
            <a:ext cx="693177" cy="182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149840" y="5266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−$839,891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589874" y="1828800"/>
            <a:ext cx="10973" cy="381304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stores added +$5,890,534; the bottom four gave back $2,637,716.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+$6.30M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$16.38M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1781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7178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$10.50M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9824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$8.80M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7244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$6.49M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982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$6.26M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6607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55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$4.08M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5227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4109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$3.68M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054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9097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561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$3.19M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3526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$3.16M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3408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$3.05M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3393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293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112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$2.79M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702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56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$2.30M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24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$2.20M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23896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$2.14M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235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$2.11M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2328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210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787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$1.60M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628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605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$1.44M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5567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316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$1.18M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65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107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$992,560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656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$588,480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$16.38M of the group's $126.87M; VW St George is smallest at $588,480.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$120.57M → $126.87M (+5.2%).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$993K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$2.09M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$2.95M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$1.46M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$3.01M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$3.63M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$1.89M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$724K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$588K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$3.50M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$5.92M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$3.23M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$3.04M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Lincoln and Lexus what changed. Ask Acura, VW St George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+$1.17M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by month, 2025 against 2026 ($M)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$6.21M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8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$6.05M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1392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$3.87M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12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$3.83M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0423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$3.54M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915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7942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43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$2.52M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6626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$2.25M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187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4690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439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$1.49M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43497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$1.48M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42639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$1.45M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4180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41057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$1.39M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386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3855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379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37557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$1.28M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704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518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513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$1.19M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35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11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609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$1.01M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772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$941,382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63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$896,457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434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$826,662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26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$769,524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6133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$547,864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59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$542,712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117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$379,537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is $6.21M of the group's $61.93M; VW St George is smallest at $379,537.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$60.76M → $61.93M (+1.9%).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$896K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$3.11M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$1.04M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$1.31M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$932K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$1.09M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$1.05M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$827K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$1.75M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$1.42M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$1.50M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$1.29M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$1.40M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$1.26M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$2.27M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$2.10M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Lincoln, Cadillac and Subaru St George what changed. Ask Hyundai St George, Audi Reno and VW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2026-10-22T22:23:03Z</dcterms:created>
  <dcterms:modified xsi:type="dcterms:W3CDTF">2026-10-22T22:23:03Z</dcterms:modified>
</cp:coreProperties>
</file>