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fixed ops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service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parts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$181.33M → $188.80M (+4.1%).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$1.13M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$2.26M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$3.38M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$10.64M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$3.41M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$5.55M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$4.98M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$9.46M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Lincoln and Lexus what changed. Ask Acura, VW St George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$120.57M → $126.87M (+5.2%).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$993K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Lincoln and Lexus what changed. Ask Acura, VW St George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$60.76M → $61.93M (+1.9%).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$932K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Lincoln, Cadillac and Subaru St George what changed. Ask Hyundai St George, Audi Reno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2026-10-22T23:21:23Z</dcterms:created>
  <dcterms:modified xsi:type="dcterms:W3CDTF">2026-10-22T23:21:23Z</dcterms:modified>
</cp:coreProperties>
</file>