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  <c:pt idx="9">
                  <c:v>21.27</c:v>
                </c:pt>
                <c:pt idx="10">
                  <c:v>17.74</c:v>
                </c:pt>
                <c:pt idx="11">
                  <c:v>19.32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-35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  <c:pt idx="9">
                  <c:v>13.74</c:v>
                </c:pt>
                <c:pt idx="10">
                  <c:v>11.84</c:v>
                </c:pt>
                <c:pt idx="11">
                  <c:v>12.92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-35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  <c:pt idx="9">
                  <c:v>7.53</c:v>
                </c:pt>
                <c:pt idx="10">
                  <c:v>5.91</c:v>
                </c:pt>
                <c:pt idx="11">
                  <c:v>6.4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-35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2025; 2025 shown January-December.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Top five and bottom four stores by variance.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2025; 2025 shown January-December.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2025; 2025 shown January-December.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+$7.47M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by month, 2025 against 2026 ($M)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2889504"/>
          <a:ext cx="10945368" cy="300837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 (4.1%) year to date; 6 of nine months ahead of 2025, best September at +$2,098,497.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33922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$16.55M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16745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$14.42M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99887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81594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$10.08M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77681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$9.60M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6974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$8.62M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53472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49804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$6.15M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4801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$5.93M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41121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$5.08M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38774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$4.79M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38715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$4.78M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36671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$4.53M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3617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$4.47M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36099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$4.46M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33858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$4.18M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33552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31679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$3.91M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2876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$3.55M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2845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$3.52M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2765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$3.42M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26752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$3.31M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24137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23418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$2.89M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21856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18908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$2.34M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18497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$2.29M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18374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$2.27M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17870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$2.21M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12886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12427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7835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$968,018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is $22.59M of the group's $188.80M; VW St George is smallest at $968,018.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+$7.47M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+$1.77M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74749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+$1.70M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40856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+$931,844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33486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+$763,736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3145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+$717,392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29119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+$664,150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25688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+$585,903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23874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+$544,518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20712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+$472,394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19493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+$444,598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1851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+$422,352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17734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+$404,490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635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+$372,910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16136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+$368,043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9466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+$215,909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7818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+$178,326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6869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+$156,681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5926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+$135,167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5480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+$124,997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6024" y="2391651"/>
            <a:ext cx="524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+$119,647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36024" y="2631546"/>
            <a:ext cx="417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+$95,125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36024" y="2871442"/>
            <a:ext cx="3866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+$88,186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336024" y="3111337"/>
            <a:ext cx="2753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+$62,795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336024" y="3351233"/>
            <a:ext cx="170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+$38,956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336024" y="3591128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+$22,653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264624" y="3831024"/>
            <a:ext cx="7140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−$162,846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246736" y="4070920"/>
            <a:ext cx="8928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−$203,644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144427" y="4310815"/>
            <a:ext cx="19159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−$436,988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9117423" y="4550711"/>
            <a:ext cx="21860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−$498,577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9109439" y="4790606"/>
            <a:ext cx="22658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−$516,788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9108098" y="5030502"/>
            <a:ext cx="22792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−$519,845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002279" y="5270397"/>
            <a:ext cx="33374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−$761,192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967774" y="5510293"/>
            <a:ext cx="36825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−$839,891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grew, led by Toyota Henderson at +$1,772,700; 8 declined, Honda North most at −$839,891.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4864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the group got there, Jan–Sep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5029200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700784"/>
            <a:ext cx="4974336" cy="62179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17282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1728216"/>
            <a:ext cx="1874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group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87552" y="2395728"/>
            <a:ext cx="292608" cy="29260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87552" y="23957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13232" y="2706624"/>
            <a:ext cx="4974336" cy="621792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96112" y="2734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2734056"/>
            <a:ext cx="1874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same-store growth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87552" y="3401568"/>
            <a:ext cx="292608" cy="292608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87552" y="3401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13232" y="3712464"/>
            <a:ext cx="4974336" cy="713232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373989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3739896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group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26480" y="1207008"/>
            <a:ext cx="560527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55080" y="1344168"/>
            <a:ext cx="5148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moved it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355080" y="1691640"/>
            <a:ext cx="514807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55080" y="18288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595360" y="1929384"/>
            <a:ext cx="1463040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149840" y="18288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+$1,772,700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355080" y="225856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595360" y="2359152"/>
            <a:ext cx="1407053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149840" y="225856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+$1,704,863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268833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8595360" y="2788920"/>
            <a:ext cx="769067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149840" y="268833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+$931,844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355080" y="311810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595360" y="3218688"/>
            <a:ext cx="630324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149840" y="311810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+$763,736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355080" y="354787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8595360" y="3648456"/>
            <a:ext cx="592076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149840" y="354787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+$717,392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6355080" y="397764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168846" y="4078224"/>
            <a:ext cx="426514" cy="182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0149840" y="39776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−$516,788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355080" y="440740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8166323" y="4507992"/>
            <a:ext cx="429037" cy="182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0149840" y="4407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−$519,845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6355080" y="483717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7967135" y="4937760"/>
            <a:ext cx="628225" cy="182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0149840" y="4837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−$761,192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6355080" y="526694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7902183" y="5367528"/>
            <a:ext cx="693177" cy="182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0149840" y="5266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−$839,891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8589874" y="1828800"/>
            <a:ext cx="10973" cy="381304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2" name="Shape 50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stores added +$5,890,534; the bottom four gave back $2,637,716.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+$6.30M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by month, 2025 against 2026 ($M)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2889504"/>
          <a:ext cx="10945368" cy="300837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 (5.2%) year to date; 9 of nine months ahead of 2025, best September at +$1,457,847.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$16.38M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17813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$10.55M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17178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$10.50M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98240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$8.80M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72443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$6.49M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6982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$6.26M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66075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$5.92M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45559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$4.08M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45227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$4.05M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4109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$3.68M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40546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$3.63M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39097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$3.50M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35612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$3.19M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35268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$3.16M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3408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$3.05M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3393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$3.04M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32932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$2.95M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31129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$2.79M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27027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$2.42M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25621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$2.30M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24576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$2.20M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23896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$2.14M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23576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$2.11M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23280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$2.09M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21071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$1.89M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17875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$1.60M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1628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$1.46M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16055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$1.44M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15567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$1.39M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13164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$1.18M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11655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$1.04M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11079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$992,560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6569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$588,480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is $16.38M of the group's $126.87M; VW St George is smallest at $588,480.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+$6.30M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+$1.50M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73466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+$1.42M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33143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+$639,324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32096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+$619,111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31671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+$610,920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3119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+$601,761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24616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+$474,842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20199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+$389,643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19929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+$384,429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17879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+$344,890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16328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+$314,963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15146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+$292,173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2125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+$233,897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11234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+$216,701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10454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+$201,665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10146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+$195,719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876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+$169,102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8377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+$161,597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5849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+$112,838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6024" y="2391651"/>
            <a:ext cx="3532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+$68,148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36024" y="2631546"/>
            <a:ext cx="1616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+$31,186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36024" y="2871442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+$20,233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336024" y="3111337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+$20,119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323622" y="3351233"/>
            <a:ext cx="1280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−$23,923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321659" y="3591128"/>
            <a:ext cx="1436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−$27,710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306093" y="3831024"/>
            <a:ext cx="2993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−$57,734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266019" y="4070920"/>
            <a:ext cx="7000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−$135,036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236525" y="4310815"/>
            <a:ext cx="9949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−$191,926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9226476" y="4550711"/>
            <a:ext cx="10954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−$211,311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9131329" y="4790606"/>
            <a:ext cx="20469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−$394,842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9108996" y="5030502"/>
            <a:ext cx="22702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−$437,922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052339" y="5270397"/>
            <a:ext cx="28368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−$547,210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975920" y="5510293"/>
            <a:ext cx="36010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−$694,616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grew, led by Toyota Henderson at +$1,499,243; 10 declined, Honda North most at −$694,616.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+$1.17M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by month, 2025 against 2026 ($M)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2889504"/>
          <a:ext cx="10945368" cy="300837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 (1.9%) year to date; 6 of nine months ahead of 2025, best July at +$684,859.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$6.21M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78095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$6.05M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13929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$3.87M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11264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$3.83M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104230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$3.54M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91502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$3.11M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79424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7434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$2.52M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66263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$2.25M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61879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$2.10M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4690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4395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$1.49M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43497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$1.48M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42639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$1.45M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41802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$1.42M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41057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$1.39M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38693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$1.31M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38551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$1.31M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37922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$1.29M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37557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$1.28M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37041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$1.26M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3518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$1.19M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35130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$1.19M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32359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$1.10M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32117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$1.09M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29609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$1.01M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2772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$941,382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26398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$896,457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24343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$826,662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2266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$769,524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16133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$547,864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1598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$542,712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1117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$379,537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is $6.21M of the group's $61.93M; VW St George is smallest at $379,537.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+$1.17M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+$688,074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36251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+$320,924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32503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+$287,749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30889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+$273,457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30581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+$270,730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27398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+$242,550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2380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+$210,702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17870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+$158,208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17095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+$151,342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14053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+$124,412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9992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+$88,461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6732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+$59,600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5688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+$50,363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5287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+$46,807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3694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+$32,709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3047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+$26,978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2114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+$18,723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0471" y="1911860"/>
            <a:ext cx="1280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−$4,916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23012" y="2151755"/>
            <a:ext cx="1301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−$11,519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04610" y="2391651"/>
            <a:ext cx="3141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−$27,810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298513" y="2631546"/>
            <a:ext cx="3751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−$33,207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288416" y="2871442"/>
            <a:ext cx="4760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−$42,146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279496" y="3111337"/>
            <a:ext cx="5652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−$50,043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271363" y="3351233"/>
            <a:ext cx="6466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−$57,243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267626" y="3591128"/>
            <a:ext cx="6839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−$60,551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246939" y="3831024"/>
            <a:ext cx="8908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−$78,865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171924" y="4070920"/>
            <a:ext cx="16410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−$145,275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171206" y="4310815"/>
            <a:ext cx="16481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−$145,910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9147184" y="4550711"/>
            <a:ext cx="18884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−$167,176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9094312" y="4790606"/>
            <a:ext cx="24171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−$213,982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9079859" y="5030502"/>
            <a:ext cx="25616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−$226,777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011532" y="5270397"/>
            <a:ext cx="32449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−$287,265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965611" y="5510293"/>
            <a:ext cx="37041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−$327,919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of 33 stores grew, led by Cadillac at +$688,074; 16 declined, Audi Reno most at −$327,919.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2026-10-21T21:13:49Z</dcterms:created>
  <dcterms:modified xsi:type="dcterms:W3CDTF">2026-10-21T21:13:49Z</dcterms:modified>
</cp:coreProperties>
</file>