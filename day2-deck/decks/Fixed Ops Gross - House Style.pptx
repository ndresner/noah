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 Toyota Henderson added the most at +$1.77M (+8.5%); Honda North fell most at −$840K (−8.9%).</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 Toyota Henderson added the most at +$1.50M (+10.1%); Honda North fell most at −$695K (−10.5%).</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56616"/>
          </a:xfrm>
          <a:prstGeom prst="rect">
            <a:avLst/>
          </a:prstGeom>
          <a:solidFill>
            <a:srgbClr val="E6F6EE"/>
          </a:solidFill>
          <a:ln/>
        </p:spPr>
      </p:sp>
      <p:sp>
        <p:nvSpPr>
          <p:cNvPr id="190" name="Text 18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17 of 33 stores grew. Cadillac added the most at +$688K (+28.4%); Audi Reno fell most at −$328K (−18.8%).</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2026-10-26T20:23:59Z</dcterms:created>
  <dcterms:modified xsi:type="dcterms:W3CDTF">2026-10-26T20:23:59Z</dcterms:modified>
</cp:coreProperties>
</file>