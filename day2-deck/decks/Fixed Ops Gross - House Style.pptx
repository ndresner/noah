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21.12</c:v>
                </c:pt>
                <c:pt idx="3">
                  <c:v>21.8</c:v>
                </c:pt>
                <c:pt idx="4">
                  <c:v/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/>
                </c:pt>
                <c:pt idx="3">
                  <c:v/>
                </c:pt>
                <c:pt idx="4">
                  <c:v>20.12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/>
                </c:pt>
                <c:pt idx="3">
                  <c:v/>
                </c:pt>
                <c:pt idx="4">
                  <c:v>20.28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20.19</c:v>
                </c:pt>
                <c:pt idx="3">
                  <c:v>20.85</c:v>
                </c:pt>
                <c:pt idx="4">
                  <c:v/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  <c:pt idx="9">
                  <c:v>13.74</c:v>
                </c:pt>
                <c:pt idx="10">
                  <c:v>11.84</c:v>
                </c:pt>
                <c:pt idx="11">
                  <c:v>12.92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  <c:pt idx="9">
                  <c:v>13.74</c:v>
                </c:pt>
                <c:pt idx="10">
                  <c:v>11.84</c:v>
                </c:pt>
                <c:pt idx="11">
                  <c:v>12.92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6.77</c:v>
                </c:pt>
                <c:pt idx="3">
                  <c:v>7.14</c:v>
                </c:pt>
                <c:pt idx="4">
                  <c:v/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6.41</c:v>
                </c:pt>
                <c:pt idx="1">
                  <c:v>6.08</c:v>
                </c:pt>
                <c:pt idx="2">
                  <c:v/>
                </c:pt>
                <c:pt idx="3">
                  <c:v/>
                </c:pt>
                <c:pt idx="4">
                  <c:v>6.41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7.05</c:v>
                </c:pt>
                <c:pt idx="1">
                  <c:v>6.47</c:v>
                </c:pt>
                <c:pt idx="2">
                  <c:v/>
                </c:pt>
                <c:pt idx="3">
                  <c:v/>
                </c:pt>
                <c:pt idx="4">
                  <c:v>6.67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6.6</c:v>
                </c:pt>
                <c:pt idx="3">
                  <c:v>6.84</c:v>
                </c:pt>
                <c:pt idx="4">
                  <c:v/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  <c:pt idx="9">
                  <c:v>7.53</c:v>
                </c:pt>
                <c:pt idx="10">
                  <c:v>5.91</c:v>
                </c:pt>
                <c:pt idx="11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  <c:pt idx="9">
                  <c:v>7.53</c:v>
                </c:pt>
                <c:pt idx="10">
                  <c:v>5.91</c:v>
                </c:pt>
                <c:pt idx="11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five and bottom four stores by variance.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and bottom five stores by percent change in service gross,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and bottom five stores by percent change in parts gross,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+$7.47M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33922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6745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9887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81594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77681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9744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53472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9804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8010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1121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8774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8715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6671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6170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6099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3858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3552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1679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8760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8456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765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6752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4137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3418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1856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8908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8497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8374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7870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2886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2427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835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$22.59M of the group's $188.80M; VW St George is smallest at $968,018.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  ·  +$7.47M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+35.8%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+$404K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5061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+31.7%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6085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+22.6%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+$764K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561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5212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+$368K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480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827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+$586K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6676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+$422K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37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+$445K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627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+$216K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614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+$545K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56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+$373K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362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+$178K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3602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12204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+$157K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1187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+$664K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103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+6.9%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+$932K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641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600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+$120K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4576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+$95K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33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+$135K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3313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+$125K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260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30284" y="3524377"/>
            <a:ext cx="2306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30284" y="3748136"/>
            <a:ext cx="1385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89172" y="3971895"/>
            <a:ext cx="4111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−$437K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54987" y="4195654"/>
            <a:ext cx="7529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−$499K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43679" y="4419414"/>
            <a:ext cx="866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−5.4%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−$204K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8988381" y="4643173"/>
            <a:ext cx="14190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−$840K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63498" y="4866932"/>
            <a:ext cx="16678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−$520K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1219" y="5090691"/>
            <a:ext cx="21906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00217" y="5314450"/>
            <a:ext cx="23006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−14.4%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−$163K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888151" y="5538209"/>
            <a:ext cx="2421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−15.2%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grew. Hyundai Prescott grew most at +35.8% (+$404K); Acura fell most at −15.2% (−$517K).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4864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group got there, Jan–Sep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029200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00784"/>
            <a:ext cx="4974336" cy="62179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7282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72821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group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87552" y="2395728"/>
            <a:ext cx="292608" cy="29260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87552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13232" y="2706624"/>
            <a:ext cx="4974336" cy="621792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2734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3405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 growth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87552" y="3401568"/>
            <a:ext cx="292608" cy="292608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13232" y="3712464"/>
            <a:ext cx="4974336" cy="713232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7398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739896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group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26480" y="1207008"/>
            <a:ext cx="560527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55080" y="1344168"/>
            <a:ext cx="5148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moved 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55080" y="1691640"/>
            <a:ext cx="514807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18288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595360" y="1929384"/>
            <a:ext cx="1463040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149840" y="1828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+$1,772,700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2585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595360" y="2359152"/>
            <a:ext cx="1407053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149840" y="22585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+$1,704,863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26883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595360" y="2788920"/>
            <a:ext cx="769067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149840" y="2688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+$931,844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118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595360" y="3218688"/>
            <a:ext cx="630324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31181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+$763,736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5478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595360" y="3648456"/>
            <a:ext cx="592076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49840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+$717,392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397764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168846" y="4078224"/>
            <a:ext cx="426514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49840" y="3977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−$516,788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355080" y="44074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166323" y="4507992"/>
            <a:ext cx="42903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149840" y="4407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−$519,845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35508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967135" y="4937760"/>
            <a:ext cx="628225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149840" y="4837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−$761,192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355080" y="52669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7902183" y="5367528"/>
            <a:ext cx="69317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149840" y="5266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−$839,891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589874" y="1828800"/>
            <a:ext cx="10973" cy="381304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2" name="Shape 5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 added +$5,890,534; the bottom four gave back $2,637,716.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+$6.30M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$16.38M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17813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7178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8240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$8.80M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72443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9825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6075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5559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$4.08M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5227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109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$3.68M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0546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$3.63M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9097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5612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$3.19M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5268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$3.16M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4084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$3.05M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3938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2932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$2.95M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1129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$2.79M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7027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5621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4576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$2.20M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3896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$2.14M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3576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3280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$2.09M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1071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7875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6280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$1.46M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6055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$1.44M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55672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3164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655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1079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$992,560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6569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$588,480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$16.38M of the group's $126.87M; VW St George is smallest at $588,480.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  ·  +$6.30M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+$345K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3163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+29.5%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+$475K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2969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+27.7%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+$639K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955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+27.5%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+$315K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2051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+$619K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097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59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+19.2%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160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796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+$217K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5097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+14.1%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+$390K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4809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+$169K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3584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+$162K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0821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+$202K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0810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+$1.50M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849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+7.9%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+$234K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834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+7.8%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+$292K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6594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+$611K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54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+$196K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5246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+$113K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3528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1862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1608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1280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26342" y="3524377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03951" y="3748136"/>
            <a:ext cx="263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102538" y="3971895"/>
            <a:ext cx="277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95214" y="4195654"/>
            <a:ext cx="3507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−$211K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91379" y="4419414"/>
            <a:ext cx="389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−$395K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66557" y="4643173"/>
            <a:ext cx="637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−$192K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9017570" y="4866932"/>
            <a:ext cx="11271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−$695K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85267" y="5090691"/>
            <a:ext cx="14501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−13.5%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−$547K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29980" y="5314450"/>
            <a:ext cx="20030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−18.7%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−$135K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928189" y="5538209"/>
            <a:ext cx="20209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−$438K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grew. Hyundai Prescott grew most at +53.3% (+$345K); Acura fell most at −18.8% (−$438K).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$120.57M → $126.87M (+5.2%). Ranked by percent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$993K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+53.3%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$1.61M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$2.09M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+29.5%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$2.31M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$2.95M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+27.7%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$1.14M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$1.46M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+27.5%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$3.01M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$3.63M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$2.33M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$724K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−18.7%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−13.5%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$3.23M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Hyundai Prescott, Lincoln and Lexus what changed. Ask Acura, VW St George and VW Henderson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+$1.17M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$6.21M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80953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3929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$3.87M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1264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04230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$3.54M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91502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$3.11M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79424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4346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66263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1879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6900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4395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43497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42639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41802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410579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8693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85510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7922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37557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$1.28M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7041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5188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51305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359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1171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609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772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$941,382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6398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$896,457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4343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$826,662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26608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$769,524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61334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$547,864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59817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$542,712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11766" cy="11035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$379,537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$6.21M of the group's $61.93M; VW St George is smallest at $379,537.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  ·  +$1.17M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+37.1%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+$243K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4382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+$688K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9984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+26.0%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+$271K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6142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+$158K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4609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+$151K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349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+15.2%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+$211K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19007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9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5597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+$50K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3936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+$321K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3634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+$288K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234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+8.0%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8061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7096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+$273K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3948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3329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97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20504" y="2181823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−0.6%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19621" y="2405582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−0.7%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−$42K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17659" y="2629341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95741" y="2853100"/>
            <a:ext cx="3454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094197" y="3076859"/>
            <a:ext cx="3608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092061" y="3300618"/>
            <a:ext cx="3822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080300" y="3524377"/>
            <a:ext cx="4998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−$50K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51537" y="3748136"/>
            <a:ext cx="7874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25094" y="3971895"/>
            <a:ext cx="10519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22657" y="4195654"/>
            <a:ext cx="1076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−$287K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18226" y="4419414"/>
            <a:ext cx="112058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−7.3%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−$79K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16738" y="4643173"/>
            <a:ext cx="1135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−$167K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70138" y="4866932"/>
            <a:ext cx="1601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−$146K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0748" y="5090691"/>
            <a:ext cx="21953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−$214K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841155" y="5314450"/>
            <a:ext cx="289129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−$328K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798602" y="5538209"/>
            <a:ext cx="33168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−21.5%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grew. Lincoln grew most at +37.1% (+$243K); Hyundai St George fell most at −21.5% (−$227K).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$60.76M → $61.93M (+1.9%). Ranked by percent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$896K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+37.1%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$3.11M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+26.0%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$932K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+17.0%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$827K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$1.75M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$1.50M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$1.40M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Lincoln, Cadillac and Subaru St George what changed. Ask Hyundai St George, Audi Reno and VW Henderson what got in the way.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2026-10-22T23:05:57Z</dcterms:created>
  <dcterms:modified xsi:type="dcterms:W3CDTF">2026-10-22T23:05:57Z</dcterms:modified>
</cp:coreProperties>
</file>