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21.12</c:v>
                </c:pt>
                <c:pt idx="3">
                  <c:v>21.8</c:v>
                </c:pt>
                <c:pt idx="4">
                  <c:v/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/>
                </c:pt>
                <c:pt idx="3">
                  <c:v/>
                </c:pt>
                <c:pt idx="4">
                  <c:v>20.12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/>
                </c:pt>
                <c:pt idx="3">
                  <c:v/>
                </c:pt>
                <c:pt idx="4">
                  <c:v>20.28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20.19</c:v>
                </c:pt>
                <c:pt idx="3">
                  <c:v>20.85</c:v>
                </c:pt>
                <c:pt idx="4">
                  <c:v/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6.77</c:v>
                </c:pt>
                <c:pt idx="3">
                  <c:v>7.14</c:v>
                </c:pt>
                <c:pt idx="4">
                  <c:v/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/>
                </c:pt>
                <c:pt idx="3">
                  <c:v/>
                </c:pt>
                <c:pt idx="4">
                  <c:v>6.41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/>
                </c:pt>
                <c:pt idx="3">
                  <c:v/>
                </c:pt>
                <c:pt idx="4">
                  <c:v>6.67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6.6</c:v>
                </c:pt>
                <c:pt idx="3">
                  <c:v>6.84</c:v>
                </c:pt>
                <c:pt idx="4">
                  <c:v/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five and bottom four stores by 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33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674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988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815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7768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974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534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980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801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112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877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871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667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61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609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385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355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167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87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845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76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675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413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34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185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89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8497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837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28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242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83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$22.59M of the group's $188.80M; VW St George is smallest at $968,018.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74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4085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34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145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911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+$664,150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68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+$585,903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38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+$544,518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0712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+$472,394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949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+$444,598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85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+$422,352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773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+$404,490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635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+$372,910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613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+$368,043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946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+$215,909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7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+$178,326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686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+$156,681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592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+$135,167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548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+$124,997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24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+$119,647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17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+$95,125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386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+$88,186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275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+$62,795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17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+$38,956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+$22,653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64624" y="3831024"/>
            <a:ext cx="7140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−$162,846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46736" y="4070920"/>
            <a:ext cx="892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−$203,644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144427" y="4310815"/>
            <a:ext cx="1915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−$436,988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17423" y="4550711"/>
            <a:ext cx="21860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−$498,577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09439" y="4790606"/>
            <a:ext cx="2265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08098" y="5030502"/>
            <a:ext cx="2279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02279" y="5270397"/>
            <a:ext cx="33374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67774" y="5510293"/>
            <a:ext cx="36825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grew, led by Toyota Henderson at +$1,772,700; 8 declined, Honda North most at −$839,891.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4864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group got there, Jan–Sep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029200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00784"/>
            <a:ext cx="4974336" cy="62179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728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72821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group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2395728"/>
            <a:ext cx="292608" cy="29260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" y="2706624"/>
            <a:ext cx="4974336" cy="621792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3405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 growth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7552" y="3401568"/>
            <a:ext cx="292608" cy="292608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712464"/>
            <a:ext cx="4974336" cy="713232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7398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3989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group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26480" y="1207008"/>
            <a:ext cx="560527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44168"/>
            <a:ext cx="5148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moved 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55080" y="1691640"/>
            <a:ext cx="514807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18288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929384"/>
            <a:ext cx="1463040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4984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58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95360" y="2359152"/>
            <a:ext cx="1407053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149840" y="22585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6883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595360" y="2788920"/>
            <a:ext cx="769067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49840" y="2688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118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3218688"/>
            <a:ext cx="630324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31181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5478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95360" y="3648456"/>
            <a:ext cx="592076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49840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977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168846" y="4078224"/>
            <a:ext cx="426514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4984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44074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66323" y="4507992"/>
            <a:ext cx="42903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149840" y="4407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967135" y="4937760"/>
            <a:ext cx="628225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149840" y="4837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52669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902183" y="5367528"/>
            <a:ext cx="69317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149840" y="5266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589874" y="1828800"/>
            <a:ext cx="10973" cy="381304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 added +$5,890,534; the bottom four gave back $2,637,716.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$16.38M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1781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717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824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$8.80M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7244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982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607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55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$4.08M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522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109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$3.68M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054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9097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561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$3.19M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526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$3.16M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40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$3.05M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393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29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112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$2.79M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702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56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4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$2.20M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389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$2.14M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3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328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10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787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628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605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$1.44M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556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316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65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107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$992,560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65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$588,480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$16.38M of the group's $126.87M; VW St George is smallest at $588,480.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346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314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+$639,324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209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+$619,111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1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+$610,920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11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+$601,761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461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+$474,842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019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+$389,643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92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+$384,429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787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+$344,890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328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+$314,963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514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+$292,173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1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+$233,897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2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+$216,701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045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+$201,665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014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+$195,719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87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+$169,102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837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+$161,597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584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+$112,838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35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+$68,148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161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+$31,186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+$20,233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+$20,119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23622" y="3351233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−$23,923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21659" y="3591128"/>
            <a:ext cx="1436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−$27,710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06093" y="3831024"/>
            <a:ext cx="299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−$57,734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66019" y="4070920"/>
            <a:ext cx="7000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−$135,036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6525" y="4310815"/>
            <a:ext cx="994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−$191,926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26476" y="4550711"/>
            <a:ext cx="10954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−$211,311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31329" y="4790606"/>
            <a:ext cx="20469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−$394,842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08996" y="5030502"/>
            <a:ext cx="22702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−$437,922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2339" y="5270397"/>
            <a:ext cx="2836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−$547,210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75920" y="5510293"/>
            <a:ext cx="3601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−$694,616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grew, led by Toyota Henderson at +$1,499,243; 10 declined, Honda North most at −$694,616.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$6.21M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8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392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$3.87M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12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0423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$3.54M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915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7942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43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6626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187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69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439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4349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4263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418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4105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86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855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7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3755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$1.28M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704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518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513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35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11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6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772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$941,382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63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$896,457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434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$826,662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26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$769,524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613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$547,864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59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$542,712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117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$379,537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$6.21M of the group's $61.93M; VW St George is smallest at $379,537.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+$688,074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6251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+$320,924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250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+$287,749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08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+$273,457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0581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+$270,730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739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+$242,550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38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+$210,702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+$158,208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709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+$151,342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405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+$124,412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999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+$88,461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6732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+$59,600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568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+$50,363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528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+$46,807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+$32,709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04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+$26,978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1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+$18,723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0471" y="1911860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−$4,916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23012" y="2151755"/>
            <a:ext cx="1301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−$11,519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4610" y="2391651"/>
            <a:ext cx="3141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−$27,810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98513" y="2631546"/>
            <a:ext cx="3751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−$33,207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88416" y="2871442"/>
            <a:ext cx="4760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−$42,146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79496" y="3111337"/>
            <a:ext cx="5652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−$50,043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1363" y="3351233"/>
            <a:ext cx="6466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−$57,243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67626" y="3591128"/>
            <a:ext cx="683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−$60,551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46939" y="3831024"/>
            <a:ext cx="890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−$78,865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71924" y="4070920"/>
            <a:ext cx="16410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−$145,275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171206" y="4310815"/>
            <a:ext cx="16481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−$145,910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47184" y="4550711"/>
            <a:ext cx="1888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−$167,176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94312" y="4790606"/>
            <a:ext cx="24171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−$213,982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079859" y="5030502"/>
            <a:ext cx="25616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−$226,777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11532" y="5270397"/>
            <a:ext cx="324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−$287,265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65611" y="5510293"/>
            <a:ext cx="3704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−$327,919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grew, led by Cadillac at +$688,074; 16 declined, Audi Reno most at −$327,919.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2026-10-22T00:09:50Z</dcterms:created>
  <dcterms:modified xsi:type="dcterms:W3CDTF">2026-10-22T00:09:50Z</dcterms:modified>
</cp:coreProperties>
</file>