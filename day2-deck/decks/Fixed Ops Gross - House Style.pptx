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total, trailing 12 months ($M)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12700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Oct '25</c:v>
                  </c:pt>
                  <c:pt idx="1">
                    <c:v>Nov '25</c:v>
                  </c:pt>
                  <c:pt idx="2">
                    <c:v>Dec '25</c:v>
                  </c:pt>
                  <c:pt idx="3">
                    <c:v>Jan '26</c:v>
                  </c:pt>
                  <c:pt idx="4">
                    <c:v>Feb '26</c:v>
                  </c:pt>
                  <c:pt idx="5">
                    <c:v>Mar '26</c:v>
                  </c:pt>
                  <c:pt idx="6">
                    <c:v>Apr '26</c:v>
                  </c:pt>
                  <c:pt idx="7">
                    <c:v>May '26</c:v>
                  </c:pt>
                  <c:pt idx="8">
                    <c:v>Jun '26</c:v>
                  </c:pt>
                  <c:pt idx="9">
                    <c:v>Jul '26</c:v>
                  </c:pt>
                  <c:pt idx="10">
                    <c:v>Aug '26</c:v>
                  </c:pt>
                  <c:pt idx="11">
                    <c:v>Sep '26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21.27</c:v>
                </c:pt>
                <c:pt idx="1">
                  <c:v>17.74</c:v>
                </c:pt>
                <c:pt idx="2">
                  <c:v>19.32</c:v>
                </c:pt>
                <c:pt idx="3">
                  <c:v>19.88</c:v>
                </c:pt>
                <c:pt idx="4">
                  <c:v>18.87</c:v>
                </c:pt>
                <c:pt idx="5">
                  <c:v>21.12</c:v>
                </c:pt>
                <c:pt idx="6">
                  <c:v>21.8</c:v>
                </c:pt>
                <c:pt idx="7">
                  <c:v>20.12</c:v>
                </c:pt>
                <c:pt idx="8">
                  <c:v>21.52</c:v>
                </c:pt>
                <c:pt idx="9">
                  <c:v>22.71</c:v>
                </c:pt>
                <c:pt idx="10">
                  <c:v>21.64</c:v>
                </c:pt>
                <c:pt idx="11">
                  <c:v>21.13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.84"/>
          <c:min val="16.1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total, trailing 12 months ($M)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12700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Oct '25</c:v>
                  </c:pt>
                  <c:pt idx="1">
                    <c:v>Nov '25</c:v>
                  </c:pt>
                  <c:pt idx="2">
                    <c:v>Dec '25</c:v>
                  </c:pt>
                  <c:pt idx="3">
                    <c:v>Jan '26</c:v>
                  </c:pt>
                  <c:pt idx="4">
                    <c:v>Feb '26</c:v>
                  </c:pt>
                  <c:pt idx="5">
                    <c:v>Mar '26</c:v>
                  </c:pt>
                  <c:pt idx="6">
                    <c:v>Apr '26</c:v>
                  </c:pt>
                  <c:pt idx="7">
                    <c:v>May '26</c:v>
                  </c:pt>
                  <c:pt idx="8">
                    <c:v>Jun '26</c:v>
                  </c:pt>
                  <c:pt idx="9">
                    <c:v>Jul '26</c:v>
                  </c:pt>
                  <c:pt idx="10">
                    <c:v>Aug '26</c:v>
                  </c:pt>
                  <c:pt idx="11">
                    <c:v>Sep '26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13.74</c:v>
                </c:pt>
                <c:pt idx="1">
                  <c:v>11.84</c:v>
                </c:pt>
                <c:pt idx="2">
                  <c:v>12.92</c:v>
                </c:pt>
                <c:pt idx="3">
                  <c:v>13.47</c:v>
                </c:pt>
                <c:pt idx="4">
                  <c:v>12.79</c:v>
                </c:pt>
                <c:pt idx="5">
                  <c:v>14.35</c:v>
                </c:pt>
                <c:pt idx="6">
                  <c:v>14.65</c:v>
                </c:pt>
                <c:pt idx="7">
                  <c:v>13.71</c:v>
                </c:pt>
                <c:pt idx="8">
                  <c:v>14.45</c:v>
                </c:pt>
                <c:pt idx="9">
                  <c:v>15.06</c:v>
                </c:pt>
                <c:pt idx="10">
                  <c:v>14.43</c:v>
                </c:pt>
                <c:pt idx="11">
                  <c:v>13.96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.6"/>
          <c:min val="10.4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total, trailing 12 months ($M)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12700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Oct '25</c:v>
                  </c:pt>
                  <c:pt idx="1">
                    <c:v>Nov '25</c:v>
                  </c:pt>
                  <c:pt idx="2">
                    <c:v>Dec '25</c:v>
                  </c:pt>
                  <c:pt idx="3">
                    <c:v>Jan '26</c:v>
                  </c:pt>
                  <c:pt idx="4">
                    <c:v>Feb '26</c:v>
                  </c:pt>
                  <c:pt idx="5">
                    <c:v>Mar '26</c:v>
                  </c:pt>
                  <c:pt idx="6">
                    <c:v>Apr '26</c:v>
                  </c:pt>
                  <c:pt idx="7">
                    <c:v>May '26</c:v>
                  </c:pt>
                  <c:pt idx="8">
                    <c:v>Jun '26</c:v>
                  </c:pt>
                  <c:pt idx="9">
                    <c:v>Jul '26</c:v>
                  </c:pt>
                  <c:pt idx="10">
                    <c:v>Aug '26</c:v>
                  </c:pt>
                  <c:pt idx="11">
                    <c:v>Sep '26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7.53</c:v>
                </c:pt>
                <c:pt idx="1">
                  <c:v>5.91</c:v>
                </c:pt>
                <c:pt idx="2">
                  <c:v>6.4</c:v>
                </c:pt>
                <c:pt idx="3">
                  <c:v>6.41</c:v>
                </c:pt>
                <c:pt idx="4">
                  <c:v>6.08</c:v>
                </c:pt>
                <c:pt idx="5">
                  <c:v>6.77</c:v>
                </c:pt>
                <c:pt idx="6">
                  <c:v>7.14</c:v>
                </c:pt>
                <c:pt idx="7">
                  <c:v>6.41</c:v>
                </c:pt>
                <c:pt idx="8">
                  <c:v>7.07</c:v>
                </c:pt>
                <c:pt idx="9">
                  <c:v>7.66</c:v>
                </c:pt>
                <c:pt idx="10">
                  <c:v>7.21</c:v>
                </c:pt>
                <c:pt idx="11">
                  <c:v>7.18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48"/>
          <c:min val="4.52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Trailing 12 months Oct 2025 -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five and bottom four stores by 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Trailing 12 months Oct 2025 -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Trailing 12 months Oct 2025 - 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377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74320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82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40416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total, trailing 12 months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6858000" cy="3858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 Jul '26 at $22.71M. Low Nov '25 at $17.74M.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Jun–Sep year over year: +5.8%, +9.4%, +6.5%, +11.0%.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 months in 2026 beat the same month of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ran $20.59M a month over the last twelve, up $7,468,567 year to date.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82296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79146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43260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35455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33304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30832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+$664,150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27200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+$585,903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25278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+$544,518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21930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+$472,394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20640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+$444,598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19607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+$422,352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18778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+$404,490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17312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+$372,910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17086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+$368,043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10023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+$215,909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8278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+$178,326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7273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+$156,681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363456" y="1909246"/>
            <a:ext cx="6275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+$135,167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63456" y="2139459"/>
            <a:ext cx="5802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+$124,997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63456" y="2369673"/>
            <a:ext cx="5554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+$119,647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363456" y="2599887"/>
            <a:ext cx="4416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+$95,125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363456" y="2830100"/>
            <a:ext cx="4094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+$88,186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363456" y="3060314"/>
            <a:ext cx="2915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+$62,795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363456" y="3290528"/>
            <a:ext cx="18085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+$38,956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363456" y="3520741"/>
            <a:ext cx="12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+$22,653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287856" y="3750955"/>
            <a:ext cx="7560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−$162,846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9268916" y="3981169"/>
            <a:ext cx="9454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−$203,644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9160588" y="4211382"/>
            <a:ext cx="202868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−$436,988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31996" y="4441596"/>
            <a:ext cx="23146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−$498,577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23542" y="4671809"/>
            <a:ext cx="239914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9122123" y="4902023"/>
            <a:ext cx="24133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9010079" y="5132237"/>
            <a:ext cx="35337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973544" y="5362450"/>
            <a:ext cx="38991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grew, led by TOYOTA HENDERSON at +$1,772,700; 8 declined, HONDA NORTH most at −$839,891.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4864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group got there, Jan–Sep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029200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00784"/>
            <a:ext cx="4974336" cy="62179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728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72821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group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2395728"/>
            <a:ext cx="292608" cy="29260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" y="2706624"/>
            <a:ext cx="4974336" cy="621792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3405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 growth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7552" y="3401568"/>
            <a:ext cx="292608" cy="292608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712464"/>
            <a:ext cx="4974336" cy="713232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7398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3989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group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26480" y="1207008"/>
            <a:ext cx="560527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44168"/>
            <a:ext cx="5148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moved 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55080" y="1691640"/>
            <a:ext cx="514807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18288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929384"/>
            <a:ext cx="1463040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4984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58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95360" y="2359152"/>
            <a:ext cx="1407053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149840" y="22585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6883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595360" y="2788920"/>
            <a:ext cx="769067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49840" y="2688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118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3218688"/>
            <a:ext cx="630324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31181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5478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95360" y="3648456"/>
            <a:ext cx="592076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49840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977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168846" y="4078224"/>
            <a:ext cx="426514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4984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44074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66323" y="4507992"/>
            <a:ext cx="42903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149840" y="4407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967135" y="4937760"/>
            <a:ext cx="628225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149840" y="4837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52669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902183" y="5367528"/>
            <a:ext cx="69317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149840" y="5266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589874" y="1828800"/>
            <a:ext cx="10973" cy="381304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 added +$5,890,534; the bottom four gave back $2,637,716.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total, trailing 12 months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6858000" cy="3858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 Jul '26 at $15.06M. Low Nov '25 at $11.84M.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Jun–Sep year over year: +6.8%, +9.3%, +6.8%, +11.7%.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9 months in 2026 beat the same month of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ran $13.78M a month over the last twelve, up $6,297,386 year to date.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82296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+$1,499,243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77787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+$1,417,114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35093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+$639,324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33984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+$619,111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33534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+$610,920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33031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+$601,761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26064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+$474,842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21388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+$389,643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21102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+$384,429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18931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+$344,890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17288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+$314,963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16037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+$292,173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12839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+$233,897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11895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+$216,701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11069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+$201,665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10743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+$195,719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9282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+$169,102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363456" y="1909246"/>
            <a:ext cx="8870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+$161,597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63456" y="2139459"/>
            <a:ext cx="61939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+$112,838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63456" y="2369673"/>
            <a:ext cx="3740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+$68,148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363456" y="2599887"/>
            <a:ext cx="1711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+$31,186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363456" y="2830100"/>
            <a:ext cx="12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+$20,233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363456" y="3060314"/>
            <a:ext cx="12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+$20,119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350324" y="3290528"/>
            <a:ext cx="1313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−$23,923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348246" y="3520741"/>
            <a:ext cx="1521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−$27,710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331765" y="3750955"/>
            <a:ext cx="31691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−$57,734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9289333" y="3981169"/>
            <a:ext cx="7412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−$135,036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9258104" y="4211382"/>
            <a:ext cx="10535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−$191,926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247464" y="4441596"/>
            <a:ext cx="11599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−$211,311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46720" y="4671809"/>
            <a:ext cx="216736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−$394,842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9123073" y="4902023"/>
            <a:ext cx="24038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−$437,922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9063083" y="5132237"/>
            <a:ext cx="30037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−$547,210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982169" y="5362450"/>
            <a:ext cx="38128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−$694,616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grew, led by TOYOTA HENDERSON at +$1,499,243; 10 declined, HONDA NORTH most at −$694,616.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total, trailing 12 months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6858000" cy="3858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617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Peak Jul '26 at $7.66M. Low Nov '25 at $5.91M.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Jun–Sep year over year: +3.8%, +9.8%, +5.9%, +9.8%.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 months in 2026 beat the same month of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ran $6.81M a month over the last twelve, up $1,171,181 year to date.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133502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SAME-STORE, 33 STORES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13048" y="1909246"/>
            <a:ext cx="82296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+$688,074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13048" y="2139459"/>
            <a:ext cx="38383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+$320,924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813048" y="2369673"/>
            <a:ext cx="34415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+$287,749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13048" y="2599887"/>
            <a:ext cx="327064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+$273,457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13048" y="2830100"/>
            <a:ext cx="323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+$270,730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813048" y="3060314"/>
            <a:ext cx="290098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+$242,550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813048" y="3290528"/>
            <a:ext cx="252007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+$210,702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813048" y="3520741"/>
            <a:ext cx="18922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+$158,208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13048" y="3750955"/>
            <a:ext cx="181010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+$151,342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13048" y="3981169"/>
            <a:ext cx="148801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+$124,412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813048" y="4211382"/>
            <a:ext cx="10580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+$88,461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813048" y="4441596"/>
            <a:ext cx="7128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+$59,600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813048" y="4671809"/>
            <a:ext cx="6023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+$50,363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813048" y="4902023"/>
            <a:ext cx="5598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+$46,807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813048" y="5132237"/>
            <a:ext cx="39122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+$32,709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813048" y="5362450"/>
            <a:ext cx="32266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+$26,978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53050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813048" y="5592664"/>
            <a:ext cx="22393" cy="10589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53050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+$18,723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84708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9357576" y="1909246"/>
            <a:ext cx="1280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10259568" y="184708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−$4,916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208776" y="207730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49679" y="2139459"/>
            <a:ext cx="1377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259568" y="207730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−$11,519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30751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30194" y="2369673"/>
            <a:ext cx="3326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0259568" y="230751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−$27,810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208776" y="253772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9323739" y="2599887"/>
            <a:ext cx="39717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59568" y="253772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−$33,207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208776" y="276794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9313048" y="2830100"/>
            <a:ext cx="50408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59568" y="276794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−$42,146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98156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9303603" y="3060314"/>
            <a:ext cx="5985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259568" y="2998156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−$50,043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228370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9294991" y="3290528"/>
            <a:ext cx="68465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259568" y="3228370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−$57,243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345858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291035" y="3520741"/>
            <a:ext cx="72421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259568" y="345858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−$60,551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3688797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9269131" y="3750955"/>
            <a:ext cx="94325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259568" y="3688797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−$78,865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6208776" y="3919011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9189703" y="3981169"/>
            <a:ext cx="17375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259568" y="3919011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−$145,275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149224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9188943" y="4211382"/>
            <a:ext cx="17451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259568" y="4149224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−$145,910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4379438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63508" y="4441596"/>
            <a:ext cx="199948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259568" y="4379438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−$167,176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4609652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07526" y="4671809"/>
            <a:ext cx="255930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10259568" y="4609652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−$213,982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4839865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9092223" y="4902023"/>
            <a:ext cx="271233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259568" y="4839865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−$226,777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5070079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9019877" y="5132237"/>
            <a:ext cx="343579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259568" y="5070079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−$287,265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5300293"/>
            <a:ext cx="2240280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971254" y="5362450"/>
            <a:ext cx="392202" cy="10589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259568" y="5300293"/>
            <a:ext cx="1271016" cy="230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−$327,919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807562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57970" y="1847088"/>
            <a:ext cx="10973" cy="391363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grew, led by CADILLAC at +$688,074; 16 declined, AUDI RENO most at −$327,919.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2026-10-15T23:05:12Z</dcterms:created>
  <dcterms:modified xsi:type="dcterms:W3CDTF">2026-10-15T23:05:12Z</dcterms:modified>
</cp:coreProperties>
</file>