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 vs Jan-Sep 2025; 2025 shown January-December.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Ranked by dollar change, Jan-Sep 2026 vs Jan-Sep 2025; percent change alongside, the top three and bottom three by percent marked.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chart" Target="/ppt/charts/chart17.xml"/><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2026 vs Jan–Sep 2025</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2026, per month</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2026-10-24T21:24:57Z</dcterms:created>
  <dcterms:modified xsi:type="dcterms:W3CDTF">2026-10-24T21:24:57Z</dcterms:modified>
</cp:coreProperties>
</file>