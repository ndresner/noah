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 and ROs: Qlik - Productivity app. Headcount: ADP Employee Master extract, month-end snapshots, Qlik's fixed-employee title list. Monthly averages, Jan-Sep 2026 vs 2025. Same-store, 33 stores.PREVIEW (Noah, Oct 23): replaces People and Pay Plans Are Work Instructions at the start of Productivity. Said: Roundtable slide 6 (People); Jan GM slide 57 (Technician Pipeline); Jan GM slide 16 / May GM slide 12 (Pay Plans aka Work Instructions). Flat-rate technicians are paid for what they produce; hourly technicians are paid whether they produce or not. Staff -76 Sep to Sep to 1,540 (technicians -17, advisors -7, managers -3). Headcount from ADP (Employee Master extract 10/19/2026). Advisor plans: CP labor or gross per RO, maintenance penetration, total sales or gross. CP &amp; W ROs fell 2.3%.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Productivity?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2412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4358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ROs produced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÷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producing them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gross and work each person produces: gross per fixed employee and CP &amp; W ROs per fixed employee.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NUMBERS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 / mo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7116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4431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 / 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5632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2947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1,540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4343400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7760" y="2907792"/>
            <a:ext cx="6793992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03580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410712"/>
            <a:ext cx="3977640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are our most valuable asset and the biggest expense in the department.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Being short-handed costs appointments, MPIs and sold hours.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instructions: every system is perfectly designed to get the results it gets.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138928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66944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seat filled with someone who adds hours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09104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37120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people; grow your own apprentices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9280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7296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on CP performance; 50/50 base to bonus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38928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66944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 rate, paid on their own production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09104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37120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expectations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Job descriptions and the metrics you want to improve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479280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07296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cars, fewer hours to produce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Group: $13,617 gross per fixed employee a month, up $1,207. Gross grew 4.1% with 5.1% fewer people.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2026-10-24T20:52:27Z</dcterms:created>
  <dcterms:modified xsi:type="dcterms:W3CDTF">2026-10-24T20:52:27Z</dcterms:modified>
</cp:coreProperties>
</file>