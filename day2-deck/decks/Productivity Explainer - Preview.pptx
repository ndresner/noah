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Gross and ROs: Qlik - Productivity app. Headcount: ADP Employee Master extract, month-end snapshots, Qlik's fixed-employee title list. Monthly averages, Jan-Sep 2026 vs 2025. Same-store, 33 stores.PREVIEW (Noah, Oct 23): replaces People and Pay Plans Are Work Instructions at the start of Productivity. Said: Roundtable slide 6 (People); Jan GM slide 57 (Technician Pipeline); Jan GM slide 16 / May GM slide 12 (Pay Plans aka Work Instructions). Flat-rate technicians are paid for what they produce; hourly technicians are paid whether they produce or not. Staff -76 Sep to Sep to 1,540 (technicians -17, advisors -7, managers -3). Headcount from ADP (Employee Master extract 10/19/2026). Advisor plans: CP labor or gross per RO, maintenance penetration, total sales or gross. CP &amp; W ROs fell 2.3%.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Productivity?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2412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43584"/>
            <a:ext cx="10835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  </a:t>
            </a:r>
            <a:pPr indent="0" marL="0">
              <a:buNone/>
            </a:pPr>
            <a:r>
              <a:rPr lang="en-US" sz="22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=  </a:t>
            </a:r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and ROs produced  </a:t>
            </a:r>
            <a:pPr indent="0" marL="0">
              <a:buNone/>
            </a:pPr>
            <a:r>
              <a:rPr lang="en-US" sz="22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÷  </a:t>
            </a:r>
            <a:pPr indent="0" marL="0">
              <a:buNone/>
            </a:pPr>
            <a:r>
              <a:rPr lang="en-US" sz="2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people producing them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83080"/>
            <a:ext cx="10835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much gross and work each person produces: gross per fixed employee, and CP &amp; W ROs per advisor, employee and manager.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408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NUMBERS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286000" y="2340864"/>
            <a:ext cx="3075432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59152" y="2340864"/>
            <a:ext cx="2929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per employee  </a:t>
            </a:r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$13,617 / mo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71160" y="2340864"/>
            <a:ext cx="3075432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544312" y="2340864"/>
            <a:ext cx="2929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per advisor  </a:t>
            </a:r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 / mo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656320" y="2340864"/>
            <a:ext cx="3075432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29472" y="2340864"/>
            <a:ext cx="2929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staff  </a:t>
            </a:r>
            <a:pPr algn="ctr"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1,540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07792"/>
            <a:ext cx="4343400" cy="30815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937760" y="2907792"/>
            <a:ext cx="6793992" cy="30815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303580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138928" y="3035808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MOVES IT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3410712"/>
            <a:ext cx="3977640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People are our most valuable asset and the biggest expense in the department.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Being short-handed costs appointments, MPIs and sold hours.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plans are work instructions: every system is perfectly designed to get the results it gets.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138928" y="3410712"/>
            <a:ext cx="45720" cy="113385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266944" y="3410712"/>
            <a:ext cx="187756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seat filled with someone who adds hours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309104" y="3410712"/>
            <a:ext cx="45720" cy="113385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37120" y="3410712"/>
            <a:ext cx="187756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Training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 in people; grow your own apprentices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9479280" y="3410712"/>
            <a:ext cx="45720" cy="113385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607296" y="3410712"/>
            <a:ext cx="187756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 pay plans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on CP performance; 50/50 base to bonus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138928" y="4654296"/>
            <a:ext cx="45720" cy="113385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266944" y="4654296"/>
            <a:ext cx="187756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pay plans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Flat rate, paid on their own production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309104" y="4654296"/>
            <a:ext cx="45720" cy="113385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437120" y="4654296"/>
            <a:ext cx="187756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expectations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Job descriptions and the metrics you want to improve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9479280" y="4654296"/>
            <a:ext cx="45720" cy="113385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607296" y="4654296"/>
            <a:ext cx="187756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 count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Fewer cars, fewer hours to produce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Group: $13,617 gross per fixed employee a month, up $1,207. Gross grew 4.1% with 5.1% fewer people.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2026-10-23T20:59:45Z</dcterms:created>
  <dcterms:modified xsi:type="dcterms:W3CDTF">2026-10-23T20:59:45Z</dcterms:modified>
</cp:coreProperties>
</file>