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(ten minutes per tech per day). Jan-Sep 2026, same-store, 33 stores. The levers overlap - op code services are part of hours per RO, and selling more hours needs tech time - so they are not added together.Talk track: every line is the GM's and the service manager's together (Noah, Oct 27).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1755648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it daily: dispatch, parts staging, approvals, coaching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2542032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 consistent: MPI and Road to the Sale on every car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328416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where you are, ask for the sale on every car, every time, hold people accountable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4114800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 available when they call; proactive outreach to lapsed and inactive customers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minutes a day saved for every tech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$4,443,804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4901184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Streamline the process, remove inefficiencies: parts to the bay, tools and keys in place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 than one more RO a day, every number here comes from customers already coming in for service.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2026-10-29T06:37:50Z</dcterms:created>
  <dcterms:modified xsi:type="dcterms:W3CDTF">2026-10-29T06:37:50Z</dcterms:modified>
</cp:coreProperties>
</file>