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Labor + parts gross a year, each from its own slide: Technician Proficiency (each tech under 85% raised to 85%, monthly x 12), Hours per RO (0.1 hr x CP ROs at each store's gross per hour), Op Codes (stores under each benchmark brought to it), One More CP RO a Day (307 open days), Tech Minute (one minute per tech per day). Jan-Sep 2026, same-store, 33 stores. The levers overlap - op code services are part of hours per RO, and selling more hours needs tech time - so they are not added together.Talk track: the GM owns the conditions - staffing, pay plans, marketing budget, the parts department. The service manager owns the daily process - dispatch, the inspection, the menu, the drive. Each line has its own slide earlier in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35331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5331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 YEAR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1353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875520" y="135331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OWNS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1755648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755648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55648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tech under 85% reaches 85%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7556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$19,763,184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1755648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parts staging, approvals, coaching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75520" y="1810512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75520" y="18105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875520" y="21396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75520" y="21396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2542032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542032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2542032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more hours on every CP RO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254203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$6,602,564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2542032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on every car, the menu, Road to the Sale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875520" y="276148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75520" y="276148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328416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328416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9808" y="3328416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the four op 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4754880" y="3328416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3328416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fluid, fuel service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875520" y="3547872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75520" y="35478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8640" y="4114800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114800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49808" y="411480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4754880" y="41148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$4,473,284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7178040" y="411480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Phones, scheduler, retention, marketing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875520" y="4169664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875520" y="41696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9875520" y="449884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875520" y="44988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4901184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3" name="Shape 41"/>
          <p:cNvSpPr/>
          <p:nvPr/>
        </p:nvSpPr>
        <p:spPr>
          <a:xfrm>
            <a:off x="548640" y="4901184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49808" y="4901184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saved for every tech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4754880" y="4901184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$444,380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7178040" y="490118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to the bay, tools and keys in place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875520" y="495604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875520" y="4956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875520" y="528523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875520" y="5285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number is gross on cars, bays and techs we already have, except one more RO a day. They overlap, so read each on its own.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2026-10-21T21:04:28Z</dcterms:created>
  <dcterms:modified xsi:type="dcterms:W3CDTF">2026-10-21T21:04:28Z</dcterms:modified>
</cp:coreProperties>
</file>