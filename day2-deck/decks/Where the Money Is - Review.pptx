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(ten minutes per tech per day). Jan-Sep 2026, same-store, 33 stores. The levers overlap - op code services are part of hours per RO, and selling more hours needs tech time - so they are not added together.Talk track: every line is the GM's and the service manager's together (Noah, Oct 27).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75564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5420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328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11480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minutes a day saved for every tech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$4,443,804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90118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than one more RO a day, every number here comes from customers already coming in for service.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2026-10-28T00:19:30Z</dcterms:created>
  <dcterms:modified xsi:type="dcterms:W3CDTF">2026-10-28T00:19:30Z</dcterms:modified>
</cp:coreProperties>
</file>