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Labor + parts gross a year, each from its own slide: Technician Proficiency (each tech under 85% raised to 85%, monthly x 12), Hours per RO (0.1 hr x CP ROs at each store's gross per hour), Op Codes (stores under each benchmark brought to it), One More CP RO a Day (307 open days), Tech Minute (ten minutes per tech per day). Jan-Sep 2026, same-store, 33 stores. The levers overlap - op code services are part of hours per RO, and selling more hours needs tech time - so they are not added together.Talk track: every line is the GM's and the service manager's together (Noah, Oct 27). Each line has its own slide earlier in the day.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FIXED OPS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 the Money Is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353312"/>
            <a:ext cx="4023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LEVER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754880" y="1353312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 A YEAR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1353312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spc="100" kern="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1755648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" name="Shape 8"/>
          <p:cNvSpPr/>
          <p:nvPr/>
        </p:nvSpPr>
        <p:spPr>
          <a:xfrm>
            <a:off x="548640" y="1755648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1755648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tech under 85% reaches 85%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755648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$19,763,184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7178040" y="1755648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Dispatch, parts staging, approvals, coaching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48640" y="2542032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548640" y="2542032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749808" y="2542032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more hours on every CP RO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4754880" y="2542032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$6,602,564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7178040" y="2542032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MPI on every car, the menu, Road to the Sale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48640" y="3328416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0" name="Shape 18"/>
          <p:cNvSpPr/>
          <p:nvPr/>
        </p:nvSpPr>
        <p:spPr>
          <a:xfrm>
            <a:off x="548640" y="3328416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49808" y="3328416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store at the four op code benchmarks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4754880" y="3328416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$4,895,199</a:t>
            </a:r>
            <a:endParaRPr lang="en-US" sz="2400" dirty="0"/>
          </a:p>
        </p:txBody>
      </p:sp>
      <p:sp>
        <p:nvSpPr>
          <p:cNvPr id="23" name="Text 21"/>
          <p:cNvSpPr txBox="1"/>
          <p:nvPr/>
        </p:nvSpPr>
        <p:spPr>
          <a:xfrm>
            <a:off x="7178040" y="3328416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Alignment, balance, brake fluid, fuel service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114800"/>
            <a:ext cx="11091672" cy="71323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" name="Shape 23"/>
          <p:cNvSpPr/>
          <p:nvPr/>
        </p:nvSpPr>
        <p:spPr>
          <a:xfrm>
            <a:off x="548640" y="4114800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749808" y="4114800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more customer-pay RO a day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754880" y="4114800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$4,473,284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7178040" y="4114800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Phones, scheduler, retention, marketing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548640" y="4901184"/>
            <a:ext cx="11091672" cy="713232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0" name="Shape 28"/>
          <p:cNvSpPr/>
          <p:nvPr/>
        </p:nvSpPr>
        <p:spPr>
          <a:xfrm>
            <a:off x="548640" y="4901184"/>
            <a:ext cx="64008" cy="713232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49808" y="4901184"/>
            <a:ext cx="3931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 minutes a day saved for every tech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4754880" y="4901184"/>
            <a:ext cx="2103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$4,443,804</a:t>
            </a:r>
            <a:endParaRPr lang="en-US" sz="2400" dirty="0"/>
          </a:p>
        </p:txBody>
      </p:sp>
      <p:sp>
        <p:nvSpPr>
          <p:cNvPr id="33" name="Text 31"/>
          <p:cNvSpPr txBox="1"/>
          <p:nvPr/>
        </p:nvSpPr>
        <p:spPr>
          <a:xfrm>
            <a:off x="7178040" y="4901184"/>
            <a:ext cx="43891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Parts to the bay, tools and keys in place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number is gross on cars, bays and techs we already have, except one more RO a day. They overlap, so read each on its own.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2026-10-27T23:35:59Z</dcterms:created>
  <dcterms:modified xsi:type="dcterms:W3CDTF">2026-10-27T23:36:00Z</dcterms:modified>
</cp:coreProperties>
</file>