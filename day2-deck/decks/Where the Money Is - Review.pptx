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(one minute per tech per day). Jan-Sep 2026, same-store, 33 stores. The levers overlap - op code services are part of hours per RO, and selling more hours needs tech time - so they are not added together.Talk track: the GM owns the conditions - staffing, pay plans, marketing budget, the parts department. The service manager owns the daily process - dispatch, the inspection, the menu, the drive.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353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75520" y="181051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18105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875520" y="21396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0" y="21396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2542032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75520" y="276148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27614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328416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875520" y="3547872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875520" y="35478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114800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875520" y="416966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0" y="41696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875520" y="44988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875520" y="44988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3" name="Shape 41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saved for every tech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$444,380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90118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875520" y="4956048"/>
            <a:ext cx="1691640" cy="274320"/>
          </a:xfrm>
          <a:prstGeom prst="roundRect">
            <a:avLst>
              <a:gd name="adj" fmla="val 20000"/>
            </a:avLst>
          </a:prstGeom>
          <a:solidFill>
            <a:srgbClr val="EDF4F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75520" y="495604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manager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875520" y="528523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0B2C4A"/>
          </a:solidFill>
          <a:ln w="9525">
            <a:solidFill>
              <a:srgbClr val="0B2C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0" y="5285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2026-10-26T20:24:01Z</dcterms:created>
  <dcterms:modified xsi:type="dcterms:W3CDTF">2026-10-26T20:24:01Z</dcterms:modified>
</cp:coreProperties>
</file>