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it daily: dispatch, parts staging, approvals, coaching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where you are, ask for the sale on every car, every time, hold people accountable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available when they call; proactive outreach to lapsed and inactive customers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than one more RO a day, every number here comes from customers already coming in for service.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2026-10-28T00:39:52Z</dcterms:created>
  <dcterms:modified xsi:type="dcterms:W3CDTF">2026-10-28T00:39:52Z</dcterms:modified>
</cp:coreProperties>
</file>