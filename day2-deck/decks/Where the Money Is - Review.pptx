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Labor + parts gross a year, each from its own slide: Technician Proficiency (each tech under 85% raised to 85%, monthly x 12), Hours per RO (0.1 hr x CP ROs at each store's gross per hour), Op Codes (stores under each benchmark brought to it), One More CP RO a Day (307 open days), Tech Minute (ten minutes per tech per day). Jan-Sep 2026, same-store, 33 stores. The levers overlap - op code services are part of hours per RO, and selling more hours needs tech time - so they are not added together.Talk track: every line is the GM's and the service manager's together (Noah, Oct 27). Each line has its own slide earlier in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35331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35331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 YEAR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135331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755648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1755648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1755648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tech under 85% reaches 85%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17556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$19,763,184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7178040" y="1755648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 it daily: dispatch, parts staging, approvals, coaching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2542032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2542032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9808" y="2542032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more hours on every CP RO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54203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$6,602,564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2542032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 consistent: MPI and Road to the Sale on every car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3328416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3328416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328416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the four op code benchmarks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3328416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3328416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where you are, ask for the sale on every car, every time, hold people accountable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48640" y="4114800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4114800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9808" y="411480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41148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$4,473,284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178040" y="4114800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 available when they call; proactive outreach to lapsed and inactive customers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48640" y="4901184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901184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49808" y="4901184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 minutes a day saved for every tech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4754880" y="4901184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$4,443,804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7178040" y="4901184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Streamline the process, remove inefficiencies: parts to the bay, tools and keys in place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Other than one more RO a day, every number here comes from customers already coming in for service.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2026-10-28T00:46:16Z</dcterms:created>
  <dcterms:modified xsi:type="dcterms:W3CDTF">2026-10-28T00:46:16Z</dcterms:modified>
</cp:coreProperties>
</file>