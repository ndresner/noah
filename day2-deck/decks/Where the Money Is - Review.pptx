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Labor + parts gross a year, each from its own slide: Technician Proficiency (each tech under 85% raised to 85%, monthly x 12), Hours per RO (0.1 hr x CP ROs at each store's gross per hour), Op Codes (stores under each benchmark brought to it), One More CP RO a Day (307 open days), Tech Minute (ten minutes per tech per day). Jan-Sep 2026, same-store, 33 stores. The levers overlap - op code services are part of hours per RO, and selling more hours needs tech time - so they are not added together.Talk track: every line is the GM's and the service manager's together (Noah, Oct 27). Each line has its own slide earlier in the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the Money 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35331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LEVER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35331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 A YEAR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178040" y="135331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755648"/>
            <a:ext cx="11091672" cy="71323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755648"/>
            <a:ext cx="64008" cy="71323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1755648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tech under 85% reaches 85%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1755648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$19,763,184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1755648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 it daily: dispatch, parts staging, approvals, coaching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2542032"/>
            <a:ext cx="1109167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2542032"/>
            <a:ext cx="64008" cy="71323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9808" y="2542032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 more hours on every CP RO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2542032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$6,602,564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178040" y="2542032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 consistent: MPI and Road to the Sale on every car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3328416"/>
            <a:ext cx="11091672" cy="71323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3328416"/>
            <a:ext cx="64008" cy="71323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9808" y="3328416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store at the four op code benchmarks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3328416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$4,895,199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3328416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where you are, ask for the sale on every car, every time, hold people accountable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8640" y="4114800"/>
            <a:ext cx="1109167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4114800"/>
            <a:ext cx="64008" cy="71323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49808" y="411480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more customer-pay RO a day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4754880" y="411480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$4,473,284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4114800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 available when they call; proactive outreach to lapsed and inactive customers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48640" y="4901184"/>
            <a:ext cx="11091672" cy="71323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" y="4901184"/>
            <a:ext cx="64008" cy="71323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49808" y="4901184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 minutes a day saved for every tech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4754880" y="4901184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$4,443,804</a:t>
            </a:r>
            <a:endParaRPr lang="en-US" sz="2400" dirty="0"/>
          </a:p>
        </p:txBody>
      </p:sp>
      <p:sp>
        <p:nvSpPr>
          <p:cNvPr id="33" name="Text 31"/>
          <p:cNvSpPr txBox="1"/>
          <p:nvPr/>
        </p:nvSpPr>
        <p:spPr>
          <a:xfrm>
            <a:off x="7178040" y="4901184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Streamline the process, remove inefficiencies: parts to the bay, tools and keys in place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457200" y="6126480"/>
            <a:ext cx="11274552" cy="371856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58368" y="6144768"/>
            <a:ext cx="109270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 than one more RO a day, every number here comes from customers already coming in for service.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2026-10-29T16:32:21Z</dcterms:created>
  <dcterms:modified xsi:type="dcterms:W3CDTF">2026-10-29T16:32:21Z</dcterms:modified>
</cp:coreProperties>
</file>