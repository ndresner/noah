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0.xml" ContentType="application/vnd.openxmlformats-officedocument.drawingml.chart+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slide" Target="slides/slide206.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c:v>
                </c:pt>
                <c:pt idx="1">
                  <c:v>119.8</c:v>
                </c:pt>
                <c:pt idx="2">
                  <c:v>121.2</c:v>
                </c:pt>
                <c:pt idx="3">
                  <c:v>118.6</c:v>
                </c:pt>
                <c:pt idx="4">
                  <c:v>154.25</c:v>
                </c:pt>
                <c:pt idx="5">
                  <c:v>141.75</c:v>
                </c:pt>
                <c:pt idx="6">
                  <c:v>152</c:v>
                </c:pt>
                <c:pt idx="7">
                  <c:v>159.5</c:v>
                </c:pt>
                <c:pt idx="8">
                  <c:v>132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153.33333333333334</c:v>
                </c:pt>
                <c:pt idx="1">
                  <c:v>168.33333333333334</c:v>
                </c:pt>
                <c:pt idx="2">
                  <c:v>187</c:v>
                </c:pt>
                <c:pt idx="3">
                  <c:v>195</c:v>
                </c:pt>
                <c:pt idx="4">
                  <c:v>185.66666666666666</c:v>
                </c:pt>
                <c:pt idx="5">
                  <c:v>196.33333333333334</c:v>
                </c:pt>
                <c:pt idx="6">
                  <c:v>191</c:v>
                </c:pt>
                <c:pt idx="7">
                  <c:v>180.66666666666666</c:v>
                </c:pt>
                <c:pt idx="8">
                  <c:v>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55200000000002"/>
          <c:min val="112.38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c:v>
                </c:pt>
                <c:pt idx="1">
                  <c:v>116.66666666666667</c:v>
                </c:pt>
                <c:pt idx="2">
                  <c:v>106.66666666666667</c:v>
                </c:pt>
                <c:pt idx="3">
                  <c:v>111.66666666666667</c:v>
                </c:pt>
                <c:pt idx="4">
                  <c:v>103</c:v>
                </c:pt>
                <c:pt idx="5">
                  <c:v>103.33333333333333</c:v>
                </c:pt>
                <c:pt idx="6">
                  <c:v>125.33333333333333</c:v>
                </c:pt>
                <c:pt idx="7">
                  <c:v>132</c:v>
                </c:pt>
                <c:pt idx="8">
                  <c:v>142.66666666666666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132</c:v>
                </c:pt>
                <c:pt idx="1">
                  <c:v>140.66666666666666</c:v>
                </c:pt>
                <c:pt idx="2">
                  <c:v>142.66666666666666</c:v>
                </c:pt>
                <c:pt idx="3">
                  <c:v>148.33333333333334</c:v>
                </c:pt>
                <c:pt idx="4">
                  <c:v>160.33333333333334</c:v>
                </c:pt>
                <c:pt idx="5">
                  <c:v>184</c:v>
                </c:pt>
                <c:pt idx="6">
                  <c:v>177.66666666666666</c:v>
                </c:pt>
                <c:pt idx="7">
                  <c:v>147.33333333333334</c:v>
                </c:pt>
                <c:pt idx="8">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0.48"/>
          <c:min val="9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216.375</c:v>
                </c:pt>
                <c:pt idx="1">
                  <c:v>183</c:v>
                </c:pt>
                <c:pt idx="2">
                  <c:v>197.5</c:v>
                </c:pt>
                <c:pt idx="3">
                  <c:v>223.375</c:v>
                </c:pt>
                <c:pt idx="4">
                  <c:v>219.625</c:v>
                </c:pt>
                <c:pt idx="5">
                  <c:v>238.14285714285714</c:v>
                </c:pt>
                <c:pt idx="6">
                  <c:v>254.85714285714286</c:v>
                </c:pt>
                <c:pt idx="7">
                  <c:v>246</c:v>
                </c:pt>
                <c:pt idx="8">
                  <c:v>225.28571428571428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243.28571428571428</c:v>
                </c:pt>
                <c:pt idx="1">
                  <c:v>206.42857142857142</c:v>
                </c:pt>
                <c:pt idx="2">
                  <c:v>265.85714285714283</c:v>
                </c:pt>
                <c:pt idx="3">
                  <c:v>245.57142857142858</c:v>
                </c:pt>
                <c:pt idx="4">
                  <c:v>252</c:v>
                </c:pt>
                <c:pt idx="5">
                  <c:v>273.7142857142857</c:v>
                </c:pt>
                <c:pt idx="6">
                  <c:v>273.2857142857143</c:v>
                </c:pt>
                <c:pt idx="7">
                  <c:v>255.71428571428572</c:v>
                </c:pt>
                <c:pt idx="8">
                  <c:v>261.85714285714283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9714285714286"/>
          <c:min val="175.742857142857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318</c:v>
                </c:pt>
                <c:pt idx="1">
                  <c:v>290.5</c:v>
                </c:pt>
                <c:pt idx="2">
                  <c:v>337.6666666666667</c:v>
                </c:pt>
                <c:pt idx="3">
                  <c:v>343.3333333333333</c:v>
                </c:pt>
                <c:pt idx="4">
                  <c:v>333</c:v>
                </c:pt>
                <c:pt idx="5">
                  <c:v>323</c:v>
                </c:pt>
                <c:pt idx="6">
                  <c:v>294.7142857142857</c:v>
                </c:pt>
                <c:pt idx="7">
                  <c:v>267</c:v>
                </c:pt>
                <c:pt idx="8">
                  <c:v>242.75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240.875</c:v>
                </c:pt>
                <c:pt idx="1">
                  <c:v>225.25</c:v>
                </c:pt>
                <c:pt idx="2">
                  <c:v>249.875</c:v>
                </c:pt>
                <c:pt idx="3">
                  <c:v>267.125</c:v>
                </c:pt>
                <c:pt idx="4">
                  <c:v>225.66666666666666</c:v>
                </c:pt>
                <c:pt idx="5">
                  <c:v>245.33333333333334</c:v>
                </c:pt>
                <c:pt idx="6">
                  <c:v>246.77777777777777</c:v>
                </c:pt>
                <c:pt idx="7">
                  <c:v>225.55555555555554</c:v>
                </c:pt>
                <c:pt idx="8">
                  <c:v>270.5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2.78"/>
          <c:min val="215.8033333333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c:v>
                </c:pt>
                <c:pt idx="1">
                  <c:v>185.5</c:v>
                </c:pt>
                <c:pt idx="2">
                  <c:v>188</c:v>
                </c:pt>
                <c:pt idx="3">
                  <c:v>205</c:v>
                </c:pt>
                <c:pt idx="4">
                  <c:v>189</c:v>
                </c:pt>
                <c:pt idx="5">
                  <c:v>200</c:v>
                </c:pt>
                <c:pt idx="6">
                  <c:v>213</c:v>
                </c:pt>
                <c:pt idx="7">
                  <c:v>186</c:v>
                </c:pt>
                <c:pt idx="8">
                  <c:v>178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168.5</c:v>
                </c:pt>
                <c:pt idx="1">
                  <c:v>136</c:v>
                </c:pt>
                <c:pt idx="2">
                  <c:v>168.5</c:v>
                </c:pt>
                <c:pt idx="3">
                  <c:v>126</c:v>
                </c:pt>
                <c:pt idx="4">
                  <c:v>112.66666666666667</c:v>
                </c:pt>
                <c:pt idx="5">
                  <c:v>136.33333333333334</c:v>
                </c:pt>
                <c:pt idx="6">
                  <c:v>114.33333333333333</c:v>
                </c:pt>
                <c:pt idx="7">
                  <c:v>172.5</c:v>
                </c:pt>
                <c:pt idx="8">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14666666666668"/>
          <c:min val="103.5200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181.33333333333334</c:v>
                </c:pt>
                <c:pt idx="1">
                  <c:v>163.5</c:v>
                </c:pt>
                <c:pt idx="2">
                  <c:v>177.66666666666666</c:v>
                </c:pt>
                <c:pt idx="3">
                  <c:v>182.33333333333334</c:v>
                </c:pt>
                <c:pt idx="4">
                  <c:v>158.42857142857142</c:v>
                </c:pt>
                <c:pt idx="5">
                  <c:v>159.57142857142858</c:v>
                </c:pt>
                <c:pt idx="6">
                  <c:v>159</c:v>
                </c:pt>
                <c:pt idx="7">
                  <c:v>171</c:v>
                </c:pt>
                <c:pt idx="8">
                  <c:v>150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134.25</c:v>
                </c:pt>
                <c:pt idx="1">
                  <c:v>112.25</c:v>
                </c:pt>
                <c:pt idx="2">
                  <c:v>133.77777777777777</c:v>
                </c:pt>
                <c:pt idx="3">
                  <c:v>117.11111111111111</c:v>
                </c:pt>
                <c:pt idx="4">
                  <c:v>117.55555555555556</c:v>
                </c:pt>
                <c:pt idx="5">
                  <c:v>116</c:v>
                </c:pt>
                <c:pt idx="6">
                  <c:v>122</c:v>
                </c:pt>
                <c:pt idx="7">
                  <c:v>131.125</c:v>
                </c:pt>
                <c:pt idx="8">
                  <c:v>122.625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94"/>
          <c:min val="106.643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117.41176470588235</c:v>
                </c:pt>
                <c:pt idx="1">
                  <c:v>117.41176470588235</c:v>
                </c:pt>
                <c:pt idx="2">
                  <c:v>117.41176470588235</c:v>
                </c:pt>
                <c:pt idx="3">
                  <c:v>117.41176470588235</c:v>
                </c:pt>
                <c:pt idx="4">
                  <c:v>117.41176470588235</c:v>
                </c:pt>
                <c:pt idx="5">
                  <c:v>117.41176470588235</c:v>
                </c:pt>
                <c:pt idx="6">
                  <c:v>117.41176470588235</c:v>
                </c:pt>
                <c:pt idx="7">
                  <c:v>117.41176470588235</c:v>
                </c:pt>
                <c:pt idx="8">
                  <c:v>117.41176470588235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c:v>
                </c:pt>
                <c:pt idx="1">
                  <c:v>119.4</c:v>
                </c:pt>
                <c:pt idx="2">
                  <c:v>119.16666666666667</c:v>
                </c:pt>
                <c:pt idx="3">
                  <c:v>127</c:v>
                </c:pt>
                <c:pt idx="4">
                  <c:v>126.16666666666667</c:v>
                </c:pt>
                <c:pt idx="5">
                  <c:v>189</c:v>
                </c:pt>
                <c:pt idx="6">
                  <c:v>157.6</c:v>
                </c:pt>
                <c:pt idx="7">
                  <c:v>172.6</c:v>
                </c:pt>
                <c:pt idx="8">
                  <c:v>198.75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165.43589743589743</c:v>
                </c:pt>
                <c:pt idx="1">
                  <c:v>165.43589743589743</c:v>
                </c:pt>
                <c:pt idx="2">
                  <c:v>165.43589743589743</c:v>
                </c:pt>
                <c:pt idx="3">
                  <c:v>165.43589743589743</c:v>
                </c:pt>
                <c:pt idx="4">
                  <c:v>165.43589743589743</c:v>
                </c:pt>
                <c:pt idx="5">
                  <c:v>165.43589743589743</c:v>
                </c:pt>
                <c:pt idx="6">
                  <c:v>165.43589743589743</c:v>
                </c:pt>
                <c:pt idx="7">
                  <c:v>165.43589743589743</c:v>
                </c:pt>
                <c:pt idx="8">
                  <c:v>165.43589743589743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c:v>
                </c:pt>
                <c:pt idx="1">
                  <c:v>155.07692307692307</c:v>
                </c:pt>
                <c:pt idx="2">
                  <c:v>170.23076923076923</c:v>
                </c:pt>
                <c:pt idx="3">
                  <c:v>164.53846153846155</c:v>
                </c:pt>
                <c:pt idx="4">
                  <c:v>193.58333333333334</c:v>
                </c:pt>
                <c:pt idx="5">
                  <c:v>201.75</c:v>
                </c:pt>
                <c:pt idx="6">
                  <c:v>193.75</c:v>
                </c:pt>
                <c:pt idx="7">
                  <c:v>213.16666666666666</c:v>
                </c:pt>
                <c:pt idx="8">
                  <c:v>203.5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211.2</c:v>
                </c:pt>
                <c:pt idx="1">
                  <c:v>211.2</c:v>
                </c:pt>
                <c:pt idx="2">
                  <c:v>211.2</c:v>
                </c:pt>
                <c:pt idx="3">
                  <c:v>211.2</c:v>
                </c:pt>
                <c:pt idx="4">
                  <c:v>211.2</c:v>
                </c:pt>
                <c:pt idx="5">
                  <c:v>211.2</c:v>
                </c:pt>
                <c:pt idx="6">
                  <c:v>211.2</c:v>
                </c:pt>
                <c:pt idx="7">
                  <c:v>211.2</c:v>
                </c:pt>
                <c:pt idx="8">
                  <c:v>211.2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227.6</c:v>
                </c:pt>
                <c:pt idx="1">
                  <c:v>187</c:v>
                </c:pt>
                <c:pt idx="2">
                  <c:v>219</c:v>
                </c:pt>
                <c:pt idx="3">
                  <c:v>220</c:v>
                </c:pt>
                <c:pt idx="4">
                  <c:v>225.8</c:v>
                </c:pt>
                <c:pt idx="5">
                  <c:v>242.8</c:v>
                </c:pt>
                <c:pt idx="6">
                  <c:v>243</c:v>
                </c:pt>
                <c:pt idx="7">
                  <c:v>225.8</c:v>
                </c:pt>
                <c:pt idx="8">
                  <c:v>241.8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788.25</c:v>
                </c:pt>
                <c:pt idx="1">
                  <c:v>743</c:v>
                </c:pt>
                <c:pt idx="2">
                  <c:v>799.875</c:v>
                </c:pt>
                <c:pt idx="3">
                  <c:v>809.375</c:v>
                </c:pt>
                <c:pt idx="4">
                  <c:v>793.75</c:v>
                </c:pt>
                <c:pt idx="5">
                  <c:v>918.4285714285714</c:v>
                </c:pt>
                <c:pt idx="6">
                  <c:v>949.8571428571429</c:v>
                </c:pt>
                <c:pt idx="7">
                  <c:v>917.4285714285714</c:v>
                </c:pt>
                <c:pt idx="8">
                  <c:v>876.7142857142857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4.22"/>
          <c:min val="706.6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477</c:v>
                </c:pt>
                <c:pt idx="1">
                  <c:v>435.75</c:v>
                </c:pt>
                <c:pt idx="2">
                  <c:v>506.5</c:v>
                </c:pt>
                <c:pt idx="3">
                  <c:v>515</c:v>
                </c:pt>
                <c:pt idx="4">
                  <c:v>499.5</c:v>
                </c:pt>
                <c:pt idx="5">
                  <c:v>484.5</c:v>
                </c:pt>
                <c:pt idx="6">
                  <c:v>515.75</c:v>
                </c:pt>
                <c:pt idx="7">
                  <c:v>623</c:v>
                </c:pt>
                <c:pt idx="8">
                  <c:v>647.3333333333334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642.3333333333334</c:v>
                </c:pt>
                <c:pt idx="1">
                  <c:v>600.6666666666666</c:v>
                </c:pt>
                <c:pt idx="2">
                  <c:v>666.3333333333334</c:v>
                </c:pt>
                <c:pt idx="3">
                  <c:v>712.3333333333334</c:v>
                </c:pt>
                <c:pt idx="4">
                  <c:v>677</c:v>
                </c:pt>
                <c:pt idx="5">
                  <c:v>736</c:v>
                </c:pt>
                <c:pt idx="6">
                  <c:v>740.3333333333334</c:v>
                </c:pt>
                <c:pt idx="7">
                  <c:v>676.6666666666666</c:v>
                </c:pt>
                <c:pt idx="8">
                  <c:v>721.3333333333334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64.7"/>
          <c:min val="411.38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544.3333333333334</c:v>
                </c:pt>
                <c:pt idx="1">
                  <c:v>496.3333333333333</c:v>
                </c:pt>
                <c:pt idx="2">
                  <c:v>512.3333333333334</c:v>
                </c:pt>
                <c:pt idx="3">
                  <c:v>563.3333333333334</c:v>
                </c:pt>
                <c:pt idx="4">
                  <c:v>527.3333333333334</c:v>
                </c:pt>
                <c:pt idx="5">
                  <c:v>567</c:v>
                </c:pt>
                <c:pt idx="6">
                  <c:v>579</c:v>
                </c:pt>
                <c:pt idx="7">
                  <c:v>512</c:v>
                </c:pt>
                <c:pt idx="8">
                  <c:v>519.3333333333334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896</c:v>
                </c:pt>
                <c:pt idx="1">
                  <c:v>672</c:v>
                </c:pt>
                <c:pt idx="2">
                  <c:v>832</c:v>
                </c:pt>
                <c:pt idx="3">
                  <c:v>812</c:v>
                </c:pt>
                <c:pt idx="4">
                  <c:v>779</c:v>
                </c:pt>
                <c:pt idx="5">
                  <c:v>826</c:v>
                </c:pt>
                <c:pt idx="6">
                  <c:v>990</c:v>
                </c:pt>
                <c:pt idx="7">
                  <c:v>920</c:v>
                </c:pt>
                <c:pt idx="8">
                  <c:v>840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684</c:v>
                </c:pt>
                <c:pt idx="1">
                  <c:v>597</c:v>
                </c:pt>
                <c:pt idx="2">
                  <c:v>715</c:v>
                </c:pt>
                <c:pt idx="3">
                  <c:v>762</c:v>
                </c:pt>
                <c:pt idx="4">
                  <c:v>757</c:v>
                </c:pt>
                <c:pt idx="5">
                  <c:v>756</c:v>
                </c:pt>
                <c:pt idx="6">
                  <c:v>394</c:v>
                </c:pt>
                <c:pt idx="7">
                  <c:v>431.5</c:v>
                </c:pt>
                <c:pt idx="8">
                  <c:v>397.5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37.68"/>
          <c:min val="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346.6666666666667</c:v>
                </c:pt>
                <c:pt idx="1">
                  <c:v>508</c:v>
                </c:pt>
                <c:pt idx="2">
                  <c:v>492.5</c:v>
                </c:pt>
                <c:pt idx="3">
                  <c:v>528</c:v>
                </c:pt>
                <c:pt idx="4">
                  <c:v>474.5</c:v>
                </c:pt>
                <c:pt idx="5">
                  <c:v>492.5</c:v>
                </c:pt>
                <c:pt idx="6">
                  <c:v>303</c:v>
                </c:pt>
                <c:pt idx="7">
                  <c:v>324</c:v>
                </c:pt>
                <c:pt idx="8">
                  <c:v>316.6666666666667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322.3333333333333</c:v>
                </c:pt>
                <c:pt idx="1">
                  <c:v>277.6666666666667</c:v>
                </c:pt>
                <c:pt idx="2">
                  <c:v>336.6666666666667</c:v>
                </c:pt>
                <c:pt idx="3">
                  <c:v>315.3333333333333</c:v>
                </c:pt>
                <c:pt idx="4">
                  <c:v>313</c:v>
                </c:pt>
                <c:pt idx="5">
                  <c:v>323.6666666666667</c:v>
                </c:pt>
                <c:pt idx="6">
                  <c:v>307</c:v>
                </c:pt>
                <c:pt idx="7">
                  <c:v>283</c:v>
                </c:pt>
                <c:pt idx="8">
                  <c:v>296.3333333333333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48.0266666666666"/>
          <c:min val="257.640000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c:v>
                </c:pt>
                <c:pt idx="1">
                  <c:v>412</c:v>
                </c:pt>
                <c:pt idx="2">
                  <c:v>461</c:v>
                </c:pt>
                <c:pt idx="3">
                  <c:v>444.3333333333333</c:v>
                </c:pt>
                <c:pt idx="4">
                  <c:v>454.6666666666667</c:v>
                </c:pt>
                <c:pt idx="5">
                  <c:v>398.6666666666667</c:v>
                </c:pt>
                <c:pt idx="6">
                  <c:v>433</c:v>
                </c:pt>
                <c:pt idx="7">
                  <c:v>410</c:v>
                </c:pt>
                <c:pt idx="8">
                  <c:v>597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379.3333333333333</c:v>
                </c:pt>
                <c:pt idx="1">
                  <c:v>311.6666666666667</c:v>
                </c:pt>
                <c:pt idx="2">
                  <c:v>365</c:v>
                </c:pt>
                <c:pt idx="3">
                  <c:v>366.6666666666667</c:v>
                </c:pt>
                <c:pt idx="4">
                  <c:v>376.3333333333333</c:v>
                </c:pt>
                <c:pt idx="5">
                  <c:v>404.6666666666667</c:v>
                </c:pt>
                <c:pt idx="6">
                  <c:v>405</c:v>
                </c:pt>
                <c:pt idx="7">
                  <c:v>376.3333333333333</c:v>
                </c:pt>
                <c:pt idx="8">
                  <c:v>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9.8266666666667"/>
          <c:min val="288.840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515.1111111111112</c:v>
                </c:pt>
                <c:pt idx="1">
                  <c:v>515.1111111111112</c:v>
                </c:pt>
                <c:pt idx="2">
                  <c:v>515.1111111111112</c:v>
                </c:pt>
                <c:pt idx="3">
                  <c:v>515.1111111111112</c:v>
                </c:pt>
                <c:pt idx="4">
                  <c:v>515.1111111111112</c:v>
                </c:pt>
                <c:pt idx="5">
                  <c:v>515.1111111111112</c:v>
                </c:pt>
                <c:pt idx="6">
                  <c:v>515.1111111111112</c:v>
                </c:pt>
                <c:pt idx="7">
                  <c:v>515.1111111111112</c:v>
                </c:pt>
                <c:pt idx="8">
                  <c:v>515.1111111111112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899.1904761904763</c:v>
                </c:pt>
                <c:pt idx="1">
                  <c:v>899.1904761904763</c:v>
                </c:pt>
                <c:pt idx="2">
                  <c:v>899.1904761904763</c:v>
                </c:pt>
                <c:pt idx="3">
                  <c:v>899.1904761904763</c:v>
                </c:pt>
                <c:pt idx="4">
                  <c:v>899.1904761904763</c:v>
                </c:pt>
                <c:pt idx="5">
                  <c:v>899.1904761904763</c:v>
                </c:pt>
                <c:pt idx="6">
                  <c:v>899.1904761904763</c:v>
                </c:pt>
                <c:pt idx="7">
                  <c:v>899.1904761904763</c:v>
                </c:pt>
                <c:pt idx="8">
                  <c:v>899.1904761904763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157.66666666666666</c:v>
                </c:pt>
                <c:pt idx="1">
                  <c:v>157.66666666666666</c:v>
                </c:pt>
                <c:pt idx="2">
                  <c:v>157.66666666666666</c:v>
                </c:pt>
                <c:pt idx="3">
                  <c:v>157.66666666666666</c:v>
                </c:pt>
                <c:pt idx="4">
                  <c:v>157.66666666666666</c:v>
                </c:pt>
                <c:pt idx="5">
                  <c:v>157.66666666666666</c:v>
                </c:pt>
                <c:pt idx="6">
                  <c:v>157.66666666666666</c:v>
                </c:pt>
                <c:pt idx="7">
                  <c:v>157.66666666666666</c:v>
                </c:pt>
                <c:pt idx="8">
                  <c:v>157.66666666666666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168.5</c:v>
                </c:pt>
                <c:pt idx="1">
                  <c:v>136</c:v>
                </c:pt>
                <c:pt idx="2">
                  <c:v>168.5</c:v>
                </c:pt>
                <c:pt idx="3">
                  <c:v>189</c:v>
                </c:pt>
                <c:pt idx="4">
                  <c:v>169</c:v>
                </c:pt>
                <c:pt idx="5">
                  <c:v>204.5</c:v>
                </c:pt>
                <c:pt idx="6">
                  <c:v>343</c:v>
                </c:pt>
                <c:pt idx="7">
                  <c:v>345</c:v>
                </c:pt>
                <c:pt idx="8">
                  <c:v>290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26.142857142857142</c:v>
                </c:pt>
                <c:pt idx="1">
                  <c:v>26.923076923076923</c:v>
                </c:pt>
                <c:pt idx="2">
                  <c:v>26.666666666666668</c:v>
                </c:pt>
                <c:pt idx="3">
                  <c:v>25.76923076923077</c:v>
                </c:pt>
                <c:pt idx="4">
                  <c:v>23.76923076923077</c:v>
                </c:pt>
                <c:pt idx="5">
                  <c:v>20.666666666666668</c:v>
                </c:pt>
                <c:pt idx="6">
                  <c:v>22.11764705882353</c:v>
                </c:pt>
                <c:pt idx="7">
                  <c:v>23.294117647058822</c:v>
                </c:pt>
                <c:pt idx="8">
                  <c:v>26.75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929523809523815"/>
          <c:min val="19.165714285714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22.22222222222222</c:v>
                </c:pt>
                <c:pt idx="1">
                  <c:v>22.074626865671643</c:v>
                </c:pt>
                <c:pt idx="2">
                  <c:v>23.88235294117647</c:v>
                </c:pt>
                <c:pt idx="3">
                  <c:v>25.14516129032258</c:v>
                </c:pt>
                <c:pt idx="4">
                  <c:v>23.95</c:v>
                </c:pt>
                <c:pt idx="5">
                  <c:v>23.65</c:v>
                </c:pt>
                <c:pt idx="6">
                  <c:v>24.06779661016949</c:v>
                </c:pt>
                <c:pt idx="7">
                  <c:v>27.593220338983052</c:v>
                </c:pt>
                <c:pt idx="8">
                  <c:v>23.892857142857142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31.53191489361702</c:v>
                </c:pt>
                <c:pt idx="1">
                  <c:v>27.5</c:v>
                </c:pt>
                <c:pt idx="2">
                  <c:v>31.076923076923077</c:v>
                </c:pt>
                <c:pt idx="3">
                  <c:v>30.352941176470587</c:v>
                </c:pt>
                <c:pt idx="4">
                  <c:v>25.5</c:v>
                </c:pt>
                <c:pt idx="5">
                  <c:v>28.403846153846153</c:v>
                </c:pt>
                <c:pt idx="6">
                  <c:v>29</c:v>
                </c:pt>
                <c:pt idx="7">
                  <c:v>27.80392156862745</c:v>
                </c:pt>
                <c:pt idx="8">
                  <c:v>28.666666666666668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288497935852654"/>
          <c:min val="21.318043823436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27.833333333333332</c:v>
                </c:pt>
                <c:pt idx="1">
                  <c:v>22.04</c:v>
                </c:pt>
                <c:pt idx="2">
                  <c:v>27.26086956521739</c:v>
                </c:pt>
                <c:pt idx="3">
                  <c:v>30</c:v>
                </c:pt>
                <c:pt idx="4">
                  <c:v>25.625</c:v>
                </c:pt>
                <c:pt idx="5">
                  <c:v>29.608695652173914</c:v>
                </c:pt>
                <c:pt idx="6">
                  <c:v>25.192307692307693</c:v>
                </c:pt>
                <c:pt idx="7">
                  <c:v>27.583333333333332</c:v>
                </c:pt>
                <c:pt idx="8">
                  <c:v>26.73913043478261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31.38095238095238</c:v>
                </c:pt>
                <c:pt idx="1">
                  <c:v>28.545454545454547</c:v>
                </c:pt>
                <c:pt idx="2">
                  <c:v>29.636363636363637</c:v>
                </c:pt>
                <c:pt idx="3">
                  <c:v>26.076923076923077</c:v>
                </c:pt>
                <c:pt idx="4">
                  <c:v>30.09090909090909</c:v>
                </c:pt>
                <c:pt idx="5">
                  <c:v>34.04761904761905</c:v>
                </c:pt>
                <c:pt idx="6">
                  <c:v>33.714285714285715</c:v>
                </c:pt>
                <c:pt idx="7">
                  <c:v>30.857142857142858</c:v>
                </c:pt>
                <c:pt idx="8">
                  <c:v>31.90909090909091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008228571428575"/>
          <c:min val="21.0793904761904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48.588235294117645</c:v>
                </c:pt>
                <c:pt idx="1">
                  <c:v>47.294117647058826</c:v>
                </c:pt>
                <c:pt idx="2">
                  <c:v>51.470588235294116</c:v>
                </c:pt>
                <c:pt idx="3">
                  <c:v>46.94444444444444</c:v>
                </c:pt>
                <c:pt idx="4">
                  <c:v>46.833333333333336</c:v>
                </c:pt>
                <c:pt idx="5">
                  <c:v>50.1764705882353</c:v>
                </c:pt>
                <c:pt idx="6">
                  <c:v>48.8235294117647</c:v>
                </c:pt>
                <c:pt idx="7">
                  <c:v>40.611111111111114</c:v>
                </c:pt>
                <c:pt idx="8">
                  <c:v>38.5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39.35</c:v>
                </c:pt>
                <c:pt idx="1">
                  <c:v>39.476190476190474</c:v>
                </c:pt>
                <c:pt idx="2">
                  <c:v>39.27272727272727</c:v>
                </c:pt>
                <c:pt idx="3">
                  <c:v>44.857142857142854</c:v>
                </c:pt>
                <c:pt idx="4">
                  <c:v>39.3</c:v>
                </c:pt>
                <c:pt idx="5">
                  <c:v>40.5</c:v>
                </c:pt>
                <c:pt idx="6">
                  <c:v>40.08695652173913</c:v>
                </c:pt>
                <c:pt idx="7">
                  <c:v>36.43478260869565</c:v>
                </c:pt>
                <c:pt idx="8">
                  <c:v>39.65217391304348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67345268542199"/>
          <c:min val="35.23191815856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37.333333333333336</c:v>
                </c:pt>
                <c:pt idx="1">
                  <c:v>30.545454545454547</c:v>
                </c:pt>
                <c:pt idx="2">
                  <c:v>37.81818181818182</c:v>
                </c:pt>
                <c:pt idx="3">
                  <c:v>35.30434782608695</c:v>
                </c:pt>
                <c:pt idx="4">
                  <c:v>35.40909090909091</c:v>
                </c:pt>
                <c:pt idx="5">
                  <c:v>39.333333333333336</c:v>
                </c:pt>
                <c:pt idx="6">
                  <c:v>45</c:v>
                </c:pt>
                <c:pt idx="7">
                  <c:v>43.80952380952381</c:v>
                </c:pt>
                <c:pt idx="8">
                  <c:v>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29.73913043478261</c:v>
                </c:pt>
                <c:pt idx="1">
                  <c:v>27.136363636363637</c:v>
                </c:pt>
                <c:pt idx="2">
                  <c:v>32.5</c:v>
                </c:pt>
                <c:pt idx="3">
                  <c:v>33.130434782608695</c:v>
                </c:pt>
                <c:pt idx="4">
                  <c:v>34.40909090909091</c:v>
                </c:pt>
                <c:pt idx="5">
                  <c:v>37.8</c:v>
                </c:pt>
                <c:pt idx="6">
                  <c:v>34.26086956521739</c:v>
                </c:pt>
                <c:pt idx="7">
                  <c:v>33.19230769230769</c:v>
                </c:pt>
                <c:pt idx="8">
                  <c:v>30.576923076923077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42909090909091"/>
          <c:min val="25.7072727272727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41.27272727272727</c:v>
                </c:pt>
                <c:pt idx="1">
                  <c:v>30.916666666666668</c:v>
                </c:pt>
                <c:pt idx="2">
                  <c:v>31.333333333333332</c:v>
                </c:pt>
                <c:pt idx="3">
                  <c:v>37.27272727272727</c:v>
                </c:pt>
                <c:pt idx="4">
                  <c:v>34.36363636363637</c:v>
                </c:pt>
                <c:pt idx="5">
                  <c:v>33.333333333333336</c:v>
                </c:pt>
                <c:pt idx="6">
                  <c:v>42.6</c:v>
                </c:pt>
                <c:pt idx="7">
                  <c:v>33.81818181818182</c:v>
                </c:pt>
                <c:pt idx="8">
                  <c:v>32.36363636363637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30.636363636363637</c:v>
                </c:pt>
                <c:pt idx="1">
                  <c:v>27.2</c:v>
                </c:pt>
                <c:pt idx="2">
                  <c:v>33.7</c:v>
                </c:pt>
                <c:pt idx="3">
                  <c:v>31.5</c:v>
                </c:pt>
                <c:pt idx="4">
                  <c:v>28.166666666666668</c:v>
                </c:pt>
                <c:pt idx="5">
                  <c:v>34.083333333333336</c:v>
                </c:pt>
                <c:pt idx="6">
                  <c:v>31.181818181818183</c:v>
                </c:pt>
                <c:pt idx="7">
                  <c:v>34.5</c:v>
                </c:pt>
                <c:pt idx="8">
                  <c:v>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32"/>
          <c:min val="25.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29.893617021276597</c:v>
                </c:pt>
                <c:pt idx="1">
                  <c:v>29.893617021276597</c:v>
                </c:pt>
                <c:pt idx="2">
                  <c:v>29.893617021276597</c:v>
                </c:pt>
                <c:pt idx="3">
                  <c:v>29.893617021276597</c:v>
                </c:pt>
                <c:pt idx="4">
                  <c:v>29.893617021276597</c:v>
                </c:pt>
                <c:pt idx="5">
                  <c:v>29.893617021276597</c:v>
                </c:pt>
                <c:pt idx="6">
                  <c:v>29.893617021276597</c:v>
                </c:pt>
                <c:pt idx="7">
                  <c:v>29.893617021276597</c:v>
                </c:pt>
                <c:pt idx="8">
                  <c:v>29.893617021276597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18.843749999999996</c:v>
                </c:pt>
                <c:pt idx="1">
                  <c:v>18.843749999999996</c:v>
                </c:pt>
                <c:pt idx="2">
                  <c:v>18.843749999999996</c:v>
                </c:pt>
                <c:pt idx="3">
                  <c:v>18.843749999999996</c:v>
                </c:pt>
                <c:pt idx="4">
                  <c:v>18.843749999999996</c:v>
                </c:pt>
                <c:pt idx="5">
                  <c:v>18.843749999999996</c:v>
                </c:pt>
                <c:pt idx="6">
                  <c:v>18.843749999999996</c:v>
                </c:pt>
                <c:pt idx="7">
                  <c:v>18.843749999999996</c:v>
                </c:pt>
                <c:pt idx="8">
                  <c:v>18.843749999999996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18.441860465116278</c:v>
                </c:pt>
                <c:pt idx="1">
                  <c:v>17.928571428571427</c:v>
                </c:pt>
                <c:pt idx="2">
                  <c:v>20.13953488372093</c:v>
                </c:pt>
                <c:pt idx="3">
                  <c:v>19.170731707317074</c:v>
                </c:pt>
                <c:pt idx="4">
                  <c:v>20.42105263157895</c:v>
                </c:pt>
                <c:pt idx="5">
                  <c:v>24.789473684210527</c:v>
                </c:pt>
                <c:pt idx="6">
                  <c:v>25.775</c:v>
                </c:pt>
                <c:pt idx="7">
                  <c:v>32.861111111111114</c:v>
                </c:pt>
                <c:pt idx="8">
                  <c:v>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27.08695652173913</c:v>
                </c:pt>
                <c:pt idx="1">
                  <c:v>27.08695652173913</c:v>
                </c:pt>
                <c:pt idx="2">
                  <c:v>27.08695652173913</c:v>
                </c:pt>
                <c:pt idx="3">
                  <c:v>27.08695652173913</c:v>
                </c:pt>
                <c:pt idx="4">
                  <c:v>27.08695652173913</c:v>
                </c:pt>
                <c:pt idx="5">
                  <c:v>27.08695652173913</c:v>
                </c:pt>
                <c:pt idx="6">
                  <c:v>27.08695652173913</c:v>
                </c:pt>
                <c:pt idx="7">
                  <c:v>27.08695652173913</c:v>
                </c:pt>
                <c:pt idx="8">
                  <c:v>27.08695652173913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three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three stores by change in CP &amp; W ROs per Fixed Manager, Jan-Sep 2026 vs 2025. Moving now: Jul-Sep 2026 vs Jan-Mar 2026, each store against itself; the group moved +38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three stores by change in CP &amp; W ROs per Fixed Employee, Jan-Sep 2026 vs 2025. Moving now: Jul-Sep 2026 vs Jan-Mar 2026, each store against itself; the group moved +1.8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0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2.xml"/><Relationship Id="rId3" Type="http://schemas.openxmlformats.org/officeDocument/2006/relationships/chart" Target="../charts/chart453.xml"/><Relationship Id="rId4" Type="http://schemas.openxmlformats.org/officeDocument/2006/relationships/chart" Target="../charts/chart454.xml"/><Relationship Id="rId5" Type="http://schemas.openxmlformats.org/officeDocument/2006/relationships/chart" Target="../charts/chart455.xml"/><Relationship Id="rId6" Type="http://schemas.openxmlformats.org/officeDocument/2006/relationships/chart" Target="../charts/chart456.xml"/><Relationship Id="rId7" Type="http://schemas.openxmlformats.org/officeDocument/2006/relationships/chart" Target="../charts/chart457.xml"/><Relationship Id="rId8"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8.xml"/><Relationship Id="rId3" Type="http://schemas.openxmlformats.org/officeDocument/2006/relationships/chart" Target="../charts/chart459.xml"/><Relationship Id="rId4" Type="http://schemas.openxmlformats.org/officeDocument/2006/relationships/chart" Target="../charts/chart460.xml"/><Relationship Id="rId5" Type="http://schemas.openxmlformats.org/officeDocument/2006/relationships/chart" Target="../charts/chart461.xml"/><Relationship Id="rId6" Type="http://schemas.openxmlformats.org/officeDocument/2006/relationships/chart" Target="../charts/chart462.xml"/><Relationship Id="rId7" Type="http://schemas.openxmlformats.org/officeDocument/2006/relationships/chart" Target="../charts/chart463.xml"/><Relationship Id="rId8" Type="http://schemas.openxmlformats.org/officeDocument/2006/relationships/chart" Target="../charts/chart464.xml"/><Relationship Id="rId9" Type="http://schemas.openxmlformats.org/officeDocument/2006/relationships/chart" Target="../charts/chart465.xml"/><Relationship Id="rId10" Type="http://schemas.openxmlformats.org/officeDocument/2006/relationships/chart" Target="../charts/chart466.xml"/><Relationship Id="rId11" Type="http://schemas.openxmlformats.org/officeDocument/2006/relationships/chart" Target="../charts/chart467.xml"/><Relationship Id="rId12" Type="http://schemas.openxmlformats.org/officeDocument/2006/relationships/chart" Target="../charts/chart468.xml"/><Relationship Id="rId13" Type="http://schemas.openxmlformats.org/officeDocument/2006/relationships/chart" Target="../charts/chart469.xml"/><Relationship Id="rId14"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0.xml"/><Relationship Id="rId3" Type="http://schemas.openxmlformats.org/officeDocument/2006/relationships/chart" Target="../charts/chart471.xml"/><Relationship Id="rId4" Type="http://schemas.openxmlformats.org/officeDocument/2006/relationships/chart" Target="../charts/chart472.xml"/><Relationship Id="rId5" Type="http://schemas.openxmlformats.org/officeDocument/2006/relationships/chart" Target="../charts/chart473.xml"/><Relationship Id="rId6" Type="http://schemas.openxmlformats.org/officeDocument/2006/relationships/chart" Target="../charts/chart474.xml"/><Relationship Id="rId7" Type="http://schemas.openxmlformats.org/officeDocument/2006/relationships/chart" Target="../charts/chart475.xml"/><Relationship Id="rId8"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6.xml"/><Relationship Id="rId3" Type="http://schemas.openxmlformats.org/officeDocument/2006/relationships/chart" Target="../charts/chart477.xml"/><Relationship Id="rId4" Type="http://schemas.openxmlformats.org/officeDocument/2006/relationships/chart" Target="../charts/chart478.xml"/><Relationship Id="rId5" Type="http://schemas.openxmlformats.org/officeDocument/2006/relationships/chart" Target="../charts/chart479.xml"/><Relationship Id="rId6" Type="http://schemas.openxmlformats.org/officeDocument/2006/relationships/chart" Target="../charts/chart480.xml"/><Relationship Id="rId7" Type="http://schemas.openxmlformats.org/officeDocument/2006/relationships/chart" Target="../charts/chart481.xml"/><Relationship Id="rId8" Type="http://schemas.openxmlformats.org/officeDocument/2006/relationships/chart" Target="../charts/chart482.xml"/><Relationship Id="rId9" Type="http://schemas.openxmlformats.org/officeDocument/2006/relationships/chart" Target="../charts/chart483.xml"/><Relationship Id="rId10" Type="http://schemas.openxmlformats.org/officeDocument/2006/relationships/chart" Target="../charts/chart484.xml"/><Relationship Id="rId11" Type="http://schemas.openxmlformats.org/officeDocument/2006/relationships/chart" Target="../charts/chart485.xml"/><Relationship Id="rId12" Type="http://schemas.openxmlformats.org/officeDocument/2006/relationships/chart" Target="../charts/chart486.xml"/><Relationship Id="rId13" Type="http://schemas.openxmlformats.org/officeDocument/2006/relationships/chart" Target="../charts/chart487.xml"/><Relationship Id="rId14"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88.xml"/><Relationship Id="rId3" Type="http://schemas.openxmlformats.org/officeDocument/2006/relationships/chart" Target="../charts/chart489.xml"/><Relationship Id="rId4" Type="http://schemas.openxmlformats.org/officeDocument/2006/relationships/chart" Target="../charts/chart490.xml"/><Relationship Id="rId5" Type="http://schemas.openxmlformats.org/officeDocument/2006/relationships/chart" Target="../charts/chart491.xml"/><Relationship Id="rId6" Type="http://schemas.openxmlformats.org/officeDocument/2006/relationships/chart" Target="../charts/chart492.xml"/><Relationship Id="rId7" Type="http://schemas.openxmlformats.org/officeDocument/2006/relationships/chart" Target="../charts/chart493.xml"/><Relationship Id="rId8"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4.xml"/><Relationship Id="rId3" Type="http://schemas.openxmlformats.org/officeDocument/2006/relationships/chart" Target="../charts/chart495.xml"/><Relationship Id="rId4" Type="http://schemas.openxmlformats.org/officeDocument/2006/relationships/chart" Target="../charts/chart496.xml"/><Relationship Id="rId5" Type="http://schemas.openxmlformats.org/officeDocument/2006/relationships/chart" Target="../charts/chart497.xml"/><Relationship Id="rId6" Type="http://schemas.openxmlformats.org/officeDocument/2006/relationships/chart" Target="../charts/chart498.xml"/><Relationship Id="rId7" Type="http://schemas.openxmlformats.org/officeDocument/2006/relationships/chart" Target="../charts/chart499.xml"/><Relationship Id="rId8" Type="http://schemas.openxmlformats.org/officeDocument/2006/relationships/chart" Target="../charts/chart500.xml"/><Relationship Id="rId9" Type="http://schemas.openxmlformats.org/officeDocument/2006/relationships/chart" Target="../charts/chart501.xml"/><Relationship Id="rId10" Type="http://schemas.openxmlformats.org/officeDocument/2006/relationships/chart" Target="../charts/chart502.xml"/><Relationship Id="rId11" Type="http://schemas.openxmlformats.org/officeDocument/2006/relationships/chart" Target="../charts/chart503.xml"/><Relationship Id="rId12" Type="http://schemas.openxmlformats.org/officeDocument/2006/relationships/chart" Target="../charts/chart504.xml"/><Relationship Id="rId13" Type="http://schemas.openxmlformats.org/officeDocument/2006/relationships/chart" Target="../charts/chart505.xml"/><Relationship Id="rId14"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6.xml"/><Relationship Id="rId3" Type="http://schemas.openxmlformats.org/officeDocument/2006/relationships/chart" Target="../charts/chart507.xml"/><Relationship Id="rId4" Type="http://schemas.openxmlformats.org/officeDocument/2006/relationships/chart" Target="../charts/chart508.xml"/><Relationship Id="rId5" Type="http://schemas.openxmlformats.org/officeDocument/2006/relationships/chart" Target="../charts/chart509.xml"/><Relationship Id="rId6" Type="http://schemas.openxmlformats.org/officeDocument/2006/relationships/chart" Target="../charts/chart510.xml"/><Relationship Id="rId7" Type="http://schemas.openxmlformats.org/officeDocument/2006/relationships/chart" Target="../charts/chart511.xml"/><Relationship Id="rId8" Type="http://schemas.openxmlformats.org/officeDocument/2006/relationships/chart" Target="../charts/chart512.xml"/><Relationship Id="rId9" Type="http://schemas.openxmlformats.org/officeDocument/2006/relationships/chart" Target="../charts/chart513.xml"/><Relationship Id="rId10" Type="http://schemas.openxmlformats.org/officeDocument/2006/relationships/chart" Target="../charts/chart514.xml"/><Relationship Id="rId11" Type="http://schemas.openxmlformats.org/officeDocument/2006/relationships/chart" Target="../charts/chart515.xml"/><Relationship Id="rId1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6.xml"/><Relationship Id="rId3" Type="http://schemas.openxmlformats.org/officeDocument/2006/relationships/chart" Target="../charts/chart517.xml"/><Relationship Id="rId4" Type="http://schemas.openxmlformats.org/officeDocument/2006/relationships/chart" Target="../charts/chart518.xml"/><Relationship Id="rId5" Type="http://schemas.openxmlformats.org/officeDocument/2006/relationships/chart" Target="../charts/chart519.xml"/><Relationship Id="rId6" Type="http://schemas.openxmlformats.org/officeDocument/2006/relationships/chart" Target="../charts/chart520.xml"/><Relationship Id="rId7" Type="http://schemas.openxmlformats.org/officeDocument/2006/relationships/chart" Target="../charts/chart521.xml"/><Relationship Id="rId8" Type="http://schemas.openxmlformats.org/officeDocument/2006/relationships/chart" Target="../charts/chart522.xml"/><Relationship Id="rId9" Type="http://schemas.openxmlformats.org/officeDocument/2006/relationships/chart" Target="../charts/chart523.xml"/><Relationship Id="rId10" Type="http://schemas.openxmlformats.org/officeDocument/2006/relationships/chart" Target="../charts/chart524.xml"/><Relationship Id="rId11" Type="http://schemas.openxmlformats.org/officeDocument/2006/relationships/chart" Target="../charts/chart525.xml"/><Relationship Id="rId1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6.xml"/><Relationship Id="rId3" Type="http://schemas.openxmlformats.org/officeDocument/2006/relationships/chart" Target="../charts/chart527.xml"/><Relationship Id="rId4" Type="http://schemas.openxmlformats.org/officeDocument/2006/relationships/chart" Target="../charts/chart528.xml"/><Relationship Id="rId5" Type="http://schemas.openxmlformats.org/officeDocument/2006/relationships/chart" Target="../charts/chart529.xml"/><Relationship Id="rId6" Type="http://schemas.openxmlformats.org/officeDocument/2006/relationships/chart" Target="../charts/chart530.xml"/><Relationship Id="rId7" Type="http://schemas.openxmlformats.org/officeDocument/2006/relationships/chart" Target="../charts/chart531.xml"/><Relationship Id="rId8" Type="http://schemas.openxmlformats.org/officeDocument/2006/relationships/chart" Target="../charts/chart532.xml"/><Relationship Id="rId9" Type="http://schemas.openxmlformats.org/officeDocument/2006/relationships/chart" Target="../charts/chart533.xml"/><Relationship Id="rId10" Type="http://schemas.openxmlformats.org/officeDocument/2006/relationships/chart" Target="../charts/chart534.xml"/><Relationship Id="rId11" Type="http://schemas.openxmlformats.org/officeDocument/2006/relationships/chart" Target="../charts/chart535.xml"/><Relationship Id="rId1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6.xml"/><Relationship Id="rId3" Type="http://schemas.openxmlformats.org/officeDocument/2006/relationships/chart" Target="../charts/chart537.xml"/><Relationship Id="rId4" Type="http://schemas.openxmlformats.org/officeDocument/2006/relationships/chart" Target="../charts/chart538.xml"/><Relationship Id="rId5" Type="http://schemas.openxmlformats.org/officeDocument/2006/relationships/chart" Target="../charts/chart539.xml"/><Relationship Id="rId6" Type="http://schemas.openxmlformats.org/officeDocument/2006/relationships/chart" Target="../charts/chart540.xml"/><Relationship Id="rId7" Type="http://schemas.openxmlformats.org/officeDocument/2006/relationships/chart" Target="../charts/chart541.xml"/><Relationship Id="rId8" Type="http://schemas.openxmlformats.org/officeDocument/2006/relationships/chart" Target="../charts/chart542.xml"/><Relationship Id="rId9" Type="http://schemas.openxmlformats.org/officeDocument/2006/relationships/chart" Target="../charts/chart543.xml"/><Relationship Id="rId10" Type="http://schemas.openxmlformats.org/officeDocument/2006/relationships/chart" Target="../charts/chart544.xml"/><Relationship Id="rId11" Type="http://schemas.openxmlformats.org/officeDocument/2006/relationships/chart" Target="../charts/chart545.xml"/><Relationship Id="rId1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6.xml"/><Relationship Id="rId3" Type="http://schemas.openxmlformats.org/officeDocument/2006/relationships/chart" Target="../charts/chart547.xml"/><Relationship Id="rId4" Type="http://schemas.openxmlformats.org/officeDocument/2006/relationships/chart" Target="../charts/chart548.xml"/><Relationship Id="rId5" Type="http://schemas.openxmlformats.org/officeDocument/2006/relationships/chart" Target="../charts/chart549.xml"/><Relationship Id="rId6" Type="http://schemas.openxmlformats.org/officeDocument/2006/relationships/chart" Target="../charts/chart550.xml"/><Relationship Id="rId7" Type="http://schemas.openxmlformats.org/officeDocument/2006/relationships/chart" Target="../charts/chart551.xml"/><Relationship Id="rId8" Type="http://schemas.openxmlformats.org/officeDocument/2006/relationships/chart" Target="../charts/chart552.xml"/><Relationship Id="rId9" Type="http://schemas.openxmlformats.org/officeDocument/2006/relationships/chart" Target="../charts/chart553.xml"/><Relationship Id="rId10" Type="http://schemas.openxmlformats.org/officeDocument/2006/relationships/chart" Target="../charts/chart554.xml"/><Relationship Id="rId11" Type="http://schemas.openxmlformats.org/officeDocument/2006/relationships/chart" Target="../charts/chart555.xml"/><Relationship Id="rId1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56.xml"/><Relationship Id="rId3" Type="http://schemas.openxmlformats.org/officeDocument/2006/relationships/chart" Target="../charts/chart557.xml"/><Relationship Id="rId4" Type="http://schemas.openxmlformats.org/officeDocument/2006/relationships/chart" Target="../charts/chart558.xml"/><Relationship Id="rId5" Type="http://schemas.openxmlformats.org/officeDocument/2006/relationships/chart" Target="../charts/chart559.xml"/><Relationship Id="rId6" Type="http://schemas.openxmlformats.org/officeDocument/2006/relationships/chart" Target="../charts/chart560.xml"/><Relationship Id="rId7" Type="http://schemas.openxmlformats.org/officeDocument/2006/relationships/chart" Target="../charts/chart561.xml"/><Relationship Id="rId8" Type="http://schemas.openxmlformats.org/officeDocument/2006/relationships/chart" Target="../charts/chart562.xml"/><Relationship Id="rId9" Type="http://schemas.openxmlformats.org/officeDocument/2006/relationships/chart" Target="../charts/chart563.xml"/><Relationship Id="rId10" Type="http://schemas.openxmlformats.org/officeDocument/2006/relationships/chart" Target="../charts/chart564.xml"/><Relationship Id="rId11" Type="http://schemas.openxmlformats.org/officeDocument/2006/relationships/chart" Target="../charts/chart565.xml"/><Relationship Id="rId1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66.xml"/><Relationship Id="rId3" Type="http://schemas.openxmlformats.org/officeDocument/2006/relationships/chart" Target="../charts/chart567.xml"/><Relationship Id="rId4" Type="http://schemas.openxmlformats.org/officeDocument/2006/relationships/chart" Target="../charts/chart568.xml"/><Relationship Id="rId5" Type="http://schemas.openxmlformats.org/officeDocument/2006/relationships/chart" Target="../charts/chart569.xml"/><Relationship Id="rId6" Type="http://schemas.openxmlformats.org/officeDocument/2006/relationships/chart" Target="../charts/chart570.xml"/><Relationship Id="rId7"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1.xml"/><Relationship Id="rId3" Type="http://schemas.openxmlformats.org/officeDocument/2006/relationships/chart" Target="../charts/chart572.xml"/><Relationship Id="rId4" Type="http://schemas.openxmlformats.org/officeDocument/2006/relationships/chart" Target="../charts/chart573.xml"/><Relationship Id="rId5" Type="http://schemas.openxmlformats.org/officeDocument/2006/relationships/chart" Target="../charts/chart574.xml"/><Relationship Id="rId6" Type="http://schemas.openxmlformats.org/officeDocument/2006/relationships/chart" Target="../charts/chart575.xml"/><Relationship Id="rId7"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6.xml"/><Relationship Id="rId3" Type="http://schemas.openxmlformats.org/officeDocument/2006/relationships/chart" Target="../charts/chart577.xml"/><Relationship Id="rId4" Type="http://schemas.openxmlformats.org/officeDocument/2006/relationships/chart" Target="../charts/chart578.xml"/><Relationship Id="rId5" Type="http://schemas.openxmlformats.org/officeDocument/2006/relationships/chart" Target="../charts/chart579.xml"/><Relationship Id="rId6" Type="http://schemas.openxmlformats.org/officeDocument/2006/relationships/chart" Target="../charts/chart580.xml"/><Relationship Id="rId7"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1.xml"/><Relationship Id="rId3" Type="http://schemas.openxmlformats.org/officeDocument/2006/relationships/chart" Target="../charts/chart582.xml"/><Relationship Id="rId4" Type="http://schemas.openxmlformats.org/officeDocument/2006/relationships/chart" Target="../charts/chart583.xml"/><Relationship Id="rId5" Type="http://schemas.openxmlformats.org/officeDocument/2006/relationships/chart" Target="../charts/chart584.xml"/><Relationship Id="rId6" Type="http://schemas.openxmlformats.org/officeDocument/2006/relationships/chart" Target="../charts/chart585.xml"/><Relationship Id="rId7"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6.xml"/><Relationship Id="rId3" Type="http://schemas.openxmlformats.org/officeDocument/2006/relationships/chart" Target="../charts/chart587.xml"/><Relationship Id="rId4" Type="http://schemas.openxmlformats.org/officeDocument/2006/relationships/chart" Target="../charts/chart588.xml"/><Relationship Id="rId5" Type="http://schemas.openxmlformats.org/officeDocument/2006/relationships/chart" Target="../charts/chart589.xml"/><Relationship Id="rId6" Type="http://schemas.openxmlformats.org/officeDocument/2006/relationships/chart" Target="../charts/chart590.xml"/><Relationship Id="rId7"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1.xml"/><Relationship Id="rId3" Type="http://schemas.openxmlformats.org/officeDocument/2006/relationships/chart" Target="../charts/chart592.xml"/><Relationship Id="rId4" Type="http://schemas.openxmlformats.org/officeDocument/2006/relationships/chart" Target="../charts/chart593.xml"/><Relationship Id="rId5" Type="http://schemas.openxmlformats.org/officeDocument/2006/relationships/chart" Target="../charts/chart594.xml"/><Relationship Id="rId6" Type="http://schemas.openxmlformats.org/officeDocument/2006/relationships/chart" Target="../charts/chart595.xml"/><Relationship Id="rId7"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6.xml"/><Relationship Id="rId3" Type="http://schemas.openxmlformats.org/officeDocument/2006/relationships/chart" Target="../charts/chart597.xml"/><Relationship Id="rId4" Type="http://schemas.openxmlformats.org/officeDocument/2006/relationships/chart" Target="../charts/chart598.xml"/><Relationship Id="rId5" Type="http://schemas.openxmlformats.org/officeDocument/2006/relationships/chart" Target="../charts/chart599.xml"/><Relationship Id="rId6" Type="http://schemas.openxmlformats.org/officeDocument/2006/relationships/chart" Target="../charts/chart600.xml"/><Relationship Id="rId7"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1.xml"/><Relationship Id="rId3" Type="http://schemas.openxmlformats.org/officeDocument/2006/relationships/chart" Target="../charts/chart602.xml"/><Relationship Id="rId4" Type="http://schemas.openxmlformats.org/officeDocument/2006/relationships/chart" Target="../charts/chart603.xml"/><Relationship Id="rId5" Type="http://schemas.openxmlformats.org/officeDocument/2006/relationships/chart" Target="../charts/chart604.xml"/><Relationship Id="rId6" Type="http://schemas.openxmlformats.org/officeDocument/2006/relationships/chart" Target="../charts/chart605.xml"/><Relationship Id="rId7"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6.xml"/><Relationship Id="rId3" Type="http://schemas.openxmlformats.org/officeDocument/2006/relationships/chart" Target="../charts/chart607.xml"/><Relationship Id="rId4" Type="http://schemas.openxmlformats.org/officeDocument/2006/relationships/chart" Target="../charts/chart608.xml"/><Relationship Id="rId5" Type="http://schemas.openxmlformats.org/officeDocument/2006/relationships/chart" Target="../charts/chart609.xml"/><Relationship Id="rId6" Type="http://schemas.openxmlformats.org/officeDocument/2006/relationships/chart" Target="../charts/chart610.xml"/><Relationship Id="rId7"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slide206.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Door rate   ·   Productivity   ·   Proficiency   ·   Who's moving now   ·   Most improved   ·   Before you leave</a:t>
            </a:r>
            <a:endParaRPr lang="en-US" sz="22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16"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graphicFrame>
        <p:nvGraphicFramePr>
          <p:cNvPr id="21"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graphicFrame>
        <p:nvGraphicFramePr>
          <p:cNvPr id="28"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32"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graphicFrame>
        <p:nvGraphicFramePr>
          <p:cNvPr id="37"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38" name="Text 30"/>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44"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5"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6" name="Text 36"/>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graphicFrame>
        <p:nvGraphicFramePr>
          <p:cNvPr id="49"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0"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1" name="Text 39"/>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graphicFrame>
        <p:nvGraphicFramePr>
          <p:cNvPr id="55"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56"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57" name="Text 43"/>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graphicFrame>
        <p:nvGraphicFramePr>
          <p:cNvPr id="13"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graphicFrame>
        <p:nvGraphicFramePr>
          <p:cNvPr id="17"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8" name="Text 14"/>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9" name="Shape 15"/>
          <p:cNvSpPr/>
          <p:nvPr/>
        </p:nvSpPr>
        <p:spPr>
          <a:xfrm>
            <a:off x="658368" y="4767072"/>
            <a:ext cx="3489960" cy="1478280"/>
          </a:xfrm>
          <a:prstGeom prst="rect">
            <a:avLst/>
          </a:prstGeom>
          <a:solidFill>
            <a:srgbClr val="F7F7F7"/>
          </a:solidFill>
          <a:ln/>
        </p:spPr>
      </p:sp>
      <p:sp>
        <p:nvSpPr>
          <p:cNvPr id="20" name="Shape 16"/>
          <p:cNvSpPr/>
          <p:nvPr/>
        </p:nvSpPr>
        <p:spPr>
          <a:xfrm>
            <a:off x="4084320" y="4803648"/>
            <a:ext cx="64008" cy="1405128"/>
          </a:xfrm>
          <a:prstGeom prst="rect">
            <a:avLst/>
          </a:prstGeom>
          <a:solidFill>
            <a:srgbClr val="12A566"/>
          </a:solidFill>
          <a:ln/>
        </p:spPr>
      </p:sp>
      <p:sp>
        <p:nvSpPr>
          <p:cNvPr id="21" name="Text 17"/>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2" name="Text 18"/>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graphicFrame>
        <p:nvGraphicFramePr>
          <p:cNvPr id="23"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4" name="Text 19"/>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Shape 20"/>
          <p:cNvSpPr/>
          <p:nvPr/>
        </p:nvSpPr>
        <p:spPr>
          <a:xfrm>
            <a:off x="4349496" y="1371600"/>
            <a:ext cx="3489960" cy="45720"/>
          </a:xfrm>
          <a:prstGeom prst="rect">
            <a:avLst/>
          </a:prstGeom>
          <a:solidFill>
            <a:srgbClr val="C2352F"/>
          </a:solidFill>
          <a:ln/>
        </p:spPr>
      </p:sp>
      <p:sp>
        <p:nvSpPr>
          <p:cNvPr id="26" name="Text 2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7" name="Shape 22"/>
          <p:cNvSpPr/>
          <p:nvPr/>
        </p:nvSpPr>
        <p:spPr>
          <a:xfrm>
            <a:off x="4349496" y="1810512"/>
            <a:ext cx="3489960" cy="1478280"/>
          </a:xfrm>
          <a:prstGeom prst="rect">
            <a:avLst/>
          </a:prstGeom>
          <a:solidFill>
            <a:srgbClr val="F7F7F7"/>
          </a:solidFill>
          <a:ln/>
        </p:spPr>
      </p:sp>
      <p:sp>
        <p:nvSpPr>
          <p:cNvPr id="28" name="Text 23"/>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9" name="Text 24"/>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graphicFrame>
        <p:nvGraphicFramePr>
          <p:cNvPr id="30"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1" name="Text 25"/>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2" name="Text 26"/>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3" name="Text 27"/>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34"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5" name="Text 28"/>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6" name="Shape 29"/>
          <p:cNvSpPr/>
          <p:nvPr/>
        </p:nvSpPr>
        <p:spPr>
          <a:xfrm>
            <a:off x="4349496" y="4767072"/>
            <a:ext cx="3489960" cy="1478280"/>
          </a:xfrm>
          <a:prstGeom prst="rect">
            <a:avLst/>
          </a:prstGeom>
          <a:solidFill>
            <a:srgbClr val="F7F7F7"/>
          </a:solidFill>
          <a:ln/>
        </p:spPr>
      </p:sp>
      <p:sp>
        <p:nvSpPr>
          <p:cNvPr id="37" name="Text 30"/>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8" name="Text 31"/>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graphicFrame>
        <p:nvGraphicFramePr>
          <p:cNvPr id="39"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0" name="Text 32"/>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Shape 33"/>
          <p:cNvSpPr/>
          <p:nvPr/>
        </p:nvSpPr>
        <p:spPr>
          <a:xfrm>
            <a:off x="8040624" y="1371600"/>
            <a:ext cx="3489960" cy="45720"/>
          </a:xfrm>
          <a:prstGeom prst="rect">
            <a:avLst/>
          </a:prstGeom>
          <a:solidFill>
            <a:srgbClr val="2587C5"/>
          </a:solidFill>
          <a:ln/>
        </p:spPr>
      </p:sp>
      <p:sp>
        <p:nvSpPr>
          <p:cNvPr id="42" name="Text 34"/>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3" name="Shape 35"/>
          <p:cNvSpPr/>
          <p:nvPr/>
        </p:nvSpPr>
        <p:spPr>
          <a:xfrm>
            <a:off x="8040624" y="1810512"/>
            <a:ext cx="3489960" cy="1478280"/>
          </a:xfrm>
          <a:prstGeom prst="rect">
            <a:avLst/>
          </a:prstGeom>
          <a:solidFill>
            <a:srgbClr val="F7F7F7"/>
          </a:solidFill>
          <a:ln/>
        </p:spPr>
      </p:sp>
      <p:sp>
        <p:nvSpPr>
          <p:cNvPr id="44" name="Shape 36"/>
          <p:cNvSpPr/>
          <p:nvPr/>
        </p:nvSpPr>
        <p:spPr>
          <a:xfrm>
            <a:off x="11466576" y="1847088"/>
            <a:ext cx="64008" cy="1405128"/>
          </a:xfrm>
          <a:prstGeom prst="rect">
            <a:avLst/>
          </a:prstGeom>
          <a:solidFill>
            <a:srgbClr val="12A566"/>
          </a:solidFill>
          <a:ln/>
        </p:spPr>
      </p:sp>
      <p:sp>
        <p:nvSpPr>
          <p:cNvPr id="45" name="Text 37"/>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6" name="Text 38"/>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graphicFrame>
        <p:nvGraphicFramePr>
          <p:cNvPr id="47"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8"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9" name="Text 39"/>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0" name="Shape 40"/>
          <p:cNvSpPr/>
          <p:nvPr/>
        </p:nvSpPr>
        <p:spPr>
          <a:xfrm>
            <a:off x="11466576" y="3325368"/>
            <a:ext cx="64008" cy="1405128"/>
          </a:xfrm>
          <a:prstGeom prst="rect">
            <a:avLst/>
          </a:prstGeom>
          <a:solidFill>
            <a:srgbClr val="12A566"/>
          </a:solidFill>
          <a:ln/>
        </p:spPr>
      </p:sp>
      <p:sp>
        <p:nvSpPr>
          <p:cNvPr id="51" name="Text 41"/>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2" name="Text 42"/>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graphicFrame>
        <p:nvGraphicFramePr>
          <p:cNvPr id="53"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4"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5" name="Text 43"/>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6" name="Shape 44"/>
          <p:cNvSpPr/>
          <p:nvPr/>
        </p:nvSpPr>
        <p:spPr>
          <a:xfrm>
            <a:off x="8040624" y="4767072"/>
            <a:ext cx="3489960" cy="1478280"/>
          </a:xfrm>
          <a:prstGeom prst="rect">
            <a:avLst/>
          </a:prstGeom>
          <a:solidFill>
            <a:srgbClr val="F7F7F7"/>
          </a:solidFill>
          <a:ln/>
        </p:spPr>
      </p:sp>
      <p:sp>
        <p:nvSpPr>
          <p:cNvPr id="57" name="Text 45"/>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8" name="Text 46"/>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graphicFrame>
        <p:nvGraphicFramePr>
          <p:cNvPr id="59"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0"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1" name="Text 47"/>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graphicFrame>
        <p:nvGraphicFramePr>
          <p:cNvPr id="13"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graphicFrame>
        <p:nvGraphicFramePr>
          <p:cNvPr id="17"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8" name="Text 14"/>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9" name="Shape 15"/>
          <p:cNvSpPr/>
          <p:nvPr/>
        </p:nvSpPr>
        <p:spPr>
          <a:xfrm>
            <a:off x="658368" y="4767072"/>
            <a:ext cx="3489960" cy="1478280"/>
          </a:xfrm>
          <a:prstGeom prst="rect">
            <a:avLst/>
          </a:prstGeom>
          <a:solidFill>
            <a:srgbClr val="F7F7F7"/>
          </a:solidFill>
          <a:ln/>
        </p:spPr>
      </p:sp>
      <p:sp>
        <p:nvSpPr>
          <p:cNvPr id="20" name="Text 16"/>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1" name="Text 17"/>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graphicFrame>
        <p:nvGraphicFramePr>
          <p:cNvPr id="22"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3" name="Text 18"/>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4" name="Shape 19"/>
          <p:cNvSpPr/>
          <p:nvPr/>
        </p:nvSpPr>
        <p:spPr>
          <a:xfrm>
            <a:off x="4349496" y="1371600"/>
            <a:ext cx="3489960" cy="45720"/>
          </a:xfrm>
          <a:prstGeom prst="rect">
            <a:avLst/>
          </a:prstGeom>
          <a:solidFill>
            <a:srgbClr val="C2352F"/>
          </a:solidFill>
          <a:ln/>
        </p:spPr>
      </p:sp>
      <p:sp>
        <p:nvSpPr>
          <p:cNvPr id="25" name="Text 20"/>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6" name="Shape 21"/>
          <p:cNvSpPr/>
          <p:nvPr/>
        </p:nvSpPr>
        <p:spPr>
          <a:xfrm>
            <a:off x="4349496" y="1810512"/>
            <a:ext cx="3489960" cy="1478280"/>
          </a:xfrm>
          <a:prstGeom prst="rect">
            <a:avLst/>
          </a:prstGeom>
          <a:solidFill>
            <a:srgbClr val="F7F7F7"/>
          </a:solidFill>
          <a:ln/>
        </p:spPr>
      </p:sp>
      <p:sp>
        <p:nvSpPr>
          <p:cNvPr id="27" name="Text 22"/>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8" name="Text 23"/>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graphicFrame>
        <p:nvGraphicFramePr>
          <p:cNvPr id="29"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0" name="Text 24"/>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1" name="Text 25"/>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2" name="Text 26"/>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graphicFrame>
        <p:nvGraphicFramePr>
          <p:cNvPr id="33"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4" name="Text 27"/>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5" name="Shape 28"/>
          <p:cNvSpPr/>
          <p:nvPr/>
        </p:nvSpPr>
        <p:spPr>
          <a:xfrm>
            <a:off x="4349496" y="4767072"/>
            <a:ext cx="3489960" cy="1478280"/>
          </a:xfrm>
          <a:prstGeom prst="rect">
            <a:avLst/>
          </a:prstGeom>
          <a:solidFill>
            <a:srgbClr val="F7F7F7"/>
          </a:solidFill>
          <a:ln/>
        </p:spPr>
      </p:sp>
      <p:sp>
        <p:nvSpPr>
          <p:cNvPr id="36" name="Text 29"/>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7" name="Text 30"/>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graphicFrame>
        <p:nvGraphicFramePr>
          <p:cNvPr id="38"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39" name="Text 31"/>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0" name="Shape 32"/>
          <p:cNvSpPr/>
          <p:nvPr/>
        </p:nvSpPr>
        <p:spPr>
          <a:xfrm>
            <a:off x="8040624" y="1371600"/>
            <a:ext cx="3489960" cy="45720"/>
          </a:xfrm>
          <a:prstGeom prst="rect">
            <a:avLst/>
          </a:prstGeom>
          <a:solidFill>
            <a:srgbClr val="2587C5"/>
          </a:solidFill>
          <a:ln/>
        </p:spPr>
      </p:sp>
      <p:sp>
        <p:nvSpPr>
          <p:cNvPr id="41" name="Text 33"/>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2" name="Shape 34"/>
          <p:cNvSpPr/>
          <p:nvPr/>
        </p:nvSpPr>
        <p:spPr>
          <a:xfrm>
            <a:off x="8040624" y="1810512"/>
            <a:ext cx="3489960" cy="1478280"/>
          </a:xfrm>
          <a:prstGeom prst="rect">
            <a:avLst/>
          </a:prstGeom>
          <a:solidFill>
            <a:srgbClr val="F7F7F7"/>
          </a:solidFill>
          <a:ln/>
        </p:spPr>
      </p:sp>
      <p:sp>
        <p:nvSpPr>
          <p:cNvPr id="43" name="Text 35"/>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4" name="Text 36"/>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graphicFrame>
        <p:nvGraphicFramePr>
          <p:cNvPr id="45"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6"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7" name="Text 37"/>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48" name="Text 38"/>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9" name="Text 39"/>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graphicFrame>
        <p:nvGraphicFramePr>
          <p:cNvPr id="50"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1"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2" name="Text 40"/>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3" name="Shape 41"/>
          <p:cNvSpPr/>
          <p:nvPr/>
        </p:nvSpPr>
        <p:spPr>
          <a:xfrm>
            <a:off x="8040624" y="4767072"/>
            <a:ext cx="3489960" cy="1478280"/>
          </a:xfrm>
          <a:prstGeom prst="rect">
            <a:avLst/>
          </a:prstGeom>
          <a:solidFill>
            <a:srgbClr val="F7F7F7"/>
          </a:solidFill>
          <a:ln/>
        </p:spPr>
      </p:sp>
      <p:sp>
        <p:nvSpPr>
          <p:cNvPr id="54" name="Shape 42"/>
          <p:cNvSpPr/>
          <p:nvPr/>
        </p:nvSpPr>
        <p:spPr>
          <a:xfrm>
            <a:off x="11466576" y="4803648"/>
            <a:ext cx="64008" cy="1405128"/>
          </a:xfrm>
          <a:prstGeom prst="rect">
            <a:avLst/>
          </a:prstGeom>
          <a:solidFill>
            <a:srgbClr val="12A566"/>
          </a:solidFill>
          <a:ln/>
        </p:spPr>
      </p:sp>
      <p:sp>
        <p:nvSpPr>
          <p:cNvPr id="55" name="Text 43"/>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6" name="Text 44"/>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graphicFrame>
        <p:nvGraphicFramePr>
          <p:cNvPr id="57"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58"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59" name="Text 45"/>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2026-10-29T16:32:23Z</dcterms:created>
  <dcterms:modified xsi:type="dcterms:W3CDTF">2026-10-29T16:32:23Z</dcterms:modified>
</cp:coreProperties>
</file>