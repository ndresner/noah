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652.xml" ContentType="application/vnd.openxmlformats-officedocument.drawingml.chart+xml"/>
  <Override PartName="/ppt/charts/chart653.xml" ContentType="application/vnd.openxmlformats-officedocument.drawingml.chart+xml"/>
  <Override PartName="/ppt/charts/chart654.xml" ContentType="application/vnd.openxmlformats-officedocument.drawingml.chart+xml"/>
  <Override PartName="/ppt/charts/chart655.xml" ContentType="application/vnd.openxmlformats-officedocument.drawingml.chart+xml"/>
  <Override PartName="/ppt/charts/chart656.xml" ContentType="application/vnd.openxmlformats-officedocument.drawingml.chart+xml"/>
  <Override PartName="/ppt/charts/chart657.xml" ContentType="application/vnd.openxmlformats-officedocument.drawingml.chart+xml"/>
  <Override PartName="/ppt/charts/chart658.xml" ContentType="application/vnd.openxmlformats-officedocument.drawingml.chart+xml"/>
  <Override PartName="/ppt/charts/chart659.xml" ContentType="application/vnd.openxmlformats-officedocument.drawingml.chart+xml"/>
  <Override PartName="/ppt/charts/chart660.xml" ContentType="application/vnd.openxmlformats-officedocument.drawingml.chart+xml"/>
  <Override PartName="/ppt/charts/chart661.xml" ContentType="application/vnd.openxmlformats-officedocument.drawingml.chart+xml"/>
  <Override PartName="/ppt/charts/chart662.xml" ContentType="application/vnd.openxmlformats-officedocument.drawingml.chart+xml"/>
  <Override PartName="/ppt/charts/chart663.xml" ContentType="application/vnd.openxmlformats-officedocument.drawingml.chart+xml"/>
  <Override PartName="/ppt/charts/chart664.xml" ContentType="application/vnd.openxmlformats-officedocument.drawingml.chart+xml"/>
  <Override PartName="/ppt/charts/chart665.xml" ContentType="application/vnd.openxmlformats-officedocument.drawingml.chart+xml"/>
  <Override PartName="/ppt/charts/chart666.xml" ContentType="application/vnd.openxmlformats-officedocument.drawingml.chart+xml"/>
  <Override PartName="/ppt/charts/chart667.xml" ContentType="application/vnd.openxmlformats-officedocument.drawingml.chart+xml"/>
  <Override PartName="/ppt/charts/chart668.xml" ContentType="application/vnd.openxmlformats-officedocument.drawingml.chart+xml"/>
  <Override PartName="/ppt/charts/chart669.xml" ContentType="application/vnd.openxmlformats-officedocument.drawingml.chart+xml"/>
  <Override PartName="/ppt/charts/chart670.xml" ContentType="application/vnd.openxmlformats-officedocument.drawingml.chart+xml"/>
  <Override PartName="/ppt/charts/chart671.xml" ContentType="application/vnd.openxmlformats-officedocument.drawingml.chart+xml"/>
  <Override PartName="/ppt/charts/chart672.xml" ContentType="application/vnd.openxmlformats-officedocument.drawingml.chart+xml"/>
  <Override PartName="/ppt/charts/chart673.xml" ContentType="application/vnd.openxmlformats-officedocument.drawingml.chart+xml"/>
  <Override PartName="/ppt/charts/chart674.xml" ContentType="application/vnd.openxmlformats-officedocument.drawingml.chart+xml"/>
  <Override PartName="/ppt/charts/chart675.xml" ContentType="application/vnd.openxmlformats-officedocument.drawingml.chart+xml"/>
  <Override PartName="/ppt/charts/chart676.xml" ContentType="application/vnd.openxmlformats-officedocument.drawingml.chart+xml"/>
  <Override PartName="/ppt/charts/chart677.xml" ContentType="application/vnd.openxmlformats-officedocument.drawingml.chart+xml"/>
  <Override PartName="/ppt/charts/chart678.xml" ContentType="application/vnd.openxmlformats-officedocument.drawingml.chart+xml"/>
  <Override PartName="/ppt/charts/chart679.xml" ContentType="application/vnd.openxmlformats-officedocument.drawingml.chart+xml"/>
  <Override PartName="/ppt/charts/chart680.xml" ContentType="application/vnd.openxmlformats-officedocument.drawingml.chart+xml"/>
  <Override PartName="/ppt/charts/chart681.xml" ContentType="application/vnd.openxmlformats-officedocument.drawingml.chart+xml"/>
  <Override PartName="/ppt/charts/chart682.xml" ContentType="application/vnd.openxmlformats-officedocument.drawingml.chart+xml"/>
  <Override PartName="/ppt/charts/chart683.xml" ContentType="application/vnd.openxmlformats-officedocument.drawingml.chart+xml"/>
  <Override PartName="/ppt/charts/chart684.xml" ContentType="application/vnd.openxmlformats-officedocument.drawingml.chart+xml"/>
  <Override PartName="/ppt/charts/chart685.xml" ContentType="application/vnd.openxmlformats-officedocument.drawingml.chart+xml"/>
  <Override PartName="/ppt/charts/chart686.xml" ContentType="application/vnd.openxmlformats-officedocument.drawingml.chart+xml"/>
  <Override PartName="/ppt/charts/chart687.xml" ContentType="application/vnd.openxmlformats-officedocument.drawingml.chart+xml"/>
  <Override PartName="/ppt/charts/chart688.xml" ContentType="application/vnd.openxmlformats-officedocument.drawingml.chart+xml"/>
  <Override PartName="/ppt/charts/chart689.xml" ContentType="application/vnd.openxmlformats-officedocument.drawingml.chart+xml"/>
  <Override PartName="/ppt/charts/chart690.xml" ContentType="application/vnd.openxmlformats-officedocument.drawingml.chart+xml"/>
  <Override PartName="/ppt/charts/chart691.xml" ContentType="application/vnd.openxmlformats-officedocument.drawingml.chart+xml"/>
  <Override PartName="/ppt/charts/chart692.xml" ContentType="application/vnd.openxmlformats-officedocument.drawingml.chart+xml"/>
  <Override PartName="/ppt/charts/chart693.xml" ContentType="application/vnd.openxmlformats-officedocument.drawingml.chart+xml"/>
  <Override PartName="/ppt/charts/chart694.xml" ContentType="application/vnd.openxmlformats-officedocument.drawingml.chart+xml"/>
  <Override PartName="/ppt/charts/chart695.xml" ContentType="application/vnd.openxmlformats-officedocument.drawingml.chart+xml"/>
  <Override PartName="/ppt/charts/chart696.xml" ContentType="application/vnd.openxmlformats-officedocument.drawingml.chart+xml"/>
  <Override PartName="/ppt/charts/chart697.xml" ContentType="application/vnd.openxmlformats-officedocument.drawingml.chart+xml"/>
  <Override PartName="/ppt/charts/chart698.xml" ContentType="application/vnd.openxmlformats-officedocument.drawingml.chart+xml"/>
  <Override PartName="/ppt/charts/chart699.xml" ContentType="application/vnd.openxmlformats-officedocument.drawingml.chart+xml"/>
  <Override PartName="/ppt/charts/chart700.xml" ContentType="application/vnd.openxmlformats-officedocument.drawingml.chart+xml"/>
  <Override PartName="/ppt/charts/chart701.xml" ContentType="application/vnd.openxmlformats-officedocument.drawingml.chart+xml"/>
  <Override PartName="/ppt/charts/chart702.xml" ContentType="application/vnd.openxmlformats-officedocument.drawingml.chart+xml"/>
  <Override PartName="/ppt/charts/chart703.xml" ContentType="application/vnd.openxmlformats-officedocument.drawingml.chart+xml"/>
  <Override PartName="/ppt/charts/chart704.xml" ContentType="application/vnd.openxmlformats-officedocument.drawingml.chart+xml"/>
  <Override PartName="/ppt/charts/chart705.xml" ContentType="application/vnd.openxmlformats-officedocument.drawingml.chart+xml"/>
  <Override PartName="/ppt/charts/chart706.xml" ContentType="application/vnd.openxmlformats-officedocument.drawingml.chart+xml"/>
  <Override PartName="/ppt/charts/chart707.xml" ContentType="application/vnd.openxmlformats-officedocument.drawingml.chart+xml"/>
  <Override PartName="/ppt/charts/chart708.xml" ContentType="application/vnd.openxmlformats-officedocument.drawingml.chart+xml"/>
  <Override PartName="/ppt/charts/chart709.xml" ContentType="application/vnd.openxmlformats-officedocument.drawingml.chart+xml"/>
  <Override PartName="/ppt/charts/chart710.xml" ContentType="application/vnd.openxmlformats-officedocument.drawingml.chart+xml"/>
  <Override PartName="/ppt/charts/chart711.xml" ContentType="application/vnd.openxmlformats-officedocument.drawingml.chart+xml"/>
  <Override PartName="/ppt/charts/chart712.xml" ContentType="application/vnd.openxmlformats-officedocument.drawingml.chart+xml"/>
  <Override PartName="/ppt/charts/chart713.xml" ContentType="application/vnd.openxmlformats-officedocument.drawingml.chart+xml"/>
  <Override PartName="/ppt/charts/chart714.xml" ContentType="application/vnd.openxmlformats-officedocument.drawingml.chart+xml"/>
  <Override PartName="/ppt/charts/chart715.xml" ContentType="application/vnd.openxmlformats-officedocument.drawingml.chart+xml"/>
  <Override PartName="/ppt/charts/chart716.xml" ContentType="application/vnd.openxmlformats-officedocument.drawingml.chart+xml"/>
  <Override PartName="/ppt/charts/chart717.xml" ContentType="application/vnd.openxmlformats-officedocument.drawingml.chart+xml"/>
  <Override PartName="/ppt/charts/chart718.xml" ContentType="application/vnd.openxmlformats-officedocument.drawingml.chart+xml"/>
  <Override PartName="/ppt/charts/chart719.xml" ContentType="application/vnd.openxmlformats-officedocument.drawingml.chart+xml"/>
  <Override PartName="/ppt/charts/chart720.xml" ContentType="application/vnd.openxmlformats-officedocument.drawingml.chart+xml"/>
  <Override PartName="/ppt/charts/chart721.xml" ContentType="application/vnd.openxmlformats-officedocument.drawingml.chart+xml"/>
  <Override PartName="/ppt/charts/chart722.xml" ContentType="application/vnd.openxmlformats-officedocument.drawingml.chart+xml"/>
  <Override PartName="/ppt/charts/chart723.xml" ContentType="application/vnd.openxmlformats-officedocument.drawingml.chart+xml"/>
  <Override PartName="/ppt/charts/chart724.xml" ContentType="application/vnd.openxmlformats-officedocument.drawingml.chart+xml"/>
  <Override PartName="/ppt/charts/chart725.xml" ContentType="application/vnd.openxmlformats-officedocument.drawingml.chart+xml"/>
  <Override PartName="/ppt/charts/chart726.xml" ContentType="application/vnd.openxmlformats-officedocument.drawingml.chart+xml"/>
  <Override PartName="/ppt/charts/chart727.xml" ContentType="application/vnd.openxmlformats-officedocument.drawingml.chart+xml"/>
  <Override PartName="/ppt/charts/chart728.xml" ContentType="application/vnd.openxmlformats-officedocument.drawingml.chart+xml"/>
  <Override PartName="/ppt/charts/chart729.xml" ContentType="application/vnd.openxmlformats-officedocument.drawingml.chart+xml"/>
  <Override PartName="/ppt/charts/chart730.xml" ContentType="application/vnd.openxmlformats-officedocument.drawingml.chart+xml"/>
  <Override PartName="/ppt/charts/chart731.xml" ContentType="application/vnd.openxmlformats-officedocument.drawingml.chart+xml"/>
  <Override PartName="/ppt/charts/chart732.xml" ContentType="application/vnd.openxmlformats-officedocument.drawingml.chart+xml"/>
  <Override PartName="/ppt/charts/chart733.xml" ContentType="application/vnd.openxmlformats-officedocument.drawingml.chart+xml"/>
  <Override PartName="/ppt/charts/chart734.xml" ContentType="application/vnd.openxmlformats-officedocument.drawingml.chart+xml"/>
  <Override PartName="/ppt/charts/chart735.xml" ContentType="application/vnd.openxmlformats-officedocument.drawingml.chart+xml"/>
  <Override PartName="/ppt/charts/chart736.xml" ContentType="application/vnd.openxmlformats-officedocument.drawingml.chart+xml"/>
  <Override PartName="/ppt/charts/chart737.xml" ContentType="application/vnd.openxmlformats-officedocument.drawingml.chart+xml"/>
  <Override PartName="/ppt/charts/chart738.xml" ContentType="application/vnd.openxmlformats-officedocument.drawingml.chart+xml"/>
  <Override PartName="/ppt/charts/chart739.xml" ContentType="application/vnd.openxmlformats-officedocument.drawingml.chart+xml"/>
  <Override PartName="/ppt/charts/chart740.xml" ContentType="application/vnd.openxmlformats-officedocument.drawingml.chart+xml"/>
  <Override PartName="/ppt/charts/chart741.xml" ContentType="application/vnd.openxmlformats-officedocument.drawingml.chart+xml"/>
  <Override PartName="/ppt/charts/chart742.xml" ContentType="application/vnd.openxmlformats-officedocument.drawingml.chart+xml"/>
  <Override PartName="/ppt/charts/chart743.xml" ContentType="application/vnd.openxmlformats-officedocument.drawingml.chart+xml"/>
  <Override PartName="/ppt/charts/chart744.xml" ContentType="application/vnd.openxmlformats-officedocument.drawingml.chart+xml"/>
  <Override PartName="/ppt/charts/chart745.xml" ContentType="application/vnd.openxmlformats-officedocument.drawingml.chart+xml"/>
  <Override PartName="/ppt/charts/chart746.xml" ContentType="application/vnd.openxmlformats-officedocument.drawingml.chart+xml"/>
  <Override PartName="/ppt/charts/chart747.xml" ContentType="application/vnd.openxmlformats-officedocument.drawingml.chart+xml"/>
  <Override PartName="/ppt/charts/chart748.xml" ContentType="application/vnd.openxmlformats-officedocument.drawingml.chart+xml"/>
  <Override PartName="/ppt/charts/chart749.xml" ContentType="application/vnd.openxmlformats-officedocument.drawingml.chart+xml"/>
  <Override PartName="/ppt/charts/chart750.xml" ContentType="application/vnd.openxmlformats-officedocument.drawingml.chart+xml"/>
  <Override PartName="/ppt/charts/chart751.xml" ContentType="application/vnd.openxmlformats-officedocument.drawingml.chart+xml"/>
  <Override PartName="/ppt/charts/chart752.xml" ContentType="application/vnd.openxmlformats-officedocument.drawingml.chart+xml"/>
  <Override PartName="/ppt/charts/chart753.xml" ContentType="application/vnd.openxmlformats-officedocument.drawingml.chart+xml"/>
  <Override PartName="/ppt/charts/chart754.xml" ContentType="application/vnd.openxmlformats-officedocument.drawingml.chart+xml"/>
  <Override PartName="/ppt/charts/chart755.xml" ContentType="application/vnd.openxmlformats-officedocument.drawingml.chart+xml"/>
  <Override PartName="/ppt/charts/chart756.xml" ContentType="application/vnd.openxmlformats-officedocument.drawingml.chart+xml"/>
  <Override PartName="/ppt/charts/chart757.xml" ContentType="application/vnd.openxmlformats-officedocument.drawingml.chart+xml"/>
  <Override PartName="/ppt/charts/chart758.xml" ContentType="application/vnd.openxmlformats-officedocument.drawingml.chart+xml"/>
  <Override PartName="/ppt/charts/chart759.xml" ContentType="application/vnd.openxmlformats-officedocument.drawingml.chart+xml"/>
  <Override PartName="/ppt/charts/chart760.xml" ContentType="application/vnd.openxmlformats-officedocument.drawingml.chart+xml"/>
  <Override PartName="/ppt/charts/chart761.xml" ContentType="application/vnd.openxmlformats-officedocument.drawingml.chart+xml"/>
  <Override PartName="/ppt/charts/chart762.xml" ContentType="application/vnd.openxmlformats-officedocument.drawingml.chart+xml"/>
  <Override PartName="/ppt/charts/chart763.xml" ContentType="application/vnd.openxmlformats-officedocument.drawingml.chart+xml"/>
  <Override PartName="/ppt/charts/chart764.xml" ContentType="application/vnd.openxmlformats-officedocument.drawingml.chart+xml"/>
  <Override PartName="/ppt/charts/chart765.xml" ContentType="application/vnd.openxmlformats-officedocument.drawingml.chart+xml"/>
  <Override PartName="/ppt/charts/chart766.xml" ContentType="application/vnd.openxmlformats-officedocument.drawingml.chart+xml"/>
  <Override PartName="/ppt/charts/chart767.xml" ContentType="application/vnd.openxmlformats-officedocument.drawingml.chart+xml"/>
  <Override PartName="/ppt/charts/chart768.xml" ContentType="application/vnd.openxmlformats-officedocument.drawingml.chart+xml"/>
  <Override PartName="/ppt/charts/chart769.xml" ContentType="application/vnd.openxmlformats-officedocument.drawingml.chart+xml"/>
  <Override PartName="/ppt/charts/chart770.xml" ContentType="application/vnd.openxmlformats-officedocument.drawingml.chart+xml"/>
  <Override PartName="/ppt/charts/chart771.xml" ContentType="application/vnd.openxmlformats-officedocument.drawingml.chart+xml"/>
  <Override PartName="/ppt/charts/chart772.xml" ContentType="application/vnd.openxmlformats-officedocument.drawingml.chart+xml"/>
  <Override PartName="/ppt/charts/chart773.xml" ContentType="application/vnd.openxmlformats-officedocument.drawingml.chart+xml"/>
  <Override PartName="/ppt/charts/chart774.xml" ContentType="application/vnd.openxmlformats-officedocument.drawingml.chart+xml"/>
  <Override PartName="/ppt/charts/chart775.xml" ContentType="application/vnd.openxmlformats-officedocument.drawingml.chart+xml"/>
  <Override PartName="/ppt/charts/chart776.xml" ContentType="application/vnd.openxmlformats-officedocument.drawingml.chart+xml"/>
  <Override PartName="/ppt/charts/chart777.xml" ContentType="application/vnd.openxmlformats-officedocument.drawingml.chart+xml"/>
  <Override PartName="/ppt/charts/chart778.xml" ContentType="application/vnd.openxmlformats-officedocument.drawingml.chart+xml"/>
  <Override PartName="/ppt/charts/chart779.xml" ContentType="application/vnd.openxmlformats-officedocument.drawingml.chart+xml"/>
  <Override PartName="/ppt/charts/chart780.xml" ContentType="application/vnd.openxmlformats-officedocument.drawingml.chart+xml"/>
  <Override PartName="/ppt/charts/chart781.xml" ContentType="application/vnd.openxmlformats-officedocument.drawingml.chart+xml"/>
  <Override PartName="/ppt/charts/chart782.xml" ContentType="application/vnd.openxmlformats-officedocument.drawingml.chart+xml"/>
  <Override PartName="/ppt/charts/chart783.xml" ContentType="application/vnd.openxmlformats-officedocument.drawingml.chart+xml"/>
  <Override PartName="/ppt/charts/chart784.xml" ContentType="application/vnd.openxmlformats-officedocument.drawingml.chart+xml"/>
  <Override PartName="/ppt/charts/chart785.xml" ContentType="application/vnd.openxmlformats-officedocument.drawingml.chart+xml"/>
  <Override PartName="/ppt/charts/chart786.xml" ContentType="application/vnd.openxmlformats-officedocument.drawingml.chart+xml"/>
  <Override PartName="/ppt/charts/chart787.xml" ContentType="application/vnd.openxmlformats-officedocument.drawingml.chart+xml"/>
  <Override PartName="/ppt/charts/chart788.xml" ContentType="application/vnd.openxmlformats-officedocument.drawingml.chart+xml"/>
  <Override PartName="/ppt/charts/chart789.xml" ContentType="application/vnd.openxmlformats-officedocument.drawingml.chart+xml"/>
  <Override PartName="/ppt/charts/chart790.xml" ContentType="application/vnd.openxmlformats-officedocument.drawingml.chart+xml"/>
  <Override PartName="/ppt/charts/chart791.xml" ContentType="application/vnd.openxmlformats-officedocument.drawingml.chart+xml"/>
  <Override PartName="/ppt/charts/chart792.xml" ContentType="application/vnd.openxmlformats-officedocument.drawingml.chart+xml"/>
  <Override PartName="/ppt/charts/chart793.xml" ContentType="application/vnd.openxmlformats-officedocument.drawingml.chart+xml"/>
  <Override PartName="/ppt/charts/chart794.xml" ContentType="application/vnd.openxmlformats-officedocument.drawingml.chart+xml"/>
  <Override PartName="/ppt/charts/chart795.xml" ContentType="application/vnd.openxmlformats-officedocument.drawingml.chart+xml"/>
  <Override PartName="/ppt/charts/chart796.xml" ContentType="application/vnd.openxmlformats-officedocument.drawingml.chart+xml"/>
  <Override PartName="/ppt/charts/chart797.xml" ContentType="application/vnd.openxmlformats-officedocument.drawingml.chart+xml"/>
  <Override PartName="/ppt/charts/chart798.xml" ContentType="application/vnd.openxmlformats-officedocument.drawingml.chart+xml"/>
  <Override PartName="/ppt/charts/chart799.xml" ContentType="application/vnd.openxmlformats-officedocument.drawingml.chart+xml"/>
  <Override PartName="/ppt/charts/chart800.xml" ContentType="application/vnd.openxmlformats-officedocument.drawingml.chart+xml"/>
  <Override PartName="/ppt/charts/chart801.xml" ContentType="application/vnd.openxmlformats-officedocument.drawingml.chart+xml"/>
  <Override PartName="/ppt/charts/chart802.xml" ContentType="application/vnd.openxmlformats-officedocument.drawingml.chart+xml"/>
  <Override PartName="/ppt/charts/chart803.xml" ContentType="application/vnd.openxmlformats-officedocument.drawingml.chart+xml"/>
  <Override PartName="/ppt/charts/chart804.xml" ContentType="application/vnd.openxmlformats-officedocument.drawingml.chart+xml"/>
  <Override PartName="/ppt/charts/chart805.xml" ContentType="application/vnd.openxmlformats-officedocument.drawingml.chart+xml"/>
  <Override PartName="/ppt/charts/chart806.xml" ContentType="application/vnd.openxmlformats-officedocument.drawingml.chart+xml"/>
  <Override PartName="/ppt/charts/chart807.xml" ContentType="application/vnd.openxmlformats-officedocument.drawingml.chart+xml"/>
  <Override PartName="/ppt/charts/chart808.xml" ContentType="application/vnd.openxmlformats-officedocument.drawingml.chart+xml"/>
  <Override PartName="/ppt/charts/chart809.xml" ContentType="application/vnd.openxmlformats-officedocument.drawingml.chart+xml"/>
  <Override PartName="/ppt/charts/chart810.xml" ContentType="application/vnd.openxmlformats-officedocument.drawingml.chart+xml"/>
  <Override PartName="/ppt/charts/chart811.xml" ContentType="application/vnd.openxmlformats-officedocument.drawingml.chart+xml"/>
  <Override PartName="/ppt/charts/chart812.xml" ContentType="application/vnd.openxmlformats-officedocument.drawingml.chart+xml"/>
  <Override PartName="/ppt/charts/chart813.xml" ContentType="application/vnd.openxmlformats-officedocument.drawingml.chart+xml"/>
  <Override PartName="/ppt/charts/chart814.xml" ContentType="application/vnd.openxmlformats-officedocument.drawingml.chart+xml"/>
  <Override PartName="/ppt/charts/chart815.xml" ContentType="application/vnd.openxmlformats-officedocument.drawingml.chart+xml"/>
  <Override PartName="/ppt/charts/chart816.xml" ContentType="application/vnd.openxmlformats-officedocument.drawingml.chart+xml"/>
  <Override PartName="/ppt/charts/chart817.xml" ContentType="application/vnd.openxmlformats-officedocument.drawingml.chart+xml"/>
  <Override PartName="/ppt/charts/chart818.xml" ContentType="application/vnd.openxmlformats-officedocument.drawingml.chart+xml"/>
  <Override PartName="/ppt/charts/chart819.xml" ContentType="application/vnd.openxmlformats-officedocument.drawingml.chart+xml"/>
  <Override PartName="/ppt/charts/chart820.xml" ContentType="application/vnd.openxmlformats-officedocument.drawingml.chart+xml"/>
  <Override PartName="/ppt/charts/chart821.xml" ContentType="application/vnd.openxmlformats-officedocument.drawingml.chart+xml"/>
  <Override PartName="/ppt/charts/chart822.xml" ContentType="application/vnd.openxmlformats-officedocument.drawingml.chart+xml"/>
  <Override PartName="/ppt/charts/chart823.xml" ContentType="application/vnd.openxmlformats-officedocument.drawingml.chart+xml"/>
  <Override PartName="/ppt/charts/chart824.xml" ContentType="application/vnd.openxmlformats-officedocument.drawingml.chart+xml"/>
  <Override PartName="/ppt/charts/chart825.xml" ContentType="application/vnd.openxmlformats-officedocument.drawingml.chart+xml"/>
  <Override PartName="/ppt/charts/chart826.xml" ContentType="application/vnd.openxmlformats-officedocument.drawingml.chart+xml"/>
  <Override PartName="/ppt/charts/chart827.xml" ContentType="application/vnd.openxmlformats-officedocument.drawingml.chart+xml"/>
  <Override PartName="/ppt/charts/chart828.xml" ContentType="application/vnd.openxmlformats-officedocument.drawingml.chart+xml"/>
  <Override PartName="/ppt/charts/chart829.xml" ContentType="application/vnd.openxmlformats-officedocument.drawingml.chart+xml"/>
  <Override PartName="/ppt/charts/chart830.xml" ContentType="application/vnd.openxmlformats-officedocument.drawingml.chart+xml"/>
  <Override PartName="/ppt/charts/chart831.xml" ContentType="application/vnd.openxmlformats-officedocument.drawingml.chart+xml"/>
  <Override PartName="/ppt/charts/chart832.xml" ContentType="application/vnd.openxmlformats-officedocument.drawingml.chart+xml"/>
  <Override PartName="/ppt/charts/chart833.xml" ContentType="application/vnd.openxmlformats-officedocument.drawingml.chart+xml"/>
  <Override PartName="/ppt/charts/chart834.xml" ContentType="application/vnd.openxmlformats-officedocument.drawingml.chart+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slide" Target="slides/slide206.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s>
</file>

<file path=ppt/charts/_rels/chart652.xml.rels><?xml version='1.0' encoding='UTF-8' standalone='yes'?>
<Relationships xmlns="http://schemas.openxmlformats.org/package/2006/relationships"><Relationship Id="rId1" Type="http://schemas.openxmlformats.org/officeDocument/2006/relationships/package" Target="../embeddings/Microsoft_Excel_Worksheet652.xlsx"/></Relationships>
</file>

<file path=ppt/charts/_rels/chart653.xml.rels><?xml version='1.0' encoding='UTF-8' standalone='yes'?>
<Relationships xmlns="http://schemas.openxmlformats.org/package/2006/relationships"><Relationship Id="rId1" Type="http://schemas.openxmlformats.org/officeDocument/2006/relationships/package" Target="../embeddings/Microsoft_Excel_Worksheet653.xlsx"/></Relationships>
</file>

<file path=ppt/charts/_rels/chart654.xml.rels><?xml version='1.0' encoding='UTF-8' standalone='yes'?>
<Relationships xmlns="http://schemas.openxmlformats.org/package/2006/relationships"><Relationship Id="rId1" Type="http://schemas.openxmlformats.org/officeDocument/2006/relationships/package" Target="../embeddings/Microsoft_Excel_Worksheet654.xlsx"/></Relationships>
</file>

<file path=ppt/charts/_rels/chart655.xml.rels><?xml version='1.0' encoding='UTF-8' standalone='yes'?>
<Relationships xmlns="http://schemas.openxmlformats.org/package/2006/relationships"><Relationship Id="rId1" Type="http://schemas.openxmlformats.org/officeDocument/2006/relationships/package" Target="../embeddings/Microsoft_Excel_Worksheet655.xlsx"/></Relationships>
</file>

<file path=ppt/charts/_rels/chart656.xml.rels><?xml version='1.0' encoding='UTF-8' standalone='yes'?>
<Relationships xmlns="http://schemas.openxmlformats.org/package/2006/relationships"><Relationship Id="rId1" Type="http://schemas.openxmlformats.org/officeDocument/2006/relationships/package" Target="../embeddings/Microsoft_Excel_Worksheet656.xlsx"/></Relationships>
</file>

<file path=ppt/charts/_rels/chart657.xml.rels><?xml version='1.0' encoding='UTF-8' standalone='yes'?>
<Relationships xmlns="http://schemas.openxmlformats.org/package/2006/relationships"><Relationship Id="rId1" Type="http://schemas.openxmlformats.org/officeDocument/2006/relationships/package" Target="../embeddings/Microsoft_Excel_Worksheet657.xlsx"/></Relationships>
</file>

<file path=ppt/charts/_rels/chart658.xml.rels><?xml version='1.0' encoding='UTF-8' standalone='yes'?>
<Relationships xmlns="http://schemas.openxmlformats.org/package/2006/relationships"><Relationship Id="rId1" Type="http://schemas.openxmlformats.org/officeDocument/2006/relationships/package" Target="../embeddings/Microsoft_Excel_Worksheet658.xlsx"/></Relationships>
</file>

<file path=ppt/charts/_rels/chart659.xml.rels><?xml version='1.0' encoding='UTF-8' standalone='yes'?>
<Relationships xmlns="http://schemas.openxmlformats.org/package/2006/relationships"><Relationship Id="rId1" Type="http://schemas.openxmlformats.org/officeDocument/2006/relationships/package" Target="../embeddings/Microsoft_Excel_Worksheet659.xlsx"/></Relationships>
</file>

<file path=ppt/charts/_rels/chart660.xml.rels><?xml version='1.0' encoding='UTF-8' standalone='yes'?>
<Relationships xmlns="http://schemas.openxmlformats.org/package/2006/relationships"><Relationship Id="rId1" Type="http://schemas.openxmlformats.org/officeDocument/2006/relationships/package" Target="../embeddings/Microsoft_Excel_Worksheet660.xlsx"/></Relationships>
</file>

<file path=ppt/charts/_rels/chart661.xml.rels><?xml version='1.0' encoding='UTF-8' standalone='yes'?>
<Relationships xmlns="http://schemas.openxmlformats.org/package/2006/relationships"><Relationship Id="rId1" Type="http://schemas.openxmlformats.org/officeDocument/2006/relationships/package" Target="../embeddings/Microsoft_Excel_Worksheet661.xlsx"/></Relationships>
</file>

<file path=ppt/charts/_rels/chart662.xml.rels><?xml version='1.0' encoding='UTF-8' standalone='yes'?>
<Relationships xmlns="http://schemas.openxmlformats.org/package/2006/relationships"><Relationship Id="rId1" Type="http://schemas.openxmlformats.org/officeDocument/2006/relationships/package" Target="../embeddings/Microsoft_Excel_Worksheet662.xlsx"/></Relationships>
</file>

<file path=ppt/charts/_rels/chart663.xml.rels><?xml version='1.0' encoding='UTF-8' standalone='yes'?>
<Relationships xmlns="http://schemas.openxmlformats.org/package/2006/relationships"><Relationship Id="rId1" Type="http://schemas.openxmlformats.org/officeDocument/2006/relationships/package" Target="../embeddings/Microsoft_Excel_Worksheet663.xlsx"/></Relationships>
</file>

<file path=ppt/charts/_rels/chart664.xml.rels><?xml version='1.0' encoding='UTF-8' standalone='yes'?>
<Relationships xmlns="http://schemas.openxmlformats.org/package/2006/relationships"><Relationship Id="rId1" Type="http://schemas.openxmlformats.org/officeDocument/2006/relationships/package" Target="../embeddings/Microsoft_Excel_Worksheet664.xlsx"/></Relationships>
</file>

<file path=ppt/charts/_rels/chart665.xml.rels><?xml version='1.0' encoding='UTF-8' standalone='yes'?>
<Relationships xmlns="http://schemas.openxmlformats.org/package/2006/relationships"><Relationship Id="rId1" Type="http://schemas.openxmlformats.org/officeDocument/2006/relationships/package" Target="../embeddings/Microsoft_Excel_Worksheet665.xlsx"/></Relationships>
</file>

<file path=ppt/charts/_rels/chart666.xml.rels><?xml version='1.0' encoding='UTF-8' standalone='yes'?>
<Relationships xmlns="http://schemas.openxmlformats.org/package/2006/relationships"><Relationship Id="rId1" Type="http://schemas.openxmlformats.org/officeDocument/2006/relationships/package" Target="../embeddings/Microsoft_Excel_Worksheet666.xlsx"/></Relationships>
</file>

<file path=ppt/charts/_rels/chart667.xml.rels><?xml version='1.0' encoding='UTF-8' standalone='yes'?>
<Relationships xmlns="http://schemas.openxmlformats.org/package/2006/relationships"><Relationship Id="rId1" Type="http://schemas.openxmlformats.org/officeDocument/2006/relationships/package" Target="../embeddings/Microsoft_Excel_Worksheet667.xlsx"/></Relationships>
</file>

<file path=ppt/charts/_rels/chart668.xml.rels><?xml version='1.0' encoding='UTF-8' standalone='yes'?>
<Relationships xmlns="http://schemas.openxmlformats.org/package/2006/relationships"><Relationship Id="rId1" Type="http://schemas.openxmlformats.org/officeDocument/2006/relationships/package" Target="../embeddings/Microsoft_Excel_Worksheet668.xlsx"/></Relationships>
</file>

<file path=ppt/charts/_rels/chart669.xml.rels><?xml version='1.0' encoding='UTF-8' standalone='yes'?>
<Relationships xmlns="http://schemas.openxmlformats.org/package/2006/relationships"><Relationship Id="rId1" Type="http://schemas.openxmlformats.org/officeDocument/2006/relationships/package" Target="../embeddings/Microsoft_Excel_Worksheet669.xlsx"/></Relationships>
</file>

<file path=ppt/charts/_rels/chart670.xml.rels><?xml version='1.0' encoding='UTF-8' standalone='yes'?>
<Relationships xmlns="http://schemas.openxmlformats.org/package/2006/relationships"><Relationship Id="rId1" Type="http://schemas.openxmlformats.org/officeDocument/2006/relationships/package" Target="../embeddings/Microsoft_Excel_Worksheet670.xlsx"/></Relationships>
</file>

<file path=ppt/charts/_rels/chart671.xml.rels><?xml version='1.0' encoding='UTF-8' standalone='yes'?>
<Relationships xmlns="http://schemas.openxmlformats.org/package/2006/relationships"><Relationship Id="rId1" Type="http://schemas.openxmlformats.org/officeDocument/2006/relationships/package" Target="../embeddings/Microsoft_Excel_Worksheet671.xlsx"/></Relationships>
</file>

<file path=ppt/charts/_rels/chart672.xml.rels><?xml version='1.0' encoding='UTF-8' standalone='yes'?>
<Relationships xmlns="http://schemas.openxmlformats.org/package/2006/relationships"><Relationship Id="rId1" Type="http://schemas.openxmlformats.org/officeDocument/2006/relationships/package" Target="../embeddings/Microsoft_Excel_Worksheet672.xlsx"/></Relationships>
</file>

<file path=ppt/charts/_rels/chart673.xml.rels><?xml version='1.0' encoding='UTF-8' standalone='yes'?>
<Relationships xmlns="http://schemas.openxmlformats.org/package/2006/relationships"><Relationship Id="rId1" Type="http://schemas.openxmlformats.org/officeDocument/2006/relationships/package" Target="../embeddings/Microsoft_Excel_Worksheet673.xlsx"/></Relationships>
</file>

<file path=ppt/charts/_rels/chart674.xml.rels><?xml version='1.0' encoding='UTF-8' standalone='yes'?>
<Relationships xmlns="http://schemas.openxmlformats.org/package/2006/relationships"><Relationship Id="rId1" Type="http://schemas.openxmlformats.org/officeDocument/2006/relationships/package" Target="../embeddings/Microsoft_Excel_Worksheet674.xlsx"/></Relationships>
</file>

<file path=ppt/charts/_rels/chart675.xml.rels><?xml version='1.0' encoding='UTF-8' standalone='yes'?>
<Relationships xmlns="http://schemas.openxmlformats.org/package/2006/relationships"><Relationship Id="rId1" Type="http://schemas.openxmlformats.org/officeDocument/2006/relationships/package" Target="../embeddings/Microsoft_Excel_Worksheet675.xlsx"/></Relationships>
</file>

<file path=ppt/charts/_rels/chart676.xml.rels><?xml version='1.0' encoding='UTF-8' standalone='yes'?>
<Relationships xmlns="http://schemas.openxmlformats.org/package/2006/relationships"><Relationship Id="rId1" Type="http://schemas.openxmlformats.org/officeDocument/2006/relationships/package" Target="../embeddings/Microsoft_Excel_Worksheet676.xlsx"/></Relationships>
</file>

<file path=ppt/charts/_rels/chart677.xml.rels><?xml version='1.0' encoding='UTF-8' standalone='yes'?>
<Relationships xmlns="http://schemas.openxmlformats.org/package/2006/relationships"><Relationship Id="rId1" Type="http://schemas.openxmlformats.org/officeDocument/2006/relationships/package" Target="../embeddings/Microsoft_Excel_Worksheet677.xlsx"/></Relationships>
</file>

<file path=ppt/charts/_rels/chart678.xml.rels><?xml version='1.0' encoding='UTF-8' standalone='yes'?>
<Relationships xmlns="http://schemas.openxmlformats.org/package/2006/relationships"><Relationship Id="rId1" Type="http://schemas.openxmlformats.org/officeDocument/2006/relationships/package" Target="../embeddings/Microsoft_Excel_Worksheet678.xlsx"/></Relationships>
</file>

<file path=ppt/charts/_rels/chart679.xml.rels><?xml version='1.0' encoding='UTF-8' standalone='yes'?>
<Relationships xmlns="http://schemas.openxmlformats.org/package/2006/relationships"><Relationship Id="rId1" Type="http://schemas.openxmlformats.org/officeDocument/2006/relationships/package" Target="../embeddings/Microsoft_Excel_Worksheet679.xlsx"/></Relationships>
</file>

<file path=ppt/charts/_rels/chart680.xml.rels><?xml version='1.0' encoding='UTF-8' standalone='yes'?>
<Relationships xmlns="http://schemas.openxmlformats.org/package/2006/relationships"><Relationship Id="rId1" Type="http://schemas.openxmlformats.org/officeDocument/2006/relationships/package" Target="../embeddings/Microsoft_Excel_Worksheet680.xlsx"/></Relationships>
</file>

<file path=ppt/charts/_rels/chart681.xml.rels><?xml version='1.0' encoding='UTF-8' standalone='yes'?>
<Relationships xmlns="http://schemas.openxmlformats.org/package/2006/relationships"><Relationship Id="rId1" Type="http://schemas.openxmlformats.org/officeDocument/2006/relationships/package" Target="../embeddings/Microsoft_Excel_Worksheet681.xlsx"/></Relationships>
</file>

<file path=ppt/charts/_rels/chart682.xml.rels><?xml version='1.0' encoding='UTF-8' standalone='yes'?>
<Relationships xmlns="http://schemas.openxmlformats.org/package/2006/relationships"><Relationship Id="rId1" Type="http://schemas.openxmlformats.org/officeDocument/2006/relationships/package" Target="../embeddings/Microsoft_Excel_Worksheet682.xlsx"/></Relationships>
</file>

<file path=ppt/charts/_rels/chart683.xml.rels><?xml version='1.0' encoding='UTF-8' standalone='yes'?>
<Relationships xmlns="http://schemas.openxmlformats.org/package/2006/relationships"><Relationship Id="rId1" Type="http://schemas.openxmlformats.org/officeDocument/2006/relationships/package" Target="../embeddings/Microsoft_Excel_Worksheet683.xlsx"/></Relationships>
</file>

<file path=ppt/charts/_rels/chart684.xml.rels><?xml version='1.0' encoding='UTF-8' standalone='yes'?>
<Relationships xmlns="http://schemas.openxmlformats.org/package/2006/relationships"><Relationship Id="rId1" Type="http://schemas.openxmlformats.org/officeDocument/2006/relationships/package" Target="../embeddings/Microsoft_Excel_Worksheet684.xlsx"/></Relationships>
</file>

<file path=ppt/charts/_rels/chart685.xml.rels><?xml version='1.0' encoding='UTF-8' standalone='yes'?>
<Relationships xmlns="http://schemas.openxmlformats.org/package/2006/relationships"><Relationship Id="rId1" Type="http://schemas.openxmlformats.org/officeDocument/2006/relationships/package" Target="../embeddings/Microsoft_Excel_Worksheet685.xlsx"/></Relationships>
</file>

<file path=ppt/charts/_rels/chart686.xml.rels><?xml version='1.0' encoding='UTF-8' standalone='yes'?>
<Relationships xmlns="http://schemas.openxmlformats.org/package/2006/relationships"><Relationship Id="rId1" Type="http://schemas.openxmlformats.org/officeDocument/2006/relationships/package" Target="../embeddings/Microsoft_Excel_Worksheet686.xlsx"/></Relationships>
</file>

<file path=ppt/charts/_rels/chart687.xml.rels><?xml version='1.0' encoding='UTF-8' standalone='yes'?>
<Relationships xmlns="http://schemas.openxmlformats.org/package/2006/relationships"><Relationship Id="rId1" Type="http://schemas.openxmlformats.org/officeDocument/2006/relationships/package" Target="../embeddings/Microsoft_Excel_Worksheet687.xlsx"/></Relationships>
</file>

<file path=ppt/charts/_rels/chart688.xml.rels><?xml version='1.0' encoding='UTF-8' standalone='yes'?>
<Relationships xmlns="http://schemas.openxmlformats.org/package/2006/relationships"><Relationship Id="rId1" Type="http://schemas.openxmlformats.org/officeDocument/2006/relationships/package" Target="../embeddings/Microsoft_Excel_Worksheet688.xlsx"/></Relationships>
</file>

<file path=ppt/charts/_rels/chart689.xml.rels><?xml version='1.0' encoding='UTF-8' standalone='yes'?>
<Relationships xmlns="http://schemas.openxmlformats.org/package/2006/relationships"><Relationship Id="rId1" Type="http://schemas.openxmlformats.org/officeDocument/2006/relationships/package" Target="../embeddings/Microsoft_Excel_Worksheet689.xlsx"/></Relationships>
</file>

<file path=ppt/charts/_rels/chart690.xml.rels><?xml version='1.0' encoding='UTF-8' standalone='yes'?>
<Relationships xmlns="http://schemas.openxmlformats.org/package/2006/relationships"><Relationship Id="rId1" Type="http://schemas.openxmlformats.org/officeDocument/2006/relationships/package" Target="../embeddings/Microsoft_Excel_Worksheet690.xlsx"/></Relationships>
</file>

<file path=ppt/charts/_rels/chart691.xml.rels><?xml version='1.0' encoding='UTF-8' standalone='yes'?>
<Relationships xmlns="http://schemas.openxmlformats.org/package/2006/relationships"><Relationship Id="rId1" Type="http://schemas.openxmlformats.org/officeDocument/2006/relationships/package" Target="../embeddings/Microsoft_Excel_Worksheet691.xlsx"/></Relationships>
</file>

<file path=ppt/charts/_rels/chart692.xml.rels><?xml version='1.0' encoding='UTF-8' standalone='yes'?>
<Relationships xmlns="http://schemas.openxmlformats.org/package/2006/relationships"><Relationship Id="rId1" Type="http://schemas.openxmlformats.org/officeDocument/2006/relationships/package" Target="../embeddings/Microsoft_Excel_Worksheet692.xlsx"/></Relationships>
</file>

<file path=ppt/charts/_rels/chart693.xml.rels><?xml version='1.0' encoding='UTF-8' standalone='yes'?>
<Relationships xmlns="http://schemas.openxmlformats.org/package/2006/relationships"><Relationship Id="rId1" Type="http://schemas.openxmlformats.org/officeDocument/2006/relationships/package" Target="../embeddings/Microsoft_Excel_Worksheet693.xlsx"/></Relationships>
</file>

<file path=ppt/charts/_rels/chart694.xml.rels><?xml version='1.0' encoding='UTF-8' standalone='yes'?>
<Relationships xmlns="http://schemas.openxmlformats.org/package/2006/relationships"><Relationship Id="rId1" Type="http://schemas.openxmlformats.org/officeDocument/2006/relationships/package" Target="../embeddings/Microsoft_Excel_Worksheet694.xlsx"/></Relationships>
</file>

<file path=ppt/charts/_rels/chart695.xml.rels><?xml version='1.0' encoding='UTF-8' standalone='yes'?>
<Relationships xmlns="http://schemas.openxmlformats.org/package/2006/relationships"><Relationship Id="rId1" Type="http://schemas.openxmlformats.org/officeDocument/2006/relationships/package" Target="../embeddings/Microsoft_Excel_Worksheet695.xlsx"/></Relationships>
</file>

<file path=ppt/charts/_rels/chart696.xml.rels><?xml version='1.0' encoding='UTF-8' standalone='yes'?>
<Relationships xmlns="http://schemas.openxmlformats.org/package/2006/relationships"><Relationship Id="rId1" Type="http://schemas.openxmlformats.org/officeDocument/2006/relationships/package" Target="../embeddings/Microsoft_Excel_Worksheet696.xlsx"/></Relationships>
</file>

<file path=ppt/charts/_rels/chart697.xml.rels><?xml version='1.0' encoding='UTF-8' standalone='yes'?>
<Relationships xmlns="http://schemas.openxmlformats.org/package/2006/relationships"><Relationship Id="rId1" Type="http://schemas.openxmlformats.org/officeDocument/2006/relationships/package" Target="../embeddings/Microsoft_Excel_Worksheet697.xlsx"/></Relationships>
</file>

<file path=ppt/charts/_rels/chart698.xml.rels><?xml version='1.0' encoding='UTF-8' standalone='yes'?>
<Relationships xmlns="http://schemas.openxmlformats.org/package/2006/relationships"><Relationship Id="rId1" Type="http://schemas.openxmlformats.org/officeDocument/2006/relationships/package" Target="../embeddings/Microsoft_Excel_Worksheet698.xlsx"/></Relationships>
</file>

<file path=ppt/charts/_rels/chart699.xml.rels><?xml version='1.0' encoding='UTF-8' standalone='yes'?>
<Relationships xmlns="http://schemas.openxmlformats.org/package/2006/relationships"><Relationship Id="rId1" Type="http://schemas.openxmlformats.org/officeDocument/2006/relationships/package" Target="../embeddings/Microsoft_Excel_Worksheet699.xlsx"/></Relationships>
</file>

<file path=ppt/charts/_rels/chart700.xml.rels><?xml version='1.0' encoding='UTF-8' standalone='yes'?>
<Relationships xmlns="http://schemas.openxmlformats.org/package/2006/relationships"><Relationship Id="rId1" Type="http://schemas.openxmlformats.org/officeDocument/2006/relationships/package" Target="../embeddings/Microsoft_Excel_Worksheet700.xlsx"/></Relationships>
</file>

<file path=ppt/charts/_rels/chart701.xml.rels><?xml version='1.0' encoding='UTF-8' standalone='yes'?>
<Relationships xmlns="http://schemas.openxmlformats.org/package/2006/relationships"><Relationship Id="rId1" Type="http://schemas.openxmlformats.org/officeDocument/2006/relationships/package" Target="../embeddings/Microsoft_Excel_Worksheet701.xlsx"/></Relationships>
</file>

<file path=ppt/charts/_rels/chart702.xml.rels><?xml version='1.0' encoding='UTF-8' standalone='yes'?>
<Relationships xmlns="http://schemas.openxmlformats.org/package/2006/relationships"><Relationship Id="rId1" Type="http://schemas.openxmlformats.org/officeDocument/2006/relationships/package" Target="../embeddings/Microsoft_Excel_Worksheet702.xlsx"/></Relationships>
</file>

<file path=ppt/charts/_rels/chart703.xml.rels><?xml version='1.0' encoding='UTF-8' standalone='yes'?>
<Relationships xmlns="http://schemas.openxmlformats.org/package/2006/relationships"><Relationship Id="rId1" Type="http://schemas.openxmlformats.org/officeDocument/2006/relationships/package" Target="../embeddings/Microsoft_Excel_Worksheet703.xlsx"/></Relationships>
</file>

<file path=ppt/charts/_rels/chart704.xml.rels><?xml version='1.0' encoding='UTF-8' standalone='yes'?>
<Relationships xmlns="http://schemas.openxmlformats.org/package/2006/relationships"><Relationship Id="rId1" Type="http://schemas.openxmlformats.org/officeDocument/2006/relationships/package" Target="../embeddings/Microsoft_Excel_Worksheet704.xlsx"/></Relationships>
</file>

<file path=ppt/charts/_rels/chart705.xml.rels><?xml version='1.0' encoding='UTF-8' standalone='yes'?>
<Relationships xmlns="http://schemas.openxmlformats.org/package/2006/relationships"><Relationship Id="rId1" Type="http://schemas.openxmlformats.org/officeDocument/2006/relationships/package" Target="../embeddings/Microsoft_Excel_Worksheet705.xlsx"/></Relationships>
</file>

<file path=ppt/charts/_rels/chart706.xml.rels><?xml version='1.0' encoding='UTF-8' standalone='yes'?>
<Relationships xmlns="http://schemas.openxmlformats.org/package/2006/relationships"><Relationship Id="rId1" Type="http://schemas.openxmlformats.org/officeDocument/2006/relationships/package" Target="../embeddings/Microsoft_Excel_Worksheet706.xlsx"/></Relationships>
</file>

<file path=ppt/charts/_rels/chart707.xml.rels><?xml version='1.0' encoding='UTF-8' standalone='yes'?>
<Relationships xmlns="http://schemas.openxmlformats.org/package/2006/relationships"><Relationship Id="rId1" Type="http://schemas.openxmlformats.org/officeDocument/2006/relationships/package" Target="../embeddings/Microsoft_Excel_Worksheet707.xlsx"/></Relationships>
</file>

<file path=ppt/charts/_rels/chart708.xml.rels><?xml version='1.0' encoding='UTF-8' standalone='yes'?>
<Relationships xmlns="http://schemas.openxmlformats.org/package/2006/relationships"><Relationship Id="rId1" Type="http://schemas.openxmlformats.org/officeDocument/2006/relationships/package" Target="../embeddings/Microsoft_Excel_Worksheet708.xlsx"/></Relationships>
</file>

<file path=ppt/charts/_rels/chart709.xml.rels><?xml version='1.0' encoding='UTF-8' standalone='yes'?>
<Relationships xmlns="http://schemas.openxmlformats.org/package/2006/relationships"><Relationship Id="rId1" Type="http://schemas.openxmlformats.org/officeDocument/2006/relationships/package" Target="../embeddings/Microsoft_Excel_Worksheet709.xlsx"/></Relationships>
</file>

<file path=ppt/charts/_rels/chart710.xml.rels><?xml version='1.0' encoding='UTF-8' standalone='yes'?>
<Relationships xmlns="http://schemas.openxmlformats.org/package/2006/relationships"><Relationship Id="rId1" Type="http://schemas.openxmlformats.org/officeDocument/2006/relationships/package" Target="../embeddings/Microsoft_Excel_Worksheet710.xlsx"/></Relationships>
</file>

<file path=ppt/charts/_rels/chart711.xml.rels><?xml version='1.0' encoding='UTF-8' standalone='yes'?>
<Relationships xmlns="http://schemas.openxmlformats.org/package/2006/relationships"><Relationship Id="rId1" Type="http://schemas.openxmlformats.org/officeDocument/2006/relationships/package" Target="../embeddings/Microsoft_Excel_Worksheet711.xlsx"/></Relationships>
</file>

<file path=ppt/charts/_rels/chart712.xml.rels><?xml version='1.0' encoding='UTF-8' standalone='yes'?>
<Relationships xmlns="http://schemas.openxmlformats.org/package/2006/relationships"><Relationship Id="rId1" Type="http://schemas.openxmlformats.org/officeDocument/2006/relationships/package" Target="../embeddings/Microsoft_Excel_Worksheet712.xlsx"/></Relationships>
</file>

<file path=ppt/charts/_rels/chart713.xml.rels><?xml version='1.0' encoding='UTF-8' standalone='yes'?>
<Relationships xmlns="http://schemas.openxmlformats.org/package/2006/relationships"><Relationship Id="rId1" Type="http://schemas.openxmlformats.org/officeDocument/2006/relationships/package" Target="../embeddings/Microsoft_Excel_Worksheet713.xlsx"/></Relationships>
</file>

<file path=ppt/charts/_rels/chart714.xml.rels><?xml version='1.0' encoding='UTF-8' standalone='yes'?>
<Relationships xmlns="http://schemas.openxmlformats.org/package/2006/relationships"><Relationship Id="rId1" Type="http://schemas.openxmlformats.org/officeDocument/2006/relationships/package" Target="../embeddings/Microsoft_Excel_Worksheet714.xlsx"/></Relationships>
</file>

<file path=ppt/charts/_rels/chart715.xml.rels><?xml version='1.0' encoding='UTF-8' standalone='yes'?>
<Relationships xmlns="http://schemas.openxmlformats.org/package/2006/relationships"><Relationship Id="rId1" Type="http://schemas.openxmlformats.org/officeDocument/2006/relationships/package" Target="../embeddings/Microsoft_Excel_Worksheet715.xlsx"/></Relationships>
</file>

<file path=ppt/charts/_rels/chart716.xml.rels><?xml version='1.0' encoding='UTF-8' standalone='yes'?>
<Relationships xmlns="http://schemas.openxmlformats.org/package/2006/relationships"><Relationship Id="rId1" Type="http://schemas.openxmlformats.org/officeDocument/2006/relationships/package" Target="../embeddings/Microsoft_Excel_Worksheet716.xlsx"/></Relationships>
</file>

<file path=ppt/charts/_rels/chart717.xml.rels><?xml version='1.0' encoding='UTF-8' standalone='yes'?>
<Relationships xmlns="http://schemas.openxmlformats.org/package/2006/relationships"><Relationship Id="rId1" Type="http://schemas.openxmlformats.org/officeDocument/2006/relationships/package" Target="../embeddings/Microsoft_Excel_Worksheet717.xlsx"/></Relationships>
</file>

<file path=ppt/charts/_rels/chart718.xml.rels><?xml version='1.0' encoding='UTF-8' standalone='yes'?>
<Relationships xmlns="http://schemas.openxmlformats.org/package/2006/relationships"><Relationship Id="rId1" Type="http://schemas.openxmlformats.org/officeDocument/2006/relationships/package" Target="../embeddings/Microsoft_Excel_Worksheet718.xlsx"/></Relationships>
</file>

<file path=ppt/charts/_rels/chart719.xml.rels><?xml version='1.0' encoding='UTF-8' standalone='yes'?>
<Relationships xmlns="http://schemas.openxmlformats.org/package/2006/relationships"><Relationship Id="rId1" Type="http://schemas.openxmlformats.org/officeDocument/2006/relationships/package" Target="../embeddings/Microsoft_Excel_Worksheet719.xlsx"/></Relationships>
</file>

<file path=ppt/charts/_rels/chart720.xml.rels><?xml version='1.0' encoding='UTF-8' standalone='yes'?>
<Relationships xmlns="http://schemas.openxmlformats.org/package/2006/relationships"><Relationship Id="rId1" Type="http://schemas.openxmlformats.org/officeDocument/2006/relationships/package" Target="../embeddings/Microsoft_Excel_Worksheet720.xlsx"/></Relationships>
</file>

<file path=ppt/charts/_rels/chart721.xml.rels><?xml version='1.0' encoding='UTF-8' standalone='yes'?>
<Relationships xmlns="http://schemas.openxmlformats.org/package/2006/relationships"><Relationship Id="rId1" Type="http://schemas.openxmlformats.org/officeDocument/2006/relationships/package" Target="../embeddings/Microsoft_Excel_Worksheet721.xlsx"/></Relationships>
</file>

<file path=ppt/charts/_rels/chart722.xml.rels><?xml version='1.0' encoding='UTF-8' standalone='yes'?>
<Relationships xmlns="http://schemas.openxmlformats.org/package/2006/relationships"><Relationship Id="rId1" Type="http://schemas.openxmlformats.org/officeDocument/2006/relationships/package" Target="../embeddings/Microsoft_Excel_Worksheet722.xlsx"/></Relationships>
</file>

<file path=ppt/charts/_rels/chart723.xml.rels><?xml version='1.0' encoding='UTF-8' standalone='yes'?>
<Relationships xmlns="http://schemas.openxmlformats.org/package/2006/relationships"><Relationship Id="rId1" Type="http://schemas.openxmlformats.org/officeDocument/2006/relationships/package" Target="../embeddings/Microsoft_Excel_Worksheet723.xlsx"/></Relationships>
</file>

<file path=ppt/charts/_rels/chart724.xml.rels><?xml version='1.0' encoding='UTF-8' standalone='yes'?>
<Relationships xmlns="http://schemas.openxmlformats.org/package/2006/relationships"><Relationship Id="rId1" Type="http://schemas.openxmlformats.org/officeDocument/2006/relationships/package" Target="../embeddings/Microsoft_Excel_Worksheet724.xlsx"/></Relationships>
</file>

<file path=ppt/charts/_rels/chart725.xml.rels><?xml version='1.0' encoding='UTF-8' standalone='yes'?>
<Relationships xmlns="http://schemas.openxmlformats.org/package/2006/relationships"><Relationship Id="rId1" Type="http://schemas.openxmlformats.org/officeDocument/2006/relationships/package" Target="../embeddings/Microsoft_Excel_Worksheet725.xlsx"/></Relationships>
</file>

<file path=ppt/charts/_rels/chart726.xml.rels><?xml version='1.0' encoding='UTF-8' standalone='yes'?>
<Relationships xmlns="http://schemas.openxmlformats.org/package/2006/relationships"><Relationship Id="rId1" Type="http://schemas.openxmlformats.org/officeDocument/2006/relationships/package" Target="../embeddings/Microsoft_Excel_Worksheet726.xlsx"/></Relationships>
</file>

<file path=ppt/charts/_rels/chart727.xml.rels><?xml version='1.0' encoding='UTF-8' standalone='yes'?>
<Relationships xmlns="http://schemas.openxmlformats.org/package/2006/relationships"><Relationship Id="rId1" Type="http://schemas.openxmlformats.org/officeDocument/2006/relationships/package" Target="../embeddings/Microsoft_Excel_Worksheet727.xlsx"/></Relationships>
</file>

<file path=ppt/charts/_rels/chart728.xml.rels><?xml version='1.0' encoding='UTF-8' standalone='yes'?>
<Relationships xmlns="http://schemas.openxmlformats.org/package/2006/relationships"><Relationship Id="rId1" Type="http://schemas.openxmlformats.org/officeDocument/2006/relationships/package" Target="../embeddings/Microsoft_Excel_Worksheet728.xlsx"/></Relationships>
</file>

<file path=ppt/charts/_rels/chart729.xml.rels><?xml version='1.0' encoding='UTF-8' standalone='yes'?>
<Relationships xmlns="http://schemas.openxmlformats.org/package/2006/relationships"><Relationship Id="rId1" Type="http://schemas.openxmlformats.org/officeDocument/2006/relationships/package" Target="../embeddings/Microsoft_Excel_Worksheet729.xlsx"/></Relationships>
</file>

<file path=ppt/charts/_rels/chart730.xml.rels><?xml version='1.0' encoding='UTF-8' standalone='yes'?>
<Relationships xmlns="http://schemas.openxmlformats.org/package/2006/relationships"><Relationship Id="rId1" Type="http://schemas.openxmlformats.org/officeDocument/2006/relationships/package" Target="../embeddings/Microsoft_Excel_Worksheet730.xlsx"/></Relationships>
</file>

<file path=ppt/charts/_rels/chart731.xml.rels><?xml version='1.0' encoding='UTF-8' standalone='yes'?>
<Relationships xmlns="http://schemas.openxmlformats.org/package/2006/relationships"><Relationship Id="rId1" Type="http://schemas.openxmlformats.org/officeDocument/2006/relationships/package" Target="../embeddings/Microsoft_Excel_Worksheet731.xlsx"/></Relationships>
</file>

<file path=ppt/charts/_rels/chart732.xml.rels><?xml version='1.0' encoding='UTF-8' standalone='yes'?>
<Relationships xmlns="http://schemas.openxmlformats.org/package/2006/relationships"><Relationship Id="rId1" Type="http://schemas.openxmlformats.org/officeDocument/2006/relationships/package" Target="../embeddings/Microsoft_Excel_Worksheet732.xlsx"/></Relationships>
</file>

<file path=ppt/charts/_rels/chart733.xml.rels><?xml version='1.0' encoding='UTF-8' standalone='yes'?>
<Relationships xmlns="http://schemas.openxmlformats.org/package/2006/relationships"><Relationship Id="rId1" Type="http://schemas.openxmlformats.org/officeDocument/2006/relationships/package" Target="../embeddings/Microsoft_Excel_Worksheet733.xlsx"/></Relationships>
</file>

<file path=ppt/charts/_rels/chart734.xml.rels><?xml version='1.0' encoding='UTF-8' standalone='yes'?>
<Relationships xmlns="http://schemas.openxmlformats.org/package/2006/relationships"><Relationship Id="rId1" Type="http://schemas.openxmlformats.org/officeDocument/2006/relationships/package" Target="../embeddings/Microsoft_Excel_Worksheet734.xlsx"/></Relationships>
</file>

<file path=ppt/charts/_rels/chart735.xml.rels><?xml version='1.0' encoding='UTF-8' standalone='yes'?>
<Relationships xmlns="http://schemas.openxmlformats.org/package/2006/relationships"><Relationship Id="rId1" Type="http://schemas.openxmlformats.org/officeDocument/2006/relationships/package" Target="../embeddings/Microsoft_Excel_Worksheet735.xlsx"/></Relationships>
</file>

<file path=ppt/charts/_rels/chart736.xml.rels><?xml version='1.0' encoding='UTF-8' standalone='yes'?>
<Relationships xmlns="http://schemas.openxmlformats.org/package/2006/relationships"><Relationship Id="rId1" Type="http://schemas.openxmlformats.org/officeDocument/2006/relationships/package" Target="../embeddings/Microsoft_Excel_Worksheet736.xlsx"/></Relationships>
</file>

<file path=ppt/charts/_rels/chart737.xml.rels><?xml version='1.0' encoding='UTF-8' standalone='yes'?>
<Relationships xmlns="http://schemas.openxmlformats.org/package/2006/relationships"><Relationship Id="rId1" Type="http://schemas.openxmlformats.org/officeDocument/2006/relationships/package" Target="../embeddings/Microsoft_Excel_Worksheet737.xlsx"/></Relationships>
</file>

<file path=ppt/charts/_rels/chart738.xml.rels><?xml version='1.0' encoding='UTF-8' standalone='yes'?>
<Relationships xmlns="http://schemas.openxmlformats.org/package/2006/relationships"><Relationship Id="rId1" Type="http://schemas.openxmlformats.org/officeDocument/2006/relationships/package" Target="../embeddings/Microsoft_Excel_Worksheet738.xlsx"/></Relationships>
</file>

<file path=ppt/charts/_rels/chart739.xml.rels><?xml version='1.0' encoding='UTF-8' standalone='yes'?>
<Relationships xmlns="http://schemas.openxmlformats.org/package/2006/relationships"><Relationship Id="rId1" Type="http://schemas.openxmlformats.org/officeDocument/2006/relationships/package" Target="../embeddings/Microsoft_Excel_Worksheet739.xlsx"/></Relationships>
</file>

<file path=ppt/charts/_rels/chart740.xml.rels><?xml version='1.0' encoding='UTF-8' standalone='yes'?>
<Relationships xmlns="http://schemas.openxmlformats.org/package/2006/relationships"><Relationship Id="rId1" Type="http://schemas.openxmlformats.org/officeDocument/2006/relationships/package" Target="../embeddings/Microsoft_Excel_Worksheet740.xlsx"/></Relationships>
</file>

<file path=ppt/charts/_rels/chart741.xml.rels><?xml version='1.0' encoding='UTF-8' standalone='yes'?>
<Relationships xmlns="http://schemas.openxmlformats.org/package/2006/relationships"><Relationship Id="rId1" Type="http://schemas.openxmlformats.org/officeDocument/2006/relationships/package" Target="../embeddings/Microsoft_Excel_Worksheet741.xlsx"/></Relationships>
</file>

<file path=ppt/charts/_rels/chart742.xml.rels><?xml version='1.0' encoding='UTF-8' standalone='yes'?>
<Relationships xmlns="http://schemas.openxmlformats.org/package/2006/relationships"><Relationship Id="rId1" Type="http://schemas.openxmlformats.org/officeDocument/2006/relationships/package" Target="../embeddings/Microsoft_Excel_Worksheet742.xlsx"/></Relationships>
</file>

<file path=ppt/charts/_rels/chart743.xml.rels><?xml version='1.0' encoding='UTF-8' standalone='yes'?>
<Relationships xmlns="http://schemas.openxmlformats.org/package/2006/relationships"><Relationship Id="rId1" Type="http://schemas.openxmlformats.org/officeDocument/2006/relationships/package" Target="../embeddings/Microsoft_Excel_Worksheet743.xlsx"/></Relationships>
</file>

<file path=ppt/charts/_rels/chart744.xml.rels><?xml version='1.0' encoding='UTF-8' standalone='yes'?>
<Relationships xmlns="http://schemas.openxmlformats.org/package/2006/relationships"><Relationship Id="rId1" Type="http://schemas.openxmlformats.org/officeDocument/2006/relationships/package" Target="../embeddings/Microsoft_Excel_Worksheet744.xlsx"/></Relationships>
</file>

<file path=ppt/charts/_rels/chart745.xml.rels><?xml version='1.0' encoding='UTF-8' standalone='yes'?>
<Relationships xmlns="http://schemas.openxmlformats.org/package/2006/relationships"><Relationship Id="rId1" Type="http://schemas.openxmlformats.org/officeDocument/2006/relationships/package" Target="../embeddings/Microsoft_Excel_Worksheet745.xlsx"/></Relationships>
</file>

<file path=ppt/charts/_rels/chart746.xml.rels><?xml version='1.0' encoding='UTF-8' standalone='yes'?>
<Relationships xmlns="http://schemas.openxmlformats.org/package/2006/relationships"><Relationship Id="rId1" Type="http://schemas.openxmlformats.org/officeDocument/2006/relationships/package" Target="../embeddings/Microsoft_Excel_Worksheet746.xlsx"/></Relationships>
</file>

<file path=ppt/charts/_rels/chart747.xml.rels><?xml version='1.0' encoding='UTF-8' standalone='yes'?>
<Relationships xmlns="http://schemas.openxmlformats.org/package/2006/relationships"><Relationship Id="rId1" Type="http://schemas.openxmlformats.org/officeDocument/2006/relationships/package" Target="../embeddings/Microsoft_Excel_Worksheet747.xlsx"/></Relationships>
</file>

<file path=ppt/charts/_rels/chart748.xml.rels><?xml version='1.0' encoding='UTF-8' standalone='yes'?>
<Relationships xmlns="http://schemas.openxmlformats.org/package/2006/relationships"><Relationship Id="rId1" Type="http://schemas.openxmlformats.org/officeDocument/2006/relationships/package" Target="../embeddings/Microsoft_Excel_Worksheet748.xlsx"/></Relationships>
</file>

<file path=ppt/charts/_rels/chart749.xml.rels><?xml version='1.0' encoding='UTF-8' standalone='yes'?>
<Relationships xmlns="http://schemas.openxmlformats.org/package/2006/relationships"><Relationship Id="rId1" Type="http://schemas.openxmlformats.org/officeDocument/2006/relationships/package" Target="../embeddings/Microsoft_Excel_Worksheet749.xlsx"/></Relationships>
</file>

<file path=ppt/charts/_rels/chart750.xml.rels><?xml version='1.0' encoding='UTF-8' standalone='yes'?>
<Relationships xmlns="http://schemas.openxmlformats.org/package/2006/relationships"><Relationship Id="rId1" Type="http://schemas.openxmlformats.org/officeDocument/2006/relationships/package" Target="../embeddings/Microsoft_Excel_Worksheet750.xlsx"/></Relationships>
</file>

<file path=ppt/charts/_rels/chart751.xml.rels><?xml version='1.0' encoding='UTF-8' standalone='yes'?>
<Relationships xmlns="http://schemas.openxmlformats.org/package/2006/relationships"><Relationship Id="rId1" Type="http://schemas.openxmlformats.org/officeDocument/2006/relationships/package" Target="../embeddings/Microsoft_Excel_Worksheet751.xlsx"/></Relationships>
</file>

<file path=ppt/charts/_rels/chart752.xml.rels><?xml version='1.0' encoding='UTF-8' standalone='yes'?>
<Relationships xmlns="http://schemas.openxmlformats.org/package/2006/relationships"><Relationship Id="rId1" Type="http://schemas.openxmlformats.org/officeDocument/2006/relationships/package" Target="../embeddings/Microsoft_Excel_Worksheet752.xlsx"/></Relationships>
</file>

<file path=ppt/charts/_rels/chart753.xml.rels><?xml version='1.0' encoding='UTF-8' standalone='yes'?>
<Relationships xmlns="http://schemas.openxmlformats.org/package/2006/relationships"><Relationship Id="rId1" Type="http://schemas.openxmlformats.org/officeDocument/2006/relationships/package" Target="../embeddings/Microsoft_Excel_Worksheet753.xlsx"/></Relationships>
</file>

<file path=ppt/charts/_rels/chart754.xml.rels><?xml version='1.0' encoding='UTF-8' standalone='yes'?>
<Relationships xmlns="http://schemas.openxmlformats.org/package/2006/relationships"><Relationship Id="rId1" Type="http://schemas.openxmlformats.org/officeDocument/2006/relationships/package" Target="../embeddings/Microsoft_Excel_Worksheet754.xlsx"/></Relationships>
</file>

<file path=ppt/charts/_rels/chart755.xml.rels><?xml version='1.0' encoding='UTF-8' standalone='yes'?>
<Relationships xmlns="http://schemas.openxmlformats.org/package/2006/relationships"><Relationship Id="rId1" Type="http://schemas.openxmlformats.org/officeDocument/2006/relationships/package" Target="../embeddings/Microsoft_Excel_Worksheet755.xlsx"/></Relationships>
</file>

<file path=ppt/charts/_rels/chart756.xml.rels><?xml version='1.0' encoding='UTF-8' standalone='yes'?>
<Relationships xmlns="http://schemas.openxmlformats.org/package/2006/relationships"><Relationship Id="rId1" Type="http://schemas.openxmlformats.org/officeDocument/2006/relationships/package" Target="../embeddings/Microsoft_Excel_Worksheet756.xlsx"/></Relationships>
</file>

<file path=ppt/charts/_rels/chart757.xml.rels><?xml version='1.0' encoding='UTF-8' standalone='yes'?>
<Relationships xmlns="http://schemas.openxmlformats.org/package/2006/relationships"><Relationship Id="rId1" Type="http://schemas.openxmlformats.org/officeDocument/2006/relationships/package" Target="../embeddings/Microsoft_Excel_Worksheet757.xlsx"/></Relationships>
</file>

<file path=ppt/charts/_rels/chart758.xml.rels><?xml version='1.0' encoding='UTF-8' standalone='yes'?>
<Relationships xmlns="http://schemas.openxmlformats.org/package/2006/relationships"><Relationship Id="rId1" Type="http://schemas.openxmlformats.org/officeDocument/2006/relationships/package" Target="../embeddings/Microsoft_Excel_Worksheet758.xlsx"/></Relationships>
</file>

<file path=ppt/charts/_rels/chart759.xml.rels><?xml version='1.0' encoding='UTF-8' standalone='yes'?>
<Relationships xmlns="http://schemas.openxmlformats.org/package/2006/relationships"><Relationship Id="rId1" Type="http://schemas.openxmlformats.org/officeDocument/2006/relationships/package" Target="../embeddings/Microsoft_Excel_Worksheet759.xlsx"/></Relationships>
</file>

<file path=ppt/charts/_rels/chart760.xml.rels><?xml version='1.0' encoding='UTF-8' standalone='yes'?>
<Relationships xmlns="http://schemas.openxmlformats.org/package/2006/relationships"><Relationship Id="rId1" Type="http://schemas.openxmlformats.org/officeDocument/2006/relationships/package" Target="../embeddings/Microsoft_Excel_Worksheet760.xlsx"/></Relationships>
</file>

<file path=ppt/charts/_rels/chart761.xml.rels><?xml version='1.0' encoding='UTF-8' standalone='yes'?>
<Relationships xmlns="http://schemas.openxmlformats.org/package/2006/relationships"><Relationship Id="rId1" Type="http://schemas.openxmlformats.org/officeDocument/2006/relationships/package" Target="../embeddings/Microsoft_Excel_Worksheet761.xlsx"/></Relationships>
</file>

<file path=ppt/charts/_rels/chart762.xml.rels><?xml version='1.0' encoding='UTF-8' standalone='yes'?>
<Relationships xmlns="http://schemas.openxmlformats.org/package/2006/relationships"><Relationship Id="rId1" Type="http://schemas.openxmlformats.org/officeDocument/2006/relationships/package" Target="../embeddings/Microsoft_Excel_Worksheet762.xlsx"/></Relationships>
</file>

<file path=ppt/charts/_rels/chart763.xml.rels><?xml version='1.0' encoding='UTF-8' standalone='yes'?>
<Relationships xmlns="http://schemas.openxmlformats.org/package/2006/relationships"><Relationship Id="rId1" Type="http://schemas.openxmlformats.org/officeDocument/2006/relationships/package" Target="../embeddings/Microsoft_Excel_Worksheet763.xlsx"/></Relationships>
</file>

<file path=ppt/charts/_rels/chart764.xml.rels><?xml version='1.0' encoding='UTF-8' standalone='yes'?>
<Relationships xmlns="http://schemas.openxmlformats.org/package/2006/relationships"><Relationship Id="rId1" Type="http://schemas.openxmlformats.org/officeDocument/2006/relationships/package" Target="../embeddings/Microsoft_Excel_Worksheet764.xlsx"/></Relationships>
</file>

<file path=ppt/charts/_rels/chart765.xml.rels><?xml version='1.0' encoding='UTF-8' standalone='yes'?>
<Relationships xmlns="http://schemas.openxmlformats.org/package/2006/relationships"><Relationship Id="rId1" Type="http://schemas.openxmlformats.org/officeDocument/2006/relationships/package" Target="../embeddings/Microsoft_Excel_Worksheet765.xlsx"/></Relationships>
</file>

<file path=ppt/charts/_rels/chart766.xml.rels><?xml version='1.0' encoding='UTF-8' standalone='yes'?>
<Relationships xmlns="http://schemas.openxmlformats.org/package/2006/relationships"><Relationship Id="rId1" Type="http://schemas.openxmlformats.org/officeDocument/2006/relationships/package" Target="../embeddings/Microsoft_Excel_Worksheet766.xlsx"/></Relationships>
</file>

<file path=ppt/charts/_rels/chart767.xml.rels><?xml version='1.0' encoding='UTF-8' standalone='yes'?>
<Relationships xmlns="http://schemas.openxmlformats.org/package/2006/relationships"><Relationship Id="rId1" Type="http://schemas.openxmlformats.org/officeDocument/2006/relationships/package" Target="../embeddings/Microsoft_Excel_Worksheet767.xlsx"/></Relationships>
</file>

<file path=ppt/charts/_rels/chart768.xml.rels><?xml version='1.0' encoding='UTF-8' standalone='yes'?>
<Relationships xmlns="http://schemas.openxmlformats.org/package/2006/relationships"><Relationship Id="rId1" Type="http://schemas.openxmlformats.org/officeDocument/2006/relationships/package" Target="../embeddings/Microsoft_Excel_Worksheet768.xlsx"/></Relationships>
</file>

<file path=ppt/charts/_rels/chart769.xml.rels><?xml version='1.0' encoding='UTF-8' standalone='yes'?>
<Relationships xmlns="http://schemas.openxmlformats.org/package/2006/relationships"><Relationship Id="rId1" Type="http://schemas.openxmlformats.org/officeDocument/2006/relationships/package" Target="../embeddings/Microsoft_Excel_Worksheet769.xlsx"/></Relationships>
</file>

<file path=ppt/charts/_rels/chart770.xml.rels><?xml version='1.0' encoding='UTF-8' standalone='yes'?>
<Relationships xmlns="http://schemas.openxmlformats.org/package/2006/relationships"><Relationship Id="rId1" Type="http://schemas.openxmlformats.org/officeDocument/2006/relationships/package" Target="../embeddings/Microsoft_Excel_Worksheet770.xlsx"/></Relationships>
</file>

<file path=ppt/charts/_rels/chart771.xml.rels><?xml version='1.0' encoding='UTF-8' standalone='yes'?>
<Relationships xmlns="http://schemas.openxmlformats.org/package/2006/relationships"><Relationship Id="rId1" Type="http://schemas.openxmlformats.org/officeDocument/2006/relationships/package" Target="../embeddings/Microsoft_Excel_Worksheet771.xlsx"/></Relationships>
</file>

<file path=ppt/charts/_rels/chart772.xml.rels><?xml version='1.0' encoding='UTF-8' standalone='yes'?>
<Relationships xmlns="http://schemas.openxmlformats.org/package/2006/relationships"><Relationship Id="rId1" Type="http://schemas.openxmlformats.org/officeDocument/2006/relationships/package" Target="../embeddings/Microsoft_Excel_Worksheet772.xlsx"/></Relationships>
</file>

<file path=ppt/charts/_rels/chart773.xml.rels><?xml version='1.0' encoding='UTF-8' standalone='yes'?>
<Relationships xmlns="http://schemas.openxmlformats.org/package/2006/relationships"><Relationship Id="rId1" Type="http://schemas.openxmlformats.org/officeDocument/2006/relationships/package" Target="../embeddings/Microsoft_Excel_Worksheet773.xlsx"/></Relationships>
</file>

<file path=ppt/charts/_rels/chart774.xml.rels><?xml version='1.0' encoding='UTF-8' standalone='yes'?>
<Relationships xmlns="http://schemas.openxmlformats.org/package/2006/relationships"><Relationship Id="rId1" Type="http://schemas.openxmlformats.org/officeDocument/2006/relationships/package" Target="../embeddings/Microsoft_Excel_Worksheet774.xlsx"/></Relationships>
</file>

<file path=ppt/charts/_rels/chart775.xml.rels><?xml version='1.0' encoding='UTF-8' standalone='yes'?>
<Relationships xmlns="http://schemas.openxmlformats.org/package/2006/relationships"><Relationship Id="rId1" Type="http://schemas.openxmlformats.org/officeDocument/2006/relationships/package" Target="../embeddings/Microsoft_Excel_Worksheet775.xlsx"/></Relationships>
</file>

<file path=ppt/charts/_rels/chart776.xml.rels><?xml version='1.0' encoding='UTF-8' standalone='yes'?>
<Relationships xmlns="http://schemas.openxmlformats.org/package/2006/relationships"><Relationship Id="rId1" Type="http://schemas.openxmlformats.org/officeDocument/2006/relationships/package" Target="../embeddings/Microsoft_Excel_Worksheet776.xlsx"/></Relationships>
</file>

<file path=ppt/charts/_rels/chart777.xml.rels><?xml version='1.0' encoding='UTF-8' standalone='yes'?>
<Relationships xmlns="http://schemas.openxmlformats.org/package/2006/relationships"><Relationship Id="rId1" Type="http://schemas.openxmlformats.org/officeDocument/2006/relationships/package" Target="../embeddings/Microsoft_Excel_Worksheet777.xlsx"/></Relationships>
</file>

<file path=ppt/charts/_rels/chart778.xml.rels><?xml version='1.0' encoding='UTF-8' standalone='yes'?>
<Relationships xmlns="http://schemas.openxmlformats.org/package/2006/relationships"><Relationship Id="rId1" Type="http://schemas.openxmlformats.org/officeDocument/2006/relationships/package" Target="../embeddings/Microsoft_Excel_Worksheet778.xlsx"/></Relationships>
</file>

<file path=ppt/charts/_rels/chart779.xml.rels><?xml version='1.0' encoding='UTF-8' standalone='yes'?>
<Relationships xmlns="http://schemas.openxmlformats.org/package/2006/relationships"><Relationship Id="rId1" Type="http://schemas.openxmlformats.org/officeDocument/2006/relationships/package" Target="../embeddings/Microsoft_Excel_Worksheet779.xlsx"/></Relationships>
</file>

<file path=ppt/charts/_rels/chart780.xml.rels><?xml version='1.0' encoding='UTF-8' standalone='yes'?>
<Relationships xmlns="http://schemas.openxmlformats.org/package/2006/relationships"><Relationship Id="rId1" Type="http://schemas.openxmlformats.org/officeDocument/2006/relationships/package" Target="../embeddings/Microsoft_Excel_Worksheet780.xlsx"/></Relationships>
</file>

<file path=ppt/charts/_rels/chart781.xml.rels><?xml version='1.0' encoding='UTF-8' standalone='yes'?>
<Relationships xmlns="http://schemas.openxmlformats.org/package/2006/relationships"><Relationship Id="rId1" Type="http://schemas.openxmlformats.org/officeDocument/2006/relationships/package" Target="../embeddings/Microsoft_Excel_Worksheet781.xlsx"/></Relationships>
</file>

<file path=ppt/charts/_rels/chart782.xml.rels><?xml version='1.0' encoding='UTF-8' standalone='yes'?>
<Relationships xmlns="http://schemas.openxmlformats.org/package/2006/relationships"><Relationship Id="rId1" Type="http://schemas.openxmlformats.org/officeDocument/2006/relationships/package" Target="../embeddings/Microsoft_Excel_Worksheet782.xlsx"/></Relationships>
</file>

<file path=ppt/charts/_rels/chart783.xml.rels><?xml version='1.0' encoding='UTF-8' standalone='yes'?>
<Relationships xmlns="http://schemas.openxmlformats.org/package/2006/relationships"><Relationship Id="rId1" Type="http://schemas.openxmlformats.org/officeDocument/2006/relationships/package" Target="../embeddings/Microsoft_Excel_Worksheet783.xlsx"/></Relationships>
</file>

<file path=ppt/charts/_rels/chart784.xml.rels><?xml version='1.0' encoding='UTF-8' standalone='yes'?>
<Relationships xmlns="http://schemas.openxmlformats.org/package/2006/relationships"><Relationship Id="rId1" Type="http://schemas.openxmlformats.org/officeDocument/2006/relationships/package" Target="../embeddings/Microsoft_Excel_Worksheet784.xlsx"/></Relationships>
</file>

<file path=ppt/charts/_rels/chart785.xml.rels><?xml version='1.0' encoding='UTF-8' standalone='yes'?>
<Relationships xmlns="http://schemas.openxmlformats.org/package/2006/relationships"><Relationship Id="rId1" Type="http://schemas.openxmlformats.org/officeDocument/2006/relationships/package" Target="../embeddings/Microsoft_Excel_Worksheet785.xlsx"/></Relationships>
</file>

<file path=ppt/charts/_rels/chart786.xml.rels><?xml version='1.0' encoding='UTF-8' standalone='yes'?>
<Relationships xmlns="http://schemas.openxmlformats.org/package/2006/relationships"><Relationship Id="rId1" Type="http://schemas.openxmlformats.org/officeDocument/2006/relationships/package" Target="../embeddings/Microsoft_Excel_Worksheet786.xlsx"/></Relationships>
</file>

<file path=ppt/charts/_rels/chart787.xml.rels><?xml version='1.0' encoding='UTF-8' standalone='yes'?>
<Relationships xmlns="http://schemas.openxmlformats.org/package/2006/relationships"><Relationship Id="rId1" Type="http://schemas.openxmlformats.org/officeDocument/2006/relationships/package" Target="../embeddings/Microsoft_Excel_Worksheet787.xlsx"/></Relationships>
</file>

<file path=ppt/charts/_rels/chart788.xml.rels><?xml version='1.0' encoding='UTF-8' standalone='yes'?>
<Relationships xmlns="http://schemas.openxmlformats.org/package/2006/relationships"><Relationship Id="rId1" Type="http://schemas.openxmlformats.org/officeDocument/2006/relationships/package" Target="../embeddings/Microsoft_Excel_Worksheet788.xlsx"/></Relationships>
</file>

<file path=ppt/charts/_rels/chart789.xml.rels><?xml version='1.0' encoding='UTF-8' standalone='yes'?>
<Relationships xmlns="http://schemas.openxmlformats.org/package/2006/relationships"><Relationship Id="rId1" Type="http://schemas.openxmlformats.org/officeDocument/2006/relationships/package" Target="../embeddings/Microsoft_Excel_Worksheet789.xlsx"/></Relationships>
</file>

<file path=ppt/charts/_rels/chart790.xml.rels><?xml version='1.0' encoding='UTF-8' standalone='yes'?>
<Relationships xmlns="http://schemas.openxmlformats.org/package/2006/relationships"><Relationship Id="rId1" Type="http://schemas.openxmlformats.org/officeDocument/2006/relationships/package" Target="../embeddings/Microsoft_Excel_Worksheet790.xlsx"/></Relationships>
</file>

<file path=ppt/charts/_rels/chart791.xml.rels><?xml version='1.0' encoding='UTF-8' standalone='yes'?>
<Relationships xmlns="http://schemas.openxmlformats.org/package/2006/relationships"><Relationship Id="rId1" Type="http://schemas.openxmlformats.org/officeDocument/2006/relationships/package" Target="../embeddings/Microsoft_Excel_Worksheet791.xlsx"/></Relationships>
</file>

<file path=ppt/charts/_rels/chart792.xml.rels><?xml version='1.0' encoding='UTF-8' standalone='yes'?>
<Relationships xmlns="http://schemas.openxmlformats.org/package/2006/relationships"><Relationship Id="rId1" Type="http://schemas.openxmlformats.org/officeDocument/2006/relationships/package" Target="../embeddings/Microsoft_Excel_Worksheet792.xlsx"/></Relationships>
</file>

<file path=ppt/charts/_rels/chart793.xml.rels><?xml version='1.0' encoding='UTF-8' standalone='yes'?>
<Relationships xmlns="http://schemas.openxmlformats.org/package/2006/relationships"><Relationship Id="rId1" Type="http://schemas.openxmlformats.org/officeDocument/2006/relationships/package" Target="../embeddings/Microsoft_Excel_Worksheet793.xlsx"/></Relationships>
</file>

<file path=ppt/charts/_rels/chart794.xml.rels><?xml version='1.0' encoding='UTF-8' standalone='yes'?>
<Relationships xmlns="http://schemas.openxmlformats.org/package/2006/relationships"><Relationship Id="rId1" Type="http://schemas.openxmlformats.org/officeDocument/2006/relationships/package" Target="../embeddings/Microsoft_Excel_Worksheet794.xlsx"/></Relationships>
</file>

<file path=ppt/charts/_rels/chart795.xml.rels><?xml version='1.0' encoding='UTF-8' standalone='yes'?>
<Relationships xmlns="http://schemas.openxmlformats.org/package/2006/relationships"><Relationship Id="rId1" Type="http://schemas.openxmlformats.org/officeDocument/2006/relationships/package" Target="../embeddings/Microsoft_Excel_Worksheet795.xlsx"/></Relationships>
</file>

<file path=ppt/charts/_rels/chart796.xml.rels><?xml version='1.0' encoding='UTF-8' standalone='yes'?>
<Relationships xmlns="http://schemas.openxmlformats.org/package/2006/relationships"><Relationship Id="rId1" Type="http://schemas.openxmlformats.org/officeDocument/2006/relationships/package" Target="../embeddings/Microsoft_Excel_Worksheet796.xlsx"/></Relationships>
</file>

<file path=ppt/charts/_rels/chart797.xml.rels><?xml version='1.0' encoding='UTF-8' standalone='yes'?>
<Relationships xmlns="http://schemas.openxmlformats.org/package/2006/relationships"><Relationship Id="rId1" Type="http://schemas.openxmlformats.org/officeDocument/2006/relationships/package" Target="../embeddings/Microsoft_Excel_Worksheet797.xlsx"/></Relationships>
</file>

<file path=ppt/charts/_rels/chart798.xml.rels><?xml version='1.0' encoding='UTF-8' standalone='yes'?>
<Relationships xmlns="http://schemas.openxmlformats.org/package/2006/relationships"><Relationship Id="rId1" Type="http://schemas.openxmlformats.org/officeDocument/2006/relationships/package" Target="../embeddings/Microsoft_Excel_Worksheet798.xlsx"/></Relationships>
</file>

<file path=ppt/charts/_rels/chart799.xml.rels><?xml version='1.0' encoding='UTF-8' standalone='yes'?>
<Relationships xmlns="http://schemas.openxmlformats.org/package/2006/relationships"><Relationship Id="rId1" Type="http://schemas.openxmlformats.org/officeDocument/2006/relationships/package" Target="../embeddings/Microsoft_Excel_Worksheet799.xlsx"/></Relationships>
</file>

<file path=ppt/charts/_rels/chart800.xml.rels><?xml version='1.0' encoding='UTF-8' standalone='yes'?>
<Relationships xmlns="http://schemas.openxmlformats.org/package/2006/relationships"><Relationship Id="rId1" Type="http://schemas.openxmlformats.org/officeDocument/2006/relationships/package" Target="../embeddings/Microsoft_Excel_Worksheet800.xlsx"/></Relationships>
</file>

<file path=ppt/charts/_rels/chart801.xml.rels><?xml version='1.0' encoding='UTF-8' standalone='yes'?>
<Relationships xmlns="http://schemas.openxmlformats.org/package/2006/relationships"><Relationship Id="rId1" Type="http://schemas.openxmlformats.org/officeDocument/2006/relationships/package" Target="../embeddings/Microsoft_Excel_Worksheet801.xlsx"/></Relationships>
</file>

<file path=ppt/charts/_rels/chart802.xml.rels><?xml version='1.0' encoding='UTF-8' standalone='yes'?>
<Relationships xmlns="http://schemas.openxmlformats.org/package/2006/relationships"><Relationship Id="rId1" Type="http://schemas.openxmlformats.org/officeDocument/2006/relationships/package" Target="../embeddings/Microsoft_Excel_Worksheet802.xlsx"/></Relationships>
</file>

<file path=ppt/charts/_rels/chart803.xml.rels><?xml version='1.0' encoding='UTF-8' standalone='yes'?>
<Relationships xmlns="http://schemas.openxmlformats.org/package/2006/relationships"><Relationship Id="rId1" Type="http://schemas.openxmlformats.org/officeDocument/2006/relationships/package" Target="../embeddings/Microsoft_Excel_Worksheet803.xlsx"/></Relationships>
</file>

<file path=ppt/charts/_rels/chart804.xml.rels><?xml version='1.0' encoding='UTF-8' standalone='yes'?>
<Relationships xmlns="http://schemas.openxmlformats.org/package/2006/relationships"><Relationship Id="rId1" Type="http://schemas.openxmlformats.org/officeDocument/2006/relationships/package" Target="../embeddings/Microsoft_Excel_Worksheet804.xlsx"/></Relationships>
</file>

<file path=ppt/charts/_rels/chart805.xml.rels><?xml version='1.0' encoding='UTF-8' standalone='yes'?>
<Relationships xmlns="http://schemas.openxmlformats.org/package/2006/relationships"><Relationship Id="rId1" Type="http://schemas.openxmlformats.org/officeDocument/2006/relationships/package" Target="../embeddings/Microsoft_Excel_Worksheet805.xlsx"/></Relationships>
</file>

<file path=ppt/charts/_rels/chart806.xml.rels><?xml version='1.0' encoding='UTF-8' standalone='yes'?>
<Relationships xmlns="http://schemas.openxmlformats.org/package/2006/relationships"><Relationship Id="rId1" Type="http://schemas.openxmlformats.org/officeDocument/2006/relationships/package" Target="../embeddings/Microsoft_Excel_Worksheet806.xlsx"/></Relationships>
</file>

<file path=ppt/charts/_rels/chart807.xml.rels><?xml version='1.0' encoding='UTF-8' standalone='yes'?>
<Relationships xmlns="http://schemas.openxmlformats.org/package/2006/relationships"><Relationship Id="rId1" Type="http://schemas.openxmlformats.org/officeDocument/2006/relationships/package" Target="../embeddings/Microsoft_Excel_Worksheet807.xlsx"/></Relationships>
</file>

<file path=ppt/charts/_rels/chart808.xml.rels><?xml version='1.0' encoding='UTF-8' standalone='yes'?>
<Relationships xmlns="http://schemas.openxmlformats.org/package/2006/relationships"><Relationship Id="rId1" Type="http://schemas.openxmlformats.org/officeDocument/2006/relationships/package" Target="../embeddings/Microsoft_Excel_Worksheet808.xlsx"/></Relationships>
</file>

<file path=ppt/charts/_rels/chart809.xml.rels><?xml version='1.0' encoding='UTF-8' standalone='yes'?>
<Relationships xmlns="http://schemas.openxmlformats.org/package/2006/relationships"><Relationship Id="rId1" Type="http://schemas.openxmlformats.org/officeDocument/2006/relationships/package" Target="../embeddings/Microsoft_Excel_Worksheet809.xlsx"/></Relationships>
</file>

<file path=ppt/charts/_rels/chart810.xml.rels><?xml version='1.0' encoding='UTF-8' standalone='yes'?>
<Relationships xmlns="http://schemas.openxmlformats.org/package/2006/relationships"><Relationship Id="rId1" Type="http://schemas.openxmlformats.org/officeDocument/2006/relationships/package" Target="../embeddings/Microsoft_Excel_Worksheet810.xlsx"/></Relationships>
</file>

<file path=ppt/charts/_rels/chart811.xml.rels><?xml version='1.0' encoding='UTF-8' standalone='yes'?>
<Relationships xmlns="http://schemas.openxmlformats.org/package/2006/relationships"><Relationship Id="rId1" Type="http://schemas.openxmlformats.org/officeDocument/2006/relationships/package" Target="../embeddings/Microsoft_Excel_Worksheet811.xlsx"/></Relationships>
</file>

<file path=ppt/charts/_rels/chart812.xml.rels><?xml version='1.0' encoding='UTF-8' standalone='yes'?>
<Relationships xmlns="http://schemas.openxmlformats.org/package/2006/relationships"><Relationship Id="rId1" Type="http://schemas.openxmlformats.org/officeDocument/2006/relationships/package" Target="../embeddings/Microsoft_Excel_Worksheet812.xlsx"/></Relationships>
</file>

<file path=ppt/charts/_rels/chart813.xml.rels><?xml version='1.0' encoding='UTF-8' standalone='yes'?>
<Relationships xmlns="http://schemas.openxmlformats.org/package/2006/relationships"><Relationship Id="rId1" Type="http://schemas.openxmlformats.org/officeDocument/2006/relationships/package" Target="../embeddings/Microsoft_Excel_Worksheet813.xlsx"/></Relationships>
</file>

<file path=ppt/charts/_rels/chart814.xml.rels><?xml version='1.0' encoding='UTF-8' standalone='yes'?>
<Relationships xmlns="http://schemas.openxmlformats.org/package/2006/relationships"><Relationship Id="rId1" Type="http://schemas.openxmlformats.org/officeDocument/2006/relationships/package" Target="../embeddings/Microsoft_Excel_Worksheet814.xlsx"/></Relationships>
</file>

<file path=ppt/charts/_rels/chart815.xml.rels><?xml version='1.0' encoding='UTF-8' standalone='yes'?>
<Relationships xmlns="http://schemas.openxmlformats.org/package/2006/relationships"><Relationship Id="rId1" Type="http://schemas.openxmlformats.org/officeDocument/2006/relationships/package" Target="../embeddings/Microsoft_Excel_Worksheet815.xlsx"/></Relationships>
</file>

<file path=ppt/charts/_rels/chart816.xml.rels><?xml version='1.0' encoding='UTF-8' standalone='yes'?>
<Relationships xmlns="http://schemas.openxmlformats.org/package/2006/relationships"><Relationship Id="rId1" Type="http://schemas.openxmlformats.org/officeDocument/2006/relationships/package" Target="../embeddings/Microsoft_Excel_Worksheet816.xlsx"/></Relationships>
</file>

<file path=ppt/charts/_rels/chart817.xml.rels><?xml version='1.0' encoding='UTF-8' standalone='yes'?>
<Relationships xmlns="http://schemas.openxmlformats.org/package/2006/relationships"><Relationship Id="rId1" Type="http://schemas.openxmlformats.org/officeDocument/2006/relationships/package" Target="../embeddings/Microsoft_Excel_Worksheet817.xlsx"/></Relationships>
</file>

<file path=ppt/charts/_rels/chart818.xml.rels><?xml version='1.0' encoding='UTF-8' standalone='yes'?>
<Relationships xmlns="http://schemas.openxmlformats.org/package/2006/relationships"><Relationship Id="rId1" Type="http://schemas.openxmlformats.org/officeDocument/2006/relationships/package" Target="../embeddings/Microsoft_Excel_Worksheet818.xlsx"/></Relationships>
</file>

<file path=ppt/charts/_rels/chart819.xml.rels><?xml version='1.0' encoding='UTF-8' standalone='yes'?>
<Relationships xmlns="http://schemas.openxmlformats.org/package/2006/relationships"><Relationship Id="rId1" Type="http://schemas.openxmlformats.org/officeDocument/2006/relationships/package" Target="../embeddings/Microsoft_Excel_Worksheet819.xlsx"/></Relationships>
</file>

<file path=ppt/charts/_rels/chart820.xml.rels><?xml version='1.0' encoding='UTF-8' standalone='yes'?>
<Relationships xmlns="http://schemas.openxmlformats.org/package/2006/relationships"><Relationship Id="rId1" Type="http://schemas.openxmlformats.org/officeDocument/2006/relationships/package" Target="../embeddings/Microsoft_Excel_Worksheet820.xlsx"/></Relationships>
</file>

<file path=ppt/charts/_rels/chart821.xml.rels><?xml version='1.0' encoding='UTF-8' standalone='yes'?>
<Relationships xmlns="http://schemas.openxmlformats.org/package/2006/relationships"><Relationship Id="rId1" Type="http://schemas.openxmlformats.org/officeDocument/2006/relationships/package" Target="../embeddings/Microsoft_Excel_Worksheet821.xlsx"/></Relationships>
</file>

<file path=ppt/charts/_rels/chart822.xml.rels><?xml version='1.0' encoding='UTF-8' standalone='yes'?>
<Relationships xmlns="http://schemas.openxmlformats.org/package/2006/relationships"><Relationship Id="rId1" Type="http://schemas.openxmlformats.org/officeDocument/2006/relationships/package" Target="../embeddings/Microsoft_Excel_Worksheet822.xlsx"/></Relationships>
</file>

<file path=ppt/charts/_rels/chart823.xml.rels><?xml version='1.0' encoding='UTF-8' standalone='yes'?>
<Relationships xmlns="http://schemas.openxmlformats.org/package/2006/relationships"><Relationship Id="rId1" Type="http://schemas.openxmlformats.org/officeDocument/2006/relationships/package" Target="../embeddings/Microsoft_Excel_Worksheet823.xlsx"/></Relationships>
</file>

<file path=ppt/charts/_rels/chart824.xml.rels><?xml version='1.0' encoding='UTF-8' standalone='yes'?>
<Relationships xmlns="http://schemas.openxmlformats.org/package/2006/relationships"><Relationship Id="rId1" Type="http://schemas.openxmlformats.org/officeDocument/2006/relationships/package" Target="../embeddings/Microsoft_Excel_Worksheet824.xlsx"/></Relationships>
</file>

<file path=ppt/charts/_rels/chart825.xml.rels><?xml version='1.0' encoding='UTF-8' standalone='yes'?>
<Relationships xmlns="http://schemas.openxmlformats.org/package/2006/relationships"><Relationship Id="rId1" Type="http://schemas.openxmlformats.org/officeDocument/2006/relationships/package" Target="../embeddings/Microsoft_Excel_Worksheet825.xlsx"/></Relationships>
</file>

<file path=ppt/charts/_rels/chart826.xml.rels><?xml version='1.0' encoding='UTF-8' standalone='yes'?>
<Relationships xmlns="http://schemas.openxmlformats.org/package/2006/relationships"><Relationship Id="rId1" Type="http://schemas.openxmlformats.org/officeDocument/2006/relationships/package" Target="../embeddings/Microsoft_Excel_Worksheet826.xlsx"/></Relationships>
</file>

<file path=ppt/charts/_rels/chart827.xml.rels><?xml version='1.0' encoding='UTF-8' standalone='yes'?>
<Relationships xmlns="http://schemas.openxmlformats.org/package/2006/relationships"><Relationship Id="rId1" Type="http://schemas.openxmlformats.org/officeDocument/2006/relationships/package" Target="../embeddings/Microsoft_Excel_Worksheet827.xlsx"/></Relationships>
</file>

<file path=ppt/charts/_rels/chart828.xml.rels><?xml version='1.0' encoding='UTF-8' standalone='yes'?>
<Relationships xmlns="http://schemas.openxmlformats.org/package/2006/relationships"><Relationship Id="rId1" Type="http://schemas.openxmlformats.org/officeDocument/2006/relationships/package" Target="../embeddings/Microsoft_Excel_Worksheet828.xlsx"/></Relationships>
</file>

<file path=ppt/charts/_rels/chart829.xml.rels><?xml version='1.0' encoding='UTF-8' standalone='yes'?>
<Relationships xmlns="http://schemas.openxmlformats.org/package/2006/relationships"><Relationship Id="rId1" Type="http://schemas.openxmlformats.org/officeDocument/2006/relationships/package" Target="../embeddings/Microsoft_Excel_Worksheet829.xlsx"/></Relationships>
</file>

<file path=ppt/charts/_rels/chart830.xml.rels><?xml version='1.0' encoding='UTF-8' standalone='yes'?>
<Relationships xmlns="http://schemas.openxmlformats.org/package/2006/relationships"><Relationship Id="rId1" Type="http://schemas.openxmlformats.org/officeDocument/2006/relationships/package" Target="../embeddings/Microsoft_Excel_Worksheet830.xlsx"/></Relationships>
</file>

<file path=ppt/charts/_rels/chart831.xml.rels><?xml version='1.0' encoding='UTF-8' standalone='yes'?>
<Relationships xmlns="http://schemas.openxmlformats.org/package/2006/relationships"><Relationship Id="rId1" Type="http://schemas.openxmlformats.org/officeDocument/2006/relationships/package" Target="../embeddings/Microsoft_Excel_Worksheet831.xlsx"/></Relationships>
</file>

<file path=ppt/charts/_rels/chart832.xml.rels><?xml version='1.0' encoding='UTF-8' standalone='yes'?>
<Relationships xmlns="http://schemas.openxmlformats.org/package/2006/relationships"><Relationship Id="rId1" Type="http://schemas.openxmlformats.org/officeDocument/2006/relationships/package" Target="../embeddings/Microsoft_Excel_Worksheet832.xlsx"/></Relationships>
</file>

<file path=ppt/charts/_rels/chart833.xml.rels><?xml version='1.0' encoding='UTF-8' standalone='yes'?>
<Relationships xmlns="http://schemas.openxmlformats.org/package/2006/relationships"><Relationship Id="rId1" Type="http://schemas.openxmlformats.org/officeDocument/2006/relationships/package" Target="../embeddings/Microsoft_Excel_Worksheet833.xlsx"/></Relationships>
</file>

<file path=ppt/charts/_rels/chart834.xml.rels><?xml version='1.0' encoding='UTF-8' standalone='yes'?>
<Relationships xmlns="http://schemas.openxmlformats.org/package/2006/relationships"><Relationship Id="rId1" Type="http://schemas.openxmlformats.org/officeDocument/2006/relationships/package" Target="../embeddings/Microsoft_Excel_Worksheet834.xlsx"/></Relationships>
</file>

<file path=ppt/charts/chart6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c:v>
                </c:pt>
                <c:pt idx="1">
                  <c:v>119.8</c:v>
                </c:pt>
                <c:pt idx="2">
                  <c:v>121.2</c:v>
                </c:pt>
                <c:pt idx="3">
                  <c:v>118.6</c:v>
                </c:pt>
                <c:pt idx="4">
                  <c:v>154.25</c:v>
                </c:pt>
                <c:pt idx="5">
                  <c:v>141.75</c:v>
                </c:pt>
                <c:pt idx="6">
                  <c:v>152</c:v>
                </c:pt>
                <c:pt idx="7">
                  <c:v>159.5</c:v>
                </c:pt>
                <c:pt idx="8">
                  <c:v>132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153.33333333333334</c:v>
                </c:pt>
                <c:pt idx="1">
                  <c:v>168.33333333333334</c:v>
                </c:pt>
                <c:pt idx="2">
                  <c:v>187</c:v>
                </c:pt>
                <c:pt idx="3">
                  <c:v>195</c:v>
                </c:pt>
                <c:pt idx="4">
                  <c:v>185.66666666666666</c:v>
                </c:pt>
                <c:pt idx="5">
                  <c:v>196.33333333333334</c:v>
                </c:pt>
                <c:pt idx="6">
                  <c:v>191</c:v>
                </c:pt>
                <c:pt idx="7">
                  <c:v>180.66666666666666</c:v>
                </c:pt>
                <c:pt idx="8">
                  <c:v>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55200000000002"/>
          <c:min val="112.381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c:v>
                </c:pt>
                <c:pt idx="1">
                  <c:v>116.66666666666667</c:v>
                </c:pt>
                <c:pt idx="2">
                  <c:v>106.66666666666667</c:v>
                </c:pt>
                <c:pt idx="3">
                  <c:v>111.66666666666667</c:v>
                </c:pt>
                <c:pt idx="4">
                  <c:v>103</c:v>
                </c:pt>
                <c:pt idx="5">
                  <c:v>103.33333333333333</c:v>
                </c:pt>
                <c:pt idx="6">
                  <c:v>125.33333333333333</c:v>
                </c:pt>
                <c:pt idx="7">
                  <c:v>132</c:v>
                </c:pt>
                <c:pt idx="8">
                  <c:v>142.66666666666666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132</c:v>
                </c:pt>
                <c:pt idx="1">
                  <c:v>140.66666666666666</c:v>
                </c:pt>
                <c:pt idx="2">
                  <c:v>142.66666666666666</c:v>
                </c:pt>
                <c:pt idx="3">
                  <c:v>148.33333333333334</c:v>
                </c:pt>
                <c:pt idx="4">
                  <c:v>160.33333333333334</c:v>
                </c:pt>
                <c:pt idx="5">
                  <c:v>184</c:v>
                </c:pt>
                <c:pt idx="6">
                  <c:v>177.66666666666666</c:v>
                </c:pt>
                <c:pt idx="7">
                  <c:v>147.33333333333334</c:v>
                </c:pt>
                <c:pt idx="8">
                  <c:v>149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0.48"/>
          <c:min val="9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216.375</c:v>
                </c:pt>
                <c:pt idx="1">
                  <c:v>183</c:v>
                </c:pt>
                <c:pt idx="2">
                  <c:v>197.5</c:v>
                </c:pt>
                <c:pt idx="3">
                  <c:v>223.375</c:v>
                </c:pt>
                <c:pt idx="4">
                  <c:v>219.625</c:v>
                </c:pt>
                <c:pt idx="5">
                  <c:v>238.14285714285714</c:v>
                </c:pt>
                <c:pt idx="6">
                  <c:v>254.85714285714286</c:v>
                </c:pt>
                <c:pt idx="7">
                  <c:v>246</c:v>
                </c:pt>
                <c:pt idx="8">
                  <c:v>225.28571428571428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243.28571428571428</c:v>
                </c:pt>
                <c:pt idx="1">
                  <c:v>206.42857142857142</c:v>
                </c:pt>
                <c:pt idx="2">
                  <c:v>265.85714285714283</c:v>
                </c:pt>
                <c:pt idx="3">
                  <c:v>245.57142857142858</c:v>
                </c:pt>
                <c:pt idx="4">
                  <c:v>252</c:v>
                </c:pt>
                <c:pt idx="5">
                  <c:v>273.7142857142857</c:v>
                </c:pt>
                <c:pt idx="6">
                  <c:v>273.2857142857143</c:v>
                </c:pt>
                <c:pt idx="7">
                  <c:v>255.71428571428572</c:v>
                </c:pt>
                <c:pt idx="8">
                  <c:v>261.85714285714283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9714285714286"/>
          <c:min val="175.742857142857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195</c:v>
                </c:pt>
                <c:pt idx="1">
                  <c:v>164</c:v>
                </c:pt>
                <c:pt idx="2">
                  <c:v>194.33333333333334</c:v>
                </c:pt>
                <c:pt idx="3">
                  <c:v>178</c:v>
                </c:pt>
                <c:pt idx="4">
                  <c:v>189.75</c:v>
                </c:pt>
                <c:pt idx="5">
                  <c:v>174.75</c:v>
                </c:pt>
                <c:pt idx="6">
                  <c:v>189.75</c:v>
                </c:pt>
                <c:pt idx="7">
                  <c:v>160.75</c:v>
                </c:pt>
                <c:pt idx="8">
                  <c:v>129.25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197.33333333333334</c:v>
                </c:pt>
                <c:pt idx="1">
                  <c:v>176</c:v>
                </c:pt>
                <c:pt idx="2">
                  <c:v>208.66666666666666</c:v>
                </c:pt>
                <c:pt idx="3">
                  <c:v>212</c:v>
                </c:pt>
                <c:pt idx="4">
                  <c:v>179.66666666666666</c:v>
                </c:pt>
                <c:pt idx="5">
                  <c:v>204.66666666666666</c:v>
                </c:pt>
                <c:pt idx="6">
                  <c:v>196.33333333333334</c:v>
                </c:pt>
                <c:pt idx="7">
                  <c:v>186</c:v>
                </c:pt>
                <c:pt idx="8">
                  <c:v>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8.62"/>
          <c:min val="12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153.28571428571428</c:v>
                </c:pt>
                <c:pt idx="1">
                  <c:v>145.42857142857142</c:v>
                </c:pt>
                <c:pt idx="2">
                  <c:v>169</c:v>
                </c:pt>
                <c:pt idx="3">
                  <c:v>149.14285714285714</c:v>
                </c:pt>
                <c:pt idx="4">
                  <c:v>152.57142857142858</c:v>
                </c:pt>
                <c:pt idx="5">
                  <c:v>188.83333333333334</c:v>
                </c:pt>
                <c:pt idx="6">
                  <c:v>185.5</c:v>
                </c:pt>
                <c:pt idx="7">
                  <c:v>191.83333333333334</c:v>
                </c:pt>
                <c:pt idx="8">
                  <c:v>165.66666666666666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187.8</c:v>
                </c:pt>
                <c:pt idx="1">
                  <c:v>165.6</c:v>
                </c:pt>
                <c:pt idx="2">
                  <c:v>201.2</c:v>
                </c:pt>
                <c:pt idx="3">
                  <c:v>164.66666666666666</c:v>
                </c:pt>
                <c:pt idx="4">
                  <c:v>153.66666666666666</c:v>
                </c:pt>
                <c:pt idx="5">
                  <c:v>187.33333333333334</c:v>
                </c:pt>
                <c:pt idx="6">
                  <c:v>202.2</c:v>
                </c:pt>
                <c:pt idx="7">
                  <c:v>198.8</c:v>
                </c:pt>
                <c:pt idx="8">
                  <c:v>169.16666666666666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74171428571427"/>
          <c:min val="140.886857142857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318</c:v>
                </c:pt>
                <c:pt idx="1">
                  <c:v>290.5</c:v>
                </c:pt>
                <c:pt idx="2">
                  <c:v>337.6666666666667</c:v>
                </c:pt>
                <c:pt idx="3">
                  <c:v>343.3333333333333</c:v>
                </c:pt>
                <c:pt idx="4">
                  <c:v>333</c:v>
                </c:pt>
                <c:pt idx="5">
                  <c:v>323</c:v>
                </c:pt>
                <c:pt idx="6">
                  <c:v>294.7142857142857</c:v>
                </c:pt>
                <c:pt idx="7">
                  <c:v>267</c:v>
                </c:pt>
                <c:pt idx="8">
                  <c:v>242.75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240.875</c:v>
                </c:pt>
                <c:pt idx="1">
                  <c:v>225.25</c:v>
                </c:pt>
                <c:pt idx="2">
                  <c:v>249.875</c:v>
                </c:pt>
                <c:pt idx="3">
                  <c:v>267.125</c:v>
                </c:pt>
                <c:pt idx="4">
                  <c:v>225.66666666666666</c:v>
                </c:pt>
                <c:pt idx="5">
                  <c:v>245.33333333333334</c:v>
                </c:pt>
                <c:pt idx="6">
                  <c:v>246.77777777777777</c:v>
                </c:pt>
                <c:pt idx="7">
                  <c:v>225.55555555555554</c:v>
                </c:pt>
                <c:pt idx="8">
                  <c:v>270.5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2.78"/>
          <c:min val="215.803333333333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c:v>
                </c:pt>
                <c:pt idx="1">
                  <c:v>185.5</c:v>
                </c:pt>
                <c:pt idx="2">
                  <c:v>188</c:v>
                </c:pt>
                <c:pt idx="3">
                  <c:v>205</c:v>
                </c:pt>
                <c:pt idx="4">
                  <c:v>189</c:v>
                </c:pt>
                <c:pt idx="5">
                  <c:v>200</c:v>
                </c:pt>
                <c:pt idx="6">
                  <c:v>213</c:v>
                </c:pt>
                <c:pt idx="7">
                  <c:v>186</c:v>
                </c:pt>
                <c:pt idx="8">
                  <c:v>178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168.5</c:v>
                </c:pt>
                <c:pt idx="1">
                  <c:v>136</c:v>
                </c:pt>
                <c:pt idx="2">
                  <c:v>168.5</c:v>
                </c:pt>
                <c:pt idx="3">
                  <c:v>126</c:v>
                </c:pt>
                <c:pt idx="4">
                  <c:v>112.66666666666667</c:v>
                </c:pt>
                <c:pt idx="5">
                  <c:v>136.33333333333334</c:v>
                </c:pt>
                <c:pt idx="6">
                  <c:v>114.33333333333333</c:v>
                </c:pt>
                <c:pt idx="7">
                  <c:v>172.5</c:v>
                </c:pt>
                <c:pt idx="8">
                  <c:v>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14666666666668"/>
          <c:min val="103.5200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181.33333333333334</c:v>
                </c:pt>
                <c:pt idx="1">
                  <c:v>163.5</c:v>
                </c:pt>
                <c:pt idx="2">
                  <c:v>177.66666666666666</c:v>
                </c:pt>
                <c:pt idx="3">
                  <c:v>182.33333333333334</c:v>
                </c:pt>
                <c:pt idx="4">
                  <c:v>158.42857142857142</c:v>
                </c:pt>
                <c:pt idx="5">
                  <c:v>159.57142857142858</c:v>
                </c:pt>
                <c:pt idx="6">
                  <c:v>159</c:v>
                </c:pt>
                <c:pt idx="7">
                  <c:v>171</c:v>
                </c:pt>
                <c:pt idx="8">
                  <c:v>150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134.25</c:v>
                </c:pt>
                <c:pt idx="1">
                  <c:v>112.25</c:v>
                </c:pt>
                <c:pt idx="2">
                  <c:v>133.77777777777777</c:v>
                </c:pt>
                <c:pt idx="3">
                  <c:v>117.11111111111111</c:v>
                </c:pt>
                <c:pt idx="4">
                  <c:v>117.55555555555556</c:v>
                </c:pt>
                <c:pt idx="5">
                  <c:v>116</c:v>
                </c:pt>
                <c:pt idx="6">
                  <c:v>122</c:v>
                </c:pt>
                <c:pt idx="7">
                  <c:v>131.125</c:v>
                </c:pt>
                <c:pt idx="8">
                  <c:v>122.625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94"/>
          <c:min val="106.643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186</c:v>
                </c:pt>
                <c:pt idx="1">
                  <c:v>202</c:v>
                </c:pt>
                <c:pt idx="2">
                  <c:v>201.33333333333334</c:v>
                </c:pt>
                <c:pt idx="3">
                  <c:v>227</c:v>
                </c:pt>
                <c:pt idx="4">
                  <c:v>230</c:v>
                </c:pt>
                <c:pt idx="5">
                  <c:v>267</c:v>
                </c:pt>
                <c:pt idx="6">
                  <c:v>199.5</c:v>
                </c:pt>
                <c:pt idx="7">
                  <c:v>170.25</c:v>
                </c:pt>
                <c:pt idx="8">
                  <c:v>161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165</c:v>
                </c:pt>
                <c:pt idx="1">
                  <c:v>135.25</c:v>
                </c:pt>
                <c:pt idx="2">
                  <c:v>169.75</c:v>
                </c:pt>
                <c:pt idx="3">
                  <c:v>166.25</c:v>
                </c:pt>
                <c:pt idx="4">
                  <c:v>175.75</c:v>
                </c:pt>
                <c:pt idx="5">
                  <c:v>166.75</c:v>
                </c:pt>
                <c:pt idx="6">
                  <c:v>155.25</c:v>
                </c:pt>
                <c:pt idx="7">
                  <c:v>163.75</c:v>
                </c:pt>
                <c:pt idx="8">
                  <c:v>150.25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7.54"/>
          <c:min val="124.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290</c:v>
                </c:pt>
                <c:pt idx="1">
                  <c:v>263</c:v>
                </c:pt>
                <c:pt idx="2">
                  <c:v>272.6666666666667</c:v>
                </c:pt>
                <c:pt idx="3">
                  <c:v>297.6666666666667</c:v>
                </c:pt>
                <c:pt idx="4">
                  <c:v>294.3333333333333</c:v>
                </c:pt>
                <c:pt idx="5">
                  <c:v>275.3333333333333</c:v>
                </c:pt>
                <c:pt idx="6">
                  <c:v>285.6666666666667</c:v>
                </c:pt>
                <c:pt idx="7">
                  <c:v>201</c:v>
                </c:pt>
                <c:pt idx="8">
                  <c:v>202.25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217.25</c:v>
                </c:pt>
                <c:pt idx="1">
                  <c:v>203.25</c:v>
                </c:pt>
                <c:pt idx="2">
                  <c:v>237.75</c:v>
                </c:pt>
                <c:pt idx="3">
                  <c:v>236.25</c:v>
                </c:pt>
                <c:pt idx="4">
                  <c:v>213.5</c:v>
                </c:pt>
                <c:pt idx="5">
                  <c:v>235.75</c:v>
                </c:pt>
                <c:pt idx="6">
                  <c:v>244.25</c:v>
                </c:pt>
                <c:pt idx="7">
                  <c:v>218.25</c:v>
                </c:pt>
                <c:pt idx="8">
                  <c:v>214.75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5.40000000000003"/>
          <c:min val="193.2666666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117.41176470588235</c:v>
                </c:pt>
                <c:pt idx="1">
                  <c:v>117.41176470588235</c:v>
                </c:pt>
                <c:pt idx="2">
                  <c:v>117.41176470588235</c:v>
                </c:pt>
                <c:pt idx="3">
                  <c:v>117.41176470588235</c:v>
                </c:pt>
                <c:pt idx="4">
                  <c:v>117.41176470588235</c:v>
                </c:pt>
                <c:pt idx="5">
                  <c:v>117.41176470588235</c:v>
                </c:pt>
                <c:pt idx="6">
                  <c:v>117.41176470588235</c:v>
                </c:pt>
                <c:pt idx="7">
                  <c:v>117.41176470588235</c:v>
                </c:pt>
                <c:pt idx="8">
                  <c:v>117.41176470588235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3"/>
          <c:min val="107.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c:v>
                </c:pt>
                <c:pt idx="1">
                  <c:v>119.4</c:v>
                </c:pt>
                <c:pt idx="2">
                  <c:v>119.16666666666667</c:v>
                </c:pt>
                <c:pt idx="3">
                  <c:v>127</c:v>
                </c:pt>
                <c:pt idx="4">
                  <c:v>126.16666666666667</c:v>
                </c:pt>
                <c:pt idx="5">
                  <c:v>189</c:v>
                </c:pt>
                <c:pt idx="6">
                  <c:v>157.6</c:v>
                </c:pt>
                <c:pt idx="7">
                  <c:v>172.6</c:v>
                </c:pt>
                <c:pt idx="8">
                  <c:v>198.75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3"/>
          <c:min val="107.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165.43589743589743</c:v>
                </c:pt>
                <c:pt idx="1">
                  <c:v>165.43589743589743</c:v>
                </c:pt>
                <c:pt idx="2">
                  <c:v>165.43589743589743</c:v>
                </c:pt>
                <c:pt idx="3">
                  <c:v>165.43589743589743</c:v>
                </c:pt>
                <c:pt idx="4">
                  <c:v>165.43589743589743</c:v>
                </c:pt>
                <c:pt idx="5">
                  <c:v>165.43589743589743</c:v>
                </c:pt>
                <c:pt idx="6">
                  <c:v>165.43589743589743</c:v>
                </c:pt>
                <c:pt idx="7">
                  <c:v>165.43589743589743</c:v>
                </c:pt>
                <c:pt idx="8">
                  <c:v>165.43589743589743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81384615384616"/>
          <c:min val="150.42974358974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171</c:v>
                </c:pt>
                <c:pt idx="1">
                  <c:v>155.07692307692307</c:v>
                </c:pt>
                <c:pt idx="2">
                  <c:v>170.23076923076923</c:v>
                </c:pt>
                <c:pt idx="3">
                  <c:v>164.53846153846155</c:v>
                </c:pt>
                <c:pt idx="4">
                  <c:v>193.58333333333334</c:v>
                </c:pt>
                <c:pt idx="5">
                  <c:v>201.75</c:v>
                </c:pt>
                <c:pt idx="6">
                  <c:v>193.75</c:v>
                </c:pt>
                <c:pt idx="7">
                  <c:v>213.16666666666666</c:v>
                </c:pt>
                <c:pt idx="8">
                  <c:v>203.5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81384615384616"/>
          <c:min val="150.42974358974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211.2</c:v>
                </c:pt>
                <c:pt idx="1">
                  <c:v>211.2</c:v>
                </c:pt>
                <c:pt idx="2">
                  <c:v>211.2</c:v>
                </c:pt>
                <c:pt idx="3">
                  <c:v>211.2</c:v>
                </c:pt>
                <c:pt idx="4">
                  <c:v>211.2</c:v>
                </c:pt>
                <c:pt idx="5">
                  <c:v>211.2</c:v>
                </c:pt>
                <c:pt idx="6">
                  <c:v>211.2</c:v>
                </c:pt>
                <c:pt idx="7">
                  <c:v>211.2</c:v>
                </c:pt>
                <c:pt idx="8">
                  <c:v>211.2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7.48"/>
          <c:min val="18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227.6</c:v>
                </c:pt>
                <c:pt idx="1">
                  <c:v>187</c:v>
                </c:pt>
                <c:pt idx="2">
                  <c:v>219</c:v>
                </c:pt>
                <c:pt idx="3">
                  <c:v>220</c:v>
                </c:pt>
                <c:pt idx="4">
                  <c:v>225.8</c:v>
                </c:pt>
                <c:pt idx="5">
                  <c:v>242.8</c:v>
                </c:pt>
                <c:pt idx="6">
                  <c:v>243</c:v>
                </c:pt>
                <c:pt idx="7">
                  <c:v>225.8</c:v>
                </c:pt>
                <c:pt idx="8">
                  <c:v>241.8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7.48"/>
          <c:min val="18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160.8</c:v>
                </c:pt>
                <c:pt idx="1">
                  <c:v>160.8</c:v>
                </c:pt>
                <c:pt idx="2">
                  <c:v>160.8</c:v>
                </c:pt>
                <c:pt idx="3">
                  <c:v>160.8</c:v>
                </c:pt>
                <c:pt idx="4">
                  <c:v>160.8</c:v>
                </c:pt>
                <c:pt idx="5">
                  <c:v>160.8</c:v>
                </c:pt>
                <c:pt idx="6">
                  <c:v>160.8</c:v>
                </c:pt>
                <c:pt idx="7">
                  <c:v>160.8</c:v>
                </c:pt>
                <c:pt idx="8">
                  <c:v>160.8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0.892"/>
          <c:min val="146.87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158.6</c:v>
                </c:pt>
                <c:pt idx="1">
                  <c:v>150.6</c:v>
                </c:pt>
                <c:pt idx="2">
                  <c:v>173.2</c:v>
                </c:pt>
                <c:pt idx="3">
                  <c:v>157.2</c:v>
                </c:pt>
                <c:pt idx="4">
                  <c:v>155.2</c:v>
                </c:pt>
                <c:pt idx="5">
                  <c:v>188.4</c:v>
                </c:pt>
                <c:pt idx="6">
                  <c:v>171.83333333333334</c:v>
                </c:pt>
                <c:pt idx="7">
                  <c:v>197.16666666666666</c:v>
                </c:pt>
                <c:pt idx="8">
                  <c:v>190.8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0.892"/>
          <c:min val="146.87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161.58333333333334</c:v>
                </c:pt>
                <c:pt idx="1">
                  <c:v>161.58333333333334</c:v>
                </c:pt>
                <c:pt idx="2">
                  <c:v>161.58333333333334</c:v>
                </c:pt>
                <c:pt idx="3">
                  <c:v>161.58333333333334</c:v>
                </c:pt>
                <c:pt idx="4">
                  <c:v>161.58333333333334</c:v>
                </c:pt>
                <c:pt idx="5">
                  <c:v>161.58333333333334</c:v>
                </c:pt>
                <c:pt idx="6">
                  <c:v>161.58333333333334</c:v>
                </c:pt>
                <c:pt idx="7">
                  <c:v>161.58333333333334</c:v>
                </c:pt>
                <c:pt idx="8">
                  <c:v>161.58333333333334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52"/>
          <c:min val="151.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164.75</c:v>
                </c:pt>
                <c:pt idx="1">
                  <c:v>157</c:v>
                </c:pt>
                <c:pt idx="2">
                  <c:v>163</c:v>
                </c:pt>
                <c:pt idx="3">
                  <c:v>226</c:v>
                </c:pt>
                <c:pt idx="4">
                  <c:v>165.5</c:v>
                </c:pt>
                <c:pt idx="5">
                  <c:v>178.75</c:v>
                </c:pt>
                <c:pt idx="6">
                  <c:v>177</c:v>
                </c:pt>
                <c:pt idx="7">
                  <c:v>216</c:v>
                </c:pt>
                <c:pt idx="8">
                  <c:v>175.5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52"/>
          <c:min val="151.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6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788.25</c:v>
                </c:pt>
                <c:pt idx="1">
                  <c:v>743</c:v>
                </c:pt>
                <c:pt idx="2">
                  <c:v>799.875</c:v>
                </c:pt>
                <c:pt idx="3">
                  <c:v>809.375</c:v>
                </c:pt>
                <c:pt idx="4">
                  <c:v>793.75</c:v>
                </c:pt>
                <c:pt idx="5">
                  <c:v>918.4285714285714</c:v>
                </c:pt>
                <c:pt idx="6">
                  <c:v>949.8571428571429</c:v>
                </c:pt>
                <c:pt idx="7">
                  <c:v>917.4285714285714</c:v>
                </c:pt>
                <c:pt idx="8">
                  <c:v>876.7142857142857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955.5714285714286</c:v>
                </c:pt>
                <c:pt idx="1">
                  <c:v>813.1428571428571</c:v>
                </c:pt>
                <c:pt idx="2">
                  <c:v>928.8571428571429</c:v>
                </c:pt>
                <c:pt idx="3">
                  <c:v>1032.6666666666667</c:v>
                </c:pt>
                <c:pt idx="4">
                  <c:v>1035.6666666666667</c:v>
                </c:pt>
                <c:pt idx="5">
                  <c:v>1089.5</c:v>
                </c:pt>
                <c:pt idx="6">
                  <c:v>1147.8333333333333</c:v>
                </c:pt>
                <c:pt idx="7">
                  <c:v>1197.8333333333333</c:v>
                </c:pt>
                <c:pt idx="8">
                  <c:v>1056.5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4.22"/>
          <c:min val="706.61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477</c:v>
                </c:pt>
                <c:pt idx="1">
                  <c:v>435.75</c:v>
                </c:pt>
                <c:pt idx="2">
                  <c:v>506.5</c:v>
                </c:pt>
                <c:pt idx="3">
                  <c:v>515</c:v>
                </c:pt>
                <c:pt idx="4">
                  <c:v>499.5</c:v>
                </c:pt>
                <c:pt idx="5">
                  <c:v>484.5</c:v>
                </c:pt>
                <c:pt idx="6">
                  <c:v>515.75</c:v>
                </c:pt>
                <c:pt idx="7">
                  <c:v>623</c:v>
                </c:pt>
                <c:pt idx="8">
                  <c:v>647.3333333333334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642.3333333333334</c:v>
                </c:pt>
                <c:pt idx="1">
                  <c:v>600.6666666666666</c:v>
                </c:pt>
                <c:pt idx="2">
                  <c:v>666.3333333333334</c:v>
                </c:pt>
                <c:pt idx="3">
                  <c:v>712.3333333333334</c:v>
                </c:pt>
                <c:pt idx="4">
                  <c:v>677</c:v>
                </c:pt>
                <c:pt idx="5">
                  <c:v>736</c:v>
                </c:pt>
                <c:pt idx="6">
                  <c:v>740.3333333333334</c:v>
                </c:pt>
                <c:pt idx="7">
                  <c:v>676.6666666666666</c:v>
                </c:pt>
                <c:pt idx="8">
                  <c:v>721.3333333333334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64.7"/>
          <c:min val="411.38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544.3333333333334</c:v>
                </c:pt>
                <c:pt idx="1">
                  <c:v>496.3333333333333</c:v>
                </c:pt>
                <c:pt idx="2">
                  <c:v>512.3333333333334</c:v>
                </c:pt>
                <c:pt idx="3">
                  <c:v>563.3333333333334</c:v>
                </c:pt>
                <c:pt idx="4">
                  <c:v>527.3333333333334</c:v>
                </c:pt>
                <c:pt idx="5">
                  <c:v>567</c:v>
                </c:pt>
                <c:pt idx="6">
                  <c:v>579</c:v>
                </c:pt>
                <c:pt idx="7">
                  <c:v>512</c:v>
                </c:pt>
                <c:pt idx="8">
                  <c:v>519.3333333333334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545</c:v>
                </c:pt>
                <c:pt idx="1">
                  <c:v>473</c:v>
                </c:pt>
                <c:pt idx="2">
                  <c:v>527.3333333333334</c:v>
                </c:pt>
                <c:pt idx="3">
                  <c:v>538</c:v>
                </c:pt>
                <c:pt idx="4">
                  <c:v>733</c:v>
                </c:pt>
                <c:pt idx="5">
                  <c:v>808</c:v>
                </c:pt>
                <c:pt idx="6">
                  <c:v>847.5</c:v>
                </c:pt>
                <c:pt idx="7">
                  <c:v>862</c:v>
                </c:pt>
                <c:pt idx="8">
                  <c:v>851.5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432.75</c:v>
                </c:pt>
                <c:pt idx="1">
                  <c:v>366</c:v>
                </c:pt>
                <c:pt idx="2">
                  <c:v>395</c:v>
                </c:pt>
                <c:pt idx="3">
                  <c:v>446.75</c:v>
                </c:pt>
                <c:pt idx="4">
                  <c:v>439.25</c:v>
                </c:pt>
                <c:pt idx="5">
                  <c:v>555.6666666666666</c:v>
                </c:pt>
                <c:pt idx="6">
                  <c:v>594.6666666666666</c:v>
                </c:pt>
                <c:pt idx="7">
                  <c:v>574</c:v>
                </c:pt>
                <c:pt idx="8">
                  <c:v>525.6666666666666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567.6666666666666</c:v>
                </c:pt>
                <c:pt idx="1">
                  <c:v>481.6666666666667</c:v>
                </c:pt>
                <c:pt idx="2">
                  <c:v>620.3333333333334</c:v>
                </c:pt>
                <c:pt idx="3">
                  <c:v>573</c:v>
                </c:pt>
                <c:pt idx="4">
                  <c:v>588</c:v>
                </c:pt>
                <c:pt idx="5">
                  <c:v>638.6666666666666</c:v>
                </c:pt>
                <c:pt idx="6">
                  <c:v>637.6666666666666</c:v>
                </c:pt>
                <c:pt idx="7">
                  <c:v>596.6666666666666</c:v>
                </c:pt>
                <c:pt idx="8">
                  <c:v>611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60.4799999999999"/>
          <c:min val="344.186666666666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639</c:v>
                </c:pt>
                <c:pt idx="1">
                  <c:v>652</c:v>
                </c:pt>
                <c:pt idx="2">
                  <c:v>692.5</c:v>
                </c:pt>
                <c:pt idx="3">
                  <c:v>612.75</c:v>
                </c:pt>
                <c:pt idx="4">
                  <c:v>615.5</c:v>
                </c:pt>
                <c:pt idx="5">
                  <c:v>627.75</c:v>
                </c:pt>
                <c:pt idx="6">
                  <c:v>661.5</c:v>
                </c:pt>
                <c:pt idx="7">
                  <c:v>640</c:v>
                </c:pt>
                <c:pt idx="8">
                  <c:v>713.6666666666666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741</c:v>
                </c:pt>
                <c:pt idx="1">
                  <c:v>672</c:v>
                </c:pt>
                <c:pt idx="2">
                  <c:v>737.6666666666666</c:v>
                </c:pt>
                <c:pt idx="3">
                  <c:v>713</c:v>
                </c:pt>
                <c:pt idx="4">
                  <c:v>774.3333333333334</c:v>
                </c:pt>
                <c:pt idx="5">
                  <c:v>807</c:v>
                </c:pt>
                <c:pt idx="6">
                  <c:v>775</c:v>
                </c:pt>
                <c:pt idx="7">
                  <c:v>852.6666666666666</c:v>
                </c:pt>
                <c:pt idx="8">
                  <c:v>814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1.86"/>
          <c:min val="593.55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896</c:v>
                </c:pt>
                <c:pt idx="1">
                  <c:v>672</c:v>
                </c:pt>
                <c:pt idx="2">
                  <c:v>832</c:v>
                </c:pt>
                <c:pt idx="3">
                  <c:v>812</c:v>
                </c:pt>
                <c:pt idx="4">
                  <c:v>779</c:v>
                </c:pt>
                <c:pt idx="5">
                  <c:v>826</c:v>
                </c:pt>
                <c:pt idx="6">
                  <c:v>990</c:v>
                </c:pt>
                <c:pt idx="7">
                  <c:v>920</c:v>
                </c:pt>
                <c:pt idx="8">
                  <c:v>840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684</c:v>
                </c:pt>
                <c:pt idx="1">
                  <c:v>597</c:v>
                </c:pt>
                <c:pt idx="2">
                  <c:v>715</c:v>
                </c:pt>
                <c:pt idx="3">
                  <c:v>762</c:v>
                </c:pt>
                <c:pt idx="4">
                  <c:v>757</c:v>
                </c:pt>
                <c:pt idx="5">
                  <c:v>756</c:v>
                </c:pt>
                <c:pt idx="6">
                  <c:v>394</c:v>
                </c:pt>
                <c:pt idx="7">
                  <c:v>431.5</c:v>
                </c:pt>
                <c:pt idx="8">
                  <c:v>397.5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37.68"/>
          <c:min val="346.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346.6666666666667</c:v>
                </c:pt>
                <c:pt idx="1">
                  <c:v>508</c:v>
                </c:pt>
                <c:pt idx="2">
                  <c:v>492.5</c:v>
                </c:pt>
                <c:pt idx="3">
                  <c:v>528</c:v>
                </c:pt>
                <c:pt idx="4">
                  <c:v>474.5</c:v>
                </c:pt>
                <c:pt idx="5">
                  <c:v>492.5</c:v>
                </c:pt>
                <c:pt idx="6">
                  <c:v>303</c:v>
                </c:pt>
                <c:pt idx="7">
                  <c:v>324</c:v>
                </c:pt>
                <c:pt idx="8">
                  <c:v>316.6666666666667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322.3333333333333</c:v>
                </c:pt>
                <c:pt idx="1">
                  <c:v>277.6666666666667</c:v>
                </c:pt>
                <c:pt idx="2">
                  <c:v>336.6666666666667</c:v>
                </c:pt>
                <c:pt idx="3">
                  <c:v>315.3333333333333</c:v>
                </c:pt>
                <c:pt idx="4">
                  <c:v>313</c:v>
                </c:pt>
                <c:pt idx="5">
                  <c:v>323.6666666666667</c:v>
                </c:pt>
                <c:pt idx="6">
                  <c:v>307</c:v>
                </c:pt>
                <c:pt idx="7">
                  <c:v>283</c:v>
                </c:pt>
                <c:pt idx="8">
                  <c:v>296.3333333333333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48.0266666666666"/>
          <c:min val="257.640000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472</c:v>
                </c:pt>
                <c:pt idx="1">
                  <c:v>412</c:v>
                </c:pt>
                <c:pt idx="2">
                  <c:v>461</c:v>
                </c:pt>
                <c:pt idx="3">
                  <c:v>444.3333333333333</c:v>
                </c:pt>
                <c:pt idx="4">
                  <c:v>454.6666666666667</c:v>
                </c:pt>
                <c:pt idx="5">
                  <c:v>398.6666666666667</c:v>
                </c:pt>
                <c:pt idx="6">
                  <c:v>433</c:v>
                </c:pt>
                <c:pt idx="7">
                  <c:v>410</c:v>
                </c:pt>
                <c:pt idx="8">
                  <c:v>597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379.3333333333333</c:v>
                </c:pt>
                <c:pt idx="1">
                  <c:v>311.6666666666667</c:v>
                </c:pt>
                <c:pt idx="2">
                  <c:v>365</c:v>
                </c:pt>
                <c:pt idx="3">
                  <c:v>366.6666666666667</c:v>
                </c:pt>
                <c:pt idx="4">
                  <c:v>376.3333333333333</c:v>
                </c:pt>
                <c:pt idx="5">
                  <c:v>404.6666666666667</c:v>
                </c:pt>
                <c:pt idx="6">
                  <c:v>405</c:v>
                </c:pt>
                <c:pt idx="7">
                  <c:v>376.3333333333333</c:v>
                </c:pt>
                <c:pt idx="8">
                  <c:v>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9.8266666666667"/>
          <c:min val="288.840000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472.125</c:v>
                </c:pt>
                <c:pt idx="1">
                  <c:v>440.5</c:v>
                </c:pt>
                <c:pt idx="2">
                  <c:v>501.625</c:v>
                </c:pt>
                <c:pt idx="3">
                  <c:v>434.75</c:v>
                </c:pt>
                <c:pt idx="4">
                  <c:v>435.5</c:v>
                </c:pt>
                <c:pt idx="5">
                  <c:v>436.75</c:v>
                </c:pt>
                <c:pt idx="6">
                  <c:v>444.75</c:v>
                </c:pt>
                <c:pt idx="7">
                  <c:v>462.125</c:v>
                </c:pt>
                <c:pt idx="8">
                  <c:v>401.75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409.375</c:v>
                </c:pt>
                <c:pt idx="1">
                  <c:v>331.5</c:v>
                </c:pt>
                <c:pt idx="2">
                  <c:v>389.5</c:v>
                </c:pt>
                <c:pt idx="3">
                  <c:v>368.625</c:v>
                </c:pt>
                <c:pt idx="4">
                  <c:v>387.125</c:v>
                </c:pt>
                <c:pt idx="5">
                  <c:v>415.125</c:v>
                </c:pt>
                <c:pt idx="6">
                  <c:v>417.25</c:v>
                </c:pt>
                <c:pt idx="7">
                  <c:v>403.625</c:v>
                </c:pt>
                <c:pt idx="8">
                  <c:v>406.125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5.235"/>
          <c:min val="317.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350</c:v>
                </c:pt>
                <c:pt idx="1">
                  <c:v>369.75</c:v>
                </c:pt>
                <c:pt idx="2">
                  <c:v>406</c:v>
                </c:pt>
                <c:pt idx="3">
                  <c:v>389.75</c:v>
                </c:pt>
                <c:pt idx="4">
                  <c:v>479</c:v>
                </c:pt>
                <c:pt idx="5">
                  <c:v>473</c:v>
                </c:pt>
                <c:pt idx="6">
                  <c:v>473.3333333333333</c:v>
                </c:pt>
                <c:pt idx="7">
                  <c:v>407</c:v>
                </c:pt>
                <c:pt idx="8">
                  <c:v>334.5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494</c:v>
                </c:pt>
                <c:pt idx="1">
                  <c:v>343.75</c:v>
                </c:pt>
                <c:pt idx="2">
                  <c:v>404</c:v>
                </c:pt>
                <c:pt idx="3">
                  <c:v>387</c:v>
                </c:pt>
                <c:pt idx="4">
                  <c:v>344.25</c:v>
                </c:pt>
                <c:pt idx="5">
                  <c:v>369.25</c:v>
                </c:pt>
                <c:pt idx="6">
                  <c:v>301.6</c:v>
                </c:pt>
                <c:pt idx="7">
                  <c:v>283.6</c:v>
                </c:pt>
                <c:pt idx="8">
                  <c:v>309.6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0.832"/>
          <c:min val="266.768000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515.1111111111112</c:v>
                </c:pt>
                <c:pt idx="1">
                  <c:v>515.1111111111112</c:v>
                </c:pt>
                <c:pt idx="2">
                  <c:v>515.1111111111112</c:v>
                </c:pt>
                <c:pt idx="3">
                  <c:v>515.1111111111112</c:v>
                </c:pt>
                <c:pt idx="4">
                  <c:v>515.1111111111112</c:v>
                </c:pt>
                <c:pt idx="5">
                  <c:v>515.1111111111112</c:v>
                </c:pt>
                <c:pt idx="6">
                  <c:v>515.1111111111112</c:v>
                </c:pt>
                <c:pt idx="7">
                  <c:v>515.1111111111112</c:v>
                </c:pt>
                <c:pt idx="8">
                  <c:v>515.1111111111112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545</c:v>
                </c:pt>
                <c:pt idx="1">
                  <c:v>473</c:v>
                </c:pt>
                <c:pt idx="2">
                  <c:v>527.3333333333334</c:v>
                </c:pt>
                <c:pt idx="3">
                  <c:v>538</c:v>
                </c:pt>
                <c:pt idx="4">
                  <c:v>733</c:v>
                </c:pt>
                <c:pt idx="5">
                  <c:v>808</c:v>
                </c:pt>
                <c:pt idx="6">
                  <c:v>847.5</c:v>
                </c:pt>
                <c:pt idx="7">
                  <c:v>862</c:v>
                </c:pt>
                <c:pt idx="8">
                  <c:v>851.5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899.1904761904763</c:v>
                </c:pt>
                <c:pt idx="1">
                  <c:v>899.1904761904763</c:v>
                </c:pt>
                <c:pt idx="2">
                  <c:v>899.1904761904763</c:v>
                </c:pt>
                <c:pt idx="3">
                  <c:v>899.1904761904763</c:v>
                </c:pt>
                <c:pt idx="4">
                  <c:v>899.1904761904763</c:v>
                </c:pt>
                <c:pt idx="5">
                  <c:v>899.1904761904763</c:v>
                </c:pt>
                <c:pt idx="6">
                  <c:v>899.1904761904763</c:v>
                </c:pt>
                <c:pt idx="7">
                  <c:v>899.1904761904763</c:v>
                </c:pt>
                <c:pt idx="8">
                  <c:v>899.1904761904763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8.6085714285714"/>
          <c:min val="782.367619047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955.5714285714286</c:v>
                </c:pt>
                <c:pt idx="1">
                  <c:v>813.1428571428571</c:v>
                </c:pt>
                <c:pt idx="2">
                  <c:v>928.8571428571429</c:v>
                </c:pt>
                <c:pt idx="3">
                  <c:v>1032.6666666666667</c:v>
                </c:pt>
                <c:pt idx="4">
                  <c:v>1035.6666666666667</c:v>
                </c:pt>
                <c:pt idx="5">
                  <c:v>1089.5</c:v>
                </c:pt>
                <c:pt idx="6">
                  <c:v>1147.8333333333333</c:v>
                </c:pt>
                <c:pt idx="7">
                  <c:v>1197.8333333333333</c:v>
                </c:pt>
                <c:pt idx="8">
                  <c:v>1056.5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8.6085714285714"/>
          <c:min val="782.367619047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157.66666666666666</c:v>
                </c:pt>
                <c:pt idx="1">
                  <c:v>157.66666666666666</c:v>
                </c:pt>
                <c:pt idx="2">
                  <c:v>157.66666666666666</c:v>
                </c:pt>
                <c:pt idx="3">
                  <c:v>157.66666666666666</c:v>
                </c:pt>
                <c:pt idx="4">
                  <c:v>157.66666666666666</c:v>
                </c:pt>
                <c:pt idx="5">
                  <c:v>157.66666666666666</c:v>
                </c:pt>
                <c:pt idx="6">
                  <c:v>157.66666666666666</c:v>
                </c:pt>
                <c:pt idx="7">
                  <c:v>157.66666666666666</c:v>
                </c:pt>
                <c:pt idx="8">
                  <c:v>157.66666666666666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1.72"/>
          <c:min val="11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168.5</c:v>
                </c:pt>
                <c:pt idx="1">
                  <c:v>136</c:v>
                </c:pt>
                <c:pt idx="2">
                  <c:v>168.5</c:v>
                </c:pt>
                <c:pt idx="3">
                  <c:v>189</c:v>
                </c:pt>
                <c:pt idx="4">
                  <c:v>169</c:v>
                </c:pt>
                <c:pt idx="5">
                  <c:v>204.5</c:v>
                </c:pt>
                <c:pt idx="6">
                  <c:v>343</c:v>
                </c:pt>
                <c:pt idx="7">
                  <c:v>345</c:v>
                </c:pt>
                <c:pt idx="8">
                  <c:v>290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1.72"/>
          <c:min val="11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141.88235294117646</c:v>
                </c:pt>
                <c:pt idx="1">
                  <c:v>141.88235294117646</c:v>
                </c:pt>
                <c:pt idx="2">
                  <c:v>141.88235294117646</c:v>
                </c:pt>
                <c:pt idx="3">
                  <c:v>141.88235294117646</c:v>
                </c:pt>
                <c:pt idx="4">
                  <c:v>141.88235294117646</c:v>
                </c:pt>
                <c:pt idx="5">
                  <c:v>141.88235294117646</c:v>
                </c:pt>
                <c:pt idx="6">
                  <c:v>141.88235294117646</c:v>
                </c:pt>
                <c:pt idx="7">
                  <c:v>141.88235294117646</c:v>
                </c:pt>
                <c:pt idx="8">
                  <c:v>141.88235294117646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9.37"/>
          <c:min val="11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132.16666666666666</c:v>
                </c:pt>
                <c:pt idx="1">
                  <c:v>125.5</c:v>
                </c:pt>
                <c:pt idx="2">
                  <c:v>173.2</c:v>
                </c:pt>
                <c:pt idx="3">
                  <c:v>157.2</c:v>
                </c:pt>
                <c:pt idx="4">
                  <c:v>194</c:v>
                </c:pt>
                <c:pt idx="5">
                  <c:v>235.5</c:v>
                </c:pt>
                <c:pt idx="6">
                  <c:v>257.75</c:v>
                </c:pt>
                <c:pt idx="7">
                  <c:v>295.75</c:v>
                </c:pt>
                <c:pt idx="8">
                  <c:v>238.5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9.37"/>
          <c:min val="11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716.8888888888888</c:v>
                </c:pt>
                <c:pt idx="1">
                  <c:v>716.8888888888888</c:v>
                </c:pt>
                <c:pt idx="2">
                  <c:v>716.8888888888888</c:v>
                </c:pt>
                <c:pt idx="3">
                  <c:v>716.8888888888888</c:v>
                </c:pt>
                <c:pt idx="4">
                  <c:v>716.8888888888888</c:v>
                </c:pt>
                <c:pt idx="5">
                  <c:v>716.8888888888888</c:v>
                </c:pt>
                <c:pt idx="6">
                  <c:v>716.8888888888888</c:v>
                </c:pt>
                <c:pt idx="7">
                  <c:v>716.8888888888888</c:v>
                </c:pt>
                <c:pt idx="8">
                  <c:v>716.8888888888888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67.12"/>
          <c:min val="657.5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741</c:v>
                </c:pt>
                <c:pt idx="1">
                  <c:v>672</c:v>
                </c:pt>
                <c:pt idx="2">
                  <c:v>737.6666666666666</c:v>
                </c:pt>
                <c:pt idx="3">
                  <c:v>713</c:v>
                </c:pt>
                <c:pt idx="4">
                  <c:v>774.3333333333334</c:v>
                </c:pt>
                <c:pt idx="5">
                  <c:v>807</c:v>
                </c:pt>
                <c:pt idx="6">
                  <c:v>775</c:v>
                </c:pt>
                <c:pt idx="7">
                  <c:v>852.6666666666666</c:v>
                </c:pt>
                <c:pt idx="8">
                  <c:v>814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67.12"/>
          <c:min val="657.5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26.142857142857142</c:v>
                </c:pt>
                <c:pt idx="1">
                  <c:v>26.923076923076923</c:v>
                </c:pt>
                <c:pt idx="2">
                  <c:v>26.666666666666668</c:v>
                </c:pt>
                <c:pt idx="3">
                  <c:v>25.76923076923077</c:v>
                </c:pt>
                <c:pt idx="4">
                  <c:v>23.76923076923077</c:v>
                </c:pt>
                <c:pt idx="5">
                  <c:v>20.666666666666668</c:v>
                </c:pt>
                <c:pt idx="6">
                  <c:v>22.11764705882353</c:v>
                </c:pt>
                <c:pt idx="7">
                  <c:v>23.294117647058822</c:v>
                </c:pt>
                <c:pt idx="8">
                  <c:v>26.75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26.4</c:v>
                </c:pt>
                <c:pt idx="1">
                  <c:v>28.133333333333333</c:v>
                </c:pt>
                <c:pt idx="2">
                  <c:v>26.75</c:v>
                </c:pt>
                <c:pt idx="3">
                  <c:v>29.666666666666668</c:v>
                </c:pt>
                <c:pt idx="4">
                  <c:v>34.357142857142854</c:v>
                </c:pt>
                <c:pt idx="5">
                  <c:v>39.42857142857143</c:v>
                </c:pt>
                <c:pt idx="6">
                  <c:v>38.07142857142857</c:v>
                </c:pt>
                <c:pt idx="7">
                  <c:v>31.571428571428573</c:v>
                </c:pt>
                <c:pt idx="8">
                  <c:v>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929523809523815"/>
          <c:min val="19.165714285714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22.22222222222222</c:v>
                </c:pt>
                <c:pt idx="1">
                  <c:v>22.074626865671643</c:v>
                </c:pt>
                <c:pt idx="2">
                  <c:v>23.88235294117647</c:v>
                </c:pt>
                <c:pt idx="3">
                  <c:v>25.14516129032258</c:v>
                </c:pt>
                <c:pt idx="4">
                  <c:v>23.95</c:v>
                </c:pt>
                <c:pt idx="5">
                  <c:v>23.65</c:v>
                </c:pt>
                <c:pt idx="6">
                  <c:v>24.06779661016949</c:v>
                </c:pt>
                <c:pt idx="7">
                  <c:v>27.593220338983052</c:v>
                </c:pt>
                <c:pt idx="8">
                  <c:v>23.892857142857142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31.53191489361702</c:v>
                </c:pt>
                <c:pt idx="1">
                  <c:v>27.5</c:v>
                </c:pt>
                <c:pt idx="2">
                  <c:v>31.076923076923077</c:v>
                </c:pt>
                <c:pt idx="3">
                  <c:v>30.352941176470587</c:v>
                </c:pt>
                <c:pt idx="4">
                  <c:v>25.5</c:v>
                </c:pt>
                <c:pt idx="5">
                  <c:v>28.403846153846153</c:v>
                </c:pt>
                <c:pt idx="6">
                  <c:v>29</c:v>
                </c:pt>
                <c:pt idx="7">
                  <c:v>27.80392156862745</c:v>
                </c:pt>
                <c:pt idx="8">
                  <c:v>28.666666666666668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288497935852654"/>
          <c:min val="21.318043823436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27.833333333333332</c:v>
                </c:pt>
                <c:pt idx="1">
                  <c:v>22.04</c:v>
                </c:pt>
                <c:pt idx="2">
                  <c:v>27.26086956521739</c:v>
                </c:pt>
                <c:pt idx="3">
                  <c:v>30</c:v>
                </c:pt>
                <c:pt idx="4">
                  <c:v>25.625</c:v>
                </c:pt>
                <c:pt idx="5">
                  <c:v>29.608695652173914</c:v>
                </c:pt>
                <c:pt idx="6">
                  <c:v>25.192307692307693</c:v>
                </c:pt>
                <c:pt idx="7">
                  <c:v>27.583333333333332</c:v>
                </c:pt>
                <c:pt idx="8">
                  <c:v>26.73913043478261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31.38095238095238</c:v>
                </c:pt>
                <c:pt idx="1">
                  <c:v>28.545454545454547</c:v>
                </c:pt>
                <c:pt idx="2">
                  <c:v>29.636363636363637</c:v>
                </c:pt>
                <c:pt idx="3">
                  <c:v>26.076923076923077</c:v>
                </c:pt>
                <c:pt idx="4">
                  <c:v>30.09090909090909</c:v>
                </c:pt>
                <c:pt idx="5">
                  <c:v>34.04761904761905</c:v>
                </c:pt>
                <c:pt idx="6">
                  <c:v>33.714285714285715</c:v>
                </c:pt>
                <c:pt idx="7">
                  <c:v>30.857142857142858</c:v>
                </c:pt>
                <c:pt idx="8">
                  <c:v>31.90909090909091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008228571428575"/>
          <c:min val="21.0793904761904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33.54838709677419</c:v>
                </c:pt>
                <c:pt idx="1">
                  <c:v>33.86666666666667</c:v>
                </c:pt>
                <c:pt idx="2">
                  <c:v>31.774193548387096</c:v>
                </c:pt>
                <c:pt idx="3">
                  <c:v>35.2</c:v>
                </c:pt>
                <c:pt idx="4">
                  <c:v>30.612903225806452</c:v>
                </c:pt>
                <c:pt idx="5">
                  <c:v>36.48148148148148</c:v>
                </c:pt>
                <c:pt idx="6">
                  <c:v>32.464285714285715</c:v>
                </c:pt>
                <c:pt idx="7">
                  <c:v>33.51724137931034</c:v>
                </c:pt>
                <c:pt idx="8">
                  <c:v>31.666666666666668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31.193548387096776</c:v>
                </c:pt>
                <c:pt idx="1">
                  <c:v>26.870967741935484</c:v>
                </c:pt>
                <c:pt idx="2">
                  <c:v>31.5625</c:v>
                </c:pt>
                <c:pt idx="3">
                  <c:v>43</c:v>
                </c:pt>
                <c:pt idx="4">
                  <c:v>42.68181818181818</c:v>
                </c:pt>
                <c:pt idx="5">
                  <c:v>44.13636363636363</c:v>
                </c:pt>
                <c:pt idx="6">
                  <c:v>41.86363636363637</c:v>
                </c:pt>
                <c:pt idx="7">
                  <c:v>38.59090909090909</c:v>
                </c:pt>
                <c:pt idx="8">
                  <c:v>40.40909090909091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16.24137931034483</c:v>
                </c:pt>
                <c:pt idx="1">
                  <c:v>14.147540983606557</c:v>
                </c:pt>
                <c:pt idx="2">
                  <c:v>15.6</c:v>
                </c:pt>
                <c:pt idx="3">
                  <c:v>16.879310344827587</c:v>
                </c:pt>
                <c:pt idx="4">
                  <c:v>16.05263157894737</c:v>
                </c:pt>
                <c:pt idx="5">
                  <c:v>16.54385964912281</c:v>
                </c:pt>
                <c:pt idx="6">
                  <c:v>15.60344827586207</c:v>
                </c:pt>
                <c:pt idx="7">
                  <c:v>15.857142857142858</c:v>
                </c:pt>
                <c:pt idx="8">
                  <c:v>16.589285714285715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18.372549019607842</c:v>
                </c:pt>
                <c:pt idx="1">
                  <c:v>17.632653061224488</c:v>
                </c:pt>
                <c:pt idx="2">
                  <c:v>21.395833333333332</c:v>
                </c:pt>
                <c:pt idx="3">
                  <c:v>19.916666666666668</c:v>
                </c:pt>
                <c:pt idx="4">
                  <c:v>18.4375</c:v>
                </c:pt>
                <c:pt idx="5">
                  <c:v>19.145833333333332</c:v>
                </c:pt>
                <c:pt idx="6">
                  <c:v>20.520833333333332</c:v>
                </c:pt>
                <c:pt idx="7">
                  <c:v>18.958333333333332</c:v>
                </c:pt>
                <c:pt idx="8">
                  <c:v>18.416666666666668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975696721311476"/>
          <c:min val="13.5676775956284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48.588235294117645</c:v>
                </c:pt>
                <c:pt idx="1">
                  <c:v>47.294117647058826</c:v>
                </c:pt>
                <c:pt idx="2">
                  <c:v>51.470588235294116</c:v>
                </c:pt>
                <c:pt idx="3">
                  <c:v>46.94444444444444</c:v>
                </c:pt>
                <c:pt idx="4">
                  <c:v>46.833333333333336</c:v>
                </c:pt>
                <c:pt idx="5">
                  <c:v>50.1764705882353</c:v>
                </c:pt>
                <c:pt idx="6">
                  <c:v>48.8235294117647</c:v>
                </c:pt>
                <c:pt idx="7">
                  <c:v>40.611111111111114</c:v>
                </c:pt>
                <c:pt idx="8">
                  <c:v>38.5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39.35</c:v>
                </c:pt>
                <c:pt idx="1">
                  <c:v>39.476190476190474</c:v>
                </c:pt>
                <c:pt idx="2">
                  <c:v>39.27272727272727</c:v>
                </c:pt>
                <c:pt idx="3">
                  <c:v>44.857142857142854</c:v>
                </c:pt>
                <c:pt idx="4">
                  <c:v>39.3</c:v>
                </c:pt>
                <c:pt idx="5">
                  <c:v>40.5</c:v>
                </c:pt>
                <c:pt idx="6">
                  <c:v>40.08695652173913</c:v>
                </c:pt>
                <c:pt idx="7">
                  <c:v>36.43478260869565</c:v>
                </c:pt>
                <c:pt idx="8">
                  <c:v>39.65217391304348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67345268542199"/>
          <c:min val="35.23191815856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37.333333333333336</c:v>
                </c:pt>
                <c:pt idx="1">
                  <c:v>30.545454545454547</c:v>
                </c:pt>
                <c:pt idx="2">
                  <c:v>37.81818181818182</c:v>
                </c:pt>
                <c:pt idx="3">
                  <c:v>35.30434782608695</c:v>
                </c:pt>
                <c:pt idx="4">
                  <c:v>35.40909090909091</c:v>
                </c:pt>
                <c:pt idx="5">
                  <c:v>39.333333333333336</c:v>
                </c:pt>
                <c:pt idx="6">
                  <c:v>45</c:v>
                </c:pt>
                <c:pt idx="7">
                  <c:v>43.80952380952381</c:v>
                </c:pt>
                <c:pt idx="8">
                  <c:v>40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29.73913043478261</c:v>
                </c:pt>
                <c:pt idx="1">
                  <c:v>27.136363636363637</c:v>
                </c:pt>
                <c:pt idx="2">
                  <c:v>32.5</c:v>
                </c:pt>
                <c:pt idx="3">
                  <c:v>33.130434782608695</c:v>
                </c:pt>
                <c:pt idx="4">
                  <c:v>34.40909090909091</c:v>
                </c:pt>
                <c:pt idx="5">
                  <c:v>37.8</c:v>
                </c:pt>
                <c:pt idx="6">
                  <c:v>34.26086956521739</c:v>
                </c:pt>
                <c:pt idx="7">
                  <c:v>33.19230769230769</c:v>
                </c:pt>
                <c:pt idx="8">
                  <c:v>30.576923076923077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42909090909091"/>
          <c:min val="25.7072727272727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41.27272727272727</c:v>
                </c:pt>
                <c:pt idx="1">
                  <c:v>30.916666666666668</c:v>
                </c:pt>
                <c:pt idx="2">
                  <c:v>31.333333333333332</c:v>
                </c:pt>
                <c:pt idx="3">
                  <c:v>37.27272727272727</c:v>
                </c:pt>
                <c:pt idx="4">
                  <c:v>34.36363636363637</c:v>
                </c:pt>
                <c:pt idx="5">
                  <c:v>33.333333333333336</c:v>
                </c:pt>
                <c:pt idx="6">
                  <c:v>42.6</c:v>
                </c:pt>
                <c:pt idx="7">
                  <c:v>33.81818181818182</c:v>
                </c:pt>
                <c:pt idx="8">
                  <c:v>32.36363636363637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30.636363636363637</c:v>
                </c:pt>
                <c:pt idx="1">
                  <c:v>27.2</c:v>
                </c:pt>
                <c:pt idx="2">
                  <c:v>33.7</c:v>
                </c:pt>
                <c:pt idx="3">
                  <c:v>31.5</c:v>
                </c:pt>
                <c:pt idx="4">
                  <c:v>28.166666666666668</c:v>
                </c:pt>
                <c:pt idx="5">
                  <c:v>34.083333333333336</c:v>
                </c:pt>
                <c:pt idx="6">
                  <c:v>31.181818181818183</c:v>
                </c:pt>
                <c:pt idx="7">
                  <c:v>34.5</c:v>
                </c:pt>
                <c:pt idx="8">
                  <c:v>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832"/>
          <c:min val="25.9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36.66990291262136</c:v>
                </c:pt>
                <c:pt idx="1">
                  <c:v>33.88461538461539</c:v>
                </c:pt>
                <c:pt idx="2">
                  <c:v>38.21904761904762</c:v>
                </c:pt>
                <c:pt idx="3">
                  <c:v>33.12380952380953</c:v>
                </c:pt>
                <c:pt idx="4">
                  <c:v>33.180952380952384</c:v>
                </c:pt>
                <c:pt idx="5">
                  <c:v>33.59615384615385</c:v>
                </c:pt>
                <c:pt idx="6">
                  <c:v>34.21153846153846</c:v>
                </c:pt>
                <c:pt idx="7">
                  <c:v>35.20952380952381</c:v>
                </c:pt>
                <c:pt idx="8">
                  <c:v>30.60952380952381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32.42574257425743</c:v>
                </c:pt>
                <c:pt idx="1">
                  <c:v>27.06122448979592</c:v>
                </c:pt>
                <c:pt idx="2">
                  <c:v>32.8</c:v>
                </c:pt>
                <c:pt idx="3">
                  <c:v>30.4020618556701</c:v>
                </c:pt>
                <c:pt idx="4">
                  <c:v>30.97</c:v>
                </c:pt>
                <c:pt idx="5">
                  <c:v>32.24271844660194</c:v>
                </c:pt>
                <c:pt idx="6">
                  <c:v>32.407766990291265</c:v>
                </c:pt>
                <c:pt idx="7">
                  <c:v>32.61616161616162</c:v>
                </c:pt>
                <c:pt idx="8">
                  <c:v>31.852941176470587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11167346938776"/>
          <c:min val="26.168598639455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21.32</c:v>
                </c:pt>
                <c:pt idx="1">
                  <c:v>20.565217391304348</c:v>
                </c:pt>
                <c:pt idx="2">
                  <c:v>26.347826086956523</c:v>
                </c:pt>
                <c:pt idx="3">
                  <c:v>26.916666666666668</c:v>
                </c:pt>
                <c:pt idx="4">
                  <c:v>28.727272727272727</c:v>
                </c:pt>
                <c:pt idx="5">
                  <c:v>24.91304347826087</c:v>
                </c:pt>
                <c:pt idx="6">
                  <c:v>31</c:v>
                </c:pt>
                <c:pt idx="7">
                  <c:v>26.115384615384617</c:v>
                </c:pt>
                <c:pt idx="8">
                  <c:v>26.77777777777778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23.074074074074073</c:v>
                </c:pt>
                <c:pt idx="1">
                  <c:v>21.037037037037038</c:v>
                </c:pt>
                <c:pt idx="2">
                  <c:v>23.51851851851852</c:v>
                </c:pt>
                <c:pt idx="3">
                  <c:v>25.77777777777778</c:v>
                </c:pt>
                <c:pt idx="4">
                  <c:v>24.384615384615383</c:v>
                </c:pt>
                <c:pt idx="5">
                  <c:v>25.321428571428573</c:v>
                </c:pt>
                <c:pt idx="6">
                  <c:v>26.296296296296298</c:v>
                </c:pt>
                <c:pt idx="7">
                  <c:v>25.25</c:v>
                </c:pt>
                <c:pt idx="8">
                  <c:v>25.321428571428573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83478260869565"/>
          <c:min val="19.730434782608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29.893617021276597</c:v>
                </c:pt>
                <c:pt idx="1">
                  <c:v>29.893617021276597</c:v>
                </c:pt>
                <c:pt idx="2">
                  <c:v>29.893617021276597</c:v>
                </c:pt>
                <c:pt idx="3">
                  <c:v>29.893617021276597</c:v>
                </c:pt>
                <c:pt idx="4">
                  <c:v>29.893617021276597</c:v>
                </c:pt>
                <c:pt idx="5">
                  <c:v>29.893617021276597</c:v>
                </c:pt>
                <c:pt idx="6">
                  <c:v>29.893617021276597</c:v>
                </c:pt>
                <c:pt idx="7">
                  <c:v>29.893617021276597</c:v>
                </c:pt>
                <c:pt idx="8">
                  <c:v>29.893617021276597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31.193548387096776</c:v>
                </c:pt>
                <c:pt idx="1">
                  <c:v>26.870967741935484</c:v>
                </c:pt>
                <c:pt idx="2">
                  <c:v>31.5625</c:v>
                </c:pt>
                <c:pt idx="3">
                  <c:v>43</c:v>
                </c:pt>
                <c:pt idx="4">
                  <c:v>42.68181818181818</c:v>
                </c:pt>
                <c:pt idx="5">
                  <c:v>44.13636363636363</c:v>
                </c:pt>
                <c:pt idx="6">
                  <c:v>41.86363636363637</c:v>
                </c:pt>
                <c:pt idx="7">
                  <c:v>38.59090909090909</c:v>
                </c:pt>
                <c:pt idx="8">
                  <c:v>40.40909090909091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18.843749999999996</c:v>
                </c:pt>
                <c:pt idx="1">
                  <c:v>18.843749999999996</c:v>
                </c:pt>
                <c:pt idx="2">
                  <c:v>18.843749999999996</c:v>
                </c:pt>
                <c:pt idx="3">
                  <c:v>18.843749999999996</c:v>
                </c:pt>
                <c:pt idx="4">
                  <c:v>18.843749999999996</c:v>
                </c:pt>
                <c:pt idx="5">
                  <c:v>18.843749999999996</c:v>
                </c:pt>
                <c:pt idx="6">
                  <c:v>18.843749999999996</c:v>
                </c:pt>
                <c:pt idx="7">
                  <c:v>18.843749999999996</c:v>
                </c:pt>
                <c:pt idx="8">
                  <c:v>18.843749999999996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05571428571429"/>
          <c:min val="16.7339682539682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18.441860465116278</c:v>
                </c:pt>
                <c:pt idx="1">
                  <c:v>17.928571428571427</c:v>
                </c:pt>
                <c:pt idx="2">
                  <c:v>20.13953488372093</c:v>
                </c:pt>
                <c:pt idx="3">
                  <c:v>19.170731707317074</c:v>
                </c:pt>
                <c:pt idx="4">
                  <c:v>20.42105263157895</c:v>
                </c:pt>
                <c:pt idx="5">
                  <c:v>24.789473684210527</c:v>
                </c:pt>
                <c:pt idx="6">
                  <c:v>25.775</c:v>
                </c:pt>
                <c:pt idx="7">
                  <c:v>32.861111111111114</c:v>
                </c:pt>
                <c:pt idx="8">
                  <c:v>26.5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05571428571429"/>
          <c:min val="16.7339682539682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27.08695652173913</c:v>
                </c:pt>
                <c:pt idx="1">
                  <c:v>27.08695652173913</c:v>
                </c:pt>
                <c:pt idx="2">
                  <c:v>27.08695652173913</c:v>
                </c:pt>
                <c:pt idx="3">
                  <c:v>27.08695652173913</c:v>
                </c:pt>
                <c:pt idx="4">
                  <c:v>27.08695652173913</c:v>
                </c:pt>
                <c:pt idx="5">
                  <c:v>27.08695652173913</c:v>
                </c:pt>
                <c:pt idx="6">
                  <c:v>27.08695652173913</c:v>
                </c:pt>
                <c:pt idx="7">
                  <c:v>27.08695652173913</c:v>
                </c:pt>
                <c:pt idx="8">
                  <c:v>27.08695652173913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47085714285714"/>
          <c:min val="25.357714285714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26.4</c:v>
                </c:pt>
                <c:pt idx="1">
                  <c:v>28.133333333333333</c:v>
                </c:pt>
                <c:pt idx="2">
                  <c:v>26.75</c:v>
                </c:pt>
                <c:pt idx="3">
                  <c:v>29.666666666666668</c:v>
                </c:pt>
                <c:pt idx="4">
                  <c:v>34.357142857142854</c:v>
                </c:pt>
                <c:pt idx="5">
                  <c:v>39.42857142857143</c:v>
                </c:pt>
                <c:pt idx="6">
                  <c:v>38.07142857142857</c:v>
                </c:pt>
                <c:pt idx="7">
                  <c:v>31.571428571428573</c:v>
                </c:pt>
                <c:pt idx="8">
                  <c:v>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47085714285714"/>
          <c:min val="25.357714285714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32.91836734693877</c:v>
                </c:pt>
                <c:pt idx="1">
                  <c:v>32.91836734693877</c:v>
                </c:pt>
                <c:pt idx="2">
                  <c:v>32.91836734693877</c:v>
                </c:pt>
                <c:pt idx="3">
                  <c:v>32.91836734693877</c:v>
                </c:pt>
                <c:pt idx="4">
                  <c:v>32.91836734693877</c:v>
                </c:pt>
                <c:pt idx="5">
                  <c:v>32.91836734693877</c:v>
                </c:pt>
                <c:pt idx="6">
                  <c:v>32.91836734693877</c:v>
                </c:pt>
                <c:pt idx="7">
                  <c:v>32.91836734693877</c:v>
                </c:pt>
                <c:pt idx="8">
                  <c:v>32.91836734693877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414545454545454"/>
          <c:min val="29.88848484848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33.68181818181818</c:v>
                </c:pt>
                <c:pt idx="1">
                  <c:v>30.545454545454547</c:v>
                </c:pt>
                <c:pt idx="2">
                  <c:v>34.578125</c:v>
                </c:pt>
                <c:pt idx="3">
                  <c:v>31.925373134328357</c:v>
                </c:pt>
                <c:pt idx="4">
                  <c:v>35.738461538461536</c:v>
                </c:pt>
                <c:pt idx="5">
                  <c:v>36.68181818181818</c:v>
                </c:pt>
                <c:pt idx="6">
                  <c:v>35.22727272727273</c:v>
                </c:pt>
                <c:pt idx="7">
                  <c:v>38.75757575757576</c:v>
                </c:pt>
                <c:pt idx="8">
                  <c:v>38.15625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414545454545454"/>
          <c:min val="29.88848484848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13.142857142857142</c:v>
                </c:pt>
                <c:pt idx="1">
                  <c:v>13.142857142857142</c:v>
                </c:pt>
                <c:pt idx="2">
                  <c:v>13.142857142857142</c:v>
                </c:pt>
                <c:pt idx="3">
                  <c:v>13.142857142857142</c:v>
                </c:pt>
                <c:pt idx="4">
                  <c:v>13.142857142857142</c:v>
                </c:pt>
                <c:pt idx="5">
                  <c:v>13.142857142857142</c:v>
                </c:pt>
                <c:pt idx="6">
                  <c:v>13.142857142857142</c:v>
                </c:pt>
                <c:pt idx="7">
                  <c:v>13.142857142857142</c:v>
                </c:pt>
                <c:pt idx="8">
                  <c:v>13.142857142857142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68235294117647"/>
          <c:min val="10.978823529411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14.117647058823529</c:v>
                </c:pt>
                <c:pt idx="1">
                  <c:v>12.6</c:v>
                </c:pt>
                <c:pt idx="2">
                  <c:v>12.647058823529411</c:v>
                </c:pt>
                <c:pt idx="3">
                  <c:v>13.764705882352942</c:v>
                </c:pt>
                <c:pt idx="4">
                  <c:v>11.647058823529411</c:v>
                </c:pt>
                <c:pt idx="5">
                  <c:v>16.8125</c:v>
                </c:pt>
                <c:pt idx="6">
                  <c:v>16.375</c:v>
                </c:pt>
                <c:pt idx="7">
                  <c:v>20</c:v>
                </c:pt>
                <c:pt idx="8">
                  <c:v>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68235294117647"/>
          <c:min val="10.978823529411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06.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52.xml"/><Relationship Id="rId3" Type="http://schemas.openxmlformats.org/officeDocument/2006/relationships/chart" Target="../charts/chart653.xml"/><Relationship Id="rId4" Type="http://schemas.openxmlformats.org/officeDocument/2006/relationships/chart" Target="../charts/chart654.xml"/><Relationship Id="rId5" Type="http://schemas.openxmlformats.org/officeDocument/2006/relationships/chart" Target="../charts/chart655.xml"/><Relationship Id="rId6" Type="http://schemas.openxmlformats.org/officeDocument/2006/relationships/chart" Target="../charts/chart656.xml"/><Relationship Id="rId7" Type="http://schemas.openxmlformats.org/officeDocument/2006/relationships/chart" Target="../charts/chart657.xml"/><Relationship Id="rId8"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58.xml"/><Relationship Id="rId3" Type="http://schemas.openxmlformats.org/officeDocument/2006/relationships/chart" Target="../charts/chart659.xml"/><Relationship Id="rId4" Type="http://schemas.openxmlformats.org/officeDocument/2006/relationships/chart" Target="../charts/chart660.xml"/><Relationship Id="rId5" Type="http://schemas.openxmlformats.org/officeDocument/2006/relationships/chart" Target="../charts/chart661.xml"/><Relationship Id="rId6" Type="http://schemas.openxmlformats.org/officeDocument/2006/relationships/chart" Target="../charts/chart662.xml"/><Relationship Id="rId7" Type="http://schemas.openxmlformats.org/officeDocument/2006/relationships/chart" Target="../charts/chart663.xml"/><Relationship Id="rId8" Type="http://schemas.openxmlformats.org/officeDocument/2006/relationships/chart" Target="../charts/chart664.xml"/><Relationship Id="rId9" Type="http://schemas.openxmlformats.org/officeDocument/2006/relationships/chart" Target="../charts/chart665.xml"/><Relationship Id="rId10" Type="http://schemas.openxmlformats.org/officeDocument/2006/relationships/chart" Target="../charts/chart666.xml"/><Relationship Id="rId11" Type="http://schemas.openxmlformats.org/officeDocument/2006/relationships/chart" Target="../charts/chart667.xml"/><Relationship Id="rId12" Type="http://schemas.openxmlformats.org/officeDocument/2006/relationships/chart" Target="../charts/chart668.xml"/><Relationship Id="rId13" Type="http://schemas.openxmlformats.org/officeDocument/2006/relationships/chart" Target="../charts/chart669.xml"/><Relationship Id="rId14" Type="http://schemas.openxmlformats.org/officeDocument/2006/relationships/chart" Target="../charts/chart670.xml"/><Relationship Id="rId15" Type="http://schemas.openxmlformats.org/officeDocument/2006/relationships/chart" Target="../charts/chart671.xml"/><Relationship Id="rId16" Type="http://schemas.openxmlformats.org/officeDocument/2006/relationships/chart" Target="../charts/chart672.xml"/><Relationship Id="rId17" Type="http://schemas.openxmlformats.org/officeDocument/2006/relationships/chart" Target="../charts/chart673.xml"/><Relationship Id="rId18" Type="http://schemas.openxmlformats.org/officeDocument/2006/relationships/chart" Target="../charts/chart674.xml"/><Relationship Id="rId19" Type="http://schemas.openxmlformats.org/officeDocument/2006/relationships/chart" Target="../charts/chart675.xml"/><Relationship Id="rId20" Type="http://schemas.openxmlformats.org/officeDocument/2006/relationships/chart" Target="../charts/chart676.xml"/><Relationship Id="rId21" Type="http://schemas.openxmlformats.org/officeDocument/2006/relationships/chart" Target="../charts/chart677.xml"/><Relationship Id="rId2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78.xml"/><Relationship Id="rId3" Type="http://schemas.openxmlformats.org/officeDocument/2006/relationships/chart" Target="../charts/chart679.xml"/><Relationship Id="rId4" Type="http://schemas.openxmlformats.org/officeDocument/2006/relationships/chart" Target="../charts/chart680.xml"/><Relationship Id="rId5" Type="http://schemas.openxmlformats.org/officeDocument/2006/relationships/chart" Target="../charts/chart681.xml"/><Relationship Id="rId6" Type="http://schemas.openxmlformats.org/officeDocument/2006/relationships/chart" Target="../charts/chart682.xml"/><Relationship Id="rId7" Type="http://schemas.openxmlformats.org/officeDocument/2006/relationships/chart" Target="../charts/chart683.xml"/><Relationship Id="rId8"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4.xml"/><Relationship Id="rId3" Type="http://schemas.openxmlformats.org/officeDocument/2006/relationships/chart" Target="../charts/chart685.xml"/><Relationship Id="rId4" Type="http://schemas.openxmlformats.org/officeDocument/2006/relationships/chart" Target="../charts/chart686.xml"/><Relationship Id="rId5" Type="http://schemas.openxmlformats.org/officeDocument/2006/relationships/chart" Target="../charts/chart687.xml"/><Relationship Id="rId6" Type="http://schemas.openxmlformats.org/officeDocument/2006/relationships/chart" Target="../charts/chart688.xml"/><Relationship Id="rId7" Type="http://schemas.openxmlformats.org/officeDocument/2006/relationships/chart" Target="../charts/chart689.xml"/><Relationship Id="rId8" Type="http://schemas.openxmlformats.org/officeDocument/2006/relationships/chart" Target="../charts/chart690.xml"/><Relationship Id="rId9" Type="http://schemas.openxmlformats.org/officeDocument/2006/relationships/chart" Target="../charts/chart691.xml"/><Relationship Id="rId10" Type="http://schemas.openxmlformats.org/officeDocument/2006/relationships/chart" Target="../charts/chart692.xml"/><Relationship Id="rId11" Type="http://schemas.openxmlformats.org/officeDocument/2006/relationships/chart" Target="../charts/chart693.xml"/><Relationship Id="rId12" Type="http://schemas.openxmlformats.org/officeDocument/2006/relationships/chart" Target="../charts/chart694.xml"/><Relationship Id="rId13" Type="http://schemas.openxmlformats.org/officeDocument/2006/relationships/chart" Target="../charts/chart695.xml"/><Relationship Id="rId14" Type="http://schemas.openxmlformats.org/officeDocument/2006/relationships/chart" Target="../charts/chart696.xml"/><Relationship Id="rId15" Type="http://schemas.openxmlformats.org/officeDocument/2006/relationships/chart" Target="../charts/chart697.xml"/><Relationship Id="rId16" Type="http://schemas.openxmlformats.org/officeDocument/2006/relationships/chart" Target="../charts/chart698.xml"/><Relationship Id="rId17" Type="http://schemas.openxmlformats.org/officeDocument/2006/relationships/chart" Target="../charts/chart699.xml"/><Relationship Id="rId18" Type="http://schemas.openxmlformats.org/officeDocument/2006/relationships/chart" Target="../charts/chart700.xml"/><Relationship Id="rId19" Type="http://schemas.openxmlformats.org/officeDocument/2006/relationships/chart" Target="../charts/chart701.xml"/><Relationship Id="rId20" Type="http://schemas.openxmlformats.org/officeDocument/2006/relationships/chart" Target="../charts/chart702.xml"/><Relationship Id="rId21" Type="http://schemas.openxmlformats.org/officeDocument/2006/relationships/chart" Target="../charts/chart703.xml"/><Relationship Id="rId2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04.xml"/><Relationship Id="rId3" Type="http://schemas.openxmlformats.org/officeDocument/2006/relationships/chart" Target="../charts/chart705.xml"/><Relationship Id="rId4" Type="http://schemas.openxmlformats.org/officeDocument/2006/relationships/chart" Target="../charts/chart706.xml"/><Relationship Id="rId5" Type="http://schemas.openxmlformats.org/officeDocument/2006/relationships/chart" Target="../charts/chart707.xml"/><Relationship Id="rId6" Type="http://schemas.openxmlformats.org/officeDocument/2006/relationships/chart" Target="../charts/chart708.xml"/><Relationship Id="rId7" Type="http://schemas.openxmlformats.org/officeDocument/2006/relationships/chart" Target="../charts/chart709.xml"/><Relationship Id="rId8"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10.xml"/><Relationship Id="rId3" Type="http://schemas.openxmlformats.org/officeDocument/2006/relationships/chart" Target="../charts/chart711.xml"/><Relationship Id="rId4" Type="http://schemas.openxmlformats.org/officeDocument/2006/relationships/chart" Target="../charts/chart712.xml"/><Relationship Id="rId5" Type="http://schemas.openxmlformats.org/officeDocument/2006/relationships/chart" Target="../charts/chart713.xml"/><Relationship Id="rId6" Type="http://schemas.openxmlformats.org/officeDocument/2006/relationships/chart" Target="../charts/chart714.xml"/><Relationship Id="rId7" Type="http://schemas.openxmlformats.org/officeDocument/2006/relationships/chart" Target="../charts/chart715.xml"/><Relationship Id="rId8" Type="http://schemas.openxmlformats.org/officeDocument/2006/relationships/chart" Target="../charts/chart716.xml"/><Relationship Id="rId9" Type="http://schemas.openxmlformats.org/officeDocument/2006/relationships/chart" Target="../charts/chart717.xml"/><Relationship Id="rId10" Type="http://schemas.openxmlformats.org/officeDocument/2006/relationships/chart" Target="../charts/chart718.xml"/><Relationship Id="rId11" Type="http://schemas.openxmlformats.org/officeDocument/2006/relationships/chart" Target="../charts/chart719.xml"/><Relationship Id="rId12" Type="http://schemas.openxmlformats.org/officeDocument/2006/relationships/chart" Target="../charts/chart720.xml"/><Relationship Id="rId13" Type="http://schemas.openxmlformats.org/officeDocument/2006/relationships/chart" Target="../charts/chart721.xml"/><Relationship Id="rId14" Type="http://schemas.openxmlformats.org/officeDocument/2006/relationships/chart" Target="../charts/chart722.xml"/><Relationship Id="rId15" Type="http://schemas.openxmlformats.org/officeDocument/2006/relationships/chart" Target="../charts/chart723.xml"/><Relationship Id="rId16" Type="http://schemas.openxmlformats.org/officeDocument/2006/relationships/chart" Target="../charts/chart724.xml"/><Relationship Id="rId17" Type="http://schemas.openxmlformats.org/officeDocument/2006/relationships/chart" Target="../charts/chart725.xml"/><Relationship Id="rId18" Type="http://schemas.openxmlformats.org/officeDocument/2006/relationships/chart" Target="../charts/chart726.xml"/><Relationship Id="rId19" Type="http://schemas.openxmlformats.org/officeDocument/2006/relationships/chart" Target="../charts/chart727.xml"/><Relationship Id="rId20" Type="http://schemas.openxmlformats.org/officeDocument/2006/relationships/chart" Target="../charts/chart728.xml"/><Relationship Id="rId21" Type="http://schemas.openxmlformats.org/officeDocument/2006/relationships/chart" Target="../charts/chart729.xml"/><Relationship Id="rId2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30.xml"/><Relationship Id="rId3" Type="http://schemas.openxmlformats.org/officeDocument/2006/relationships/chart" Target="../charts/chart731.xml"/><Relationship Id="rId4" Type="http://schemas.openxmlformats.org/officeDocument/2006/relationships/chart" Target="../charts/chart732.xml"/><Relationship Id="rId5" Type="http://schemas.openxmlformats.org/officeDocument/2006/relationships/chart" Target="../charts/chart733.xml"/><Relationship Id="rId6" Type="http://schemas.openxmlformats.org/officeDocument/2006/relationships/chart" Target="../charts/chart734.xml"/><Relationship Id="rId7" Type="http://schemas.openxmlformats.org/officeDocument/2006/relationships/chart" Target="../charts/chart735.xml"/><Relationship Id="rId8" Type="http://schemas.openxmlformats.org/officeDocument/2006/relationships/chart" Target="../charts/chart736.xml"/><Relationship Id="rId9" Type="http://schemas.openxmlformats.org/officeDocument/2006/relationships/chart" Target="../charts/chart737.xml"/><Relationship Id="rId10" Type="http://schemas.openxmlformats.org/officeDocument/2006/relationships/chart" Target="../charts/chart738.xml"/><Relationship Id="rId11" Type="http://schemas.openxmlformats.org/officeDocument/2006/relationships/chart" Target="../charts/chart739.xml"/><Relationship Id="rId1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40.xml"/><Relationship Id="rId3" Type="http://schemas.openxmlformats.org/officeDocument/2006/relationships/chart" Target="../charts/chart741.xml"/><Relationship Id="rId4" Type="http://schemas.openxmlformats.org/officeDocument/2006/relationships/chart" Target="../charts/chart742.xml"/><Relationship Id="rId5" Type="http://schemas.openxmlformats.org/officeDocument/2006/relationships/chart" Target="../charts/chart743.xml"/><Relationship Id="rId6" Type="http://schemas.openxmlformats.org/officeDocument/2006/relationships/chart" Target="../charts/chart744.xml"/><Relationship Id="rId7" Type="http://schemas.openxmlformats.org/officeDocument/2006/relationships/chart" Target="../charts/chart745.xml"/><Relationship Id="rId8" Type="http://schemas.openxmlformats.org/officeDocument/2006/relationships/chart" Target="../charts/chart746.xml"/><Relationship Id="rId9" Type="http://schemas.openxmlformats.org/officeDocument/2006/relationships/chart" Target="../charts/chart747.xml"/><Relationship Id="rId10" Type="http://schemas.openxmlformats.org/officeDocument/2006/relationships/chart" Target="../charts/chart748.xml"/><Relationship Id="rId11" Type="http://schemas.openxmlformats.org/officeDocument/2006/relationships/chart" Target="../charts/chart749.xml"/><Relationship Id="rId1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0.xml"/><Relationship Id="rId3" Type="http://schemas.openxmlformats.org/officeDocument/2006/relationships/chart" Target="../charts/chart751.xml"/><Relationship Id="rId4" Type="http://schemas.openxmlformats.org/officeDocument/2006/relationships/chart" Target="../charts/chart752.xml"/><Relationship Id="rId5" Type="http://schemas.openxmlformats.org/officeDocument/2006/relationships/chart" Target="../charts/chart753.xml"/><Relationship Id="rId6" Type="http://schemas.openxmlformats.org/officeDocument/2006/relationships/chart" Target="../charts/chart754.xml"/><Relationship Id="rId7" Type="http://schemas.openxmlformats.org/officeDocument/2006/relationships/chart" Target="../charts/chart755.xml"/><Relationship Id="rId8" Type="http://schemas.openxmlformats.org/officeDocument/2006/relationships/chart" Target="../charts/chart756.xml"/><Relationship Id="rId9" Type="http://schemas.openxmlformats.org/officeDocument/2006/relationships/chart" Target="../charts/chart757.xml"/><Relationship Id="rId10" Type="http://schemas.openxmlformats.org/officeDocument/2006/relationships/chart" Target="../charts/chart758.xml"/><Relationship Id="rId11" Type="http://schemas.openxmlformats.org/officeDocument/2006/relationships/chart" Target="../charts/chart759.xml"/><Relationship Id="rId1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0.xml"/><Relationship Id="rId3" Type="http://schemas.openxmlformats.org/officeDocument/2006/relationships/chart" Target="../charts/chart761.xml"/><Relationship Id="rId4" Type="http://schemas.openxmlformats.org/officeDocument/2006/relationships/chart" Target="../charts/chart762.xml"/><Relationship Id="rId5" Type="http://schemas.openxmlformats.org/officeDocument/2006/relationships/chart" Target="../charts/chart763.xml"/><Relationship Id="rId6" Type="http://schemas.openxmlformats.org/officeDocument/2006/relationships/chart" Target="../charts/chart764.xml"/><Relationship Id="rId7" Type="http://schemas.openxmlformats.org/officeDocument/2006/relationships/chart" Target="../charts/chart765.xml"/><Relationship Id="rId8" Type="http://schemas.openxmlformats.org/officeDocument/2006/relationships/chart" Target="../charts/chart766.xml"/><Relationship Id="rId9" Type="http://schemas.openxmlformats.org/officeDocument/2006/relationships/chart" Target="../charts/chart767.xml"/><Relationship Id="rId10" Type="http://schemas.openxmlformats.org/officeDocument/2006/relationships/chart" Target="../charts/chart768.xml"/><Relationship Id="rId11" Type="http://schemas.openxmlformats.org/officeDocument/2006/relationships/chart" Target="../charts/chart769.xml"/><Relationship Id="rId1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70.xml"/><Relationship Id="rId3" Type="http://schemas.openxmlformats.org/officeDocument/2006/relationships/chart" Target="../charts/chart771.xml"/><Relationship Id="rId4" Type="http://schemas.openxmlformats.org/officeDocument/2006/relationships/chart" Target="../charts/chart772.xml"/><Relationship Id="rId5" Type="http://schemas.openxmlformats.org/officeDocument/2006/relationships/chart" Target="../charts/chart773.xml"/><Relationship Id="rId6" Type="http://schemas.openxmlformats.org/officeDocument/2006/relationships/chart" Target="../charts/chart774.xml"/><Relationship Id="rId7" Type="http://schemas.openxmlformats.org/officeDocument/2006/relationships/chart" Target="../charts/chart775.xml"/><Relationship Id="rId8" Type="http://schemas.openxmlformats.org/officeDocument/2006/relationships/chart" Target="../charts/chart776.xml"/><Relationship Id="rId9" Type="http://schemas.openxmlformats.org/officeDocument/2006/relationships/chart" Target="../charts/chart777.xml"/><Relationship Id="rId10" Type="http://schemas.openxmlformats.org/officeDocument/2006/relationships/chart" Target="../charts/chart778.xml"/><Relationship Id="rId11" Type="http://schemas.openxmlformats.org/officeDocument/2006/relationships/chart" Target="../charts/chart779.xml"/><Relationship Id="rId1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80.xml"/><Relationship Id="rId3" Type="http://schemas.openxmlformats.org/officeDocument/2006/relationships/chart" Target="../charts/chart781.xml"/><Relationship Id="rId4" Type="http://schemas.openxmlformats.org/officeDocument/2006/relationships/chart" Target="../charts/chart782.xml"/><Relationship Id="rId5" Type="http://schemas.openxmlformats.org/officeDocument/2006/relationships/chart" Target="../charts/chart783.xml"/><Relationship Id="rId6" Type="http://schemas.openxmlformats.org/officeDocument/2006/relationships/chart" Target="../charts/chart784.xml"/><Relationship Id="rId7" Type="http://schemas.openxmlformats.org/officeDocument/2006/relationships/chart" Target="../charts/chart785.xml"/><Relationship Id="rId8" Type="http://schemas.openxmlformats.org/officeDocument/2006/relationships/chart" Target="../charts/chart786.xml"/><Relationship Id="rId9" Type="http://schemas.openxmlformats.org/officeDocument/2006/relationships/chart" Target="../charts/chart787.xml"/><Relationship Id="rId10" Type="http://schemas.openxmlformats.org/officeDocument/2006/relationships/chart" Target="../charts/chart788.xml"/><Relationship Id="rId11" Type="http://schemas.openxmlformats.org/officeDocument/2006/relationships/chart" Target="../charts/chart789.xml"/><Relationship Id="rId1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90.xml"/><Relationship Id="rId3" Type="http://schemas.openxmlformats.org/officeDocument/2006/relationships/chart" Target="../charts/chart791.xml"/><Relationship Id="rId4" Type="http://schemas.openxmlformats.org/officeDocument/2006/relationships/chart" Target="../charts/chart792.xml"/><Relationship Id="rId5" Type="http://schemas.openxmlformats.org/officeDocument/2006/relationships/chart" Target="../charts/chart793.xml"/><Relationship Id="rId6" Type="http://schemas.openxmlformats.org/officeDocument/2006/relationships/chart" Target="../charts/chart794.xml"/><Relationship Id="rId7"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95.xml"/><Relationship Id="rId3" Type="http://schemas.openxmlformats.org/officeDocument/2006/relationships/chart" Target="../charts/chart796.xml"/><Relationship Id="rId4" Type="http://schemas.openxmlformats.org/officeDocument/2006/relationships/chart" Target="../charts/chart797.xml"/><Relationship Id="rId5" Type="http://schemas.openxmlformats.org/officeDocument/2006/relationships/chart" Target="../charts/chart798.xml"/><Relationship Id="rId6" Type="http://schemas.openxmlformats.org/officeDocument/2006/relationships/chart" Target="../charts/chart799.xml"/><Relationship Id="rId7"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00.xml"/><Relationship Id="rId3" Type="http://schemas.openxmlformats.org/officeDocument/2006/relationships/chart" Target="../charts/chart801.xml"/><Relationship Id="rId4" Type="http://schemas.openxmlformats.org/officeDocument/2006/relationships/chart" Target="../charts/chart802.xml"/><Relationship Id="rId5" Type="http://schemas.openxmlformats.org/officeDocument/2006/relationships/chart" Target="../charts/chart803.xml"/><Relationship Id="rId6" Type="http://schemas.openxmlformats.org/officeDocument/2006/relationships/chart" Target="../charts/chart804.xml"/><Relationship Id="rId7"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05.xml"/><Relationship Id="rId3" Type="http://schemas.openxmlformats.org/officeDocument/2006/relationships/chart" Target="../charts/chart806.xml"/><Relationship Id="rId4" Type="http://schemas.openxmlformats.org/officeDocument/2006/relationships/chart" Target="../charts/chart807.xml"/><Relationship Id="rId5" Type="http://schemas.openxmlformats.org/officeDocument/2006/relationships/chart" Target="../charts/chart808.xml"/><Relationship Id="rId6" Type="http://schemas.openxmlformats.org/officeDocument/2006/relationships/chart" Target="../charts/chart809.xml"/><Relationship Id="rId7"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0.xml"/><Relationship Id="rId3" Type="http://schemas.openxmlformats.org/officeDocument/2006/relationships/chart" Target="../charts/chart811.xml"/><Relationship Id="rId4" Type="http://schemas.openxmlformats.org/officeDocument/2006/relationships/chart" Target="../charts/chart812.xml"/><Relationship Id="rId5" Type="http://schemas.openxmlformats.org/officeDocument/2006/relationships/chart" Target="../charts/chart813.xml"/><Relationship Id="rId6" Type="http://schemas.openxmlformats.org/officeDocument/2006/relationships/chart" Target="../charts/chart814.xml"/><Relationship Id="rId7"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5.xml"/><Relationship Id="rId3" Type="http://schemas.openxmlformats.org/officeDocument/2006/relationships/chart" Target="../charts/chart816.xml"/><Relationship Id="rId4" Type="http://schemas.openxmlformats.org/officeDocument/2006/relationships/chart" Target="../charts/chart817.xml"/><Relationship Id="rId5" Type="http://schemas.openxmlformats.org/officeDocument/2006/relationships/chart" Target="../charts/chart818.xml"/><Relationship Id="rId6" Type="http://schemas.openxmlformats.org/officeDocument/2006/relationships/chart" Target="../charts/chart819.xml"/><Relationship Id="rId7"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20.xml"/><Relationship Id="rId3" Type="http://schemas.openxmlformats.org/officeDocument/2006/relationships/chart" Target="../charts/chart821.xml"/><Relationship Id="rId4" Type="http://schemas.openxmlformats.org/officeDocument/2006/relationships/chart" Target="../charts/chart822.xml"/><Relationship Id="rId5" Type="http://schemas.openxmlformats.org/officeDocument/2006/relationships/chart" Target="../charts/chart823.xml"/><Relationship Id="rId6" Type="http://schemas.openxmlformats.org/officeDocument/2006/relationships/chart" Target="../charts/chart824.xml"/><Relationship Id="rId7"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25.xml"/><Relationship Id="rId3" Type="http://schemas.openxmlformats.org/officeDocument/2006/relationships/chart" Target="../charts/chart826.xml"/><Relationship Id="rId4" Type="http://schemas.openxmlformats.org/officeDocument/2006/relationships/chart" Target="../charts/chart827.xml"/><Relationship Id="rId5" Type="http://schemas.openxmlformats.org/officeDocument/2006/relationships/chart" Target="../charts/chart828.xml"/><Relationship Id="rId6" Type="http://schemas.openxmlformats.org/officeDocument/2006/relationships/chart" Target="../charts/chart829.xml"/><Relationship Id="rId7"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30.xml"/><Relationship Id="rId3" Type="http://schemas.openxmlformats.org/officeDocument/2006/relationships/chart" Target="../charts/chart831.xml"/><Relationship Id="rId4" Type="http://schemas.openxmlformats.org/officeDocument/2006/relationships/chart" Target="../charts/chart832.xml"/><Relationship Id="rId5" Type="http://schemas.openxmlformats.org/officeDocument/2006/relationships/chart" Target="../charts/chart833.xml"/><Relationship Id="rId6" Type="http://schemas.openxmlformats.org/officeDocument/2006/relationships/chart" Target="../charts/chart834.xml"/><Relationship Id="rId7"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s>
</file>

<file path=ppt/slides/slide206.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Door rate   ·   Productivity   ·   Proficiency   ·   Who's moving now   ·   Most improved   ·   Before you leave</a:t>
            </a:r>
            <a:endParaRPr lang="en-US" sz="22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3" name="Text 18"/>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19"/>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25"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6" name="Text 20"/>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7" name="Shape 21"/>
          <p:cNvSpPr/>
          <p:nvPr/>
        </p:nvSpPr>
        <p:spPr>
          <a:xfrm>
            <a:off x="658368" y="5358384"/>
            <a:ext cx="3489960" cy="886968"/>
          </a:xfrm>
          <a:prstGeom prst="rect">
            <a:avLst/>
          </a:prstGeom>
          <a:solidFill>
            <a:srgbClr val="F7F7F7"/>
          </a:solidFill>
          <a:ln/>
        </p:spPr>
      </p:sp>
      <p:sp>
        <p:nvSpPr>
          <p:cNvPr id="28" name="Text 22"/>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3"/>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graphicFrame>
        <p:nvGraphicFramePr>
          <p:cNvPr id="30"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1" name="Text 24"/>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32" name="Shape 25"/>
          <p:cNvSpPr/>
          <p:nvPr/>
        </p:nvSpPr>
        <p:spPr>
          <a:xfrm>
            <a:off x="4349496" y="1371600"/>
            <a:ext cx="3489960" cy="45720"/>
          </a:xfrm>
          <a:prstGeom prst="rect">
            <a:avLst/>
          </a:prstGeom>
          <a:solidFill>
            <a:srgbClr val="C2352F"/>
          </a:solidFill>
          <a:ln/>
        </p:spPr>
      </p:sp>
      <p:sp>
        <p:nvSpPr>
          <p:cNvPr id="33"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Shape 27"/>
          <p:cNvSpPr/>
          <p:nvPr/>
        </p:nvSpPr>
        <p:spPr>
          <a:xfrm>
            <a:off x="4349496" y="1810512"/>
            <a:ext cx="3489960" cy="886968"/>
          </a:xfrm>
          <a:prstGeom prst="rect">
            <a:avLst/>
          </a:prstGeom>
          <a:solidFill>
            <a:srgbClr val="F7F7F7"/>
          </a:solidFill>
          <a:ln/>
        </p:spPr>
      </p:sp>
      <p:sp>
        <p:nvSpPr>
          <p:cNvPr id="35" name="Text 28"/>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6" name="Text 29"/>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graphicFrame>
        <p:nvGraphicFramePr>
          <p:cNvPr id="37"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8" name="Text 30"/>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9" name="Text 31"/>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0" name="Text 32"/>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graphicFrame>
        <p:nvGraphicFramePr>
          <p:cNvPr id="41"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2" name="Text 33"/>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3" name="Shape 34"/>
          <p:cNvSpPr/>
          <p:nvPr/>
        </p:nvSpPr>
        <p:spPr>
          <a:xfrm>
            <a:off x="4349496" y="3584448"/>
            <a:ext cx="3489960" cy="886968"/>
          </a:xfrm>
          <a:prstGeom prst="rect">
            <a:avLst/>
          </a:prstGeom>
          <a:solidFill>
            <a:srgbClr val="F7F7F7"/>
          </a:solidFill>
          <a:ln/>
        </p:spPr>
      </p:sp>
      <p:sp>
        <p:nvSpPr>
          <p:cNvPr id="44" name="Text 3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5" name="Text 3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graphicFrame>
        <p:nvGraphicFramePr>
          <p:cNvPr id="4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7" name="Text 37"/>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8" name="Text 3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9" name="Text 3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graphicFrame>
        <p:nvGraphicFramePr>
          <p:cNvPr id="5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1" name="Text 40"/>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52" name="Shape 41"/>
          <p:cNvSpPr/>
          <p:nvPr/>
        </p:nvSpPr>
        <p:spPr>
          <a:xfrm>
            <a:off x="4349496" y="5358384"/>
            <a:ext cx="3489960" cy="886968"/>
          </a:xfrm>
          <a:prstGeom prst="rect">
            <a:avLst/>
          </a:prstGeom>
          <a:solidFill>
            <a:srgbClr val="F7F7F7"/>
          </a:solidFill>
          <a:ln/>
        </p:spPr>
      </p:sp>
      <p:sp>
        <p:nvSpPr>
          <p:cNvPr id="53" name="Text 4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4" name="Text 4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graphicFrame>
        <p:nvGraphicFramePr>
          <p:cNvPr id="5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6" name="Text 44"/>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57" name="Shape 45"/>
          <p:cNvSpPr/>
          <p:nvPr/>
        </p:nvSpPr>
        <p:spPr>
          <a:xfrm>
            <a:off x="8040624" y="1371600"/>
            <a:ext cx="3489960" cy="45720"/>
          </a:xfrm>
          <a:prstGeom prst="rect">
            <a:avLst/>
          </a:prstGeom>
          <a:solidFill>
            <a:srgbClr val="2587C5"/>
          </a:solidFill>
          <a:ln/>
        </p:spPr>
      </p:sp>
      <p:sp>
        <p:nvSpPr>
          <p:cNvPr id="58" name="Text 4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9" name="Shape 47"/>
          <p:cNvSpPr/>
          <p:nvPr/>
        </p:nvSpPr>
        <p:spPr>
          <a:xfrm>
            <a:off x="8040624" y="1810512"/>
            <a:ext cx="3489960" cy="886968"/>
          </a:xfrm>
          <a:prstGeom prst="rect">
            <a:avLst/>
          </a:prstGeom>
          <a:solidFill>
            <a:srgbClr val="F7F7F7"/>
          </a:solidFill>
          <a:ln/>
        </p:spPr>
      </p:sp>
      <p:sp>
        <p:nvSpPr>
          <p:cNvPr id="60" name="Text 4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1" name="Text 4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graphicFrame>
        <p:nvGraphicFramePr>
          <p:cNvPr id="6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4" name="Text 50"/>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65" name="Text 51"/>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6" name="Text 52"/>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graphicFrame>
        <p:nvGraphicFramePr>
          <p:cNvPr id="67"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8"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69" name="Text 53"/>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70" name="Shape 54"/>
          <p:cNvSpPr/>
          <p:nvPr/>
        </p:nvSpPr>
        <p:spPr>
          <a:xfrm>
            <a:off x="8040624" y="3584448"/>
            <a:ext cx="3489960" cy="886968"/>
          </a:xfrm>
          <a:prstGeom prst="rect">
            <a:avLst/>
          </a:prstGeom>
          <a:solidFill>
            <a:srgbClr val="F7F7F7"/>
          </a:solidFill>
          <a:ln/>
        </p:spPr>
      </p:sp>
      <p:sp>
        <p:nvSpPr>
          <p:cNvPr id="71" name="Text 55"/>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56"/>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graphicFrame>
        <p:nvGraphicFramePr>
          <p:cNvPr id="73"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4"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5" name="Text 57"/>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76" name="Text 58"/>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59"/>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graphicFrame>
        <p:nvGraphicFramePr>
          <p:cNvPr id="78"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79"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0" name="Text 60"/>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81" name="Shape 61"/>
          <p:cNvSpPr/>
          <p:nvPr/>
        </p:nvSpPr>
        <p:spPr>
          <a:xfrm>
            <a:off x="8040624" y="5358384"/>
            <a:ext cx="3489960" cy="886968"/>
          </a:xfrm>
          <a:prstGeom prst="rect">
            <a:avLst/>
          </a:prstGeom>
          <a:solidFill>
            <a:srgbClr val="F7F7F7"/>
          </a:solidFill>
          <a:ln/>
        </p:spPr>
      </p:sp>
      <p:sp>
        <p:nvSpPr>
          <p:cNvPr id="82" name="Text 6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graphicFrame>
        <p:nvGraphicFramePr>
          <p:cNvPr id="8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6" name="Text 64"/>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Shape 16"/>
          <p:cNvSpPr/>
          <p:nvPr/>
        </p:nvSpPr>
        <p:spPr>
          <a:xfrm>
            <a:off x="4084320" y="3621024"/>
            <a:ext cx="64008" cy="813816"/>
          </a:xfrm>
          <a:prstGeom prst="rect">
            <a:avLst/>
          </a:prstGeom>
          <a:solidFill>
            <a:srgbClr val="12A566"/>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Shape 24"/>
          <p:cNvSpPr/>
          <p:nvPr/>
        </p:nvSpPr>
        <p:spPr>
          <a:xfrm>
            <a:off x="4084320" y="5394960"/>
            <a:ext cx="64008" cy="813816"/>
          </a:xfrm>
          <a:prstGeom prst="rect">
            <a:avLst/>
          </a:prstGeom>
          <a:solidFill>
            <a:srgbClr val="12A566"/>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Text 38"/>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39"/>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graphicFrame>
        <p:nvGraphicFramePr>
          <p:cNvPr id="49"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0" name="Text 40"/>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51" name="Text 41"/>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42"/>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graphicFrame>
        <p:nvGraphicFramePr>
          <p:cNvPr id="53"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4" name="Text 43"/>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55" name="Shape 44"/>
          <p:cNvSpPr/>
          <p:nvPr/>
        </p:nvSpPr>
        <p:spPr>
          <a:xfrm>
            <a:off x="4349496" y="5358384"/>
            <a:ext cx="3489960" cy="886968"/>
          </a:xfrm>
          <a:prstGeom prst="rect">
            <a:avLst/>
          </a:prstGeom>
          <a:solidFill>
            <a:srgbClr val="F7F7F7"/>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Shape 51"/>
          <p:cNvSpPr/>
          <p:nvPr/>
        </p:nvSpPr>
        <p:spPr>
          <a:xfrm>
            <a:off x="11466576" y="1847088"/>
            <a:ext cx="64008" cy="813816"/>
          </a:xfrm>
          <a:prstGeom prst="rect">
            <a:avLst/>
          </a:prstGeom>
          <a:solidFill>
            <a:srgbClr val="12A566"/>
          </a:solidFill>
          <a:ln/>
        </p:spPr>
      </p:sp>
      <p:sp>
        <p:nvSpPr>
          <p:cNvPr id="64" name="Text 5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5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graphicFrame>
        <p:nvGraphicFramePr>
          <p:cNvPr id="6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8" name="Text 54"/>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69" name="Shape 55"/>
          <p:cNvSpPr/>
          <p:nvPr/>
        </p:nvSpPr>
        <p:spPr>
          <a:xfrm>
            <a:off x="11466576" y="2734056"/>
            <a:ext cx="64008" cy="813816"/>
          </a:xfrm>
          <a:prstGeom prst="rect">
            <a:avLst/>
          </a:prstGeom>
          <a:solidFill>
            <a:srgbClr val="12A566"/>
          </a:solidFill>
          <a:ln/>
        </p:spPr>
      </p:sp>
      <p:sp>
        <p:nvSpPr>
          <p:cNvPr id="70" name="Text 5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1" name="Text 5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graphicFrame>
        <p:nvGraphicFramePr>
          <p:cNvPr id="7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4" name="Text 58"/>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75" name="Shape 59"/>
          <p:cNvSpPr/>
          <p:nvPr/>
        </p:nvSpPr>
        <p:spPr>
          <a:xfrm>
            <a:off x="8040624" y="3584448"/>
            <a:ext cx="3489960" cy="886968"/>
          </a:xfrm>
          <a:prstGeom prst="rect">
            <a:avLst/>
          </a:prstGeom>
          <a:solidFill>
            <a:srgbClr val="F7F7F7"/>
          </a:solidFill>
          <a:ln/>
        </p:spPr>
      </p:sp>
      <p:sp>
        <p:nvSpPr>
          <p:cNvPr id="76" name="Text 6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7" name="Text 6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graphicFrame>
        <p:nvGraphicFramePr>
          <p:cNvPr id="7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0" name="Text 62"/>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12A566"/>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Shape 50"/>
          <p:cNvSpPr/>
          <p:nvPr/>
        </p:nvSpPr>
        <p:spPr>
          <a:xfrm>
            <a:off x="11466576" y="1847088"/>
            <a:ext cx="64008" cy="813816"/>
          </a:xfrm>
          <a:prstGeom prst="rect">
            <a:avLst/>
          </a:prstGeom>
          <a:solidFill>
            <a:srgbClr val="12A566"/>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Shape 58"/>
          <p:cNvSpPr/>
          <p:nvPr/>
        </p:nvSpPr>
        <p:spPr>
          <a:xfrm>
            <a:off x="11466576" y="3621024"/>
            <a:ext cx="64008" cy="813816"/>
          </a:xfrm>
          <a:prstGeom prst="rect">
            <a:avLst/>
          </a:prstGeom>
          <a:solidFill>
            <a:srgbClr val="12A566"/>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−1.9%: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+5.2%: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+26.7%</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CLOSE · BEFORE YOU LEAVE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$6,602,564 a year in labor and parts gross.</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2026-10-29T06:41:44Z</dcterms:created>
  <dcterms:modified xsi:type="dcterms:W3CDTF">2026-10-29T06:41:44Z</dcterms:modified>
</cp:coreProperties>
</file>