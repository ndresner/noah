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12.2</c:v>
                </c:pt>
                <c:pt idx="1">
                  <c:v>13.3</c:v>
                </c:pt>
                <c:pt idx="2">
                  <c:v>13.4</c:v>
                </c:pt>
                <c:pt idx="3">
                  <c:v>14.2</c:v>
                </c:pt>
                <c:pt idx="4">
                  <c:v>13.6</c:v>
                </c:pt>
                <c:pt idx="5">
                  <c:v>13.5</c:v>
                </c:pt>
                <c:pt idx="6">
                  <c:v>13.3</c:v>
                </c:pt>
                <c:pt idx="7">
                  <c:v>13</c:v>
                </c:pt>
                <c:pt idx="8">
                  <c:v>13.1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12.2</c:v>
                </c:pt>
                <c:pt idx="1">
                  <c:v>13.3</c:v>
                </c:pt>
                <c:pt idx="2">
                  <c:v>13.4</c:v>
                </c:pt>
                <c:pt idx="3">
                  <c:v>14.2</c:v>
                </c:pt>
                <c:pt idx="4">
                  <c:v>13.6</c:v>
                </c:pt>
                <c:pt idx="5">
                  <c:v>13.5</c:v>
                </c:pt>
                <c:pt idx="6">
                  <c:v>13.3</c:v>
                </c:pt>
                <c:pt idx="7">
                  <c:v>13</c:v>
                </c:pt>
                <c:pt idx="8">
                  <c:v>13.1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11.2</c:v>
                </c:pt>
                <c:pt idx="1">
                  <c:v>12.3</c:v>
                </c:pt>
                <c:pt idx="2">
                  <c:v>12.8</c:v>
                </c:pt>
                <c:pt idx="3">
                  <c:v>12.7</c:v>
                </c:pt>
                <c:pt idx="4">
                  <c:v>12.3</c:v>
                </c:pt>
                <c:pt idx="5">
                  <c:v>11.6</c:v>
                </c:pt>
                <c:pt idx="6">
                  <c:v>11.3</c:v>
                </c:pt>
                <c:pt idx="7">
                  <c:v>11.6</c:v>
                </c:pt>
                <c:pt idx="8">
                  <c:v>11.5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11.2</c:v>
                </c:pt>
                <c:pt idx="1">
                  <c:v>12.3</c:v>
                </c:pt>
                <c:pt idx="2">
                  <c:v>12.8</c:v>
                </c:pt>
                <c:pt idx="3">
                  <c:v>12.7</c:v>
                </c:pt>
                <c:pt idx="4">
                  <c:v>12.3</c:v>
                </c:pt>
                <c:pt idx="5">
                  <c:v>11.6</c:v>
                </c:pt>
                <c:pt idx="6">
                  <c:v>11.3</c:v>
                </c:pt>
                <c:pt idx="7">
                  <c:v>11.6</c:v>
                </c:pt>
                <c:pt idx="8">
                  <c:v>11.5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7.6</c:v>
                </c:pt>
                <c:pt idx="1">
                  <c:v>8.4</c:v>
                </c:pt>
                <c:pt idx="2">
                  <c:v>8.7</c:v>
                </c:pt>
                <c:pt idx="3">
                  <c:v>8.8</c:v>
                </c:pt>
                <c:pt idx="4">
                  <c:v>8.6</c:v>
                </c:pt>
                <c:pt idx="5">
                  <c:v>8.5</c:v>
                </c:pt>
                <c:pt idx="6">
                  <c:v>8.3</c:v>
                </c:pt>
                <c:pt idx="7">
                  <c:v>8.5</c:v>
                </c:pt>
                <c:pt idx="8">
                  <c:v>8.1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7.6</c:v>
                </c:pt>
                <c:pt idx="1">
                  <c:v>8.4</c:v>
                </c:pt>
                <c:pt idx="2">
                  <c:v>8.7</c:v>
                </c:pt>
                <c:pt idx="3">
                  <c:v>8.8</c:v>
                </c:pt>
                <c:pt idx="4">
                  <c:v>8.6</c:v>
                </c:pt>
                <c:pt idx="5">
                  <c:v>8.5</c:v>
                </c:pt>
                <c:pt idx="6">
                  <c:v>8.3</c:v>
                </c:pt>
                <c:pt idx="7">
                  <c:v>8.5</c:v>
                </c:pt>
                <c:pt idx="8">
                  <c:v>8.1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6.3</c:v>
                </c:pt>
                <c:pt idx="1">
                  <c:v>7.1</c:v>
                </c:pt>
                <c:pt idx="2">
                  <c:v>7.6</c:v>
                </c:pt>
                <c:pt idx="3">
                  <c:v>6.9</c:v>
                </c:pt>
                <c:pt idx="4">
                  <c:v>7.1</c:v>
                </c:pt>
                <c:pt idx="5">
                  <c:v>7</c:v>
                </c:pt>
                <c:pt idx="6">
                  <c:v>6.9</c:v>
                </c:pt>
                <c:pt idx="7">
                  <c:v>7</c:v>
                </c:pt>
                <c:pt idx="8">
                  <c:v>6.7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6.3</c:v>
                </c:pt>
                <c:pt idx="1">
                  <c:v>7.1</c:v>
                </c:pt>
                <c:pt idx="2">
                  <c:v>7.6</c:v>
                </c:pt>
                <c:pt idx="3">
                  <c:v>6.9</c:v>
                </c:pt>
                <c:pt idx="4">
                  <c:v>7.1</c:v>
                </c:pt>
                <c:pt idx="5">
                  <c:v>7</c:v>
                </c:pt>
                <c:pt idx="6">
                  <c:v>6.9</c:v>
                </c:pt>
                <c:pt idx="7">
                  <c:v>7</c:v>
                </c:pt>
                <c:pt idx="8">
                  <c:v>6.7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8.5</c:v>
                </c:pt>
                <c:pt idx="1">
                  <c:v>9</c:v>
                </c:pt>
                <c:pt idx="2">
                  <c:v>9.8</c:v>
                </c:pt>
                <c:pt idx="3">
                  <c:v>9.9</c:v>
                </c:pt>
                <c:pt idx="4">
                  <c:v>9.8</c:v>
                </c:pt>
                <c:pt idx="5">
                  <c:v>9.4</c:v>
                </c:pt>
                <c:pt idx="6">
                  <c:v>9</c:v>
                </c:pt>
                <c:pt idx="7">
                  <c:v>8.9</c:v>
                </c:pt>
                <c:pt idx="8">
                  <c:v>9.3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8.5</c:v>
                </c:pt>
                <c:pt idx="1">
                  <c:v>9</c:v>
                </c:pt>
                <c:pt idx="2">
                  <c:v>9.8</c:v>
                </c:pt>
                <c:pt idx="3">
                  <c:v>9.9</c:v>
                </c:pt>
                <c:pt idx="4">
                  <c:v>9.8</c:v>
                </c:pt>
                <c:pt idx="5">
                  <c:v>9.4</c:v>
                </c:pt>
                <c:pt idx="6">
                  <c:v>9</c:v>
                </c:pt>
                <c:pt idx="7">
                  <c:v>8.9</c:v>
                </c:pt>
                <c:pt idx="8">
                  <c:v>9.3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7.4</c:v>
                </c:pt>
                <c:pt idx="1">
                  <c:v>7.9</c:v>
                </c:pt>
                <c:pt idx="2">
                  <c:v>8.2</c:v>
                </c:pt>
                <c:pt idx="3">
                  <c:v>8.1</c:v>
                </c:pt>
                <c:pt idx="4">
                  <c:v>8.2</c:v>
                </c:pt>
                <c:pt idx="5">
                  <c:v>8</c:v>
                </c:pt>
                <c:pt idx="6">
                  <c:v>7.8</c:v>
                </c:pt>
                <c:pt idx="7">
                  <c:v>8.1</c:v>
                </c:pt>
                <c:pt idx="8">
                  <c:v>7.5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7.4</c:v>
                </c:pt>
                <c:pt idx="1">
                  <c:v>7.9</c:v>
                </c:pt>
                <c:pt idx="2">
                  <c:v>8.2</c:v>
                </c:pt>
                <c:pt idx="3">
                  <c:v>8.1</c:v>
                </c:pt>
                <c:pt idx="4">
                  <c:v>8.2</c:v>
                </c:pt>
                <c:pt idx="5">
                  <c:v>8</c:v>
                </c:pt>
                <c:pt idx="6">
                  <c:v>7.8</c:v>
                </c:pt>
                <c:pt idx="7">
                  <c:v>8.1</c:v>
                </c:pt>
                <c:pt idx="8">
                  <c:v>7.5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5.4</c:v>
                </c:pt>
                <c:pt idx="1">
                  <c:v>5.8</c:v>
                </c:pt>
                <c:pt idx="2">
                  <c:v>6.2</c:v>
                </c:pt>
                <c:pt idx="3">
                  <c:v>6</c:v>
                </c:pt>
                <c:pt idx="4">
                  <c:v>6.3</c:v>
                </c:pt>
                <c:pt idx="5">
                  <c:v>5.9</c:v>
                </c:pt>
                <c:pt idx="6">
                  <c:v>5.6</c:v>
                </c:pt>
                <c:pt idx="7">
                  <c:v>5.3</c:v>
                </c:pt>
                <c:pt idx="8">
                  <c:v>5.8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5.4</c:v>
                </c:pt>
                <c:pt idx="1">
                  <c:v>5.8</c:v>
                </c:pt>
                <c:pt idx="2">
                  <c:v>6.2</c:v>
                </c:pt>
                <c:pt idx="3">
                  <c:v>6</c:v>
                </c:pt>
                <c:pt idx="4">
                  <c:v>6.3</c:v>
                </c:pt>
                <c:pt idx="5">
                  <c:v>5.9</c:v>
                </c:pt>
                <c:pt idx="6">
                  <c:v>5.6</c:v>
                </c:pt>
                <c:pt idx="7">
                  <c:v>5.3</c:v>
                </c:pt>
                <c:pt idx="8">
                  <c:v>5.8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3.9</c:v>
                </c:pt>
                <c:pt idx="1">
                  <c:v>4.6</c:v>
                </c:pt>
                <c:pt idx="2">
                  <c:v>4.9</c:v>
                </c:pt>
                <c:pt idx="3">
                  <c:v>4.9</c:v>
                </c:pt>
                <c:pt idx="4">
                  <c:v>4.6</c:v>
                </c:pt>
                <c:pt idx="5">
                  <c:v>4.7</c:v>
                </c:pt>
                <c:pt idx="6">
                  <c:v>4.3</c:v>
                </c:pt>
                <c:pt idx="7">
                  <c:v>4.7</c:v>
                </c:pt>
                <c:pt idx="8">
                  <c:v>4.5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3.9</c:v>
                </c:pt>
                <c:pt idx="1">
                  <c:v>4.6</c:v>
                </c:pt>
                <c:pt idx="2">
                  <c:v>4.9</c:v>
                </c:pt>
                <c:pt idx="3">
                  <c:v>4.9</c:v>
                </c:pt>
                <c:pt idx="4">
                  <c:v>4.6</c:v>
                </c:pt>
                <c:pt idx="5">
                  <c:v>4.7</c:v>
                </c:pt>
                <c:pt idx="6">
                  <c:v>4.3</c:v>
                </c:pt>
                <c:pt idx="7">
                  <c:v>4.7</c:v>
                </c:pt>
                <c:pt idx="8">
                  <c:v>4.5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ALIGNMENT % = alignment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15% benchmark, red below.
AUDI HENDERSON: 27.5% (2025 21.8%)
LR HENDERSON: 24.4% (2025 19.4%)
HYUNDAI PRESCOTT: 21.8% (2025 15.0%)
HONDA HENDERSON: 21.3% (2025 20.7%)
ACURA: 17.5% (2025 14.2%)
LR LV: 17.4% (2025 11.4%)
MAZDA: 16.7% (2025 10.0%)
HONDA NORTH: 16.2% (2025 15.0%)
HYUNDAI ST GEORGE: 14.8% (2025 5.2%)
SUBARU LV: 14.6% (2025 16.1%)
TOYOTA HENDERSON: 14.5% (2025 15.1%)
CADILLAC: 13.9% (2025 9.7%)
VOLVO: 13.9% (2025 13.5%)
VW HENDERSON: 13.6% (2025 13.5%)
LR RENO: 12.9% (2025 17.7%)
CHEVY LV: 12.9% (2025 13.4%)
SUBARU PRESCOTT: 12.6% (2025 7.1%)
HONDA SPOKANE: 12.5% (2025 10.8%)
TOYOTA PRESCOTT: 12.3% (2025 9.5%)
AUDI RENO: 11.8% (2025 11.7%)
GMC PRESCOTT: 11.7% (2025 5.0%)
LEXUS: 11.4% (2025 8.3%)
CHEVY GMC BULLHEAD: 11.1% (2025 11.2%)
HONDA FLAGSTAFF: 11.1% (2025 5.6%)
SUBARU ST GEORGE: 11.1% (2025 11.9%)
KIA LV: 9.8% (2025 13.3%)
TOYOTA FLAGSTAFF: 9.7% (2025 6.3%)
LINCOLN: 8.4% (2025 2.7%)
KIA ST GEORGE: 8.0% (2025 2.5%)
NISSAN: 7.5% (2025 5.3%)
VW ST GEORGE: 5.6% (2025 3.9%)
TOYOTA SPOKANE: 4.3% (2025 2.6%)
CDJR POST FALLS: 4.2% (2025 1.8%)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BALANCE % = balance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15% benchmark, red below. CHECK OP-CODE MAPPING - under 0.5%: TOYOTA SPOKANE, LEXUS, AUDI RENO, AUDI HENDERSON, VW ST GEORGE. Near zero in 2025, so year-over-year gain may be mapping: HONDA SPOKANE, SUBARU PRESCOTT.
LR HENDERSON: 27.0% (2025 22.9%)
HONDA HENDERSON: 18.4% (2025 17.7%)
LR LV: 17.0% (2025 3.4%)
LR RENO: 17.0% (2025 16.3%)
SUBARU PRESCOTT: 15.0% (2025 0.1%)
ACURA: 14.1% (2025 10.3%)
HYUNDAI PRESCOTT: 13.5% (2025 8.9%)
MAZDA: 13.2% (2025 6.5%)
HONDA NORTH: 12.0% (2025 11.3%)
VOLVO: 11.7% (2025 10.9%)
TOYOTA HENDERSON: 11.2% (2025 11.7%)
SUBARU LV: 10.2% (2025 11.3%)
CHEVY GMC BULLHEAD: 9.1% (2025 6.5%)
VW HENDERSON: 8.3% (2025 7.0%)
GMC PRESCOTT: 7.8% (2025 2.0%)
KIA ST GEORGE: 7.7% (2025 1.1%)
CHEVY LV: 7.3% (2025 4.2%)
TOYOTA PRESCOTT: 6.2% (2025 3.3%)
CADILLAC: 6.0% (2025 2.6%)
KIA LV: 5.2% (2025 6.6%)
TOYOTA FLAGSTAFF: 4.9% (2025 3.7%)
SUBARU ST GEORGE: 3.7% (2025 5.3%)
HONDA SPOKANE: 2.2% (2025 0.1%)
LINCOLN: 1.7% (2025 0.0%)
HONDA FLAGSTAFF: 1.3% (2025 0.2%)
CDJR POST FALLS: 1.3% (2025 0.2%)
HYUNDAI ST GEORGE: 1.2% (2025 0.4%)
NISSAN: 1.1% (2025 2.6%)
TOYOTA SPOKANE: 0.5% (2025 0.3%)
VW ST GEORGE: 0.4% (2025 0.7%)
AUDI RENO: 0.1% (2025 0.2%)
LEXUS: 0.1% (2025 0.1%)
AUDI HENDERSON: 0.0% (2025 0.0%)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BRAKE FLUSH % = brake fluid service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10% benchmark, red below.
LR LV: 20.7% (2025 15.2%)
HONDA HENDERSON: 15.6% (2025 12.9%)
LR HENDERSON: 14.3% (2025 9.0%)
ACURA: 12.7% (2025 8.6%)
HONDA NORTH: 12.1% (2025 13.1%)
VOLVO: 11.9% (2025 12.1%)
NISSAN: 11.6% (2025 3.8%)
SUBARU ST GEORGE: 10.8% (2025 11.0%)
SUBARU PRESCOTT: 10.6% (2025 6.4%)
HONDA SPOKANE: 10.3% (2025 9.8%)
SUBARU LV: 10.1% (2025 9.3%)
TOYOTA HENDERSON: 10.1% (2025 9.7%)
HYUNDAI PRESCOTT: 9.7% (2025 8.1%)
VW HENDERSON: 9.5% (2025 7.8%)
MAZDA: 8.5% (2025 4.6%)
TOYOTA PRESCOTT: 8.4% (2025 6.1%)
LEXUS: 8.4% (2025 4.9%)
KIA LV: 8.3% (2025 7.2%)
TOYOTA FLAGSTAFF: 8.1% (2025 7.3%)
LINCOLN: 7.5% (2025 2.4%)
LR RENO: 7.2% (2025 2.5%)
CHEVY GMC BULLHEAD: 7.1% (2025 3.8%)
TOYOTA SPOKANE: 7.0% (2025 6.8%)
GMC PRESCOTT: 6.1% (2025 4.6%)
KIA ST GEORGE: 6.0% (2025 3.8%)
CHEVY LV: 5.8% (2025 5.3%)
VW ST GEORGE: 5.4% (2025 4.0%)
HYUNDAI ST GEORGE: 4.7% (2025 1.6%)
CADILLAC: 4.7% (2025 4.1%)
CDJR POST FALLS: 4.2% (2025 6.0%)
HONDA FLAGSTAFF: 3.2% (2025 2.4%)
AUDI HENDERSON: 2.5% (2025 1.8%)
AUDI RENO: 1.9% (2025 0.5%)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FUEL SERVICE % = fuel service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7.5% benchmark, red below. CHECK OP-CODE MAPPING - under 0.5%: VW HENDERSON, AUDI HENDERSON, VOLVO. Near zero in 2025, so year-over-year gain may be mapping: HONDA SPOKANE, SUBARU ST GEORGE, LR LV, LR RENO.
SUBARU ST GEORGE: 13.8% (2025 0.0%)
HONDA HENDERSON: 12.0% (2025 10.4%)
SUBARU PRESCOTT: 9.8% (2025 5.9%)
ACURA: 9.4% (2025 5.4%)
KIA ST GEORGE: 8.9% (2025 5.6%)
LINCOLN: 8.2% (2025 2.1%)
HONDA NORTH: 7.7% (2025 5.3%)
HYUNDAI PRESCOTT: 7.4% (2025 6.7%)
SUBARU LV: 7.1% (2025 8.2%)
TOYOTA PRESCOTT: 6.5% (2025 5.0%)
TOYOTA HENDERSON: 6.0% (2025 6.1%)
HYUNDAI ST GEORGE: 5.9% (2025 2.4%)
TOYOTA SPOKANE: 5.8% (2025 6.1%)
LR LV: 5.5% (2025 0.2%)
CHEVY LV: 5.3% (2025 4.8%)
MAZDA: 5.2% (2025 1.4%)
CADILLAC: 5.1% (2025 4.4%)
LR RENO: 4.6% (2025 0.0%)
LEXUS: 4.3% (2025 1.9%)
NISSAN: 4.2% (2025 0.8%)
GMC PRESCOTT: 3.6% (2025 3.0%)
HONDA SPOKANE: 3.2% (2025 0.0%)
KIA LV: 3.2% (2025 2.9%)
CDJR POST FALLS: 3.0% (2025 4.0%)
CHEVY GMC BULLHEAD: 2.7% (2025 1.8%)
VW ST GEORGE: 2.7% (2025 2.4%)
LR HENDERSON: 2.6% (2025 2.4%)
TOYOTA FLAGSTAFF: 1.7% (2025 1.7%)
AUDI RENO: 0.8% (2025 0.0%)
HONDA FLAGSTAFF: 0.7% (2025 0.7%)
VW HENDERSON: 0.0% (2025 0.0%)
AUDI HENDERSON: 0.0% (2025 0.0%)
VOLVO: 0.0% (2025 0.0%)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chart" Target="/ppt/charts/chart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chart" Target="/ppt/charts/chart1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chart" Target="/ppt/charts/chart15.xml"/><Relationship Id="rId4" Type="http://schemas.openxmlformats.org/officeDocument/2006/relationships/chart" Target="/ppt/charts/chart16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15%   ·   Balance 15%   ·   Brake fluid 10%   ·   Fuel service 7.5%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13.2%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1.4 pts to 13.2%, ahead of 2025 in all nine months, but 1.7 pts under the 15% benchmark — 4,821 alignments short.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15.0%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13.2%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27.5%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0220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3394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31002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0766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17.5%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06901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02644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16.6%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99506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91220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8950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8937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85347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8528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83630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7916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7907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77302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77024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75867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72614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7221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69853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6849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68179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6807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60009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59759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51885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4918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45927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34594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2614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25927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923086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473494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33 stores at or above 15%, led by Audi Henderson at 27.5%. The group sits at 13.2%.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1.4 pts to 8.3%, ahead of 2025 in all nine months, but 6.6 pts under the 15% benchmark — 18,493 balances short.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15.0%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15347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06435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0624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93872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88392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8477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8263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75223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7347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7032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64005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5699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51989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4859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48359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45794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3858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37393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3281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30947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23125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3679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048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8238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95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7669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664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3100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2611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940705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491113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33 stores at or above 15%, led by LR Henderson at 27.0%. The group sits at 8.3%.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9.2%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+17.5%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1.4 pts to 9.2%, ahead of 2025 in all nine months, but 0.7 pts under the 10% benchmark — 1,985 brake fluid services short.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FLUSH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10.0%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9.2%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27737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15.5%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17165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14.3%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0420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12.7%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99122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97513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9538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11.6%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8806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8696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10.6%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8466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83060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82460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79058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7801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6954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68856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68692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67780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66108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6166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59372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58034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5774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4982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4878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4750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4439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3888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38319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34702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2601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20158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585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820171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70579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10%, led by LR LV at 20.6%. The group sits at 9.2%.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+27.3%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1.2 pts to 5.8%, ahead of 2025 in all nine months, but 1.7 pts under the 7.5% benchmark — 4,731 fuel services short.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7.5%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4716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19642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14467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09289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00324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93677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7.6%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89944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86579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7896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73383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71855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71214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6743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64143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63637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6240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5587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52424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5115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4442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39395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39351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36705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33496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33100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3134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20653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10083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79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917219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46762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of 33 stores at or above 7.5%, led by Subaru St George at 13.8%. The group sits at 5.8%.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2026-10-21T21:13:50Z</dcterms:created>
  <dcterms:modified xsi:type="dcterms:W3CDTF">2026-10-21T21:13:50Z</dcterms:modified>
</cp:coreProperties>
</file>