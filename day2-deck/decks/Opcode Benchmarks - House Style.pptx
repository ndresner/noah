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
AUDI HENDERSON: 27.5% (2025 21.8%)
LR HENDERSON: 24.4% (2025 19.4%)
HYUNDAI PRESCOTT: 21.8% (2025 15.0%)
HONDA HENDERSON: 21.3% (2025 20.7%)
ACURA: 17.5% (2025 14.2%)
LR LV: 17.4% (2025 11.4%)
MAZDA: 16.7% (2025 10.0%)
HONDA NORTH: 16.2% (2025 15.0%)
HYUNDAI ST GEORGE: 14.8% (2025 5.2%)
SUBARU LV: 14.6% (2025 16.1%)
TOYOTA HENDERSON: 14.5% (2025 15.1%)
CADILLAC: 13.9% (2025 9.7%)
VOLVO: 13.9% (2025 13.5%)
VW HENDERSON: 13.6% (2025 13.5%)
LR RENO: 12.9% (2025 17.7%)
CHEVY LV: 12.9% (2025 13.4%)
SUBARU PRESCOTT: 12.6% (2025 7.1%)
HONDA SPOKANE: 12.5% (2025 10.8%)
TOYOTA PRESCOTT: 12.3% (2025 9.5%)
AUDI RENO: 11.8% (2025 11.7%)
GMC PRESCOTT: 11.7% (2025 5.0%)
LEXUS: 11.4% (2025 8.3%)
CHEVY GMC BULLHEAD: 11.1% (2025 11.2%)
HONDA FLAGSTAFF: 11.1% (2025 5.6%)
SUBARU ST GEORGE: 11.1% (2025 11.9%)
KIA LV: 9.8% (2025 13.3%)
TOYOTA FLAGSTAFF: 9.7% (2025 6.3%)
LINCOLN: 8.4% (2025 2.7%)
KIA ST GEORGE: 8.0% (2025 2.5%)
NISSAN: 7.5% (2025 5.3%)
VW ST GEORGE: 5.6% (2025 3.9%)
TOYOTA SPOKANE: 4.3%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
LR HENDERSON: 27.0% (2025 22.9%)
HONDA HENDERSON: 18.4% (2025 17.7%)
LR LV: 17.0% (2025 3.4%)
LR RENO: 17.0% (2025 16.3%)
SUBARU PRESCOTT: 15.0% (2025 0.1%)
ACURA: 14.1% (2025 10.3%)
HYUNDAI PRESCOTT: 13.5% (2025 8.9%)
MAZDA: 13.2% (2025 6.5%)
HONDA NORTH: 12.0% (2025 11.3%)
VOLVO: 11.7% (2025 10.9%)
TOYOTA HENDERSON: 11.2% (2025 11.7%)
SUBARU LV: 10.2% (2025 11.3%)
CHEVY GMC BULLHEAD: 9.1% (2025 6.5%)
VW HENDERSON: 8.3% (2025 7.0%)
GMC PRESCOTT: 7.8% (2025 2.0%)
KIA ST GEORGE: 7.7% (2025 1.1%)
CHEVY LV: 7.3% (2025 4.2%)
TOYOTA PRESCOTT: 6.2% (2025 3.3%)
CADILLAC: 6.0% (2025 2.6%)
KIA LV: 5.2% (2025 6.6%)
TOYOTA FLAGSTAFF: 4.9% (2025 3.7%)
SUBARU ST GEORGE: 3.7% (2025 5.3%)
HONDA SPOKANE: 2.2% (2025 0.1%)
LINCOLN: 1.7% (2025 0.0%)
HONDA FLAGSTAFF: 1.3% (2025 0.2%)
CDJR POST FALLS: 1.3% (2025 0.2%)
HYUNDAI ST GEORGE: 1.2% (2025 0.4%)
NISSAN: 1.1% (2025 2.6%)
TOYOTA SPOKANE: 0.5% (2025 0.3%)
VW ST GEORGE: 0.4% (2025 0.7%)
AUDI RENO: 0.1% (2025 0.2%)
LEXUS: 0.1% (2025 0.1%)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
LR LV: 20.7% (2025 15.2%)
HONDA HENDERSON: 15.6% (2025 12.9%)
LR HENDERSON: 14.3% (2025 9.0%)
ACURA: 12.7% (2025 8.6%)
HONDA NORTH: 12.1% (2025 13.1%)
VOLVO: 11.9% (2025 12.1%)
NISSAN: 11.6% (2025 3.8%)
SUBARU ST GEORGE: 10.8% (2025 11.0%)
SUBARU PRESCOTT: 10.6% (2025 6.4%)
HONDA SPOKANE: 10.3% (2025 9.8%)
SUBARU LV: 10.1% (2025 9.3%)
TOYOTA HENDERSON: 10.1% (2025 9.7%)
HYUNDAI PRESCOTT: 9.7% (2025 8.1%)
VW HENDERSON: 9.5% (2025 7.8%)
MAZDA: 8.5% (2025 4.6%)
TOYOTA PRESCOTT: 8.4% (2025 6.1%)
LEXUS: 8.4% (2025 4.9%)
KIA LV: 8.3% (2025 7.2%)
TOYOTA FLAGSTAFF: 8.1% (2025 7.3%)
LINCOLN: 7.5% (2025 2.4%)
LR RENO: 7.2% (2025 2.5%)
CHEVY GMC BULLHEAD: 7.1% (2025 3.8%)
TOYOTA SPOKANE: 7.0% (2025 6.8%)
GMC PRESCOTT: 6.1% (2025 4.6%)
KIA ST GEORGE: 6.0% (2025 3.8%)
CHEVY LV: 5.8% (2025 5.3%)
VW ST GEORGE: 5.4% (2025 4.0%)
HYUNDAI ST GEORGE: 4.7% (2025 1.6%)
CADILLAC: 4.7% (2025 4.1%)
CDJR POST FALLS: 4.2% (2025 6.0%)
HONDA FLAGSTAFF: 3.2% (2025 2.4%)
AUDI HENDERSON: 2.5% (2025 1.8%)
AUDI RENO: 1.9% (2025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
SUBARU ST GEORGE: 13.8% (2025 0.0%)
HONDA HENDERSON: 12.0% (2025 10.4%)
SUBARU PRESCOTT: 9.8% (2025 5.9%)
ACURA: 9.4% (2025 5.4%)
KIA ST GEORGE: 8.9% (2025 5.6%)
LINCOLN: 8.2% (2025 2.1%)
HONDA NORTH: 7.7% (2025 5.3%)
HYUNDAI PRESCOTT: 7.4% (2025 6.7%)
SUBARU LV: 7.1% (2025 8.2%)
TOYOTA PRESCOTT: 6.5% (2025 5.0%)
TOYOTA HENDERSON: 6.0% (2025 6.1%)
HYUNDAI ST GEORGE: 5.9% (2025 2.4%)
TOYOTA SPOKANE: 5.8% (2025 6.1%)
LR LV: 5.5% (2025 0.2%)
CHEVY LV: 5.3% (2025 4.8%)
MAZDA: 5.2% (2025 1.4%)
CADILLAC: 5.1% (2025 4.4%)
LR RENO: 4.6% (2025 0.0%)
LEXUS: 4.3% (2025 1.9%)
NISSAN: 4.2% (2025 0.8%)
GMC PRESCOTT: 3.6% (2025 3.0%)
HONDA SPOKANE: 3.2% (2025 0.0%)
KIA LV: 3.2% (2025 2.9%)
CDJR POST FALLS: 3.0% (2025 4.0%)
CHEVY GMC BULLHEAD: 2.7% (2025 1.8%)
VW ST GEORGE: 2.7% (2025 2.4%)
LR HENDERSON: 2.6% (2025 2.4%)
TOYOTA FLAGSTAFF: 1.7% (2025 1.7%)
AUDI RENO: 0.8% (2025 0.0%)
HONDA FLAGSTAFF: 0.7% (2025 0.7%)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2026-10-27T17:17:46Z</dcterms:created>
  <dcterms:modified xsi:type="dcterms:W3CDTF">2026-10-27T17:17:46Z</dcterms:modified>
</cp:coreProperties>
</file>