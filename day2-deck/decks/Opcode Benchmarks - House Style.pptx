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ALIGNMENT % = alignment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8 of 33 stores at or above 15%, led by Audi Henderson at 27.5%. The group sits at 13.2%.Source: Qlik - Closed Repair Orders. Customer pay, Jan-Sep by close month. Same-store, INEOS excluded (opened 2026). GMC Prescott body shop labor excluded. Jan-Sep 2026 YTD; green at or above the 15% benchmark, red below.
AUDI HENDERSON: 27.5% (2025 21.8%)
LR HENDERSON: 24.4% (2025 19.4%)
HYUNDAI PRESCOTT: 21.8% (2025 15.0%)
HONDA HENDERSON: 21.3% (2025 20.7%)
ACURA: 17.5% (2025 14.2%)
LR LV: 17.4% (2025 11.4%)
MAZDA: 16.7% (2025 10.0%)
HONDA NORTH: 16.2% (2025 15.0%)
HYUNDAI ST GEORGE: 14.8% (2025 5.2%)
SUBARU LV: 14.6% (2025 16.1%)
TOYOTA HENDERSON: 14.5% (2025 15.1%)
CADILLAC: 13.9% (2025 9.7%)
VOLVO: 13.9% (2025 13.5%)
VW HENDERSON: 13.6% (2025 13.5%)
LR RENO: 12.9% (2025 17.7%)
CHEVY LV: 12.9% (2025 13.4%)
SUBARU PRESCOTT: 12.6% (2025 7.1%)
HONDA SPOKANE: 12.5% (2025 10.8%)
TOYOTA PRESCOTT: 12.3% (2025 9.5%)
AUDI RENO: 11.8% (2025 11.7%)
GMC PRESCOTT: 11.7% (2025 5.0%)
LEXUS: 11.4% (2025 8.3%)
CHEVY GMC BULLHEAD: 11.1% (2025 11.2%)
HONDA FLAGSTAFF: 11.1% (2025 5.6%)
SUBARU ST GEORGE: 11.1% (2025 11.9%)
KIA LV: 9.8% (2025 13.3%)
TOYOTA FLAGSTAFF: 9.7% (2025 6.3%)
LINCOLN: 8.4% (2025 2.7%)
KIA ST GEORGE: 8.0% (2025 2.5%)
NISSAN: 7.5% (2025 5.3%)
VW ST GEORGE: 5.6% (2025 3.9%)
TOYOTA SPOKANE: 4.3% (2025 2.6%)
CDJR POST FALLS: 4.2% (2025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Ask Hyundai St George, Hyundai Prescott and GMC Prescott what changed. Ask LR Reno, Kia LV and Subaru LV what got in the way. Ask Audi Henderson, Mazda and Kia St George what they started this year.Source: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BALANCE % = balance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4 of 33 stores at or above 15%, led by LR Henderson at 27.0%. The group sits at 8.3%.Source: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
LR HENDERSON: 27.0% (2025 22.9%)
HONDA HENDERSON: 18.4% (2025 17.7%)
LR LV: 17.0% (2025 3.4%)
LR RENO: 17.0% (2025 16.3%)
SUBARU PRESCOTT: 15.0% (2025 0.1%)
ACURA: 14.1% (2025 10.3%)
HYUNDAI PRESCOTT: 13.5% (2025 8.9%)
MAZDA: 13.2% (2025 6.5%)
HONDA NORTH: 12.0% (2025 11.3%)
VOLVO: 11.7% (2025 10.9%)
TOYOTA HENDERSON: 11.2% (2025 11.7%)
SUBARU LV: 10.2% (2025 11.3%)
CHEVY GMC BULLHEAD: 9.1% (2025 6.5%)
VW HENDERSON: 8.3% (2025 7.0%)
GMC PRESCOTT: 7.8% (2025 2.0%)
KIA ST GEORGE: 7.7% (2025 1.1%)
CHEVY LV: 7.3% (2025 4.2%)
TOYOTA PRESCOTT: 6.2% (2025 3.3%)
CADILLAC: 6.0% (2025 2.6%)
KIA LV: 5.2% (2025 6.6%)
TOYOTA FLAGSTAFF: 4.9% (2025 3.7%)
SUBARU ST GEORGE: 3.7% (2025 5.3%)
HONDA SPOKANE: 2.2% (2025 0.1%)
LINCOLN: 1.7% (2025 0.0%)
HONDA FLAGSTAFF: 1.3% (2025 0.2%)
CDJR POST FALLS: 1.3% (2025 0.2%)
HYUNDAI ST GEORGE: 1.2% (2025 0.4%)
NISSAN: 1.1% (2025 2.6%)
TOYOTA SPOKANE: 0.5% (2025 0.3%)
VW ST GEORGE: 0.4% (2025 0.7%)
AUDI RENO: 0.1% (2025 0.2%)
LEXUS: 0.1% (2025 0.1%)
AUDI HENDERSON: 0.0% (2025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Ask Subaru Prescott, LR LV and Mazda what changed. Ask Subaru St George, Nissan and Kia LV what got in the way. Ask Mazda, Hyundai Prescott and Honda Spokane what they started this year.Source: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BRAKE FLUID % = brake fluid service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12 of 33 stores at or above 10%, led by LR LV at 20.6%. The group sits at 9.2%.Source: Qlik - Closed Repair Orders. Customer pay, Jan-Sep by close month. Same-store, INEOS excluded (opened 2026). GMC Prescott body shop labor excluded. Jan-Sep 2026 YTD; green at or above the 10% benchmark, red below.
LR LV: 20.7% (2025 15.2%)
HONDA HENDERSON: 15.6% (2025 12.9%)
LR HENDERSON: 14.3% (2025 9.0%)
ACURA: 12.7% (2025 8.6%)
HONDA NORTH: 12.1% (2025 13.1%)
VOLVO: 11.9% (2025 12.1%)
NISSAN: 11.6% (2025 3.8%)
SUBARU ST GEORGE: 10.8% (2025 11.0%)
SUBARU PRESCOTT: 10.6% (2025 6.4%)
HONDA SPOKANE: 10.3% (2025 9.8%)
SUBARU LV: 10.1% (2025 9.3%)
TOYOTA HENDERSON: 10.1% (2025 9.7%)
HYUNDAI PRESCOTT: 9.7% (2025 8.1%)
VW HENDERSON: 9.5% (2025 7.8%)
MAZDA: 8.5% (2025 4.6%)
TOYOTA PRESCOTT: 8.4% (2025 6.1%)
LEXUS: 8.4% (2025 4.9%)
KIA LV: 8.3% (2025 7.2%)
TOYOTA FLAGSTAFF: 8.1% (2025 7.3%)
LINCOLN: 7.5% (2025 2.4%)
LR RENO: 7.2% (2025 2.5%)
CHEVY GMC BULLHEAD: 7.1% (2025 3.8%)
TOYOTA SPOKANE: 7.0% (2025 6.8%)
GMC PRESCOTT: 6.1% (2025 4.6%)
KIA ST GEORGE: 6.0% (2025 3.8%)
CHEVY LV: 5.8% (2025 5.3%)
VW ST GEORGE: 5.4% (2025 4.0%)
HYUNDAI ST GEORGE: 4.7% (2025 1.6%)
CADILLAC: 4.7% (2025 4.1%)
CDJR POST FALLS: 4.2% (2025 6.0%)
HONDA FLAGSTAFF: 3.2% (2025 2.4%)
AUDI HENDERSON: 2.5% (2025 1.8%)
AUDI RENO: 1.9% (2025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Ask Nissan, LR LV and LR Henderson what changed. Ask CDJR Post Falls, Honda North and Subaru St George what got in the way. Ask Mazda, Audi Reno and Kia St George what they started this year.Source: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FUEL SERVICE % = fuel service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7 of 33 stores at or above 7.5%, led by Subaru St George at 13.8%. The group sits at 5.8%.Source: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
SUBARU ST GEORGE: 13.8% (2025 0.0%)
HONDA HENDERSON: 12.0% (2025 10.4%)
SUBARU PRESCOTT: 9.8% (2025 5.9%)
ACURA: 9.4% (2025 5.4%)
KIA ST GEORGE: 8.9% (2025 5.6%)
LINCOLN: 8.2% (2025 2.1%)
HONDA NORTH: 7.7% (2025 5.3%)
HYUNDAI PRESCOTT: 7.4% (2025 6.7%)
SUBARU LV: 7.1% (2025 8.2%)
TOYOTA PRESCOTT: 6.5% (2025 5.0%)
TOYOTA HENDERSON: 6.0% (2025 6.1%)
HYUNDAI ST GEORGE: 5.9% (2025 2.4%)
TOYOTA SPOKANE: 5.8% (2025 6.1%)
LR LV: 5.5% (2025 0.2%)
CHEVY LV: 5.3% (2025 4.8%)
MAZDA: 5.2% (2025 1.4%)
CADILLAC: 5.1% (2025 4.4%)
LR RENO: 4.6% (2025 0.0%)
LEXUS: 4.3% (2025 1.9%)
NISSAN: 4.2% (2025 0.8%)
GMC PRESCOTT: 3.6% (2025 3.0%)
HONDA SPOKANE: 3.2% (2025 0.0%)
KIA LV: 3.2% (2025 2.9%)
CDJR POST FALLS: 3.0% (2025 4.0%)
CHEVY GMC BULLHEAD: 2.7% (2025 1.8%)
VW ST GEORGE: 2.7% (2025 2.4%)
LR HENDERSON: 2.6% (2025 2.4%)
TOYOTA FLAGSTAFF: 1.7% (2025 1.7%)
AUDI RENO: 0.8% (2025 0.0%)
HONDA FLAGSTAFF: 0.7% (2025 0.7%)
VW HENDERSON: 0.0% (2025 0.0%)
AUDI HENDERSON: 0.0% (2025 0.0%)
VOLVO: 0.0% (2025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Ask Subaru St George, Lincoln and LR LV what changed. Ask Subaru LV, CDJR Post Falls and Toyota Spokane what got in the way. Ask Mazda, Hyundai St George and Honda Spokane what they started this year.Source: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chart" Target="/ppt/charts/chart12.xml"/><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chart" Target="/ppt/charts/chart15.xml"/><Relationship Id="rId4" Type="http://schemas.openxmlformats.org/officeDocument/2006/relationships/chart" Target="/ppt/charts/chart16.xml"/><Relationship Id="rId5" Type="http://schemas.openxmlformats.org/officeDocument/2006/relationships/chart" Target="/ppt/charts/chart17.xml"/><Relationship Id="rId6" Type="http://schemas.openxmlformats.org/officeDocument/2006/relationships/chart" Target="/ppt/charts/chart18.xml"/><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chart" Target="/ppt/charts/chart21.xml"/><Relationship Id="rId4" Type="http://schemas.openxmlformats.org/officeDocument/2006/relationships/chart" Target="/ppt/charts/chart22.xml"/><Relationship Id="rId5" Type="http://schemas.openxmlformats.org/officeDocument/2006/relationships/chart" Target="/ppt/charts/chart23.xml"/><Relationship Id="rId6" Type="http://schemas.openxmlformats.org/officeDocument/2006/relationships/chart" Target="/ppt/charts/chart24.xml"/><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Alignment 15%   ·   Balance 15%   ·   Brake fluid 10%   ·   Fuel service 7.5%</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12441"/>
            <a:ext cx="1691640" cy="130705"/>
          </a:xfrm>
          <a:prstGeom prst="rect">
            <a:avLst/>
          </a:prstGeom>
          <a:solidFill>
            <a:srgbClr val="12A566"/>
          </a:solidFill>
          <a:ln/>
        </p:spPr>
      </p:sp>
      <p:sp>
        <p:nvSpPr>
          <p:cNvPr id="14" name="Text 12"/>
          <p:cNvSpPr txBox="1"/>
          <p:nvPr/>
        </p:nvSpPr>
        <p:spPr>
          <a:xfrm>
            <a:off x="4754880" y="184708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73852"/>
            <a:ext cx="1502209" cy="130705"/>
          </a:xfrm>
          <a:prstGeom prst="rect">
            <a:avLst/>
          </a:prstGeom>
          <a:solidFill>
            <a:srgbClr val="12A566"/>
          </a:solidFill>
          <a:ln/>
        </p:spPr>
      </p:sp>
      <p:sp>
        <p:nvSpPr>
          <p:cNvPr id="18" name="Text 16"/>
          <p:cNvSpPr txBox="1"/>
          <p:nvPr/>
        </p:nvSpPr>
        <p:spPr>
          <a:xfrm>
            <a:off x="4754880" y="2108499"/>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435262"/>
            <a:ext cx="1339459" cy="130705"/>
          </a:xfrm>
          <a:prstGeom prst="rect">
            <a:avLst/>
          </a:prstGeom>
          <a:solidFill>
            <a:srgbClr val="12A566"/>
          </a:solidFill>
          <a:ln/>
        </p:spPr>
      </p:sp>
      <p:sp>
        <p:nvSpPr>
          <p:cNvPr id="22" name="Text 20"/>
          <p:cNvSpPr txBox="1"/>
          <p:nvPr/>
        </p:nvSpPr>
        <p:spPr>
          <a:xfrm>
            <a:off x="4754880" y="236991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96673"/>
            <a:ext cx="1310026" cy="130705"/>
          </a:xfrm>
          <a:prstGeom prst="rect">
            <a:avLst/>
          </a:prstGeom>
          <a:solidFill>
            <a:srgbClr val="12A566"/>
          </a:solidFill>
          <a:ln/>
        </p:spPr>
      </p:sp>
      <p:sp>
        <p:nvSpPr>
          <p:cNvPr id="26" name="Text 24"/>
          <p:cNvSpPr txBox="1"/>
          <p:nvPr/>
        </p:nvSpPr>
        <p:spPr>
          <a:xfrm>
            <a:off x="4754880" y="263132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958084"/>
            <a:ext cx="1076659" cy="130705"/>
          </a:xfrm>
          <a:prstGeom prst="rect">
            <a:avLst/>
          </a:prstGeom>
          <a:solidFill>
            <a:srgbClr val="12A566"/>
          </a:solidFill>
          <a:ln/>
        </p:spPr>
      </p:sp>
      <p:sp>
        <p:nvSpPr>
          <p:cNvPr id="30" name="Text 28"/>
          <p:cNvSpPr txBox="1"/>
          <p:nvPr/>
        </p:nvSpPr>
        <p:spPr>
          <a:xfrm>
            <a:off x="4754880" y="2892731"/>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219495"/>
            <a:ext cx="1069015" cy="130705"/>
          </a:xfrm>
          <a:prstGeom prst="rect">
            <a:avLst/>
          </a:prstGeom>
          <a:solidFill>
            <a:srgbClr val="12A566"/>
          </a:solidFill>
          <a:ln/>
        </p:spPr>
      </p:sp>
      <p:sp>
        <p:nvSpPr>
          <p:cNvPr id="34" name="Text 32"/>
          <p:cNvSpPr txBox="1"/>
          <p:nvPr/>
        </p:nvSpPr>
        <p:spPr>
          <a:xfrm>
            <a:off x="4754880" y="3154142"/>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480906"/>
            <a:ext cx="1026449" cy="130705"/>
          </a:xfrm>
          <a:prstGeom prst="rect">
            <a:avLst/>
          </a:prstGeom>
          <a:solidFill>
            <a:srgbClr val="12A566"/>
          </a:solidFill>
          <a:ln/>
        </p:spPr>
      </p:sp>
      <p:sp>
        <p:nvSpPr>
          <p:cNvPr id="38" name="Text 36"/>
          <p:cNvSpPr txBox="1"/>
          <p:nvPr/>
        </p:nvSpPr>
        <p:spPr>
          <a:xfrm>
            <a:off x="4754880" y="3415553"/>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742316"/>
            <a:ext cx="995062" cy="130705"/>
          </a:xfrm>
          <a:prstGeom prst="rect">
            <a:avLst/>
          </a:prstGeom>
          <a:solidFill>
            <a:srgbClr val="12A566"/>
          </a:solidFill>
          <a:ln/>
        </p:spPr>
      </p:sp>
      <p:sp>
        <p:nvSpPr>
          <p:cNvPr id="42" name="Text 40"/>
          <p:cNvSpPr txBox="1"/>
          <p:nvPr/>
        </p:nvSpPr>
        <p:spPr>
          <a:xfrm>
            <a:off x="4754880" y="3676964"/>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4003727"/>
            <a:ext cx="912206" cy="130705"/>
          </a:xfrm>
          <a:prstGeom prst="rect">
            <a:avLst/>
          </a:prstGeom>
          <a:solidFill>
            <a:srgbClr val="C2352F"/>
          </a:solidFill>
          <a:ln/>
        </p:spPr>
      </p:sp>
      <p:sp>
        <p:nvSpPr>
          <p:cNvPr id="46" name="Text 44"/>
          <p:cNvSpPr txBox="1"/>
          <p:nvPr/>
        </p:nvSpPr>
        <p:spPr>
          <a:xfrm>
            <a:off x="4754880" y="393837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265138"/>
            <a:ext cx="895065" cy="130705"/>
          </a:xfrm>
          <a:prstGeom prst="rect">
            <a:avLst/>
          </a:prstGeom>
          <a:solidFill>
            <a:srgbClr val="C2352F"/>
          </a:solidFill>
          <a:ln/>
        </p:spPr>
      </p:sp>
      <p:sp>
        <p:nvSpPr>
          <p:cNvPr id="50" name="Text 48"/>
          <p:cNvSpPr txBox="1"/>
          <p:nvPr/>
        </p:nvSpPr>
        <p:spPr>
          <a:xfrm>
            <a:off x="4754880" y="419978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526549"/>
            <a:ext cx="893702" cy="130705"/>
          </a:xfrm>
          <a:prstGeom prst="rect">
            <a:avLst/>
          </a:prstGeom>
          <a:solidFill>
            <a:srgbClr val="C2352F"/>
          </a:solidFill>
          <a:ln/>
        </p:spPr>
      </p:sp>
      <p:sp>
        <p:nvSpPr>
          <p:cNvPr id="54" name="Text 52"/>
          <p:cNvSpPr txBox="1"/>
          <p:nvPr/>
        </p:nvSpPr>
        <p:spPr>
          <a:xfrm>
            <a:off x="4754880" y="4461196"/>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787960"/>
            <a:ext cx="853471" cy="130705"/>
          </a:xfrm>
          <a:prstGeom prst="rect">
            <a:avLst/>
          </a:prstGeom>
          <a:solidFill>
            <a:srgbClr val="C2352F"/>
          </a:solidFill>
          <a:ln/>
        </p:spPr>
      </p:sp>
      <p:sp>
        <p:nvSpPr>
          <p:cNvPr id="58" name="Text 56"/>
          <p:cNvSpPr txBox="1"/>
          <p:nvPr/>
        </p:nvSpPr>
        <p:spPr>
          <a:xfrm>
            <a:off x="4754880" y="4722607"/>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5049371"/>
            <a:ext cx="852824" cy="130705"/>
          </a:xfrm>
          <a:prstGeom prst="rect">
            <a:avLst/>
          </a:prstGeom>
          <a:solidFill>
            <a:srgbClr val="C2352F"/>
          </a:solidFill>
          <a:ln/>
        </p:spPr>
      </p:sp>
      <p:sp>
        <p:nvSpPr>
          <p:cNvPr id="62" name="Text 60"/>
          <p:cNvSpPr txBox="1"/>
          <p:nvPr/>
        </p:nvSpPr>
        <p:spPr>
          <a:xfrm>
            <a:off x="4754880" y="498401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310781"/>
            <a:ext cx="836304" cy="130705"/>
          </a:xfrm>
          <a:prstGeom prst="rect">
            <a:avLst/>
          </a:prstGeom>
          <a:solidFill>
            <a:srgbClr val="C2352F"/>
          </a:solidFill>
          <a:ln/>
        </p:spPr>
      </p:sp>
      <p:sp>
        <p:nvSpPr>
          <p:cNvPr id="66" name="Text 64"/>
          <p:cNvSpPr txBox="1"/>
          <p:nvPr/>
        </p:nvSpPr>
        <p:spPr>
          <a:xfrm>
            <a:off x="4754880" y="524542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572192"/>
            <a:ext cx="791605" cy="130705"/>
          </a:xfrm>
          <a:prstGeom prst="rect">
            <a:avLst/>
          </a:prstGeom>
          <a:solidFill>
            <a:srgbClr val="C2352F"/>
          </a:solidFill>
          <a:ln/>
        </p:spPr>
      </p:sp>
      <p:sp>
        <p:nvSpPr>
          <p:cNvPr id="70" name="Text 68"/>
          <p:cNvSpPr txBox="1"/>
          <p:nvPr/>
        </p:nvSpPr>
        <p:spPr>
          <a:xfrm>
            <a:off x="4754880" y="550684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833603"/>
            <a:ext cx="790712" cy="130705"/>
          </a:xfrm>
          <a:prstGeom prst="rect">
            <a:avLst/>
          </a:prstGeom>
          <a:solidFill>
            <a:srgbClr val="C2352F"/>
          </a:solidFill>
          <a:ln/>
        </p:spPr>
      </p:sp>
      <p:sp>
        <p:nvSpPr>
          <p:cNvPr id="74" name="Text 72"/>
          <p:cNvSpPr txBox="1"/>
          <p:nvPr/>
        </p:nvSpPr>
        <p:spPr>
          <a:xfrm>
            <a:off x="4754880" y="576825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6095014"/>
            <a:ext cx="773020" cy="130705"/>
          </a:xfrm>
          <a:prstGeom prst="rect">
            <a:avLst/>
          </a:prstGeom>
          <a:solidFill>
            <a:srgbClr val="C2352F"/>
          </a:solidFill>
          <a:ln/>
        </p:spPr>
      </p:sp>
      <p:sp>
        <p:nvSpPr>
          <p:cNvPr id="78" name="Text 76"/>
          <p:cNvSpPr txBox="1"/>
          <p:nvPr/>
        </p:nvSpPr>
        <p:spPr>
          <a:xfrm>
            <a:off x="4754880" y="6029661"/>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12441"/>
            <a:ext cx="770247" cy="130705"/>
          </a:xfrm>
          <a:prstGeom prst="rect">
            <a:avLst/>
          </a:prstGeom>
          <a:solidFill>
            <a:srgbClr val="C2352F"/>
          </a:solidFill>
          <a:ln/>
        </p:spPr>
      </p:sp>
      <p:sp>
        <p:nvSpPr>
          <p:cNvPr id="82" name="Text 80"/>
          <p:cNvSpPr txBox="1"/>
          <p:nvPr/>
        </p:nvSpPr>
        <p:spPr>
          <a:xfrm>
            <a:off x="10305288" y="184708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73852"/>
            <a:ext cx="758672" cy="130705"/>
          </a:xfrm>
          <a:prstGeom prst="rect">
            <a:avLst/>
          </a:prstGeom>
          <a:solidFill>
            <a:srgbClr val="C2352F"/>
          </a:solidFill>
          <a:ln/>
        </p:spPr>
      </p:sp>
      <p:sp>
        <p:nvSpPr>
          <p:cNvPr id="86" name="Text 84"/>
          <p:cNvSpPr txBox="1"/>
          <p:nvPr/>
        </p:nvSpPr>
        <p:spPr>
          <a:xfrm>
            <a:off x="10305288" y="210849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435262"/>
            <a:ext cx="726142" cy="130705"/>
          </a:xfrm>
          <a:prstGeom prst="rect">
            <a:avLst/>
          </a:prstGeom>
          <a:solidFill>
            <a:srgbClr val="C2352F"/>
          </a:solidFill>
          <a:ln/>
        </p:spPr>
      </p:sp>
      <p:sp>
        <p:nvSpPr>
          <p:cNvPr id="90" name="Text 88"/>
          <p:cNvSpPr txBox="1"/>
          <p:nvPr/>
        </p:nvSpPr>
        <p:spPr>
          <a:xfrm>
            <a:off x="10305288" y="236991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96673"/>
            <a:ext cx="722110" cy="130705"/>
          </a:xfrm>
          <a:prstGeom prst="rect">
            <a:avLst/>
          </a:prstGeom>
          <a:solidFill>
            <a:srgbClr val="C2352F"/>
          </a:solidFill>
          <a:ln/>
        </p:spPr>
      </p:sp>
      <p:sp>
        <p:nvSpPr>
          <p:cNvPr id="94" name="Text 92"/>
          <p:cNvSpPr txBox="1"/>
          <p:nvPr/>
        </p:nvSpPr>
        <p:spPr>
          <a:xfrm>
            <a:off x="10305288" y="263132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958084"/>
            <a:ext cx="698534" cy="130705"/>
          </a:xfrm>
          <a:prstGeom prst="rect">
            <a:avLst/>
          </a:prstGeom>
          <a:solidFill>
            <a:srgbClr val="C2352F"/>
          </a:solidFill>
          <a:ln/>
        </p:spPr>
      </p:sp>
      <p:sp>
        <p:nvSpPr>
          <p:cNvPr id="98" name="Text 96"/>
          <p:cNvSpPr txBox="1"/>
          <p:nvPr/>
        </p:nvSpPr>
        <p:spPr>
          <a:xfrm>
            <a:off x="10305288" y="2892731"/>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219495"/>
            <a:ext cx="684930" cy="130705"/>
          </a:xfrm>
          <a:prstGeom prst="rect">
            <a:avLst/>
          </a:prstGeom>
          <a:solidFill>
            <a:srgbClr val="C2352F"/>
          </a:solidFill>
          <a:ln/>
        </p:spPr>
      </p:sp>
      <p:sp>
        <p:nvSpPr>
          <p:cNvPr id="102" name="Text 100"/>
          <p:cNvSpPr txBox="1"/>
          <p:nvPr/>
        </p:nvSpPr>
        <p:spPr>
          <a:xfrm>
            <a:off x="10305288" y="3154142"/>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480906"/>
            <a:ext cx="681795" cy="130705"/>
          </a:xfrm>
          <a:prstGeom prst="rect">
            <a:avLst/>
          </a:prstGeom>
          <a:solidFill>
            <a:srgbClr val="C2352F"/>
          </a:solidFill>
          <a:ln/>
        </p:spPr>
      </p:sp>
      <p:sp>
        <p:nvSpPr>
          <p:cNvPr id="106" name="Text 104"/>
          <p:cNvSpPr txBox="1"/>
          <p:nvPr/>
        </p:nvSpPr>
        <p:spPr>
          <a:xfrm>
            <a:off x="10305288" y="3415553"/>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742316"/>
            <a:ext cx="680768" cy="130705"/>
          </a:xfrm>
          <a:prstGeom prst="rect">
            <a:avLst/>
          </a:prstGeom>
          <a:solidFill>
            <a:srgbClr val="C2352F"/>
          </a:solidFill>
          <a:ln/>
        </p:spPr>
      </p:sp>
      <p:sp>
        <p:nvSpPr>
          <p:cNvPr id="110" name="Text 108"/>
          <p:cNvSpPr txBox="1"/>
          <p:nvPr/>
        </p:nvSpPr>
        <p:spPr>
          <a:xfrm>
            <a:off x="10305288" y="3676964"/>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4003727"/>
            <a:ext cx="600097" cy="130705"/>
          </a:xfrm>
          <a:prstGeom prst="rect">
            <a:avLst/>
          </a:prstGeom>
          <a:solidFill>
            <a:srgbClr val="C2352F"/>
          </a:solidFill>
          <a:ln/>
        </p:spPr>
      </p:sp>
      <p:sp>
        <p:nvSpPr>
          <p:cNvPr id="114" name="Text 112"/>
          <p:cNvSpPr txBox="1"/>
          <p:nvPr/>
        </p:nvSpPr>
        <p:spPr>
          <a:xfrm>
            <a:off x="10305288" y="393837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265138"/>
            <a:ext cx="597592" cy="130705"/>
          </a:xfrm>
          <a:prstGeom prst="rect">
            <a:avLst/>
          </a:prstGeom>
          <a:solidFill>
            <a:srgbClr val="C2352F"/>
          </a:solidFill>
          <a:ln/>
        </p:spPr>
      </p:sp>
      <p:sp>
        <p:nvSpPr>
          <p:cNvPr id="118" name="Text 116"/>
          <p:cNvSpPr txBox="1"/>
          <p:nvPr/>
        </p:nvSpPr>
        <p:spPr>
          <a:xfrm>
            <a:off x="10305288" y="419978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526549"/>
            <a:ext cx="518858" cy="130705"/>
          </a:xfrm>
          <a:prstGeom prst="rect">
            <a:avLst/>
          </a:prstGeom>
          <a:solidFill>
            <a:srgbClr val="C2352F"/>
          </a:solidFill>
          <a:ln/>
        </p:spPr>
      </p:sp>
      <p:sp>
        <p:nvSpPr>
          <p:cNvPr id="122" name="Text 120"/>
          <p:cNvSpPr txBox="1"/>
          <p:nvPr/>
        </p:nvSpPr>
        <p:spPr>
          <a:xfrm>
            <a:off x="10305288" y="4461196"/>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787960"/>
            <a:ext cx="491810" cy="130705"/>
          </a:xfrm>
          <a:prstGeom prst="rect">
            <a:avLst/>
          </a:prstGeom>
          <a:solidFill>
            <a:srgbClr val="C2352F"/>
          </a:solidFill>
          <a:ln/>
        </p:spPr>
      </p:sp>
      <p:sp>
        <p:nvSpPr>
          <p:cNvPr id="126" name="Text 124"/>
          <p:cNvSpPr txBox="1"/>
          <p:nvPr/>
        </p:nvSpPr>
        <p:spPr>
          <a:xfrm>
            <a:off x="10305288" y="4722607"/>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5049371"/>
            <a:ext cx="459272" cy="130705"/>
          </a:xfrm>
          <a:prstGeom prst="rect">
            <a:avLst/>
          </a:prstGeom>
          <a:solidFill>
            <a:srgbClr val="C2352F"/>
          </a:solidFill>
          <a:ln/>
        </p:spPr>
      </p:sp>
      <p:sp>
        <p:nvSpPr>
          <p:cNvPr id="130" name="Text 128"/>
          <p:cNvSpPr txBox="1"/>
          <p:nvPr/>
        </p:nvSpPr>
        <p:spPr>
          <a:xfrm>
            <a:off x="10305288" y="498401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310781"/>
            <a:ext cx="345940" cy="130705"/>
          </a:xfrm>
          <a:prstGeom prst="rect">
            <a:avLst/>
          </a:prstGeom>
          <a:solidFill>
            <a:srgbClr val="C2352F"/>
          </a:solidFill>
          <a:ln/>
        </p:spPr>
      </p:sp>
      <p:sp>
        <p:nvSpPr>
          <p:cNvPr id="134" name="Text 132"/>
          <p:cNvSpPr txBox="1"/>
          <p:nvPr/>
        </p:nvSpPr>
        <p:spPr>
          <a:xfrm>
            <a:off x="10305288" y="524542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572192"/>
            <a:ext cx="261424" cy="130705"/>
          </a:xfrm>
          <a:prstGeom prst="rect">
            <a:avLst/>
          </a:prstGeom>
          <a:solidFill>
            <a:srgbClr val="C2352F"/>
          </a:solidFill>
          <a:ln/>
        </p:spPr>
      </p:sp>
      <p:sp>
        <p:nvSpPr>
          <p:cNvPr id="138" name="Text 136"/>
          <p:cNvSpPr txBox="1"/>
          <p:nvPr/>
        </p:nvSpPr>
        <p:spPr>
          <a:xfrm>
            <a:off x="10305288" y="550684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833603"/>
            <a:ext cx="259273" cy="130705"/>
          </a:xfrm>
          <a:prstGeom prst="rect">
            <a:avLst/>
          </a:prstGeom>
          <a:solidFill>
            <a:srgbClr val="C2352F"/>
          </a:solidFill>
          <a:ln/>
        </p:spPr>
      </p:sp>
      <p:sp>
        <p:nvSpPr>
          <p:cNvPr id="142" name="Text 140"/>
          <p:cNvSpPr txBox="1"/>
          <p:nvPr/>
        </p:nvSpPr>
        <p:spPr>
          <a:xfrm>
            <a:off x="10305288" y="576825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443984"/>
          </a:xfrm>
          <a:prstGeom prst="rect">
            <a:avLst/>
          </a:prstGeom>
          <a:solidFill>
            <a:srgbClr val="0B2C4A"/>
          </a:solidFill>
          <a:ln/>
        </p:spPr>
      </p:sp>
      <p:sp>
        <p:nvSpPr>
          <p:cNvPr id="144" name="Shape 142"/>
          <p:cNvSpPr/>
          <p:nvPr/>
        </p:nvSpPr>
        <p:spPr>
          <a:xfrm>
            <a:off x="9473494" y="1847088"/>
            <a:ext cx="14630" cy="4443984"/>
          </a:xfrm>
          <a:prstGeom prst="rect">
            <a:avLst/>
          </a:prstGeom>
          <a:solidFill>
            <a:srgbClr val="0B2C4A"/>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625035"/>
            <a:ext cx="64008" cy="755294"/>
          </a:xfrm>
          <a:prstGeom prst="rect">
            <a:avLst/>
          </a:prstGeom>
          <a:solidFill>
            <a:srgbClr val="12A566"/>
          </a:solidFill>
          <a:ln/>
        </p:spPr>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968142"/>
            <a:ext cx="64008" cy="755294"/>
          </a:xfrm>
          <a:prstGeom prst="rect">
            <a:avLst/>
          </a:prstGeom>
          <a:solidFill>
            <a:srgbClr val="12A566"/>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12441"/>
            <a:ext cx="1691640" cy="130705"/>
          </a:xfrm>
          <a:prstGeom prst="rect">
            <a:avLst/>
          </a:prstGeom>
          <a:solidFill>
            <a:srgbClr val="12A566"/>
          </a:solidFill>
          <a:ln/>
        </p:spPr>
      </p:sp>
      <p:sp>
        <p:nvSpPr>
          <p:cNvPr id="14" name="Text 12"/>
          <p:cNvSpPr txBox="1"/>
          <p:nvPr/>
        </p:nvSpPr>
        <p:spPr>
          <a:xfrm>
            <a:off x="4754880" y="184708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73852"/>
            <a:ext cx="1153473" cy="130705"/>
          </a:xfrm>
          <a:prstGeom prst="rect">
            <a:avLst/>
          </a:prstGeom>
          <a:solidFill>
            <a:srgbClr val="12A566"/>
          </a:solidFill>
          <a:ln/>
        </p:spPr>
      </p:sp>
      <p:sp>
        <p:nvSpPr>
          <p:cNvPr id="18" name="Text 16"/>
          <p:cNvSpPr txBox="1"/>
          <p:nvPr/>
        </p:nvSpPr>
        <p:spPr>
          <a:xfrm>
            <a:off x="4754880" y="2108499"/>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35262"/>
            <a:ext cx="1064356" cy="130705"/>
          </a:xfrm>
          <a:prstGeom prst="rect">
            <a:avLst/>
          </a:prstGeom>
          <a:solidFill>
            <a:srgbClr val="12A566"/>
          </a:solidFill>
          <a:ln/>
        </p:spPr>
      </p:sp>
      <p:sp>
        <p:nvSpPr>
          <p:cNvPr id="22" name="Text 20"/>
          <p:cNvSpPr txBox="1"/>
          <p:nvPr/>
        </p:nvSpPr>
        <p:spPr>
          <a:xfrm>
            <a:off x="4754880" y="236991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96673"/>
            <a:ext cx="1062417" cy="130705"/>
          </a:xfrm>
          <a:prstGeom prst="rect">
            <a:avLst/>
          </a:prstGeom>
          <a:solidFill>
            <a:srgbClr val="12A566"/>
          </a:solidFill>
          <a:ln/>
        </p:spPr>
      </p:sp>
      <p:sp>
        <p:nvSpPr>
          <p:cNvPr id="26" name="Text 24"/>
          <p:cNvSpPr txBox="1"/>
          <p:nvPr/>
        </p:nvSpPr>
        <p:spPr>
          <a:xfrm>
            <a:off x="4754880" y="263132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958084"/>
            <a:ext cx="938723" cy="130705"/>
          </a:xfrm>
          <a:prstGeom prst="rect">
            <a:avLst/>
          </a:prstGeom>
          <a:solidFill>
            <a:srgbClr val="C2352F"/>
          </a:solidFill>
          <a:ln/>
        </p:spPr>
      </p:sp>
      <p:sp>
        <p:nvSpPr>
          <p:cNvPr id="30" name="Text 28"/>
          <p:cNvSpPr txBox="1"/>
          <p:nvPr/>
        </p:nvSpPr>
        <p:spPr>
          <a:xfrm>
            <a:off x="4754880" y="2892731"/>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219495"/>
            <a:ext cx="883929" cy="130705"/>
          </a:xfrm>
          <a:prstGeom prst="rect">
            <a:avLst/>
          </a:prstGeom>
          <a:solidFill>
            <a:srgbClr val="C2352F"/>
          </a:solidFill>
          <a:ln/>
        </p:spPr>
      </p:sp>
      <p:sp>
        <p:nvSpPr>
          <p:cNvPr id="34" name="Text 32"/>
          <p:cNvSpPr txBox="1"/>
          <p:nvPr/>
        </p:nvSpPr>
        <p:spPr>
          <a:xfrm>
            <a:off x="4754880" y="3154142"/>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480906"/>
            <a:ext cx="847705" cy="130705"/>
          </a:xfrm>
          <a:prstGeom prst="rect">
            <a:avLst/>
          </a:prstGeom>
          <a:solidFill>
            <a:srgbClr val="C2352F"/>
          </a:solidFill>
          <a:ln/>
        </p:spPr>
      </p:sp>
      <p:sp>
        <p:nvSpPr>
          <p:cNvPr id="38" name="Text 36"/>
          <p:cNvSpPr txBox="1"/>
          <p:nvPr/>
        </p:nvSpPr>
        <p:spPr>
          <a:xfrm>
            <a:off x="4754880" y="3415553"/>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742316"/>
            <a:ext cx="826302" cy="130705"/>
          </a:xfrm>
          <a:prstGeom prst="rect">
            <a:avLst/>
          </a:prstGeom>
          <a:solidFill>
            <a:srgbClr val="C2352F"/>
          </a:solidFill>
          <a:ln/>
        </p:spPr>
      </p:sp>
      <p:sp>
        <p:nvSpPr>
          <p:cNvPr id="42" name="Text 40"/>
          <p:cNvSpPr txBox="1"/>
          <p:nvPr/>
        </p:nvSpPr>
        <p:spPr>
          <a:xfrm>
            <a:off x="4754880" y="3676964"/>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4003727"/>
            <a:ext cx="752231" cy="130705"/>
          </a:xfrm>
          <a:prstGeom prst="rect">
            <a:avLst/>
          </a:prstGeom>
          <a:solidFill>
            <a:srgbClr val="C2352F"/>
          </a:solidFill>
          <a:ln/>
        </p:spPr>
      </p:sp>
      <p:sp>
        <p:nvSpPr>
          <p:cNvPr id="46" name="Text 44"/>
          <p:cNvSpPr txBox="1"/>
          <p:nvPr/>
        </p:nvSpPr>
        <p:spPr>
          <a:xfrm>
            <a:off x="4754880" y="393837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265138"/>
            <a:ext cx="734701" cy="130705"/>
          </a:xfrm>
          <a:prstGeom prst="rect">
            <a:avLst/>
          </a:prstGeom>
          <a:solidFill>
            <a:srgbClr val="C2352F"/>
          </a:solidFill>
          <a:ln/>
        </p:spPr>
      </p:sp>
      <p:sp>
        <p:nvSpPr>
          <p:cNvPr id="50" name="Text 48"/>
          <p:cNvSpPr txBox="1"/>
          <p:nvPr/>
        </p:nvSpPr>
        <p:spPr>
          <a:xfrm>
            <a:off x="4754880" y="419978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526549"/>
            <a:ext cx="703205" cy="130705"/>
          </a:xfrm>
          <a:prstGeom prst="rect">
            <a:avLst/>
          </a:prstGeom>
          <a:solidFill>
            <a:srgbClr val="C2352F"/>
          </a:solidFill>
          <a:ln/>
        </p:spPr>
      </p:sp>
      <p:sp>
        <p:nvSpPr>
          <p:cNvPr id="54" name="Text 52"/>
          <p:cNvSpPr txBox="1"/>
          <p:nvPr/>
        </p:nvSpPr>
        <p:spPr>
          <a:xfrm>
            <a:off x="4754880" y="4461196"/>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787960"/>
            <a:ext cx="640057" cy="130705"/>
          </a:xfrm>
          <a:prstGeom prst="rect">
            <a:avLst/>
          </a:prstGeom>
          <a:solidFill>
            <a:srgbClr val="C2352F"/>
          </a:solidFill>
          <a:ln/>
        </p:spPr>
      </p:sp>
      <p:sp>
        <p:nvSpPr>
          <p:cNvPr id="58" name="Text 56"/>
          <p:cNvSpPr txBox="1"/>
          <p:nvPr/>
        </p:nvSpPr>
        <p:spPr>
          <a:xfrm>
            <a:off x="4754880" y="4722607"/>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5049371"/>
            <a:ext cx="569932" cy="130705"/>
          </a:xfrm>
          <a:prstGeom prst="rect">
            <a:avLst/>
          </a:prstGeom>
          <a:solidFill>
            <a:srgbClr val="C2352F"/>
          </a:solidFill>
          <a:ln/>
        </p:spPr>
      </p:sp>
      <p:sp>
        <p:nvSpPr>
          <p:cNvPr id="62" name="Text 60"/>
          <p:cNvSpPr txBox="1"/>
          <p:nvPr/>
        </p:nvSpPr>
        <p:spPr>
          <a:xfrm>
            <a:off x="4754880" y="498401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310781"/>
            <a:ext cx="519894" cy="130705"/>
          </a:xfrm>
          <a:prstGeom prst="rect">
            <a:avLst/>
          </a:prstGeom>
          <a:solidFill>
            <a:srgbClr val="C2352F"/>
          </a:solidFill>
          <a:ln/>
        </p:spPr>
      </p:sp>
      <p:sp>
        <p:nvSpPr>
          <p:cNvPr id="66" name="Text 64"/>
          <p:cNvSpPr txBox="1"/>
          <p:nvPr/>
        </p:nvSpPr>
        <p:spPr>
          <a:xfrm>
            <a:off x="4754880" y="524542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572192"/>
            <a:ext cx="485901" cy="130705"/>
          </a:xfrm>
          <a:prstGeom prst="rect">
            <a:avLst/>
          </a:prstGeom>
          <a:solidFill>
            <a:srgbClr val="C2352F"/>
          </a:solidFill>
          <a:ln/>
        </p:spPr>
      </p:sp>
      <p:sp>
        <p:nvSpPr>
          <p:cNvPr id="70" name="Text 68"/>
          <p:cNvSpPr txBox="1"/>
          <p:nvPr/>
        </p:nvSpPr>
        <p:spPr>
          <a:xfrm>
            <a:off x="4754880" y="550684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833603"/>
            <a:ext cx="483593" cy="130705"/>
          </a:xfrm>
          <a:prstGeom prst="rect">
            <a:avLst/>
          </a:prstGeom>
          <a:solidFill>
            <a:srgbClr val="C2352F"/>
          </a:solidFill>
          <a:ln/>
        </p:spPr>
      </p:sp>
      <p:sp>
        <p:nvSpPr>
          <p:cNvPr id="74" name="Text 72"/>
          <p:cNvSpPr txBox="1"/>
          <p:nvPr/>
        </p:nvSpPr>
        <p:spPr>
          <a:xfrm>
            <a:off x="4754880" y="576825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6095014"/>
            <a:ext cx="457948" cy="130705"/>
          </a:xfrm>
          <a:prstGeom prst="rect">
            <a:avLst/>
          </a:prstGeom>
          <a:solidFill>
            <a:srgbClr val="C2352F"/>
          </a:solidFill>
          <a:ln/>
        </p:spPr>
      </p:sp>
      <p:sp>
        <p:nvSpPr>
          <p:cNvPr id="78" name="Text 76"/>
          <p:cNvSpPr txBox="1"/>
          <p:nvPr/>
        </p:nvSpPr>
        <p:spPr>
          <a:xfrm>
            <a:off x="4754880" y="6029661"/>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12441"/>
            <a:ext cx="385888" cy="130705"/>
          </a:xfrm>
          <a:prstGeom prst="rect">
            <a:avLst/>
          </a:prstGeom>
          <a:solidFill>
            <a:srgbClr val="C2352F"/>
          </a:solidFill>
          <a:ln/>
        </p:spPr>
      </p:sp>
      <p:sp>
        <p:nvSpPr>
          <p:cNvPr id="82" name="Text 80"/>
          <p:cNvSpPr txBox="1"/>
          <p:nvPr/>
        </p:nvSpPr>
        <p:spPr>
          <a:xfrm>
            <a:off x="10305288" y="184708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73852"/>
            <a:ext cx="373935" cy="130705"/>
          </a:xfrm>
          <a:prstGeom prst="rect">
            <a:avLst/>
          </a:prstGeom>
          <a:solidFill>
            <a:srgbClr val="C2352F"/>
          </a:solidFill>
          <a:ln/>
        </p:spPr>
      </p:sp>
      <p:sp>
        <p:nvSpPr>
          <p:cNvPr id="86" name="Text 84"/>
          <p:cNvSpPr txBox="1"/>
          <p:nvPr/>
        </p:nvSpPr>
        <p:spPr>
          <a:xfrm>
            <a:off x="10305288" y="210849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435262"/>
            <a:ext cx="328119" cy="130705"/>
          </a:xfrm>
          <a:prstGeom prst="rect">
            <a:avLst/>
          </a:prstGeom>
          <a:solidFill>
            <a:srgbClr val="C2352F"/>
          </a:solidFill>
          <a:ln/>
        </p:spPr>
      </p:sp>
      <p:sp>
        <p:nvSpPr>
          <p:cNvPr id="90" name="Text 88"/>
          <p:cNvSpPr txBox="1"/>
          <p:nvPr/>
        </p:nvSpPr>
        <p:spPr>
          <a:xfrm>
            <a:off x="10305288" y="236991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96673"/>
            <a:ext cx="309470" cy="130705"/>
          </a:xfrm>
          <a:prstGeom prst="rect">
            <a:avLst/>
          </a:prstGeom>
          <a:solidFill>
            <a:srgbClr val="C2352F"/>
          </a:solidFill>
          <a:ln/>
        </p:spPr>
      </p:sp>
      <p:sp>
        <p:nvSpPr>
          <p:cNvPr id="94" name="Text 92"/>
          <p:cNvSpPr txBox="1"/>
          <p:nvPr/>
        </p:nvSpPr>
        <p:spPr>
          <a:xfrm>
            <a:off x="10305288" y="263132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958084"/>
            <a:ext cx="231259" cy="130705"/>
          </a:xfrm>
          <a:prstGeom prst="rect">
            <a:avLst/>
          </a:prstGeom>
          <a:solidFill>
            <a:srgbClr val="C2352F"/>
          </a:solidFill>
          <a:ln/>
        </p:spPr>
      </p:sp>
      <p:sp>
        <p:nvSpPr>
          <p:cNvPr id="98" name="Text 96"/>
          <p:cNvSpPr txBox="1"/>
          <p:nvPr/>
        </p:nvSpPr>
        <p:spPr>
          <a:xfrm>
            <a:off x="10305288" y="2892731"/>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219495"/>
            <a:ext cx="136790" cy="130705"/>
          </a:xfrm>
          <a:prstGeom prst="rect">
            <a:avLst/>
          </a:prstGeom>
          <a:solidFill>
            <a:srgbClr val="C2352F"/>
          </a:solidFill>
          <a:ln/>
        </p:spPr>
      </p:sp>
      <p:sp>
        <p:nvSpPr>
          <p:cNvPr id="102" name="Text 100"/>
          <p:cNvSpPr txBox="1"/>
          <p:nvPr/>
        </p:nvSpPr>
        <p:spPr>
          <a:xfrm>
            <a:off x="10305288" y="3154142"/>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480906"/>
            <a:ext cx="104802" cy="130705"/>
          </a:xfrm>
          <a:prstGeom prst="rect">
            <a:avLst/>
          </a:prstGeom>
          <a:solidFill>
            <a:srgbClr val="C2352F"/>
          </a:solidFill>
          <a:ln/>
        </p:spPr>
      </p:sp>
      <p:sp>
        <p:nvSpPr>
          <p:cNvPr id="106" name="Text 104"/>
          <p:cNvSpPr txBox="1"/>
          <p:nvPr/>
        </p:nvSpPr>
        <p:spPr>
          <a:xfrm>
            <a:off x="10305288" y="3415553"/>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742316"/>
            <a:ext cx="82384" cy="130705"/>
          </a:xfrm>
          <a:prstGeom prst="rect">
            <a:avLst/>
          </a:prstGeom>
          <a:solidFill>
            <a:srgbClr val="C2352F"/>
          </a:solidFill>
          <a:ln/>
        </p:spPr>
      </p:sp>
      <p:sp>
        <p:nvSpPr>
          <p:cNvPr id="110" name="Text 108"/>
          <p:cNvSpPr txBox="1"/>
          <p:nvPr/>
        </p:nvSpPr>
        <p:spPr>
          <a:xfrm>
            <a:off x="10305288" y="3676964"/>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4003727"/>
            <a:ext cx="79502" cy="130705"/>
          </a:xfrm>
          <a:prstGeom prst="rect">
            <a:avLst/>
          </a:prstGeom>
          <a:solidFill>
            <a:srgbClr val="C2352F"/>
          </a:solidFill>
          <a:ln/>
        </p:spPr>
      </p:sp>
      <p:sp>
        <p:nvSpPr>
          <p:cNvPr id="114" name="Text 112"/>
          <p:cNvSpPr txBox="1"/>
          <p:nvPr/>
        </p:nvSpPr>
        <p:spPr>
          <a:xfrm>
            <a:off x="10305288" y="393837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265138"/>
            <a:ext cx="76690" cy="130705"/>
          </a:xfrm>
          <a:prstGeom prst="rect">
            <a:avLst/>
          </a:prstGeom>
          <a:solidFill>
            <a:srgbClr val="C2352F"/>
          </a:solidFill>
          <a:ln/>
        </p:spPr>
      </p:sp>
      <p:sp>
        <p:nvSpPr>
          <p:cNvPr id="118" name="Text 116"/>
          <p:cNvSpPr txBox="1"/>
          <p:nvPr/>
        </p:nvSpPr>
        <p:spPr>
          <a:xfrm>
            <a:off x="10305288" y="419978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526549"/>
            <a:ext cx="66479" cy="130705"/>
          </a:xfrm>
          <a:prstGeom prst="rect">
            <a:avLst/>
          </a:prstGeom>
          <a:solidFill>
            <a:srgbClr val="C2352F"/>
          </a:solidFill>
          <a:ln/>
        </p:spPr>
      </p:sp>
      <p:sp>
        <p:nvSpPr>
          <p:cNvPr id="122" name="Text 120"/>
          <p:cNvSpPr txBox="1"/>
          <p:nvPr/>
        </p:nvSpPr>
        <p:spPr>
          <a:xfrm>
            <a:off x="10305288" y="4461196"/>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787960"/>
            <a:ext cx="31004" cy="130705"/>
          </a:xfrm>
          <a:prstGeom prst="rect">
            <a:avLst/>
          </a:prstGeom>
          <a:solidFill>
            <a:srgbClr val="C2352F"/>
          </a:solidFill>
          <a:ln/>
        </p:spPr>
      </p:sp>
      <p:sp>
        <p:nvSpPr>
          <p:cNvPr id="126" name="Text 124"/>
          <p:cNvSpPr txBox="1"/>
          <p:nvPr/>
        </p:nvSpPr>
        <p:spPr>
          <a:xfrm>
            <a:off x="10305288" y="4722607"/>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5049371"/>
            <a:ext cx="26115" cy="130705"/>
          </a:xfrm>
          <a:prstGeom prst="rect">
            <a:avLst/>
          </a:prstGeom>
          <a:solidFill>
            <a:srgbClr val="C2352F"/>
          </a:solidFill>
          <a:ln/>
        </p:spPr>
      </p:sp>
      <p:sp>
        <p:nvSpPr>
          <p:cNvPr id="130" name="Text 128"/>
          <p:cNvSpPr txBox="1"/>
          <p:nvPr/>
        </p:nvSpPr>
        <p:spPr>
          <a:xfrm>
            <a:off x="10305288" y="498401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310781"/>
            <a:ext cx="18288" cy="130705"/>
          </a:xfrm>
          <a:prstGeom prst="rect">
            <a:avLst/>
          </a:prstGeom>
          <a:solidFill>
            <a:srgbClr val="C2352F"/>
          </a:solidFill>
          <a:ln/>
        </p:spPr>
      </p:sp>
      <p:sp>
        <p:nvSpPr>
          <p:cNvPr id="134" name="Text 132"/>
          <p:cNvSpPr txBox="1"/>
          <p:nvPr/>
        </p:nvSpPr>
        <p:spPr>
          <a:xfrm>
            <a:off x="10305288" y="524542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572192"/>
            <a:ext cx="18288" cy="130705"/>
          </a:xfrm>
          <a:prstGeom prst="rect">
            <a:avLst/>
          </a:prstGeom>
          <a:solidFill>
            <a:srgbClr val="C2352F"/>
          </a:solidFill>
          <a:ln/>
        </p:spPr>
      </p:sp>
      <p:sp>
        <p:nvSpPr>
          <p:cNvPr id="138" name="Text 136"/>
          <p:cNvSpPr txBox="1"/>
          <p:nvPr/>
        </p:nvSpPr>
        <p:spPr>
          <a:xfrm>
            <a:off x="10305288" y="550684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833603"/>
            <a:ext cx="18288" cy="130705"/>
          </a:xfrm>
          <a:prstGeom prst="rect">
            <a:avLst/>
          </a:prstGeom>
          <a:solidFill>
            <a:srgbClr val="C2352F"/>
          </a:solidFill>
          <a:ln/>
        </p:spPr>
      </p:sp>
      <p:sp>
        <p:nvSpPr>
          <p:cNvPr id="142" name="Text 140"/>
          <p:cNvSpPr txBox="1"/>
          <p:nvPr/>
        </p:nvSpPr>
        <p:spPr>
          <a:xfrm>
            <a:off x="10305288" y="576825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443984"/>
          </a:xfrm>
          <a:prstGeom prst="rect">
            <a:avLst/>
          </a:prstGeom>
          <a:solidFill>
            <a:srgbClr val="0B2C4A"/>
          </a:solidFill>
          <a:ln/>
        </p:spPr>
      </p:sp>
      <p:sp>
        <p:nvSpPr>
          <p:cNvPr id="144" name="Shape 142"/>
          <p:cNvSpPr/>
          <p:nvPr/>
        </p:nvSpPr>
        <p:spPr>
          <a:xfrm>
            <a:off x="9491113" y="1847088"/>
            <a:ext cx="14630" cy="4443984"/>
          </a:xfrm>
          <a:prstGeom prst="rect">
            <a:avLst/>
          </a:prstGeom>
          <a:solidFill>
            <a:srgbClr val="0B2C4A"/>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12441"/>
            <a:ext cx="1691640" cy="130705"/>
          </a:xfrm>
          <a:prstGeom prst="rect">
            <a:avLst/>
          </a:prstGeom>
          <a:solidFill>
            <a:srgbClr val="12A566"/>
          </a:solidFill>
          <a:ln/>
        </p:spPr>
      </p:sp>
      <p:sp>
        <p:nvSpPr>
          <p:cNvPr id="14" name="Text 12"/>
          <p:cNvSpPr txBox="1"/>
          <p:nvPr/>
        </p:nvSpPr>
        <p:spPr>
          <a:xfrm>
            <a:off x="4754880" y="184708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73852"/>
            <a:ext cx="1277371" cy="130705"/>
          </a:xfrm>
          <a:prstGeom prst="rect">
            <a:avLst/>
          </a:prstGeom>
          <a:solidFill>
            <a:srgbClr val="12A566"/>
          </a:solidFill>
          <a:ln/>
        </p:spPr>
      </p:sp>
      <p:sp>
        <p:nvSpPr>
          <p:cNvPr id="18" name="Text 16"/>
          <p:cNvSpPr txBox="1"/>
          <p:nvPr/>
        </p:nvSpPr>
        <p:spPr>
          <a:xfrm>
            <a:off x="4754880" y="2108499"/>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435262"/>
            <a:ext cx="1171658" cy="130705"/>
          </a:xfrm>
          <a:prstGeom prst="rect">
            <a:avLst/>
          </a:prstGeom>
          <a:solidFill>
            <a:srgbClr val="12A566"/>
          </a:solidFill>
          <a:ln/>
        </p:spPr>
      </p:sp>
      <p:sp>
        <p:nvSpPr>
          <p:cNvPr id="22" name="Text 20"/>
          <p:cNvSpPr txBox="1"/>
          <p:nvPr/>
        </p:nvSpPr>
        <p:spPr>
          <a:xfrm>
            <a:off x="4754880" y="236991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96673"/>
            <a:ext cx="1042017" cy="130705"/>
          </a:xfrm>
          <a:prstGeom prst="rect">
            <a:avLst/>
          </a:prstGeom>
          <a:solidFill>
            <a:srgbClr val="12A566"/>
          </a:solidFill>
          <a:ln/>
        </p:spPr>
      </p:sp>
      <p:sp>
        <p:nvSpPr>
          <p:cNvPr id="26" name="Text 24"/>
          <p:cNvSpPr txBox="1"/>
          <p:nvPr/>
        </p:nvSpPr>
        <p:spPr>
          <a:xfrm>
            <a:off x="4754880" y="263132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958084"/>
            <a:ext cx="991227" cy="130705"/>
          </a:xfrm>
          <a:prstGeom prst="rect">
            <a:avLst/>
          </a:prstGeom>
          <a:solidFill>
            <a:srgbClr val="12A566"/>
          </a:solidFill>
          <a:ln/>
        </p:spPr>
      </p:sp>
      <p:sp>
        <p:nvSpPr>
          <p:cNvPr id="30" name="Text 28"/>
          <p:cNvSpPr txBox="1"/>
          <p:nvPr/>
        </p:nvSpPr>
        <p:spPr>
          <a:xfrm>
            <a:off x="4754880" y="2892731"/>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219495"/>
            <a:ext cx="975131" cy="130705"/>
          </a:xfrm>
          <a:prstGeom prst="rect">
            <a:avLst/>
          </a:prstGeom>
          <a:solidFill>
            <a:srgbClr val="12A566"/>
          </a:solidFill>
          <a:ln/>
        </p:spPr>
      </p:sp>
      <p:sp>
        <p:nvSpPr>
          <p:cNvPr id="34" name="Text 32"/>
          <p:cNvSpPr txBox="1"/>
          <p:nvPr/>
        </p:nvSpPr>
        <p:spPr>
          <a:xfrm>
            <a:off x="4754880" y="3154142"/>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480906"/>
            <a:ext cx="953847" cy="130705"/>
          </a:xfrm>
          <a:prstGeom prst="rect">
            <a:avLst/>
          </a:prstGeom>
          <a:solidFill>
            <a:srgbClr val="12A566"/>
          </a:solidFill>
          <a:ln/>
        </p:spPr>
      </p:sp>
      <p:sp>
        <p:nvSpPr>
          <p:cNvPr id="38" name="Text 36"/>
          <p:cNvSpPr txBox="1"/>
          <p:nvPr/>
        </p:nvSpPr>
        <p:spPr>
          <a:xfrm>
            <a:off x="4754880" y="3415553"/>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742316"/>
            <a:ext cx="880621" cy="130705"/>
          </a:xfrm>
          <a:prstGeom prst="rect">
            <a:avLst/>
          </a:prstGeom>
          <a:solidFill>
            <a:srgbClr val="12A566"/>
          </a:solidFill>
          <a:ln/>
        </p:spPr>
      </p:sp>
      <p:sp>
        <p:nvSpPr>
          <p:cNvPr id="42" name="Text 40"/>
          <p:cNvSpPr txBox="1"/>
          <p:nvPr/>
        </p:nvSpPr>
        <p:spPr>
          <a:xfrm>
            <a:off x="4754880" y="3676964"/>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4003727"/>
            <a:ext cx="869652" cy="130705"/>
          </a:xfrm>
          <a:prstGeom prst="rect">
            <a:avLst/>
          </a:prstGeom>
          <a:solidFill>
            <a:srgbClr val="12A566"/>
          </a:solidFill>
          <a:ln/>
        </p:spPr>
      </p:sp>
      <p:sp>
        <p:nvSpPr>
          <p:cNvPr id="46" name="Text 44"/>
          <p:cNvSpPr txBox="1"/>
          <p:nvPr/>
        </p:nvSpPr>
        <p:spPr>
          <a:xfrm>
            <a:off x="4754880" y="3938375"/>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265138"/>
            <a:ext cx="846628" cy="130705"/>
          </a:xfrm>
          <a:prstGeom prst="rect">
            <a:avLst/>
          </a:prstGeom>
          <a:solidFill>
            <a:srgbClr val="12A566"/>
          </a:solidFill>
          <a:ln/>
        </p:spPr>
      </p:sp>
      <p:sp>
        <p:nvSpPr>
          <p:cNvPr id="50" name="Text 48"/>
          <p:cNvSpPr txBox="1"/>
          <p:nvPr/>
        </p:nvSpPr>
        <p:spPr>
          <a:xfrm>
            <a:off x="4754880" y="4199785"/>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526549"/>
            <a:ext cx="830606" cy="130705"/>
          </a:xfrm>
          <a:prstGeom prst="rect">
            <a:avLst/>
          </a:prstGeom>
          <a:solidFill>
            <a:srgbClr val="12A566"/>
          </a:solidFill>
          <a:ln/>
        </p:spPr>
      </p:sp>
      <p:sp>
        <p:nvSpPr>
          <p:cNvPr id="54" name="Text 52"/>
          <p:cNvSpPr txBox="1"/>
          <p:nvPr/>
        </p:nvSpPr>
        <p:spPr>
          <a:xfrm>
            <a:off x="4754880" y="4461196"/>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787960"/>
            <a:ext cx="824603" cy="130705"/>
          </a:xfrm>
          <a:prstGeom prst="rect">
            <a:avLst/>
          </a:prstGeom>
          <a:solidFill>
            <a:srgbClr val="12A566"/>
          </a:solidFill>
          <a:ln/>
        </p:spPr>
      </p:sp>
      <p:sp>
        <p:nvSpPr>
          <p:cNvPr id="58" name="Text 56"/>
          <p:cNvSpPr txBox="1"/>
          <p:nvPr/>
        </p:nvSpPr>
        <p:spPr>
          <a:xfrm>
            <a:off x="4754880" y="4722607"/>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5049371"/>
            <a:ext cx="790584" cy="130705"/>
          </a:xfrm>
          <a:prstGeom prst="rect">
            <a:avLst/>
          </a:prstGeom>
          <a:solidFill>
            <a:srgbClr val="C2352F"/>
          </a:solidFill>
          <a:ln/>
        </p:spPr>
      </p:sp>
      <p:sp>
        <p:nvSpPr>
          <p:cNvPr id="62" name="Text 60"/>
          <p:cNvSpPr txBox="1"/>
          <p:nvPr/>
        </p:nvSpPr>
        <p:spPr>
          <a:xfrm>
            <a:off x="4754880" y="498401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310781"/>
            <a:ext cx="780105" cy="130705"/>
          </a:xfrm>
          <a:prstGeom prst="rect">
            <a:avLst/>
          </a:prstGeom>
          <a:solidFill>
            <a:srgbClr val="C2352F"/>
          </a:solidFill>
          <a:ln/>
        </p:spPr>
      </p:sp>
      <p:sp>
        <p:nvSpPr>
          <p:cNvPr id="66" name="Text 64"/>
          <p:cNvSpPr txBox="1"/>
          <p:nvPr/>
        </p:nvSpPr>
        <p:spPr>
          <a:xfrm>
            <a:off x="4754880" y="524542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572192"/>
            <a:ext cx="695403" cy="130705"/>
          </a:xfrm>
          <a:prstGeom prst="rect">
            <a:avLst/>
          </a:prstGeom>
          <a:solidFill>
            <a:srgbClr val="C2352F"/>
          </a:solidFill>
          <a:ln/>
        </p:spPr>
      </p:sp>
      <p:sp>
        <p:nvSpPr>
          <p:cNvPr id="70" name="Text 68"/>
          <p:cNvSpPr txBox="1"/>
          <p:nvPr/>
        </p:nvSpPr>
        <p:spPr>
          <a:xfrm>
            <a:off x="4754880" y="550684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833603"/>
            <a:ext cx="688562" cy="130705"/>
          </a:xfrm>
          <a:prstGeom prst="rect">
            <a:avLst/>
          </a:prstGeom>
          <a:solidFill>
            <a:srgbClr val="C2352F"/>
          </a:solidFill>
          <a:ln/>
        </p:spPr>
      </p:sp>
      <p:sp>
        <p:nvSpPr>
          <p:cNvPr id="74" name="Text 72"/>
          <p:cNvSpPr txBox="1"/>
          <p:nvPr/>
        </p:nvSpPr>
        <p:spPr>
          <a:xfrm>
            <a:off x="4754880" y="576825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6095014"/>
            <a:ext cx="686926" cy="130705"/>
          </a:xfrm>
          <a:prstGeom prst="rect">
            <a:avLst/>
          </a:prstGeom>
          <a:solidFill>
            <a:srgbClr val="C2352F"/>
          </a:solidFill>
          <a:ln/>
        </p:spPr>
      </p:sp>
      <p:sp>
        <p:nvSpPr>
          <p:cNvPr id="78" name="Text 76"/>
          <p:cNvSpPr txBox="1"/>
          <p:nvPr/>
        </p:nvSpPr>
        <p:spPr>
          <a:xfrm>
            <a:off x="4754880" y="6029661"/>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12441"/>
            <a:ext cx="677808" cy="130705"/>
          </a:xfrm>
          <a:prstGeom prst="rect">
            <a:avLst/>
          </a:prstGeom>
          <a:solidFill>
            <a:srgbClr val="C2352F"/>
          </a:solidFill>
          <a:ln/>
        </p:spPr>
      </p:sp>
      <p:sp>
        <p:nvSpPr>
          <p:cNvPr id="82" name="Text 80"/>
          <p:cNvSpPr txBox="1"/>
          <p:nvPr/>
        </p:nvSpPr>
        <p:spPr>
          <a:xfrm>
            <a:off x="10305288" y="184708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73852"/>
            <a:ext cx="661087" cy="130705"/>
          </a:xfrm>
          <a:prstGeom prst="rect">
            <a:avLst/>
          </a:prstGeom>
          <a:solidFill>
            <a:srgbClr val="C2352F"/>
          </a:solidFill>
          <a:ln/>
        </p:spPr>
      </p:sp>
      <p:sp>
        <p:nvSpPr>
          <p:cNvPr id="86" name="Text 84"/>
          <p:cNvSpPr txBox="1"/>
          <p:nvPr/>
        </p:nvSpPr>
        <p:spPr>
          <a:xfrm>
            <a:off x="10305288" y="210849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435262"/>
            <a:ext cx="616668" cy="130705"/>
          </a:xfrm>
          <a:prstGeom prst="rect">
            <a:avLst/>
          </a:prstGeom>
          <a:solidFill>
            <a:srgbClr val="C2352F"/>
          </a:solidFill>
          <a:ln/>
        </p:spPr>
      </p:sp>
      <p:sp>
        <p:nvSpPr>
          <p:cNvPr id="90" name="Text 88"/>
          <p:cNvSpPr txBox="1"/>
          <p:nvPr/>
        </p:nvSpPr>
        <p:spPr>
          <a:xfrm>
            <a:off x="10305288" y="236991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96673"/>
            <a:ext cx="593725" cy="130705"/>
          </a:xfrm>
          <a:prstGeom prst="rect">
            <a:avLst/>
          </a:prstGeom>
          <a:solidFill>
            <a:srgbClr val="C2352F"/>
          </a:solidFill>
          <a:ln/>
        </p:spPr>
      </p:sp>
      <p:sp>
        <p:nvSpPr>
          <p:cNvPr id="94" name="Text 92"/>
          <p:cNvSpPr txBox="1"/>
          <p:nvPr/>
        </p:nvSpPr>
        <p:spPr>
          <a:xfrm>
            <a:off x="10305288" y="263132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958084"/>
            <a:ext cx="580349" cy="130705"/>
          </a:xfrm>
          <a:prstGeom prst="rect">
            <a:avLst/>
          </a:prstGeom>
          <a:solidFill>
            <a:srgbClr val="C2352F"/>
          </a:solidFill>
          <a:ln/>
        </p:spPr>
      </p:sp>
      <p:sp>
        <p:nvSpPr>
          <p:cNvPr id="98" name="Text 96"/>
          <p:cNvSpPr txBox="1"/>
          <p:nvPr/>
        </p:nvSpPr>
        <p:spPr>
          <a:xfrm>
            <a:off x="10305288" y="2892731"/>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219495"/>
            <a:ext cx="577469" cy="130705"/>
          </a:xfrm>
          <a:prstGeom prst="rect">
            <a:avLst/>
          </a:prstGeom>
          <a:solidFill>
            <a:srgbClr val="C2352F"/>
          </a:solidFill>
          <a:ln/>
        </p:spPr>
      </p:sp>
      <p:sp>
        <p:nvSpPr>
          <p:cNvPr id="102" name="Text 100"/>
          <p:cNvSpPr txBox="1"/>
          <p:nvPr/>
        </p:nvSpPr>
        <p:spPr>
          <a:xfrm>
            <a:off x="10305288" y="3154142"/>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480906"/>
            <a:ext cx="498268" cy="130705"/>
          </a:xfrm>
          <a:prstGeom prst="rect">
            <a:avLst/>
          </a:prstGeom>
          <a:solidFill>
            <a:srgbClr val="C2352F"/>
          </a:solidFill>
          <a:ln/>
        </p:spPr>
      </p:sp>
      <p:sp>
        <p:nvSpPr>
          <p:cNvPr id="106" name="Text 104"/>
          <p:cNvSpPr txBox="1"/>
          <p:nvPr/>
        </p:nvSpPr>
        <p:spPr>
          <a:xfrm>
            <a:off x="10305288" y="3415553"/>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742316"/>
            <a:ext cx="487865" cy="130705"/>
          </a:xfrm>
          <a:prstGeom prst="rect">
            <a:avLst/>
          </a:prstGeom>
          <a:solidFill>
            <a:srgbClr val="C2352F"/>
          </a:solidFill>
          <a:ln/>
        </p:spPr>
      </p:sp>
      <p:sp>
        <p:nvSpPr>
          <p:cNvPr id="110" name="Text 108"/>
          <p:cNvSpPr txBox="1"/>
          <p:nvPr/>
        </p:nvSpPr>
        <p:spPr>
          <a:xfrm>
            <a:off x="10305288" y="3676964"/>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4003727"/>
            <a:ext cx="475017" cy="130705"/>
          </a:xfrm>
          <a:prstGeom prst="rect">
            <a:avLst/>
          </a:prstGeom>
          <a:solidFill>
            <a:srgbClr val="C2352F"/>
          </a:solidFill>
          <a:ln/>
        </p:spPr>
      </p:sp>
      <p:sp>
        <p:nvSpPr>
          <p:cNvPr id="114" name="Text 112"/>
          <p:cNvSpPr txBox="1"/>
          <p:nvPr/>
        </p:nvSpPr>
        <p:spPr>
          <a:xfrm>
            <a:off x="10305288" y="393837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265138"/>
            <a:ext cx="443916" cy="130705"/>
          </a:xfrm>
          <a:prstGeom prst="rect">
            <a:avLst/>
          </a:prstGeom>
          <a:solidFill>
            <a:srgbClr val="C2352F"/>
          </a:solidFill>
          <a:ln/>
        </p:spPr>
      </p:sp>
      <p:sp>
        <p:nvSpPr>
          <p:cNvPr id="118" name="Text 116"/>
          <p:cNvSpPr txBox="1"/>
          <p:nvPr/>
        </p:nvSpPr>
        <p:spPr>
          <a:xfrm>
            <a:off x="10305288" y="419978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526549"/>
            <a:ext cx="388888" cy="130705"/>
          </a:xfrm>
          <a:prstGeom prst="rect">
            <a:avLst/>
          </a:prstGeom>
          <a:solidFill>
            <a:srgbClr val="C2352F"/>
          </a:solidFill>
          <a:ln/>
        </p:spPr>
      </p:sp>
      <p:sp>
        <p:nvSpPr>
          <p:cNvPr id="122" name="Text 120"/>
          <p:cNvSpPr txBox="1"/>
          <p:nvPr/>
        </p:nvSpPr>
        <p:spPr>
          <a:xfrm>
            <a:off x="10305288" y="4461196"/>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787960"/>
            <a:ext cx="383191" cy="130705"/>
          </a:xfrm>
          <a:prstGeom prst="rect">
            <a:avLst/>
          </a:prstGeom>
          <a:solidFill>
            <a:srgbClr val="C2352F"/>
          </a:solidFill>
          <a:ln/>
        </p:spPr>
      </p:sp>
      <p:sp>
        <p:nvSpPr>
          <p:cNvPr id="126" name="Text 124"/>
          <p:cNvSpPr txBox="1"/>
          <p:nvPr/>
        </p:nvSpPr>
        <p:spPr>
          <a:xfrm>
            <a:off x="10305288" y="4722607"/>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5049371"/>
            <a:ext cx="347029" cy="130705"/>
          </a:xfrm>
          <a:prstGeom prst="rect">
            <a:avLst/>
          </a:prstGeom>
          <a:solidFill>
            <a:srgbClr val="C2352F"/>
          </a:solidFill>
          <a:ln/>
        </p:spPr>
      </p:sp>
      <p:sp>
        <p:nvSpPr>
          <p:cNvPr id="130" name="Text 128"/>
          <p:cNvSpPr txBox="1"/>
          <p:nvPr/>
        </p:nvSpPr>
        <p:spPr>
          <a:xfrm>
            <a:off x="10305288" y="498401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310781"/>
            <a:ext cx="260164" cy="130705"/>
          </a:xfrm>
          <a:prstGeom prst="rect">
            <a:avLst/>
          </a:prstGeom>
          <a:solidFill>
            <a:srgbClr val="C2352F"/>
          </a:solidFill>
          <a:ln/>
        </p:spPr>
      </p:sp>
      <p:sp>
        <p:nvSpPr>
          <p:cNvPr id="134" name="Text 132"/>
          <p:cNvSpPr txBox="1"/>
          <p:nvPr/>
        </p:nvSpPr>
        <p:spPr>
          <a:xfrm>
            <a:off x="10305288" y="524542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572192"/>
            <a:ext cx="201580" cy="130705"/>
          </a:xfrm>
          <a:prstGeom prst="rect">
            <a:avLst/>
          </a:prstGeom>
          <a:solidFill>
            <a:srgbClr val="C2352F"/>
          </a:solidFill>
          <a:ln/>
        </p:spPr>
      </p:sp>
      <p:sp>
        <p:nvSpPr>
          <p:cNvPr id="138" name="Text 136"/>
          <p:cNvSpPr txBox="1"/>
          <p:nvPr/>
        </p:nvSpPr>
        <p:spPr>
          <a:xfrm>
            <a:off x="10305288" y="550684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833603"/>
            <a:ext cx="158552" cy="130705"/>
          </a:xfrm>
          <a:prstGeom prst="rect">
            <a:avLst/>
          </a:prstGeom>
          <a:solidFill>
            <a:srgbClr val="C2352F"/>
          </a:solidFill>
          <a:ln/>
        </p:spPr>
      </p:sp>
      <p:sp>
        <p:nvSpPr>
          <p:cNvPr id="142" name="Text 140"/>
          <p:cNvSpPr txBox="1"/>
          <p:nvPr/>
        </p:nvSpPr>
        <p:spPr>
          <a:xfrm>
            <a:off x="10305288" y="576825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443984"/>
          </a:xfrm>
          <a:prstGeom prst="rect">
            <a:avLst/>
          </a:prstGeom>
          <a:solidFill>
            <a:srgbClr val="0B2C4A"/>
          </a:solidFill>
          <a:ln/>
        </p:spPr>
      </p:sp>
      <p:sp>
        <p:nvSpPr>
          <p:cNvPr id="144" name="Shape 142"/>
          <p:cNvSpPr/>
          <p:nvPr/>
        </p:nvSpPr>
        <p:spPr>
          <a:xfrm>
            <a:off x="9370579" y="1847088"/>
            <a:ext cx="14630" cy="4443984"/>
          </a:xfrm>
          <a:prstGeom prst="rect">
            <a:avLst/>
          </a:prstGeom>
          <a:solidFill>
            <a:srgbClr val="0B2C4A"/>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12441"/>
            <a:ext cx="1691640" cy="130705"/>
          </a:xfrm>
          <a:prstGeom prst="rect">
            <a:avLst/>
          </a:prstGeom>
          <a:solidFill>
            <a:srgbClr val="12A566"/>
          </a:solidFill>
          <a:ln/>
        </p:spPr>
      </p:sp>
      <p:sp>
        <p:nvSpPr>
          <p:cNvPr id="14" name="Text 12"/>
          <p:cNvSpPr txBox="1"/>
          <p:nvPr/>
        </p:nvSpPr>
        <p:spPr>
          <a:xfrm>
            <a:off x="4754880" y="184708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73852"/>
            <a:ext cx="1471688" cy="130705"/>
          </a:xfrm>
          <a:prstGeom prst="rect">
            <a:avLst/>
          </a:prstGeom>
          <a:solidFill>
            <a:srgbClr val="12A566"/>
          </a:solidFill>
          <a:ln/>
        </p:spPr>
      </p:sp>
      <p:sp>
        <p:nvSpPr>
          <p:cNvPr id="18" name="Text 16"/>
          <p:cNvSpPr txBox="1"/>
          <p:nvPr/>
        </p:nvSpPr>
        <p:spPr>
          <a:xfrm>
            <a:off x="4754880" y="2108499"/>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435262"/>
            <a:ext cx="1196420" cy="130705"/>
          </a:xfrm>
          <a:prstGeom prst="rect">
            <a:avLst/>
          </a:prstGeom>
          <a:solidFill>
            <a:srgbClr val="12A566"/>
          </a:solidFill>
          <a:ln/>
        </p:spPr>
      </p:sp>
      <p:sp>
        <p:nvSpPr>
          <p:cNvPr id="22" name="Text 20"/>
          <p:cNvSpPr txBox="1"/>
          <p:nvPr/>
        </p:nvSpPr>
        <p:spPr>
          <a:xfrm>
            <a:off x="4754880" y="236991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96673"/>
            <a:ext cx="1144678" cy="130705"/>
          </a:xfrm>
          <a:prstGeom prst="rect">
            <a:avLst/>
          </a:prstGeom>
          <a:solidFill>
            <a:srgbClr val="12A566"/>
          </a:solidFill>
          <a:ln/>
        </p:spPr>
      </p:sp>
      <p:sp>
        <p:nvSpPr>
          <p:cNvPr id="26" name="Text 24"/>
          <p:cNvSpPr txBox="1"/>
          <p:nvPr/>
        </p:nvSpPr>
        <p:spPr>
          <a:xfrm>
            <a:off x="4754880" y="263132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958084"/>
            <a:ext cx="1092895" cy="130705"/>
          </a:xfrm>
          <a:prstGeom prst="rect">
            <a:avLst/>
          </a:prstGeom>
          <a:solidFill>
            <a:srgbClr val="12A566"/>
          </a:solidFill>
          <a:ln/>
        </p:spPr>
      </p:sp>
      <p:sp>
        <p:nvSpPr>
          <p:cNvPr id="30" name="Text 28"/>
          <p:cNvSpPr txBox="1"/>
          <p:nvPr/>
        </p:nvSpPr>
        <p:spPr>
          <a:xfrm>
            <a:off x="4754880" y="2892731"/>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219495"/>
            <a:ext cx="1003246" cy="130705"/>
          </a:xfrm>
          <a:prstGeom prst="rect">
            <a:avLst/>
          </a:prstGeom>
          <a:solidFill>
            <a:srgbClr val="12A566"/>
          </a:solidFill>
          <a:ln/>
        </p:spPr>
      </p:sp>
      <p:sp>
        <p:nvSpPr>
          <p:cNvPr id="34" name="Text 32"/>
          <p:cNvSpPr txBox="1"/>
          <p:nvPr/>
        </p:nvSpPr>
        <p:spPr>
          <a:xfrm>
            <a:off x="4754880" y="3154142"/>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480906"/>
            <a:ext cx="936777" cy="130705"/>
          </a:xfrm>
          <a:prstGeom prst="rect">
            <a:avLst/>
          </a:prstGeom>
          <a:solidFill>
            <a:srgbClr val="12A566"/>
          </a:solidFill>
          <a:ln/>
        </p:spPr>
      </p:sp>
      <p:sp>
        <p:nvSpPr>
          <p:cNvPr id="38" name="Text 36"/>
          <p:cNvSpPr txBox="1"/>
          <p:nvPr/>
        </p:nvSpPr>
        <p:spPr>
          <a:xfrm>
            <a:off x="4754880" y="3415553"/>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742316"/>
            <a:ext cx="899446" cy="130705"/>
          </a:xfrm>
          <a:prstGeom prst="rect">
            <a:avLst/>
          </a:prstGeom>
          <a:solidFill>
            <a:srgbClr val="C2352F"/>
          </a:solidFill>
          <a:ln/>
        </p:spPr>
      </p:sp>
      <p:sp>
        <p:nvSpPr>
          <p:cNvPr id="42" name="Text 40"/>
          <p:cNvSpPr txBox="1"/>
          <p:nvPr/>
        </p:nvSpPr>
        <p:spPr>
          <a:xfrm>
            <a:off x="4754880" y="3676964"/>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4003727"/>
            <a:ext cx="865796" cy="130705"/>
          </a:xfrm>
          <a:prstGeom prst="rect">
            <a:avLst/>
          </a:prstGeom>
          <a:solidFill>
            <a:srgbClr val="C2352F"/>
          </a:solidFill>
          <a:ln/>
        </p:spPr>
      </p:sp>
      <p:sp>
        <p:nvSpPr>
          <p:cNvPr id="46" name="Text 44"/>
          <p:cNvSpPr txBox="1"/>
          <p:nvPr/>
        </p:nvSpPr>
        <p:spPr>
          <a:xfrm>
            <a:off x="4754880" y="393837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265138"/>
            <a:ext cx="789612" cy="130705"/>
          </a:xfrm>
          <a:prstGeom prst="rect">
            <a:avLst/>
          </a:prstGeom>
          <a:solidFill>
            <a:srgbClr val="C2352F"/>
          </a:solidFill>
          <a:ln/>
        </p:spPr>
      </p:sp>
      <p:sp>
        <p:nvSpPr>
          <p:cNvPr id="50" name="Text 48"/>
          <p:cNvSpPr txBox="1"/>
          <p:nvPr/>
        </p:nvSpPr>
        <p:spPr>
          <a:xfrm>
            <a:off x="4754880" y="419978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526549"/>
            <a:ext cx="733838" cy="130705"/>
          </a:xfrm>
          <a:prstGeom prst="rect">
            <a:avLst/>
          </a:prstGeom>
          <a:solidFill>
            <a:srgbClr val="C2352F"/>
          </a:solidFill>
          <a:ln/>
        </p:spPr>
      </p:sp>
      <p:sp>
        <p:nvSpPr>
          <p:cNvPr id="54" name="Text 52"/>
          <p:cNvSpPr txBox="1"/>
          <p:nvPr/>
        </p:nvSpPr>
        <p:spPr>
          <a:xfrm>
            <a:off x="4754880" y="4461196"/>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787960"/>
            <a:ext cx="718556" cy="130705"/>
          </a:xfrm>
          <a:prstGeom prst="rect">
            <a:avLst/>
          </a:prstGeom>
          <a:solidFill>
            <a:srgbClr val="C2352F"/>
          </a:solidFill>
          <a:ln/>
        </p:spPr>
      </p:sp>
      <p:sp>
        <p:nvSpPr>
          <p:cNvPr id="58" name="Text 56"/>
          <p:cNvSpPr txBox="1"/>
          <p:nvPr/>
        </p:nvSpPr>
        <p:spPr>
          <a:xfrm>
            <a:off x="4754880" y="4722607"/>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5049371"/>
            <a:ext cx="712146" cy="130705"/>
          </a:xfrm>
          <a:prstGeom prst="rect">
            <a:avLst/>
          </a:prstGeom>
          <a:solidFill>
            <a:srgbClr val="C2352F"/>
          </a:solidFill>
          <a:ln/>
        </p:spPr>
      </p:sp>
      <p:sp>
        <p:nvSpPr>
          <p:cNvPr id="62" name="Text 60"/>
          <p:cNvSpPr txBox="1"/>
          <p:nvPr/>
        </p:nvSpPr>
        <p:spPr>
          <a:xfrm>
            <a:off x="4754880" y="498401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310781"/>
            <a:ext cx="674365" cy="130705"/>
          </a:xfrm>
          <a:prstGeom prst="rect">
            <a:avLst/>
          </a:prstGeom>
          <a:solidFill>
            <a:srgbClr val="C2352F"/>
          </a:solidFill>
          <a:ln/>
        </p:spPr>
      </p:sp>
      <p:sp>
        <p:nvSpPr>
          <p:cNvPr id="66" name="Text 64"/>
          <p:cNvSpPr txBox="1"/>
          <p:nvPr/>
        </p:nvSpPr>
        <p:spPr>
          <a:xfrm>
            <a:off x="4754880" y="524542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572192"/>
            <a:ext cx="641436" cy="130705"/>
          </a:xfrm>
          <a:prstGeom prst="rect">
            <a:avLst/>
          </a:prstGeom>
          <a:solidFill>
            <a:srgbClr val="C2352F"/>
          </a:solidFill>
          <a:ln/>
        </p:spPr>
      </p:sp>
      <p:sp>
        <p:nvSpPr>
          <p:cNvPr id="70" name="Text 68"/>
          <p:cNvSpPr txBox="1"/>
          <p:nvPr/>
        </p:nvSpPr>
        <p:spPr>
          <a:xfrm>
            <a:off x="4754880" y="550684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833603"/>
            <a:ext cx="636377" cy="130705"/>
          </a:xfrm>
          <a:prstGeom prst="rect">
            <a:avLst/>
          </a:prstGeom>
          <a:solidFill>
            <a:srgbClr val="C2352F"/>
          </a:solidFill>
          <a:ln/>
        </p:spPr>
      </p:sp>
      <p:sp>
        <p:nvSpPr>
          <p:cNvPr id="74" name="Text 72"/>
          <p:cNvSpPr txBox="1"/>
          <p:nvPr/>
        </p:nvSpPr>
        <p:spPr>
          <a:xfrm>
            <a:off x="4754880" y="576825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6095014"/>
            <a:ext cx="624030" cy="130705"/>
          </a:xfrm>
          <a:prstGeom prst="rect">
            <a:avLst/>
          </a:prstGeom>
          <a:solidFill>
            <a:srgbClr val="C2352F"/>
          </a:solidFill>
          <a:ln/>
        </p:spPr>
      </p:sp>
      <p:sp>
        <p:nvSpPr>
          <p:cNvPr id="78" name="Text 76"/>
          <p:cNvSpPr txBox="1"/>
          <p:nvPr/>
        </p:nvSpPr>
        <p:spPr>
          <a:xfrm>
            <a:off x="4754880" y="6029661"/>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12441"/>
            <a:ext cx="558764" cy="130705"/>
          </a:xfrm>
          <a:prstGeom prst="rect">
            <a:avLst/>
          </a:prstGeom>
          <a:solidFill>
            <a:srgbClr val="C2352F"/>
          </a:solidFill>
          <a:ln/>
        </p:spPr>
      </p:sp>
      <p:sp>
        <p:nvSpPr>
          <p:cNvPr id="82" name="Text 80"/>
          <p:cNvSpPr txBox="1"/>
          <p:nvPr/>
        </p:nvSpPr>
        <p:spPr>
          <a:xfrm>
            <a:off x="10305288" y="184708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73852"/>
            <a:ext cx="524245" cy="130705"/>
          </a:xfrm>
          <a:prstGeom prst="rect">
            <a:avLst/>
          </a:prstGeom>
          <a:solidFill>
            <a:srgbClr val="C2352F"/>
          </a:solidFill>
          <a:ln/>
        </p:spPr>
      </p:sp>
      <p:sp>
        <p:nvSpPr>
          <p:cNvPr id="86" name="Text 84"/>
          <p:cNvSpPr txBox="1"/>
          <p:nvPr/>
        </p:nvSpPr>
        <p:spPr>
          <a:xfrm>
            <a:off x="10305288" y="210849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435262"/>
            <a:ext cx="511532" cy="130705"/>
          </a:xfrm>
          <a:prstGeom prst="rect">
            <a:avLst/>
          </a:prstGeom>
          <a:solidFill>
            <a:srgbClr val="C2352F"/>
          </a:solidFill>
          <a:ln/>
        </p:spPr>
      </p:sp>
      <p:sp>
        <p:nvSpPr>
          <p:cNvPr id="90" name="Text 88"/>
          <p:cNvSpPr txBox="1"/>
          <p:nvPr/>
        </p:nvSpPr>
        <p:spPr>
          <a:xfrm>
            <a:off x="10305288" y="236991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96673"/>
            <a:ext cx="444269" cy="130705"/>
          </a:xfrm>
          <a:prstGeom prst="rect">
            <a:avLst/>
          </a:prstGeom>
          <a:solidFill>
            <a:srgbClr val="C2352F"/>
          </a:solidFill>
          <a:ln/>
        </p:spPr>
      </p:sp>
      <p:sp>
        <p:nvSpPr>
          <p:cNvPr id="94" name="Text 92"/>
          <p:cNvSpPr txBox="1"/>
          <p:nvPr/>
        </p:nvSpPr>
        <p:spPr>
          <a:xfrm>
            <a:off x="10305288" y="263132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958084"/>
            <a:ext cx="393958" cy="130705"/>
          </a:xfrm>
          <a:prstGeom prst="rect">
            <a:avLst/>
          </a:prstGeom>
          <a:solidFill>
            <a:srgbClr val="C2352F"/>
          </a:solidFill>
          <a:ln/>
        </p:spPr>
      </p:sp>
      <p:sp>
        <p:nvSpPr>
          <p:cNvPr id="98" name="Text 96"/>
          <p:cNvSpPr txBox="1"/>
          <p:nvPr/>
        </p:nvSpPr>
        <p:spPr>
          <a:xfrm>
            <a:off x="10305288" y="2892731"/>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219495"/>
            <a:ext cx="393514" cy="130705"/>
          </a:xfrm>
          <a:prstGeom prst="rect">
            <a:avLst/>
          </a:prstGeom>
          <a:solidFill>
            <a:srgbClr val="C2352F"/>
          </a:solidFill>
          <a:ln/>
        </p:spPr>
      </p:sp>
      <p:sp>
        <p:nvSpPr>
          <p:cNvPr id="102" name="Text 100"/>
          <p:cNvSpPr txBox="1"/>
          <p:nvPr/>
        </p:nvSpPr>
        <p:spPr>
          <a:xfrm>
            <a:off x="10305288" y="3154142"/>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480906"/>
            <a:ext cx="367056" cy="130705"/>
          </a:xfrm>
          <a:prstGeom prst="rect">
            <a:avLst/>
          </a:prstGeom>
          <a:solidFill>
            <a:srgbClr val="C2352F"/>
          </a:solidFill>
          <a:ln/>
        </p:spPr>
      </p:sp>
      <p:sp>
        <p:nvSpPr>
          <p:cNvPr id="106" name="Text 104"/>
          <p:cNvSpPr txBox="1"/>
          <p:nvPr/>
        </p:nvSpPr>
        <p:spPr>
          <a:xfrm>
            <a:off x="10305288" y="3415553"/>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742316"/>
            <a:ext cx="334961" cy="130705"/>
          </a:xfrm>
          <a:prstGeom prst="rect">
            <a:avLst/>
          </a:prstGeom>
          <a:solidFill>
            <a:srgbClr val="C2352F"/>
          </a:solidFill>
          <a:ln/>
        </p:spPr>
      </p:sp>
      <p:sp>
        <p:nvSpPr>
          <p:cNvPr id="110" name="Text 108"/>
          <p:cNvSpPr txBox="1"/>
          <p:nvPr/>
        </p:nvSpPr>
        <p:spPr>
          <a:xfrm>
            <a:off x="10305288" y="3676964"/>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4003727"/>
            <a:ext cx="331007" cy="130705"/>
          </a:xfrm>
          <a:prstGeom prst="rect">
            <a:avLst/>
          </a:prstGeom>
          <a:solidFill>
            <a:srgbClr val="C2352F"/>
          </a:solidFill>
          <a:ln/>
        </p:spPr>
      </p:sp>
      <p:sp>
        <p:nvSpPr>
          <p:cNvPr id="114" name="Text 112"/>
          <p:cNvSpPr txBox="1"/>
          <p:nvPr/>
        </p:nvSpPr>
        <p:spPr>
          <a:xfrm>
            <a:off x="10305288" y="393837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265138"/>
            <a:ext cx="313417" cy="130705"/>
          </a:xfrm>
          <a:prstGeom prst="rect">
            <a:avLst/>
          </a:prstGeom>
          <a:solidFill>
            <a:srgbClr val="C2352F"/>
          </a:solidFill>
          <a:ln/>
        </p:spPr>
      </p:sp>
      <p:sp>
        <p:nvSpPr>
          <p:cNvPr id="118" name="Text 116"/>
          <p:cNvSpPr txBox="1"/>
          <p:nvPr/>
        </p:nvSpPr>
        <p:spPr>
          <a:xfrm>
            <a:off x="10305288" y="419978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526549"/>
            <a:ext cx="206535" cy="130705"/>
          </a:xfrm>
          <a:prstGeom prst="rect">
            <a:avLst/>
          </a:prstGeom>
          <a:solidFill>
            <a:srgbClr val="C2352F"/>
          </a:solidFill>
          <a:ln/>
        </p:spPr>
      </p:sp>
      <p:sp>
        <p:nvSpPr>
          <p:cNvPr id="122" name="Text 120"/>
          <p:cNvSpPr txBox="1"/>
          <p:nvPr/>
        </p:nvSpPr>
        <p:spPr>
          <a:xfrm>
            <a:off x="10305288" y="4461196"/>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787960"/>
            <a:ext cx="100839" cy="130705"/>
          </a:xfrm>
          <a:prstGeom prst="rect">
            <a:avLst/>
          </a:prstGeom>
          <a:solidFill>
            <a:srgbClr val="C2352F"/>
          </a:solidFill>
          <a:ln/>
        </p:spPr>
      </p:sp>
      <p:sp>
        <p:nvSpPr>
          <p:cNvPr id="126" name="Text 124"/>
          <p:cNvSpPr txBox="1"/>
          <p:nvPr/>
        </p:nvSpPr>
        <p:spPr>
          <a:xfrm>
            <a:off x="10305288" y="4722607"/>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5049371"/>
            <a:ext cx="87903" cy="130705"/>
          </a:xfrm>
          <a:prstGeom prst="rect">
            <a:avLst/>
          </a:prstGeom>
          <a:solidFill>
            <a:srgbClr val="C2352F"/>
          </a:solidFill>
          <a:ln/>
        </p:spPr>
      </p:sp>
      <p:sp>
        <p:nvSpPr>
          <p:cNvPr id="130" name="Text 128"/>
          <p:cNvSpPr txBox="1"/>
          <p:nvPr/>
        </p:nvSpPr>
        <p:spPr>
          <a:xfrm>
            <a:off x="10305288" y="498401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310781"/>
            <a:ext cx="18288" cy="130705"/>
          </a:xfrm>
          <a:prstGeom prst="rect">
            <a:avLst/>
          </a:prstGeom>
          <a:solidFill>
            <a:srgbClr val="C2352F"/>
          </a:solidFill>
          <a:ln/>
        </p:spPr>
      </p:sp>
      <p:sp>
        <p:nvSpPr>
          <p:cNvPr id="134" name="Text 132"/>
          <p:cNvSpPr txBox="1"/>
          <p:nvPr/>
        </p:nvSpPr>
        <p:spPr>
          <a:xfrm>
            <a:off x="10305288" y="524542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572192"/>
            <a:ext cx="18288" cy="130705"/>
          </a:xfrm>
          <a:prstGeom prst="rect">
            <a:avLst/>
          </a:prstGeom>
          <a:solidFill>
            <a:srgbClr val="C2352F"/>
          </a:solidFill>
          <a:ln/>
        </p:spPr>
      </p:sp>
      <p:sp>
        <p:nvSpPr>
          <p:cNvPr id="138" name="Text 136"/>
          <p:cNvSpPr txBox="1"/>
          <p:nvPr/>
        </p:nvSpPr>
        <p:spPr>
          <a:xfrm>
            <a:off x="10305288" y="550684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833603"/>
            <a:ext cx="18288" cy="130705"/>
          </a:xfrm>
          <a:prstGeom prst="rect">
            <a:avLst/>
          </a:prstGeom>
          <a:solidFill>
            <a:srgbClr val="C2352F"/>
          </a:solidFill>
          <a:ln/>
        </p:spPr>
      </p:sp>
      <p:sp>
        <p:nvSpPr>
          <p:cNvPr id="142" name="Text 140"/>
          <p:cNvSpPr txBox="1"/>
          <p:nvPr/>
        </p:nvSpPr>
        <p:spPr>
          <a:xfrm>
            <a:off x="10305288" y="576825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443984"/>
          </a:xfrm>
          <a:prstGeom prst="rect">
            <a:avLst/>
          </a:prstGeom>
          <a:solidFill>
            <a:srgbClr val="0B2C4A"/>
          </a:solidFill>
          <a:ln/>
        </p:spPr>
      </p:sp>
      <p:sp>
        <p:nvSpPr>
          <p:cNvPr id="144" name="Shape 142"/>
          <p:cNvSpPr/>
          <p:nvPr/>
        </p:nvSpPr>
        <p:spPr>
          <a:xfrm>
            <a:off x="9467627" y="1847088"/>
            <a:ext cx="14630" cy="4443984"/>
          </a:xfrm>
          <a:prstGeom prst="rect">
            <a:avLst/>
          </a:prstGeom>
          <a:solidFill>
            <a:srgbClr val="0B2C4A"/>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2026-10-27T17:13:14Z</dcterms:created>
  <dcterms:modified xsi:type="dcterms:W3CDTF">2026-10-27T17:13:14Z</dcterms:modified>
</cp:coreProperties>
</file>