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chart" Target="/ppt/charts/chart35.xml"/><Relationship Id="rId4" Type="http://schemas.openxmlformats.org/officeDocument/2006/relationships/chart" Target="/ppt/charts/chart36.xml"/><Relationship Id="rId5" Type="http://schemas.openxmlformats.org/officeDocument/2006/relationships/chart" Target="/ppt/charts/chart37.xml"/><Relationship Id="rId6" Type="http://schemas.openxmlformats.org/officeDocument/2006/relationships/chart" Target="/ppt/charts/chart38.xml"/><Relationship Id="rId7" Type="http://schemas.openxmlformats.org/officeDocument/2006/relationships/chart" Target="/ppt/charts/chart39.xml"/><Relationship Id="rId8" Type="http://schemas.openxmlformats.org/officeDocument/2006/relationships/chart" Target="/ppt/charts/chart40.xml"/><Relationship Id="rId9" Type="http://schemas.openxmlformats.org/officeDocument/2006/relationships/chart" Target="/ppt/charts/chart41.xml"/><Relationship Id="rId10" Type="http://schemas.openxmlformats.org/officeDocument/2006/relationships/chart" Target="/ppt/charts/chart42.xml"/><Relationship Id="rId11" Type="http://schemas.openxmlformats.org/officeDocument/2006/relationships/chart" Target="/ppt/charts/chart43.xml"/><Relationship Id="rId12" Type="http://schemas.openxmlformats.org/officeDocument/2006/relationships/chart" Target="/ppt/charts/chart44.xml"/><Relationship Id="rId13" Type="http://schemas.openxmlformats.org/officeDocument/2006/relationships/chart" Target="/ppt/charts/chart45.xml"/><Relationship Id="rId14" Type="http://schemas.openxmlformats.org/officeDocument/2006/relationships/chart" Target="/ppt/charts/chart46.xml"/><Relationship Id="rId15" Type="http://schemas.openxmlformats.org/officeDocument/2006/relationships/chart" Target="/ppt/charts/chart47.xml"/><Relationship Id="rId16" Type="http://schemas.openxmlformats.org/officeDocument/2006/relationships/chart" Target="/ppt/charts/chart48.xml"/><Relationship Id="rId17" Type="http://schemas.openxmlformats.org/officeDocument/2006/relationships/chart" Target="/ppt/charts/chart49.xml"/><Relationship Id="rId18" Type="http://schemas.openxmlformats.org/officeDocument/2006/relationships/chart" Target="/ppt/charts/chart50.xml"/><Relationship Id="rId19" Type="http://schemas.openxmlformats.org/officeDocument/2006/relationships/chart" Target="/ppt/charts/chart51.xml"/><Relationship Id="rId20" Type="http://schemas.openxmlformats.org/officeDocument/2006/relationships/chart" Target="/ppt/charts/chart52.xml"/><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chart" Target="/ppt/charts/chart54.xml"/><Relationship Id="rId3" Type="http://schemas.openxmlformats.org/officeDocument/2006/relationships/chart" Target="/ppt/charts/chart55.xml"/><Relationship Id="rId4" Type="http://schemas.openxmlformats.org/officeDocument/2006/relationships/chart" Target="/ppt/charts/chart56.xml"/><Relationship Id="rId5" Type="http://schemas.openxmlformats.org/officeDocument/2006/relationships/chart" Target="/ppt/charts/chart57.xml"/><Relationship Id="rId6" Type="http://schemas.openxmlformats.org/officeDocument/2006/relationships/chart" Target="/ppt/charts/chart5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chart" Target="/ppt/charts/chart64.xml"/><Relationship Id="rId7" Type="http://schemas.openxmlformats.org/officeDocument/2006/relationships/chart" Target="/ppt/charts/chart65.xml"/><Relationship Id="rId8" Type="http://schemas.openxmlformats.org/officeDocument/2006/relationships/chart" Target="/ppt/charts/chart66.xml"/><Relationship Id="rId9" Type="http://schemas.openxmlformats.org/officeDocument/2006/relationships/chart" Target="/ppt/charts/chart67.xml"/><Relationship Id="rId10" Type="http://schemas.openxmlformats.org/officeDocument/2006/relationships/chart" Target="/ppt/charts/chart68.xml"/><Relationship Id="rId11" Type="http://schemas.openxmlformats.org/officeDocument/2006/relationships/chart" Target="/ppt/charts/chart69.xml"/><Relationship Id="rId12" Type="http://schemas.openxmlformats.org/officeDocument/2006/relationships/chart" Target="/ppt/charts/chart70.xml"/><Relationship Id="rId13" Type="http://schemas.openxmlformats.org/officeDocument/2006/relationships/chart" Target="/ppt/charts/chart71.xml"/><Relationship Id="rId14" Type="http://schemas.openxmlformats.org/officeDocument/2006/relationships/chart" Target="/ppt/charts/chart72.xml"/><Relationship Id="rId15" Type="http://schemas.openxmlformats.org/officeDocument/2006/relationships/chart" Target="/ppt/charts/chart73.xml"/><Relationship Id="rId16" Type="http://schemas.openxmlformats.org/officeDocument/2006/relationships/chart" Target="/ppt/charts/chart74.xml"/><Relationship Id="rId17" Type="http://schemas.openxmlformats.org/officeDocument/2006/relationships/chart" Target="/ppt/charts/chart75.xml"/><Relationship Id="rId18" Type="http://schemas.openxmlformats.org/officeDocument/2006/relationships/chart" Target="/ppt/charts/chart76.xml"/><Relationship Id="rId19" Type="http://schemas.openxmlformats.org/officeDocument/2006/relationships/chart" Target="/ppt/charts/chart77.xml"/><Relationship Id="rId20" Type="http://schemas.openxmlformats.org/officeDocument/2006/relationships/chart" Target="/ppt/charts/chart78.xml"/><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chart" Target="/ppt/charts/chart80.xml"/><Relationship Id="rId3" Type="http://schemas.openxmlformats.org/officeDocument/2006/relationships/chart" Target="/ppt/charts/chart81.xml"/><Relationship Id="rId4" Type="http://schemas.openxmlformats.org/officeDocument/2006/relationships/chart" Target="/ppt/charts/chart82.xml"/><Relationship Id="rId5" Type="http://schemas.openxmlformats.org/officeDocument/2006/relationships/chart" Target="/ppt/charts/chart83.xml"/><Relationship Id="rId6" Type="http://schemas.openxmlformats.org/officeDocument/2006/relationships/chart" Target="/ppt/charts/chart8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5.xml"/><Relationship Id="rId2" Type="http://schemas.openxmlformats.org/officeDocument/2006/relationships/chart" Target="/ppt/charts/chart86.xml"/><Relationship Id="rId3" Type="http://schemas.openxmlformats.org/officeDocument/2006/relationships/chart" Target="/ppt/charts/chart87.xml"/><Relationship Id="rId4" Type="http://schemas.openxmlformats.org/officeDocument/2006/relationships/chart" Target="/ppt/charts/chart88.xml"/><Relationship Id="rId5" Type="http://schemas.openxmlformats.org/officeDocument/2006/relationships/chart" Target="/ppt/charts/chart89.xml"/><Relationship Id="rId6" Type="http://schemas.openxmlformats.org/officeDocument/2006/relationships/chart" Target="/ppt/charts/chart90.xml"/><Relationship Id="rId7" Type="http://schemas.openxmlformats.org/officeDocument/2006/relationships/chart" Target="/ppt/charts/chart91.xml"/><Relationship Id="rId8" Type="http://schemas.openxmlformats.org/officeDocument/2006/relationships/chart" Target="/ppt/charts/chart92.xml"/><Relationship Id="rId9" Type="http://schemas.openxmlformats.org/officeDocument/2006/relationships/chart" Target="/ppt/charts/chart93.xml"/><Relationship Id="rId10" Type="http://schemas.openxmlformats.org/officeDocument/2006/relationships/chart" Target="/ppt/charts/chart94.xml"/><Relationship Id="rId11" Type="http://schemas.openxmlformats.org/officeDocument/2006/relationships/chart" Target="/ppt/charts/chart95.xml"/><Relationship Id="rId12" Type="http://schemas.openxmlformats.org/officeDocument/2006/relationships/chart" Target="/ppt/charts/chart96.xml"/><Relationship Id="rId13" Type="http://schemas.openxmlformats.org/officeDocument/2006/relationships/chart" Target="/ppt/charts/chart97.xml"/><Relationship Id="rId14" Type="http://schemas.openxmlformats.org/officeDocument/2006/relationships/chart" Target="/ppt/charts/chart98.xml"/><Relationship Id="rId15" Type="http://schemas.openxmlformats.org/officeDocument/2006/relationships/chart" Target="/ppt/charts/chart99.xml"/><Relationship Id="rId16" Type="http://schemas.openxmlformats.org/officeDocument/2006/relationships/chart" Target="/ppt/charts/chart100.xml"/><Relationship Id="rId17" Type="http://schemas.openxmlformats.org/officeDocument/2006/relationships/chart" Target="/ppt/charts/chart101.xml"/><Relationship Id="rId18" Type="http://schemas.openxmlformats.org/officeDocument/2006/relationships/chart" Target="/ppt/charts/chart102.xml"/><Relationship Id="rId19" Type="http://schemas.openxmlformats.org/officeDocument/2006/relationships/chart" Target="/ppt/charts/chart103.xml"/><Relationship Id="rId20" Type="http://schemas.openxmlformats.org/officeDocument/2006/relationships/chart" Target="/ppt/charts/chart104.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8"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4"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79"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5"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2026-10-29T02:28:34Z</dcterms:created>
  <dcterms:modified xsi:type="dcterms:W3CDTF">2026-10-29T02:28:34Z</dcterms:modified>
</cp:coreProperties>
</file>