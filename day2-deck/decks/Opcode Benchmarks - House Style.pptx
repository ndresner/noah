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
AUDI HENDERSON: 27.5% (2025 21.8%)
LR HENDERSON: 24.4% (2025 19.4%)
HYUNDAI PRESCOTT: 21.7% (2025 14.9%)
HONDA HENDERSON: 21.3% (2025 20.7%)
ACURA: 17.5% (2025 14.1%)
LR LV: 17.3% (2025 11.4%)
MAZDA: 16.6% (2025 9.9%)
HONDA NORTH: 16.1% (2025 14.9%)
HYUNDAI ST GEORGE: 14.8% (2025 5.1%)
SUBARU LV: 14.5% (2025 16.0%)
TOYOTA HENDERSON: 14.5% (2025 15.0%)
CADILLAC: 13.8% (2025 9.7%)
VOLVO: 13.8% (2025 13.4%)
VW HENDERSON: 13.6% (2025 13.4%)
LR RENO: 12.8% (2025 17.7%)
CHEVY LV: 12.8% (2025 13.3%)
SUBARU PRESCOTT: 12.5% (2025 7.0%)
HONDA SPOKANE: 12.5% (2025 10.7%)
TOYOTA PRESCOTT: 12.3% (2025 9.4%)
AUDI RENO: 11.8% (2025 11.7%)
GMC PRESCOTT: 11.7% (2025 4.9%)
LEXUS: 11.3% (2025 8.2%)
CHEVY GMC BULLHEAD: 11.1% (2025 11.1%)
HONDA FLAGSTAFF: 11.0% (2025 5.5%)
SUBARU ST GEORGE: 11.0% (2025 11.9%)
KIA LV: 9.7% (2025 13.3%)
TOYOTA FLAGSTAFF: 9.7% (2025 6.3%)
LINCOLN: 8.4% (2025 2.7%)
KIA ST GEORGE: 8.0% (2025 2.4%)
NISSAN: 7.4% (2025 5.2%)
VW ST GEORGE: 5.6% (2025 3.9%)
TOYOTA SPOKANE: 4.2%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LR HENDERSON: 27.0% (2025 22.8%)
HONDA HENDERSON: 18.4% (2025 17.6%)
LR LV: 16.9% (2025 3.4%)
LR RENO: 16.9% (2025 16.3%)
SUBARU PRESCOTT: 14.9% (2025 0.1%)
ACURA: 14.1% (2025 10.2%)
HYUNDAI PRESCOTT: 13.5% (2025 8.8%)
MAZDA: 13.1% (2025 6.5%)
HONDA NORTH: 12.0% (2025 11.3%)
VOLVO: 11.7% (2025 10.9%)
TOYOTA HENDERSON: 11.2% (2025 11.7%)
SUBARU LV: 10.2% (2025 11.3%)
CHEVY GMC BULLHEAD: 9.0% (2025 6.5%)
VW HENDERSON: 8.2% (2025 7.0%)
GMC PRESCOTT: 7.7% (2025 2.0%)
KIA ST GEORGE: 7.7% (2025 1.1%)
CHEVY LV: 7.3% (2025 4.2%)
TOYOTA PRESCOTT: 6.1% (2025 3.3%)
CADILLAC: 5.9% (2025 2.6%)
KIA LV: 5.2% (2025 6.5%)
TOYOTA FLAGSTAFF: 4.9% (2025 3.6%)
SUBARU ST GEORGE: 3.6% (2025 5.3%)
HONDA SPOKANE: 2.1% (2025 0.1%)
LINCOLN: 1.6% (2025 0.0%)
HONDA FLAGSTAFF: 1.3% (2025 0.1%)
CDJR POST FALLS: 1.2% (2025 0.2%)
HYUNDAI ST GEORGE: 1.2% (2025 0.4%)
NISSAN: 1.0% (2025 2.6%)
TOYOTA SPOKANE: 0.4% (2025 0.2%)
VW ST GEORGE: 0.4% (2025 0.7%)
AUDI RENO: 0.1% (2025 0.1%)
LEXUS: 0.0% (2025 0.0%)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
LR LV: 20.6% (2025 15.1%)
HONDA HENDERSON: 15.5% (2025 12.9%)
LR HENDERSON: 14.3% (2025 9.0%)
ACURA: 12.7% (2025 8.5%)
HONDA NORTH: 12.1% (2025 13.1%)
VOLVO: 11.9% (2025 12.0%)
NISSAN: 11.6% (2025 3.7%)
SUBARU ST GEORGE: 10.7% (2025 11.0%)
SUBARU PRESCOTT: 10.6% (2025 6.4%)
HONDA SPOKANE: 10.3% (2025 9.7%)
SUBARU LV: 10.1% (2025 9.2%)
TOYOTA HENDERSON: 10.0% (2025 9.7%)
HYUNDAI PRESCOTT: 9.6% (2025 8.1%)
VW HENDERSON: 9.5% (2025 7.8%)
MAZDA: 8.4% (2025 4.5%)
TOYOTA PRESCOTT: 8.4% (2025 6.0%)
LEXUS: 8.3% (2025 4.9%)
KIA LV: 8.2% (2025 7.2%)
TOYOTA FLAGSTAFF: 8.0% (2025 7.3%)
LINCOLN: 7.5% (2025 2.4%)
LR RENO: 7.2% (2025 2.4%)
CHEVY GMC BULLHEAD: 7.0% (2025 3.7%)
TOYOTA SPOKANE: 7.0% (2025 6.8%)
GMC PRESCOTT: 6.0% (2025 4.5%)
KIA ST GEORGE: 5.9% (2025 3.7%)
CHEVY LV: 5.7% (2025 5.3%)
VW ST GEORGE: 5.4% (2025 3.9%)
HYUNDAI ST GEORGE: 4.7% (2025 1.6%)
CADILLAC: 4.6% (2025 4.1%)
CDJR POST FALLS: 4.2% (2025 5.9%)
HONDA FLAGSTAFF: 3.1% (2025 2.3%)
AUDI HENDERSON: 2.4% (2025 1.8%)
AUDI RENO: 1.9% (2025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SUBARU ST GEORGE: 13.8% (2025 0.0%)
HONDA HENDERSON: 12.0% (2025 10.4%)
SUBARU PRESCOTT: 9.7% (2025 5.9%)
ACURA: 9.3% (2025 5.3%)
KIA ST GEORGE: 8.9% (2025 5.6%)
LINCOLN: 8.2% (2025 2.1%)
HONDA NORTH: 7.6% (2025 5.3%)
HYUNDAI PRESCOTT: 7.3% (2025 6.6%)
SUBARU LV: 7.0% (2025 8.2%)
TOYOTA PRESCOTT: 6.4% (2025 5.0%)
TOYOTA HENDERSON: 6.0% (2025 6.0%)
HYUNDAI ST GEORGE: 5.8% (2025 2.3%)
TOYOTA SPOKANE: 5.8% (2025 6.0%)
LR LV: 5.5% (2025 0.2%)
CHEVY LV: 5.2% (2025 4.8%)
MAZDA: 5.2% (2025 1.4%)
CADILLAC: 5.1% (2025 4.3%)
LR RENO: 4.5% (2025 0.0%)
LEXUS: 4.2% (2025 1.9%)
NISSAN: 4.1% (2025 0.8%)
GMC PRESCOTT: 3.6% (2025 2.9%)
HONDA SPOKANE: 3.2% (2025 0.0%)
KIA LV: 3.2% (2025 2.9%)
CDJR POST FALLS: 3.0% (2025 3.9%)
CHEVY GMC BULLHEAD: 2.7% (2025 1.8%)
VW ST GEORGE: 2.7% (2025 2.3%)
LR HENDERSON: 2.5% (2025 2.4%)
TOYOTA FLAGSTAFF: 1.6% (2025 1.6%)
AUDI RENO: 0.8% (2025 0.0%)
HONDA FLAGSTAFF: 0.7% (2025 0.6%)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chart" Target="/ppt/charts/chart15.xml"/><Relationship Id="rId4" Type="http://schemas.openxmlformats.org/officeDocument/2006/relationships/chart" Target="/ppt/charts/chart16.xml"/><Relationship Id="rId5" Type="http://schemas.openxmlformats.org/officeDocument/2006/relationships/chart" Target="/ppt/charts/chart17.xml"/><Relationship Id="rId6" Type="http://schemas.openxmlformats.org/officeDocument/2006/relationships/chart" Target="/ppt/charts/chart18.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2026-10-28T17:01:54Z</dcterms:created>
  <dcterms:modified xsi:type="dcterms:W3CDTF">2026-10-28T17:01:54Z</dcterms:modified>
</cp:coreProperties>
</file>