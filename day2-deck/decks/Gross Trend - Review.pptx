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7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1625</c:v>
                </c:pt>
                <c:pt idx="1">
                  <c:v>1632</c:v>
                </c:pt>
                <c:pt idx="2">
                  <c:v>1629</c:v>
                </c:pt>
                <c:pt idx="3">
                  <c:v>1615</c:v>
                </c:pt>
                <c:pt idx="4">
                  <c:v>1623</c:v>
                </c:pt>
                <c:pt idx="5">
                  <c:v>1616</c:v>
                </c:pt>
                <c:pt idx="6">
                  <c:v>1629</c:v>
                </c:pt>
                <c:pt idx="7">
                  <c:v>1627</c:v>
                </c:pt>
                <c:pt idx="8">
                  <c:v>1616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1530</c:v>
                </c:pt>
                <c:pt idx="1">
                  <c:v>1530</c:v>
                </c:pt>
                <c:pt idx="2">
                  <c:v>1540</c:v>
                </c:pt>
                <c:pt idx="3">
                  <c:v>1545</c:v>
                </c:pt>
                <c:pt idx="4">
                  <c:v>1537</c:v>
                </c:pt>
                <c:pt idx="5">
                  <c:v>1546</c:v>
                </c:pt>
                <c:pt idx="6">
                  <c:v>1548</c:v>
                </c:pt>
                <c:pt idx="7">
                  <c:v>1549</c:v>
                </c:pt>
                <c:pt idx="8">
                  <c:v>1540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0"/>
          <c:min val="15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Card and takeaway are Jan-Sep. 2025 Oct-Dec shown for context: $21.27M, $17.74M, $19.32M; Q4 2025 total $58.33M.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Headcount: ADP Employee Master extract, 10/19/2026, month-end snapshots, Qlik's fixed-employee title list (managers included). Each person counted once: someone open at two stores is counted at the old store until that record closes. Same-store, INEOS excluded (opened 2026). GMC Prescott body shop staff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$2,098,497 (11.0%).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$20.46M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$19.88M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−$577,606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$19.10M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$18.87M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−$232,279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+$924,230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$20.85M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$21.80M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+$943,298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$20.28M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−$154,977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$21.52M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+$1,183,612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$22.71M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+$1,960,141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+$1,323,650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$19.03M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+$2,098,497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every month.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$1,457,847 (11.7%).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month behind 2025.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+$62,504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$12.79M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+$156,479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$14.35M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+$754,425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$14.01M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$14.65M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+$642,759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$13.61M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+$98,858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+$924,002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$15.06M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+$1,275,282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+$925,229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$12.50M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$13.96M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+$1,457,847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July, up $684,859 (9.8%).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−$640,110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−9.1%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$6.08M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−$388,758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−6.0%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$6.77M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+$169,805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+$300,539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−$253,835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+$259,611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$6.97M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$7.66M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+$684,859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$7.21M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+$398,421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$6.54M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+$640,651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 + Q4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($M); 2025 shown through December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employees at month end, January–September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 fixed staff, Sep to Sep, to 1,540.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−17, advisors −7, managers −3.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below 2025 in every month.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 fell 76 to 1,540, Sep to Sep.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2026-10-27T17:17:44Z</dcterms:created>
  <dcterms:modified xsi:type="dcterms:W3CDTF">2026-10-27T17:17:44Z</dcterms:modified>
</cp:coreProperties>
</file>