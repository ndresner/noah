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20.46</c:v>
                </c:pt>
                <c:pt idx="1">
                  <c:v>19.1</c:v>
                </c:pt>
                <c:pt idx="2">
                  <c:v>20.19</c:v>
                </c:pt>
                <c:pt idx="3">
                  <c:v>20.85</c:v>
                </c:pt>
                <c:pt idx="4">
                  <c:v>20.28</c:v>
                </c:pt>
                <c:pt idx="5">
                  <c:v>20.34</c:v>
                </c:pt>
                <c:pt idx="6">
                  <c:v>20.75</c:v>
                </c:pt>
                <c:pt idx="7">
                  <c:v>20.32</c:v>
                </c:pt>
                <c:pt idx="8">
                  <c:v>19.03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19.88</c:v>
                </c:pt>
                <c:pt idx="1">
                  <c:v>18.87</c:v>
                </c:pt>
                <c:pt idx="2">
                  <c:v>21.12</c:v>
                </c:pt>
                <c:pt idx="3">
                  <c:v>21.8</c:v>
                </c:pt>
                <c:pt idx="4">
                  <c:v>20.12</c:v>
                </c:pt>
                <c:pt idx="5">
                  <c:v>21.52</c:v>
                </c:pt>
                <c:pt idx="6">
                  <c:v>22.71</c:v>
                </c:pt>
                <c:pt idx="7">
                  <c:v>21.64</c:v>
                </c:pt>
                <c:pt idx="8">
                  <c:v>21.13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18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13.41</c:v>
                </c:pt>
                <c:pt idx="1">
                  <c:v>12.64</c:v>
                </c:pt>
                <c:pt idx="2">
                  <c:v>13.59</c:v>
                </c:pt>
                <c:pt idx="3">
                  <c:v>14.01</c:v>
                </c:pt>
                <c:pt idx="4">
                  <c:v>13.61</c:v>
                </c:pt>
                <c:pt idx="5">
                  <c:v>13.53</c:v>
                </c:pt>
                <c:pt idx="6">
                  <c:v>13.78</c:v>
                </c:pt>
                <c:pt idx="7">
                  <c:v>13.51</c:v>
                </c:pt>
                <c:pt idx="8">
                  <c:v>12.5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13.47</c:v>
                </c:pt>
                <c:pt idx="1">
                  <c:v>12.79</c:v>
                </c:pt>
                <c:pt idx="2">
                  <c:v>14.35</c:v>
                </c:pt>
                <c:pt idx="3">
                  <c:v>14.65</c:v>
                </c:pt>
                <c:pt idx="4">
                  <c:v>13.71</c:v>
                </c:pt>
                <c:pt idx="5">
                  <c:v>14.45</c:v>
                </c:pt>
                <c:pt idx="6">
                  <c:v>15.06</c:v>
                </c:pt>
                <c:pt idx="7">
                  <c:v>14.43</c:v>
                </c:pt>
                <c:pt idx="8">
                  <c:v>13.96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11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7.05</c:v>
                </c:pt>
                <c:pt idx="1">
                  <c:v>6.47</c:v>
                </c:pt>
                <c:pt idx="2">
                  <c:v>6.6</c:v>
                </c:pt>
                <c:pt idx="3">
                  <c:v>6.84</c:v>
                </c:pt>
                <c:pt idx="4">
                  <c:v>6.67</c:v>
                </c:pt>
                <c:pt idx="5">
                  <c:v>6.81</c:v>
                </c:pt>
                <c:pt idx="6">
                  <c:v>6.97</c:v>
                </c:pt>
                <c:pt idx="7">
                  <c:v>6.81</c:v>
                </c:pt>
                <c:pt idx="8">
                  <c:v>6.54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6.41</c:v>
                </c:pt>
                <c:pt idx="1">
                  <c:v>6.08</c:v>
                </c:pt>
                <c:pt idx="2">
                  <c:v>6.77</c:v>
                </c:pt>
                <c:pt idx="3">
                  <c:v>7.14</c:v>
                </c:pt>
                <c:pt idx="4">
                  <c:v>6.41</c:v>
                </c:pt>
                <c:pt idx="5">
                  <c:v>7.07</c:v>
                </c:pt>
                <c:pt idx="6">
                  <c:v>7.66</c:v>
                </c:pt>
                <c:pt idx="7">
                  <c:v>7.21</c:v>
                </c:pt>
                <c:pt idx="8">
                  <c:v>7.18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5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20.46</c:v>
                </c:pt>
                <c:pt idx="1">
                  <c:v>19.1</c:v>
                </c:pt>
                <c:pt idx="2">
                  <c:v>20.19</c:v>
                </c:pt>
                <c:pt idx="3">
                  <c:v>20.85</c:v>
                </c:pt>
                <c:pt idx="4">
                  <c:v>20.28</c:v>
                </c:pt>
                <c:pt idx="5">
                  <c:v>20.34</c:v>
                </c:pt>
                <c:pt idx="6">
                  <c:v>20.75</c:v>
                </c:pt>
                <c:pt idx="7">
                  <c:v>20.32</c:v>
                </c:pt>
                <c:pt idx="8">
                  <c:v>19.03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19.88</c:v>
                </c:pt>
                <c:pt idx="1">
                  <c:v>18.87</c:v>
                </c:pt>
                <c:pt idx="2">
                  <c:v>21.12</c:v>
                </c:pt>
                <c:pt idx="3">
                  <c:v>21.8</c:v>
                </c:pt>
                <c:pt idx="4">
                  <c:v>20.12</c:v>
                </c:pt>
                <c:pt idx="5">
                  <c:v>21.52</c:v>
                </c:pt>
                <c:pt idx="6">
                  <c:v>22.71</c:v>
                </c:pt>
                <c:pt idx="7">
                  <c:v>21.64</c:v>
                </c:pt>
                <c:pt idx="8">
                  <c:v>21.13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18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13.41</c:v>
                </c:pt>
                <c:pt idx="1">
                  <c:v>12.64</c:v>
                </c:pt>
                <c:pt idx="2">
                  <c:v>13.59</c:v>
                </c:pt>
                <c:pt idx="3">
                  <c:v>14.01</c:v>
                </c:pt>
                <c:pt idx="4">
                  <c:v>13.61</c:v>
                </c:pt>
                <c:pt idx="5">
                  <c:v>13.53</c:v>
                </c:pt>
                <c:pt idx="6">
                  <c:v>13.78</c:v>
                </c:pt>
                <c:pt idx="7">
                  <c:v>13.51</c:v>
                </c:pt>
                <c:pt idx="8">
                  <c:v>12.5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13.47</c:v>
                </c:pt>
                <c:pt idx="1">
                  <c:v>12.79</c:v>
                </c:pt>
                <c:pt idx="2">
                  <c:v>14.35</c:v>
                </c:pt>
                <c:pt idx="3">
                  <c:v>14.65</c:v>
                </c:pt>
                <c:pt idx="4">
                  <c:v>13.71</c:v>
                </c:pt>
                <c:pt idx="5">
                  <c:v>14.45</c:v>
                </c:pt>
                <c:pt idx="6">
                  <c:v>15.06</c:v>
                </c:pt>
                <c:pt idx="7">
                  <c:v>14.43</c:v>
                </c:pt>
                <c:pt idx="8">
                  <c:v>13.96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11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7.05</c:v>
                </c:pt>
                <c:pt idx="1">
                  <c:v>6.47</c:v>
                </c:pt>
                <c:pt idx="2">
                  <c:v>6.6</c:v>
                </c:pt>
                <c:pt idx="3">
                  <c:v>6.84</c:v>
                </c:pt>
                <c:pt idx="4">
                  <c:v>6.67</c:v>
                </c:pt>
                <c:pt idx="5">
                  <c:v>6.81</c:v>
                </c:pt>
                <c:pt idx="6">
                  <c:v>6.97</c:v>
                </c:pt>
                <c:pt idx="7">
                  <c:v>6.81</c:v>
                </c:pt>
                <c:pt idx="8">
                  <c:v>6.54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6.41</c:v>
                </c:pt>
                <c:pt idx="1">
                  <c:v>6.08</c:v>
                </c:pt>
                <c:pt idx="2">
                  <c:v>6.77</c:v>
                </c:pt>
                <c:pt idx="3">
                  <c:v>7.14</c:v>
                </c:pt>
                <c:pt idx="4">
                  <c:v>6.41</c:v>
                </c:pt>
                <c:pt idx="5">
                  <c:v>7.07</c:v>
                </c:pt>
                <c:pt idx="6">
                  <c:v>7.66</c:v>
                </c:pt>
                <c:pt idx="7">
                  <c:v>7.21</c:v>
                </c:pt>
                <c:pt idx="8">
                  <c:v>7.18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5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20.46</c:v>
                </c:pt>
                <c:pt idx="1">
                  <c:v>19.1</c:v>
                </c:pt>
                <c:pt idx="2">
                  <c:v>20.19</c:v>
                </c:pt>
                <c:pt idx="3">
                  <c:v>20.85</c:v>
                </c:pt>
                <c:pt idx="4">
                  <c:v>20.28</c:v>
                </c:pt>
                <c:pt idx="5">
                  <c:v>20.34</c:v>
                </c:pt>
                <c:pt idx="6">
                  <c:v>20.75</c:v>
                </c:pt>
                <c:pt idx="7">
                  <c:v>20.32</c:v>
                </c:pt>
                <c:pt idx="8">
                  <c:v>19.03</c:v>
                </c:pt>
                <c:pt idx="9">
                  <c:v>21.27</c:v>
                </c:pt>
                <c:pt idx="10">
                  <c:v>17.74</c:v>
                </c:pt>
                <c:pt idx="11">
                  <c:v>19.32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19.88</c:v>
                </c:pt>
                <c:pt idx="1">
                  <c:v>18.87</c:v>
                </c:pt>
                <c:pt idx="2">
                  <c:v>21.12</c:v>
                </c:pt>
                <c:pt idx="3">
                  <c:v>21.8</c:v>
                </c:pt>
                <c:pt idx="4">
                  <c:v>20.12</c:v>
                </c:pt>
                <c:pt idx="5">
                  <c:v>21.52</c:v>
                </c:pt>
                <c:pt idx="6">
                  <c:v>22.71</c:v>
                </c:pt>
                <c:pt idx="7">
                  <c:v>21.64</c:v>
                </c:pt>
                <c:pt idx="8">
                  <c:v>21.13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17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1625</c:v>
                </c:pt>
                <c:pt idx="1">
                  <c:v>1632</c:v>
                </c:pt>
                <c:pt idx="2">
                  <c:v>1629</c:v>
                </c:pt>
                <c:pt idx="3">
                  <c:v>1615</c:v>
                </c:pt>
                <c:pt idx="4">
                  <c:v>1623</c:v>
                </c:pt>
                <c:pt idx="5">
                  <c:v>1616</c:v>
                </c:pt>
                <c:pt idx="6">
                  <c:v>1629</c:v>
                </c:pt>
                <c:pt idx="7">
                  <c:v>1627</c:v>
                </c:pt>
                <c:pt idx="8">
                  <c:v>1616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1530</c:v>
                </c:pt>
                <c:pt idx="1">
                  <c:v>1530</c:v>
                </c:pt>
                <c:pt idx="2">
                  <c:v>1540</c:v>
                </c:pt>
                <c:pt idx="3">
                  <c:v>1545</c:v>
                </c:pt>
                <c:pt idx="4">
                  <c:v>1537</c:v>
                </c:pt>
                <c:pt idx="5">
                  <c:v>1546</c:v>
                </c:pt>
                <c:pt idx="6">
                  <c:v>1548</c:v>
                </c:pt>
                <c:pt idx="7">
                  <c:v>1549</c:v>
                </c:pt>
                <c:pt idx="8">
                  <c:v>1540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60"/>
          <c:min val="152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Jan-Sep 2025 by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Jan-Sep 2025 by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Jan-Sep 2025 by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Jan-Sep 2025 by month. Replaces the trend and table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Jan-Sep 2025 by month. Replaces the trend and table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Jan-Sep 2026 vs Jan-Sep 2025 by month. Replaces the trend and table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Card and takeaway are Jan-Sep. 2025 Oct-Dec shown for context: $21.27M, $17.74M, $19.32M; Q4 2025 total $58.33M.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Headcount: ADP Employee Master extract, 10/19/2026, month-end snapshots, Qlik's fixed-employee title list (managers included). Each person counted once: someone open at two stores is counted at the old store until that record closes. Same-store, INEOS excluded (opened 2026). GMC Prescott body shop staff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758952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month, January–September ($M)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132320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21792" y="1773936"/>
          <a:ext cx="7260336" cy="4123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207008"/>
            <a:ext cx="35021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441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0449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938528"/>
            <a:ext cx="100584" cy="100584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05088" y="18105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Ahead of 2025 in 6 of 9 months.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3072384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5088" y="29443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month: September, up $2,098,497 (11.0%).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4206240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5088" y="407822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in Jan, Feb and May.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up $7,468,567 (4.1%) year to date; ahead of 2025 in 6 of 9 months, and in every month since June.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$181.33M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$188.80M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+$7,468,567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+4.1%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317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$20.46M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$19.88M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−$577,606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−2.8%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$19.10M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$18.87M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−$232,279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−1.2%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$20.19M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$21.12M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+$924,230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$20.85M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$21.80M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+$943,298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$20.28M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$20.12M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−$154,977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$20.34M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$21.52M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+$1,183,612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+5.8%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$20.75M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$22.71M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+$1,960,141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+9.4%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$20.32M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$21.64M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+$1,323,650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+6.5%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$19.03M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$21.13M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+$2,098,497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+11.0%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+$7,468,567 (4.1%) year to date; 6 of nine months ahead of 2025, best September at +$2,098,497.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758952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month, January–September ($M)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132320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21792" y="1773936"/>
          <a:ext cx="7260336" cy="4123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207008"/>
            <a:ext cx="35021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441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0449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938528"/>
            <a:ext cx="100584" cy="100584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05088" y="18105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Ahead of 2025 in every month.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3072384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5088" y="29443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month: September, up $1,457,847 (11.7%).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4206240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5088" y="407822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month behind 2025.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 up $6,297,386 (5.2%) year to date; ahead of 2025 in every month.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$120.57M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$126.87M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+$6,297,386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+5.2%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317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$13.41M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$13.47M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+$62,504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$12.64M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$12.79M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+$156,479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$13.59M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$14.35M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+$754,425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+5.6%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$14.01M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$14.65M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+$642,759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$13.61M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$13.71M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+$98,858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$13.53M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$14.45M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+$924,002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+6.8%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$13.78M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$15.06M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+$1,275,282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+9.3%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$13.51M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$14.43M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+$925,229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+6.8%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$12.50M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$13.96M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+$1,457,847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+11.7%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+$6,297,386 (5.2%) year to date; 9 of nine months ahead of 2025, best September at +$1,457,847.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Parts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758952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month, January–September ($M)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132320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21792" y="1773936"/>
          <a:ext cx="7260336" cy="4123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207008"/>
            <a:ext cx="35021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441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0449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938528"/>
            <a:ext cx="100584" cy="100584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05088" y="18105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Ahead of 2025 in 6 of 9 months.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3072384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5088" y="29443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month: July, up $684,859 (9.8%).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4206240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5088" y="407822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in Jan, Feb and May.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 up $1,171,181 (1.9%) year to date; ahead of 2025 in 6 of 9 months, and in every month since June.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Parts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$60.76M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$61.93M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+$1,171,181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+1.9%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317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$7.05M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$6.41M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−$640,110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−9.1%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$6.47M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$6.08M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−$388,758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−6.0%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$6.60M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$6.77M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+$169,805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$6.84M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$7.14M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+$300,539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$6.67M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$6.41M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−$253,835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−3.8%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$6.81M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$7.07M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+$259,611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$6.97M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$7.66M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+$684,859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+9.8%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$6.81M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$7.21M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+$398,421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+5.9%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17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$6.54M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$7.18M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+$640,651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+9.8%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+$1,171,181 (1.9%) year to date; 6 of nine months ahead of 2025, best July at +$684,859.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98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$181.33M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$188.80M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+$7,468,567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+4.1%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11274552" cy="3465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660904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 ($M)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008376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8" name="Chart 0" descr=""/>
          <p:cNvGraphicFramePr/>
          <p:nvPr/>
        </p:nvGraphicFramePr>
        <p:xfrm>
          <a:off x="621792" y="3090672"/>
          <a:ext cx="10945368" cy="2807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up $7,468,567 (4.1%) year to date; ahead of 2025 in 6 of 9 months, and in every month since June.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98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$120.57M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$126.87M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+$6,297,386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11274552" cy="3465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660904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 ($M)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008376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8" name="Chart 0" descr=""/>
          <p:cNvGraphicFramePr/>
          <p:nvPr/>
        </p:nvGraphicFramePr>
        <p:xfrm>
          <a:off x="621792" y="3090672"/>
          <a:ext cx="10945368" cy="2807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 up $6,297,386 (5.2%) year to date; ahead of 2025 in every month.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Parts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98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$60.76M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$61.93M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+$1,171,181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11274552" cy="3465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660904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 ($M)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008376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8" name="Chart 0" descr=""/>
          <p:cNvGraphicFramePr/>
          <p:nvPr/>
        </p:nvGraphicFramePr>
        <p:xfrm>
          <a:off x="621792" y="3090672"/>
          <a:ext cx="10945368" cy="2807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 up $1,171,181 (1.9%) year to date; ahead of 2025 in 6 of 9 months, and in every month since June.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B + Q4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98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$181.33M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$188.80M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+$7,468,567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10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+4.1%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11274552" cy="3465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660904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total by month ($M); 2025 shown through December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008376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8" name="Chart 0" descr=""/>
          <p:cNvGraphicFramePr/>
          <p:nvPr/>
        </p:nvGraphicFramePr>
        <p:xfrm>
          <a:off x="621792" y="3090672"/>
          <a:ext cx="10945368" cy="2807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up $7,468,567 (4.1%) year to date; ahead of 2025 in 6 of 9 months, and in every month since June.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Headcount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758952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employees at month end, January–September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132320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21792" y="1773936"/>
          <a:ext cx="7260336" cy="4123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207008"/>
            <a:ext cx="35021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441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0449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938528"/>
            <a:ext cx="100584" cy="100584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05088" y="18105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−76 fixed staff, Sep to Sep, to 1,540.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3072384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5088" y="29443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Technicians −17, advisors −7, managers −3.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4206240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5088" y="407822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below 2025 in every month.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headcount fell 76 to 1,540, Sep to Sep.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2026-10-27T18:05:22Z</dcterms:created>
  <dcterms:modified xsi:type="dcterms:W3CDTF">2026-10-27T18:05:22Z</dcterms:modified>
</cp:coreProperties>
</file>