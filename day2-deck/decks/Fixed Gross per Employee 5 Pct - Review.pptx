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19856" y="13167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083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70264" y="13167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7104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6949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19856" y="170078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$1,506,225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7083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$14,174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$14,883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5089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19856" y="1949286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$1,103,005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7083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$12,644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4436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19856" y="219778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$961,535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7083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$16,061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$16,864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3795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19856" y="244628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$822,684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7083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$23,461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$24,634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31006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419856" y="2694791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$672,026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7083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$12,874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$13,518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2951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19856" y="2943292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$639,799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083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$14,973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2650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19856" y="319179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$574,425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7083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$14,604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2064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$15,334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20319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419856" y="3440296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$440,403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7083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$18,148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2064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$19,056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18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419856" y="368879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$410,199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7083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$13,289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$13,954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1824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19856" y="393729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$395,423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7083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2064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$11,685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15626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419856" y="4185800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$338,685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7083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2064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$11,596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1473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19856" y="4434302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$319,353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083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$12,606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14711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19856" y="468280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$318,864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7083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2064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$12,555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1393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419856" y="4931305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$302,035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7083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$10,911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1374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419856" y="517980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$297,906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7083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2064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$11,333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1371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19856" y="542830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$297,322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7083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2064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$15,662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1286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419856" y="5676810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$278,863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7083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$12,871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2064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$13,514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1275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70264" y="170078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$276,346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2124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7104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$17,765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1203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970264" y="1949286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$260,917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2124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$18,549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7104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$19,476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1092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8970264" y="219778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$236,877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2124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7104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$10,450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10813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8970264" y="244628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$234,372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2124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$15,556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7104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$16,333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0507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970264" y="2694791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$227,743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2124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$18,268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7104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$19,182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016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8970264" y="2943292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$220,335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2124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$15,966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7104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$16,765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917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70264" y="319179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$198,802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2124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7104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$11,511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889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970264" y="3440296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$192,877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2124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7104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$12,982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830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8970264" y="368879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$180,016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2124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7104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$13,126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718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970264" y="393729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$155,730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2124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7104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$12,709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7028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970264" y="4185800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$152,344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2124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7104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$12,118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698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8970264" y="4434302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$151,334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2124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7104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$9,973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679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970264" y="468280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$147,187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2124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7104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$15,988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4896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970264" y="4931305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$106,131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2124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7104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$9,607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472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8970264" y="517980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$102,351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2124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7104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$12,212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2977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8970264" y="542830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$64,535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2124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7104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$10,372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2026-10-21T21:04:26Z</dcterms:created>
  <dcterms:modified xsi:type="dcterms:W3CDTF">2026-10-21T21:04:26Z</dcterms:modified>
</cp:coreProperties>
</file>