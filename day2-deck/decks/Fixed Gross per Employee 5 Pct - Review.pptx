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021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1655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5760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02152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$1.51M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$14.2K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421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02152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3677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02152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$962K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$16.1K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3146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1655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$23.5K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$24.6K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2570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02152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2446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02152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$640K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219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1655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$14.6K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1684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02152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1655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$18.1K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$19.1K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156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02152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1512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1655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$11.7K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1295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02152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1655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1221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02152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1219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1655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1155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02152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1655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11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502152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1655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$11.3K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113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1655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$15.7K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1066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502152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1655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1056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52560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669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$17.8K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997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52560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669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905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52560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669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896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52560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669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$15.6K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871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52560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669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$18.3K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$19.2K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842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52560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669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76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52560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669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737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52560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669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$13.0K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688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52560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669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$12.5K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$13.1K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595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52560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669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582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52560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669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57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52560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669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$9.5K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562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52560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669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405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52560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669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$9.1K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391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52560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669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$12.2K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246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52560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669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$9.9K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2026-10-27T21:57:48Z</dcterms:created>
  <dcterms:modified xsi:type="dcterms:W3CDTF">2026-10-27T21:57:48Z</dcterms:modified>
</cp:coreProperties>
</file>