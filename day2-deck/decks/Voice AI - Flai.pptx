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JUL 26 – OCT 26, 2026</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Jul 26 – Oct 26, 2026.</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JUL 26 – OCT 26, 2026</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4320"/>
          </a:xfrm>
          <a:prstGeom prst="rect">
            <a:avLst/>
          </a:prstGeom>
          <a:solidFill>
            <a:srgbClr val="12A566"/>
          </a:solidFill>
          <a:ln/>
        </p:spPr>
      </p:sp>
      <p:sp>
        <p:nvSpPr>
          <p:cNvPr id="16" name="Text 14"/>
          <p:cNvSpPr txBox="1"/>
          <p:nvPr/>
        </p:nvSpPr>
        <p:spPr>
          <a:xfrm>
            <a:off x="621792" y="251460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4600"/>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460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6207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62072"/>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6207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8648"/>
            <a:ext cx="54864" cy="274320"/>
          </a:xfrm>
          <a:prstGeom prst="rect">
            <a:avLst/>
          </a:prstGeom>
          <a:solidFill>
            <a:srgbClr val="12A566"/>
          </a:solidFill>
          <a:ln/>
        </p:spPr>
      </p:sp>
      <p:sp>
        <p:nvSpPr>
          <p:cNvPr id="23" name="Text 21"/>
          <p:cNvSpPr txBox="1"/>
          <p:nvPr/>
        </p:nvSpPr>
        <p:spPr>
          <a:xfrm>
            <a:off x="621792" y="320954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9544"/>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954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6120"/>
            <a:ext cx="54864" cy="274320"/>
          </a:xfrm>
          <a:prstGeom prst="rect">
            <a:avLst/>
          </a:prstGeom>
          <a:solidFill>
            <a:srgbClr val="12A566"/>
          </a:solidFill>
          <a:ln/>
        </p:spPr>
      </p:sp>
      <p:sp>
        <p:nvSpPr>
          <p:cNvPr id="27" name="Text 25"/>
          <p:cNvSpPr txBox="1"/>
          <p:nvPr/>
        </p:nvSpPr>
        <p:spPr>
          <a:xfrm>
            <a:off x="621792" y="355701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57016"/>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5701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93592"/>
            <a:ext cx="54864" cy="274320"/>
          </a:xfrm>
          <a:prstGeom prst="rect">
            <a:avLst/>
          </a:prstGeom>
          <a:solidFill>
            <a:srgbClr val="12A566"/>
          </a:solidFill>
          <a:ln/>
        </p:spPr>
      </p:sp>
      <p:sp>
        <p:nvSpPr>
          <p:cNvPr id="31" name="Shape 29"/>
          <p:cNvSpPr/>
          <p:nvPr/>
        </p:nvSpPr>
        <p:spPr>
          <a:xfrm>
            <a:off x="621792" y="4270248"/>
            <a:ext cx="3355848" cy="22860"/>
          </a:xfrm>
          <a:prstGeom prst="rect">
            <a:avLst/>
          </a:prstGeom>
          <a:solidFill>
            <a:srgbClr val="C2352F"/>
          </a:solidFill>
          <a:ln/>
        </p:spPr>
      </p:sp>
      <p:sp>
        <p:nvSpPr>
          <p:cNvPr id="32" name="Text 30"/>
          <p:cNvSpPr txBox="1"/>
          <p:nvPr/>
        </p:nvSpPr>
        <p:spPr>
          <a:xfrm>
            <a:off x="621792" y="4297680"/>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297680"/>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297680"/>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52628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526280"/>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52628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562856"/>
            <a:ext cx="54864" cy="274320"/>
          </a:xfrm>
          <a:prstGeom prst="rect">
            <a:avLst/>
          </a:prstGeom>
          <a:solidFill>
            <a:srgbClr val="C2352F"/>
          </a:solidFill>
          <a:ln/>
        </p:spPr>
      </p:sp>
      <p:sp>
        <p:nvSpPr>
          <p:cNvPr id="39" name="Text 37"/>
          <p:cNvSpPr txBox="1"/>
          <p:nvPr/>
        </p:nvSpPr>
        <p:spPr>
          <a:xfrm>
            <a:off x="621792" y="487375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873752"/>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87375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910328"/>
            <a:ext cx="54864" cy="274320"/>
          </a:xfrm>
          <a:prstGeom prst="rect">
            <a:avLst/>
          </a:prstGeom>
          <a:solidFill>
            <a:srgbClr val="C2352F"/>
          </a:solidFill>
          <a:ln/>
        </p:spPr>
      </p:sp>
      <p:sp>
        <p:nvSpPr>
          <p:cNvPr id="43" name="Text 41"/>
          <p:cNvSpPr txBox="1"/>
          <p:nvPr/>
        </p:nvSpPr>
        <p:spPr>
          <a:xfrm>
            <a:off x="621792" y="522122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221224"/>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22122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56869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568696"/>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56869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605272"/>
            <a:ext cx="54864" cy="274320"/>
          </a:xfrm>
          <a:prstGeom prst="rect">
            <a:avLst/>
          </a:prstGeom>
          <a:solidFill>
            <a:srgbClr val="C2352F"/>
          </a:solidFill>
          <a:ln/>
        </p:spPr>
      </p:sp>
      <p:sp>
        <p:nvSpPr>
          <p:cNvPr id="50" name="Text 48"/>
          <p:cNvSpPr txBox="1"/>
          <p:nvPr/>
        </p:nvSpPr>
        <p:spPr>
          <a:xfrm>
            <a:off x="621792" y="591616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916168"/>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91616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52744"/>
            <a:ext cx="54864" cy="274320"/>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4320"/>
          </a:xfrm>
          <a:prstGeom prst="rect">
            <a:avLst/>
          </a:prstGeom>
          <a:solidFill>
            <a:srgbClr val="12A566"/>
          </a:solidFill>
          <a:ln/>
        </p:spPr>
      </p:sp>
      <p:sp>
        <p:nvSpPr>
          <p:cNvPr id="65" name="Text 63"/>
          <p:cNvSpPr txBox="1"/>
          <p:nvPr/>
        </p:nvSpPr>
        <p:spPr>
          <a:xfrm>
            <a:off x="4416552" y="251460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4600"/>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460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51176"/>
            <a:ext cx="54864" cy="274320"/>
          </a:xfrm>
          <a:prstGeom prst="rect">
            <a:avLst/>
          </a:prstGeom>
          <a:solidFill>
            <a:srgbClr val="12A566"/>
          </a:solidFill>
          <a:ln/>
        </p:spPr>
      </p:sp>
      <p:sp>
        <p:nvSpPr>
          <p:cNvPr id="69" name="Text 67"/>
          <p:cNvSpPr txBox="1"/>
          <p:nvPr/>
        </p:nvSpPr>
        <p:spPr>
          <a:xfrm>
            <a:off x="4416552" y="286207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62072"/>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6207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8648"/>
            <a:ext cx="54864" cy="274320"/>
          </a:xfrm>
          <a:prstGeom prst="rect">
            <a:avLst/>
          </a:prstGeom>
          <a:solidFill>
            <a:srgbClr val="12A566"/>
          </a:solidFill>
          <a:ln/>
        </p:spPr>
      </p:sp>
      <p:sp>
        <p:nvSpPr>
          <p:cNvPr id="73" name="Text 71"/>
          <p:cNvSpPr txBox="1"/>
          <p:nvPr/>
        </p:nvSpPr>
        <p:spPr>
          <a:xfrm>
            <a:off x="4416552" y="320954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9544"/>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954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6120"/>
            <a:ext cx="54864" cy="274320"/>
          </a:xfrm>
          <a:prstGeom prst="rect">
            <a:avLst/>
          </a:prstGeom>
          <a:solidFill>
            <a:srgbClr val="12A566"/>
          </a:solidFill>
          <a:ln/>
        </p:spPr>
      </p:sp>
      <p:sp>
        <p:nvSpPr>
          <p:cNvPr id="77" name="Text 75"/>
          <p:cNvSpPr txBox="1"/>
          <p:nvPr/>
        </p:nvSpPr>
        <p:spPr>
          <a:xfrm>
            <a:off x="4416552" y="355701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57016"/>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5701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270248"/>
            <a:ext cx="3355848" cy="22860"/>
          </a:xfrm>
          <a:prstGeom prst="rect">
            <a:avLst/>
          </a:prstGeom>
          <a:solidFill>
            <a:srgbClr val="C2352F"/>
          </a:solidFill>
          <a:ln/>
        </p:spPr>
      </p:sp>
      <p:sp>
        <p:nvSpPr>
          <p:cNvPr id="81" name="Text 79"/>
          <p:cNvSpPr txBox="1"/>
          <p:nvPr/>
        </p:nvSpPr>
        <p:spPr>
          <a:xfrm>
            <a:off x="4416552" y="4297680"/>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297680"/>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297680"/>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52628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526280"/>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52628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562856"/>
            <a:ext cx="54864" cy="274320"/>
          </a:xfrm>
          <a:prstGeom prst="rect">
            <a:avLst/>
          </a:prstGeom>
          <a:solidFill>
            <a:srgbClr val="C2352F"/>
          </a:solidFill>
          <a:ln/>
        </p:spPr>
      </p:sp>
      <p:sp>
        <p:nvSpPr>
          <p:cNvPr id="88" name="Text 86"/>
          <p:cNvSpPr txBox="1"/>
          <p:nvPr/>
        </p:nvSpPr>
        <p:spPr>
          <a:xfrm>
            <a:off x="4416552" y="487375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873752"/>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87375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22122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221224"/>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22122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56869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568696"/>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56869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605272"/>
            <a:ext cx="54864" cy="274320"/>
          </a:xfrm>
          <a:prstGeom prst="rect">
            <a:avLst/>
          </a:prstGeom>
          <a:solidFill>
            <a:srgbClr val="C2352F"/>
          </a:solidFill>
          <a:ln/>
        </p:spPr>
      </p:sp>
      <p:sp>
        <p:nvSpPr>
          <p:cNvPr id="98" name="Text 96"/>
          <p:cNvSpPr txBox="1"/>
          <p:nvPr/>
        </p:nvSpPr>
        <p:spPr>
          <a:xfrm>
            <a:off x="4416552" y="591616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916168"/>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91616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52744"/>
            <a:ext cx="54864" cy="274320"/>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460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4600"/>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460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6207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62072"/>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6207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954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9544"/>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954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5701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57016"/>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5701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Text 122"/>
          <p:cNvSpPr txBox="1"/>
          <p:nvPr/>
        </p:nvSpPr>
        <p:spPr>
          <a:xfrm>
            <a:off x="8211312" y="390448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904488"/>
            <a:ext cx="731520" cy="34747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90448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376</a:t>
            </a:r>
            <a:endParaRPr lang="en-US" sz="1200" dirty="0"/>
          </a:p>
        </p:txBody>
      </p:sp>
      <p:sp>
        <p:nvSpPr>
          <p:cNvPr id="127" name="Shape 125"/>
          <p:cNvSpPr/>
          <p:nvPr/>
        </p:nvSpPr>
        <p:spPr>
          <a:xfrm>
            <a:off x="8211312" y="4270248"/>
            <a:ext cx="3355848" cy="22860"/>
          </a:xfrm>
          <a:prstGeom prst="rect">
            <a:avLst/>
          </a:prstGeom>
          <a:solidFill>
            <a:srgbClr val="C2352F"/>
          </a:solidFill>
          <a:ln/>
        </p:spPr>
      </p:sp>
      <p:sp>
        <p:nvSpPr>
          <p:cNvPr id="128" name="Text 126"/>
          <p:cNvSpPr txBox="1"/>
          <p:nvPr/>
        </p:nvSpPr>
        <p:spPr>
          <a:xfrm>
            <a:off x="8211312" y="4297680"/>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297680"/>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297680"/>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526280"/>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526280"/>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526280"/>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873752"/>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873752"/>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873752"/>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5221224"/>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5221224"/>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5221224"/>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5257800"/>
            <a:ext cx="54864" cy="274320"/>
          </a:xfrm>
          <a:prstGeom prst="rect">
            <a:avLst/>
          </a:prstGeom>
          <a:solidFill>
            <a:srgbClr val="C2352F"/>
          </a:solidFill>
          <a:ln/>
        </p:spPr>
      </p:sp>
      <p:sp>
        <p:nvSpPr>
          <p:cNvPr id="141" name="Text 139"/>
          <p:cNvSpPr txBox="1"/>
          <p:nvPr/>
        </p:nvSpPr>
        <p:spPr>
          <a:xfrm>
            <a:off x="8211312" y="5568696"/>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568696"/>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568696"/>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605272"/>
            <a:ext cx="54864" cy="274320"/>
          </a:xfrm>
          <a:prstGeom prst="rect">
            <a:avLst/>
          </a:prstGeom>
          <a:solidFill>
            <a:srgbClr val="C2352F"/>
          </a:solidFill>
          <a:ln/>
        </p:spPr>
      </p:sp>
      <p:sp>
        <p:nvSpPr>
          <p:cNvPr id="145" name="Text 143"/>
          <p:cNvSpPr txBox="1"/>
          <p:nvPr/>
        </p:nvSpPr>
        <p:spPr>
          <a:xfrm>
            <a:off x="8211312" y="5916168"/>
            <a:ext cx="1673352" cy="34747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916168"/>
            <a:ext cx="731520" cy="34747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916168"/>
            <a:ext cx="914400" cy="347472"/>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2026-10-28T17:01:53Z</dcterms:created>
  <dcterms:modified xsi:type="dcterms:W3CDTF">2026-10-28T17:01:53Z</dcterms:modified>
</cp:coreProperties>
</file>