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$${gpr.toFixed(2)} average customer-pay gross per RO (Qlik - Closed Repair Orders, labor + parts gross, Jan-Sep 2026, same-store) = $${fmt(missedVal)}.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$2.3M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2026-10-26T17:23:48Z</dcterms:created>
  <dcterms:modified xsi:type="dcterms:W3CDTF">2026-10-26T17:23:48Z</dcterms:modified>
</cp:coreProperties>
</file>