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AN ALL-TIME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A RECORD,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 Every one of these stores can tell the room what they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 Honda Spokane and Nissan lead with 9 each.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2026-10-26T20:24:04Z</dcterms:created>
  <dcterms:modified xsi:type="dcterms:W3CDTF">2026-10-26T20:24:04Z</dcterms:modified>
</cp:coreProperties>
</file>