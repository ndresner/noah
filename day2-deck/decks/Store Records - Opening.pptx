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A green cell with a dot only: the combined record came without a service or parts record that month.Records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AN ALL-TIME RECORD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GROUP MONTH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2026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$22.73M of fixed gross across the group, the most in any month on file.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BROKE IT, THEN BROKE IT AGAIN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beat it again later in the year.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 Every one of these stores can tell the room what they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Months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29844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= service record   P = parts record   green cell = best combined month 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944368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FEB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36592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32704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217152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113264" y="153619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85216" y="1773936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1773936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05856" y="1787652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32704" y="177393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98080" y="1787652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24928" y="177393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94192" y="1787652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21040" y="177393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217152" y="177393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13264" y="177393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953238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09744" y="1966954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36592" y="1953238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705856" y="1966954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32704" y="1953238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98080" y="1966954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24928" y="1953238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94192" y="1966954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1953238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P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85216" y="2132540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132540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09744" y="2146256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736592" y="2132540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498080" y="2146256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24928" y="2132540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P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394192" y="2146256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21040" y="2132540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0186416" y="2146256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113264" y="2132540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2311842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2944368" y="2311842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809744" y="2325558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736592" y="2311842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P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632704" y="2311842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498080" y="2325558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24928" y="2311842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85216" y="2491144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2491144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2944368" y="2491144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736592" y="2491144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321040" y="2491144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13264" y="2491144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2670446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809744" y="2684162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736592" y="267044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7498080" y="2684162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24928" y="267044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394192" y="2684162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321040" y="267044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P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5216" y="2849747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58368" y="2849747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913632" y="2863463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840480" y="2849747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809744" y="2863463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736592" y="2849747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8394192" y="2863463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321040" y="2849747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8368" y="3029049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4809744" y="3042765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4736592" y="3029049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9290304" y="3042765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217152" y="3029049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10186416" y="3042765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113264" y="3029049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85216" y="3208351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658368" y="3208351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8394192" y="3222067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321040" y="3208351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9217152" y="3208351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13264" y="3208351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3387653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4809744" y="3401369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736592" y="3387653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5632704" y="3387653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28816" y="3387653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585216" y="3566955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658368" y="3566955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5705856" y="3580671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632704" y="3566955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8394192" y="3580671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321040" y="3566955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8368" y="3746257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9290304" y="3759973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9217152" y="3746257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10186416" y="3759973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113264" y="3746257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P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585216" y="3925559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658368" y="3925559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5632704" y="3925559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394192" y="3939275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8321040" y="3925559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P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104861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4736592" y="4104861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6601968" y="4118577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6528816" y="4104861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P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585216" y="4284163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4284163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4736592" y="4284163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5705856" y="4297879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632704" y="4284163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P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8368" y="4463465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5632704" y="4463465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7424928" y="4463465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19" name="Shape 117"/>
          <p:cNvSpPr/>
          <p:nvPr/>
        </p:nvSpPr>
        <p:spPr>
          <a:xfrm>
            <a:off x="585216" y="4642767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58368" y="4642767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394192" y="4656483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8321040" y="4642767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8368" y="4822069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5705856" y="4835785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5632704" y="4822069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585216" y="5001370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658368" y="5001370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394192" y="5015086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8321040" y="5001370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58368" y="5180672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9290304" y="5194388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9217152" y="5180672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585216" y="5359974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658368" y="5359974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5705856" y="5373690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632704" y="5359974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539276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394192" y="5552992"/>
            <a:ext cx="749808" cy="151870"/>
          </a:xfrm>
          <a:prstGeom prst="rect">
            <a:avLst/>
          </a:prstGeom>
          <a:solidFill>
            <a:srgbClr val="E6F6EE"/>
          </a:solidFill>
          <a:ln w="9525">
            <a:solidFill>
              <a:srgbClr val="12A566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8321040" y="5539276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585216" y="5718578"/>
            <a:ext cx="10424160" cy="17930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8368" y="5718578"/>
            <a:ext cx="2240280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10113264" y="5718578"/>
            <a:ext cx="896112" cy="17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Honda Spokane and Nissan broke their records more than once this year. Ask them what they changed.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2026-10-25T23:12:46Z</dcterms:created>
  <dcterms:modified xsi:type="dcterms:W3CDTF">2026-10-25T23:12:46Z</dcterms:modified>
</cp:coreProperties>
</file>