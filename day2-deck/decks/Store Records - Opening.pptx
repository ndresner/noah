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Fixed Ops Accounting TB, fixed gross (service and parts), monthly by store, January 2021 - September 2026. A record = the store's highest month on file; months before a store opened are ignored. GMC Prescott service on the TB includes body shop gross.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23 stores set 98 all-time monthly records in 2026. Honda Spokane and Nissan lead with 9 each.Source: Qlik - Fixed Ops Accounting TB, fixed gross (service and parts), monthly by store, January 2021 - September 2026. A record = the store's highest month on file; months before a store opened are ignored. GMC Prescott service on the TB includes body shop gross. Records = each month a store beat its best-ever service, parts or combined month; one month can count up to three.Records by store (month: service / parts / combined, with the record it beat):
Toyota Henderson: service Apr 2026 $1.86M (beat $1.78M, Apr 2025); service Jul 2026 $1.98M (beat $1.86M, Apr 2026); parts Jun 2026 $747K (beat $734K, Dec 2024); parts Aug 2026 $748K (beat $747K, Jun 2026); parts Sep 2026 $803K (beat $748K, Aug 2026); combined Apr 2026 $2.52M (beat $2.45M, Apr 2025); combined Jun 2026 $2.55M (beat $2.52M, Apr 2026); combined Jul 2026 $2.72M (beat $2.55M, Jun 2026)
Honda Spokane: service Mar 2026 $309K (beat $290K, May 2025); service Apr 2026 $316K (beat $309K, Mar 2026); service Jun 2026 $343K (beat $316K, Apr 2026); service Jul 2026 $360K (beat $343K, Jun 2026); parts Jul 2026 $182K (beat $168K, Aug 2025); combined Mar 2026 $457K (beat $448K, May 2025); combined Apr 2026 $473K (beat $457K, Mar 2026); combined Jun 2026 $503K (beat $473K, Apr 2026); combined Jul 2026 $542K (beat $503K, Jun 2026)
Nissan: service Mar 2026 $374K (beat $374K, May 2025); service Jun 2026 $379K (beat $374K, Mar 2026); service Sep 2026 $393K (beat $379K, Jun 2026); parts Jun 2026 $191K (beat $187K, Aug 2024); parts Jul 2026 $210K (beat $191K, Jun 2026); combined Mar 2026 $546K (beat $535K, May 2025); combined Jun 2026 $570K (beat $546K, Mar 2026); combined Jul 2026 $580K (beat $570K, Jun 2026); combined Sep 2026 $593K (beat $580K, Jul 2026)
Subaru St George: service Jan 2026 $256K (beat $246K, Apr 2025); service Mar 2026 $270K (beat $256K, Jan 2026); parts Mar 2026 $146K (beat $144K, Apr 2025); parts Apr 2026 $156K (beat $146K, Mar 2026); parts Jun 2026 $174K (beat $156K, Apr 2026); combined Mar 2026 $416K (beat $391K, Apr 2025); combined Jun 2026 $438K (beat $416K, Mar 2026)
Hyundai St George: service Jan 2026 $155K (beat $152K, Dec 2025); service Mar 2026 $170K (beat $155K, Jan 2026); service Jul 2026 $173K (beat $170K, Mar 2026); service Sep 2026 $179K (beat $173K, Jul 2026)
Honda Henderson: service Mar 2026 $1.26M (beat $1.23M, Mar 2025); service Jun 2026 $1.29M (beat $1.26M, Mar 2026); service Jul 2026 $1.30M (beat $1.29M, Jun 2026); parts Jul 2026 $495K (beat $475K, Apr 2024); combined Mar 2026 $1.72M (beat $1.67M, Apr 2024); combined Jun 2026 $1.75M (beat $1.72M, Mar 2026); combined Jul 2026 $1.79M (beat $1.75M, Jun 2026)
Hyundai Prescott: service Mar 2026 $125K (beat $96K, Jul 2025); service Jul 2026 $142K (beat $125K, Mar 2026); parts Feb 2026 $78K (beat $72K, Jul 2025); combined Feb 2026 $170K (beat $168K, Jul 2025); combined Mar 2026 $182K (beat $170K, Feb 2026); combined Jul 2026 $206K (beat $182K, Mar 2026)
Lincoln: service Aug 2026 $247K (beat $243K, Dec 2025); service Sep 2026 $262K (beat $247K, Aug 2026); parts Mar 2026 $116K (beat $105K, Dec 2025); combined Mar 2026 $358K (beat $349K, Dec 2025); combined Aug 2026 $359K (beat $358K, Mar 2026); combined Sep 2026 $369K (beat $359K, Aug 2026)
LR Henderson: service Aug 2026 $276K (beat $270K, Dec 2024); service Sep 2026 $281K (beat $276K, Aug 2026); parts Jul 2026 $173K (beat $168K, Feb 2025); combined Jul 2026 $434K (beat $420K, Feb 2025)
Toyota Flagstaff: service Mar 2026 $374K (beat $358K, Oct 2024); service Apr 2026 $377K (beat $374K, Mar 2026); service May 2026 $382K (beat $377K, Apr 2026); combined Mar 2026 $532K (beat $497K, Jan 2025)
Audi Henderson: parts Jul 2026 $591K (beat $524K, Dec 2024); combined Apr 2026 $1.45M (beat $1.39M, Dec 2025); combined Jul 2026 $1.60M (beat $1.45M, Apr 2026)
Mazda: service Aug 2026 $285K (beat $256K, Mar 2025); service Sep 2026 $302K (beat $285K, Aug 2026); parts Sep 2026 $200K (beat $172K, Jun 2025); combined Aug 2026 $417K (beat $412K, Jun 2025); combined Sep 2026 $503K (beat $417K, Aug 2026)
Kia St George: service Apr 2026 $158K (beat $153K, Sep 2025); service Jul 2026 $187K (beat $158K, Apr 2026); parts Jul 2026 $134K (beat $120K, Oct 2025); combined Jul 2026 $321K (beat $270K, Sep 2025)
Lexus: service Mar 2026 $341K (beat $341K, Oct 2025); service May 2026 $342K (beat $341K, Mar 2026); parts May 2026 $154K (beat $149K, Oct 2025); combined May 2026 $497K (beat $490K, Oct 2025)
Toyota Prescott: service Mar 2026 $397K (beat $377K, Dec 2025); service Apr 2026 $463K (beat $397K, Mar 2026); parts Apr 2026 $204K (beat $203K, Apr 2025); combined Apr 2026 $667K (beat $563K, Aug 2023)
Volvo: service Apr 2026 $294K (beat $288K, Aug 2024); service Jun 2026 $305K (beat $294K, Apr 2026)
CDJR Post Falls: service Jul 2026 $312K (beat $305K, Apr 2025); combined Jul 2026 $481K (beat $468K, Aug 2024)
GMC Prescott: parts Apr 2026 $148K (beat $123K, Oct 2024); combined Apr 2026 $314K (beat $304K, Oct 2024)
LR LV: service Jul 2026 $544K (beat $509K, May 2024); combined Jul 2026 $845K (beat $817K, May 2024)
LR Reno: service Aug 2026 $204K (beat $190K, Jan 2025); combined Aug 2026 $312K (beat $294K, Aug 2024)
Subaru Prescott: combined Apr 2026 $354K (beat $349K, Apr 2025)
Toyota Spokane: service Jul 2026 $470K (beat $450K, Oct 2025); combined Jul 2026 $777K (beat $760K, Oct 2025)
Kia LV: service Sep 2026 $492K (beat $472K, Oct 2024)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Record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WITH ALL-TIME RECORD MONTHS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33 set their best month ever in service, parts or combined during 2026.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4146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146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SET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7026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all-time monthly records across those stores: service, parts and combined counted separately.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5060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had their best January–September ever in combined fixed gross.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35974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35974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8854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WHO SET A RECORD AND THEN RESET 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set a record and then topped it again later in the year.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records set this year: Honda Spokane 9, Nissan 9, Toyota Henderson 8, Honda Henderson 7 and Subaru St George 7.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alone brought 11 combined store records. Every one of these stores can tell the room what they changed.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Set in 2026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26664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13048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71416" y="13167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77072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363456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21824" y="13167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735056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71216" y="1779994"/>
            <a:ext cx="10058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26664" y="170078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13048" y="170078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170078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170078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05282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05282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71216" y="2132038"/>
            <a:ext cx="10058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026664" y="205282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813048" y="205282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71416" y="205282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205282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240487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" y="240487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71216" y="2484082"/>
            <a:ext cx="8940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026664" y="240487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813048" y="240487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471416" y="240487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240487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275691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275691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71216" y="2836126"/>
            <a:ext cx="7823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026664" y="275691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813048" y="275691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275691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84648" y="275691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0896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0896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71216" y="3188170"/>
            <a:ext cx="7823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026664" y="310896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813048" y="310896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71416" y="310896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184648" y="310896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346100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14984" y="346100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71216" y="3540214"/>
            <a:ext cx="670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026664" y="346100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813048" y="346100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71416" y="346100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184648" y="346100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81304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81304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871216" y="3892258"/>
            <a:ext cx="67056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026664" y="381304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3813048" y="381304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471416" y="381304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184648" y="381304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16509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16509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871216" y="4244302"/>
            <a:ext cx="55880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026664" y="416509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3813048" y="416509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71416" y="416509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5184648" y="416509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451713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451713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871216" y="4596346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026664" y="451713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3813048" y="451713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471416" y="451713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184648" y="451713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86918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86918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871216" y="4948390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026664" y="486918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3813048" y="486918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71416" y="486918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5184648" y="486918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22122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522122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871216" y="5300434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026664" y="522122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3813048" y="522122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471416" y="522122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184648" y="522122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57326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1014984" y="557326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2871216" y="5652478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026664" y="557326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3813048" y="557326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71416" y="557326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184648" y="557326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208776" y="170078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565392" y="170078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421624" y="1779994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8577072" y="170078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9363456" y="170078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10021824" y="170078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10735056" y="170078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05282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05282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421624" y="2132038"/>
            <a:ext cx="44704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8577072" y="205282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363456" y="205282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10021824" y="205282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735056" y="205282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0487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0487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421624" y="2484082"/>
            <a:ext cx="3352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8577072" y="240487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9363456" y="240487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10021824" y="240487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735056" y="240487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275691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275691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421624" y="2836126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8577072" y="275691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363456" y="275691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021824" y="275691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35056" y="275691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310896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310896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421624" y="3188170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8577072" y="310896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363456" y="310896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021824" y="310896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10735056" y="310896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346100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346100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421624" y="3540214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8577072" y="346100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9363456" y="346100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10021824" y="346100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735056" y="346100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81304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381304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421624" y="3892258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8577072" y="381304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363456" y="381304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021824" y="381304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735056" y="381304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6509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6509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8421624" y="4244302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8577072" y="416509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9363456" y="416509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10021824" y="416509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10735056" y="416509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6208776" y="451713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565392" y="451713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8421624" y="4596346"/>
            <a:ext cx="22352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8577072" y="451713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9363456" y="451713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10021824" y="451713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735056" y="451713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486918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565392" y="486918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8421624" y="4948390"/>
            <a:ext cx="1828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8577072" y="486918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363456" y="486918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021824" y="486918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735056" y="486918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6208776" y="522122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522122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21624" y="5300434"/>
            <a:ext cx="18288" cy="19362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8577072" y="522122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363456" y="522122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021824" y="522122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10735056" y="522122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7" name="Shape 17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78" name="Text 17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stores set 98 all-time monthly records in 2026.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2026-10-27T17:17:47Z</dcterms:created>
  <dcterms:modified xsi:type="dcterms:W3CDTF">2026-10-27T17:17:47Z</dcterms:modified>
</cp:coreProperties>
</file>