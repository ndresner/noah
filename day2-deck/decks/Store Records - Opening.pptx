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ALL-TIME RECORD MONTHS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all-time monthly records across those stores: service, parts and combined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WHO SET A RECORD AND THEN RESET 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topped it again later in the year.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2026-10-28T15:29:20Z</dcterms:created>
  <dcterms:modified xsi:type="dcterms:W3CDTF">2026-10-28T15:29:20Z</dcterms:modified>
</cp:coreProperties>
</file>