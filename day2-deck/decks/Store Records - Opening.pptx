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Net: best January–September fixed ops net profit ever = service + parts department profit (Qlik - Profit &amp; Loss, Detail statement), Jan-Sep 2026 above every Jan-Sep 2021-2025 on file; Honda Spokane and Nissan from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Fixed Ops Accounting TB, combined service + parts fixed gross, Jan-Sep 2026 above every Jan-Sep on file (2021-2025). Net: best January–September fixed ops net profit ever = service + parts department profit (Qlik - Profit &amp; Loss, Detail statement), Jan-Sep 2026 above every Jan-Sep 2021-2025 on file; Honda Spokane and Nissan from 2024.Net profit, Jan-Sep 2026 vs the best prior Jan-Sep:
Acura: $476K vs $259K (2025)
Audi Henderson: $4.94M vs $4.11M (2025)
Cadillac: $2.60M vs $1.83M (2025)
CDJR Post Falls: $800K vs $747K (2025)
Chevy GMC Bullhead: $1.12M vs $784K (2025)
Honda Henderson: $6.08M vs $5.84M (2024)
Honda Spokane: $1.32M vs $1.32M (2025)
Kia LV: $1.80M vs $1.38M (2025)
Lexus: $1.20M vs $993K (2025)
Lincoln: $94K vs −$61K (2023)
LR Henderson: $705K vs $607K (2025)
LR LV: $2.04M vs $1.89M (2025)
LR Reno: $428K vs $244K (2023)
Nissan: $677K vs $543K (2025)
Subaru LV: $2.94M vs $2.93M (2025)
Subaru Prescott: $129K vs $110K (2023)
Subaru St George: $1.17M vs $1.06M (2025)
Toyota Flagstaff: $902K vs $771K (2025)
Toyota Henderson: $7.83M vs $6.41M (2025)
Toyota Prescott: $1.17M vs $881K (2025)
Volvo: $1.33M vs $1.18M (2025)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 RECORD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had their best gross profit month ever in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05963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5963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88843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88843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088843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records in service, parts and combined.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98694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98694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81574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GROSS PROFIT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81574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5281574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stores, service and parts combined.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291426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291426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4306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BROKEN TWICE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74306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474306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gross profit record, then beat it again.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484157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484157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67037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NET PROFIT EVER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67037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667037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stores; 18 also set the gross profit record.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2026: Gross Profit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523494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463040"/>
            <a:ext cx="454914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NET PROFIT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326380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7583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4476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85916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ONLY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93892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45018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85916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13114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04554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PROFIT ONLY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12530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63656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004554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set a January–September record in gross profit and 21 in net profit; 18 did both.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2026-10-29T06:37:54Z</dcterms:created>
  <dcterms:modified xsi:type="dcterms:W3CDTF">2026-10-29T06:37:54Z</dcterms:modified>
</cp:coreProperties>
</file>