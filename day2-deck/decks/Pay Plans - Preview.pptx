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GM meeting decks (Jan and May 2026). Data: Qlik Closed Repair Orders and Productivity apps; ADP headcount. Same-store, 33 stores, Jan-Sep 2026 vs 2025.PREVIEW (Noah, Oct 23). Two groups of productive employees move gross: service advisors (paid on customer-pay performance, 50/50 base to bonus) and technicians (flat rate on their own production; hourly techs are paid whether they produce or not). "Drive the results you are looking for" reworded to "Focus on the metrics that matter most and the ones you want to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Focus on the metrics that matter most and the ones you want to improve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advisors: pay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advisors: 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Technicians: flat rate, paid on their own production. Flat-rate techs are more proficient because they are paid for what they produce, not for hours on the clock.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2026-10-25T23:10:59Z</dcterms:created>
  <dcterms:modified xsi:type="dcterms:W3CDTF">2026-10-25T23:10:59Z</dcterms:modified>
</cp:coreProperties>
</file>