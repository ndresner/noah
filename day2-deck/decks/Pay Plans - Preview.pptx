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Talking points: GM meeting decks (Jan and May 2026). Data: Qlik Closed Repair Orders and Productivity apps; ADP headcount. Same-store, 33 stores, Jan-Sep 2026 vs 2025.PREVIEW (Noah, Oct 23). Two groups of productive employees move gross: service advisors (paid on customer-pay performance, 50/50 base to bonus) and technicians (flat rate on their own production; hourly techs are paid whether they produce or not). "Drive the results you are looking for" reworded to "Focus on the metrics that matter most and the ones you want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Plans Are Work Instructions</a:t>
            </a:r>
            <a:endParaRPr lang="en-US" sz="2800" dirty="0"/>
          </a:p>
        </p:txBody>
      </p:sp>
      <p:sp>
        <p:nvSpPr>
          <p:cNvPr id="5" name="Shape 3"/>
          <p:cNvSpPr/>
          <p:nvPr/>
        </p:nvSpPr>
        <p:spPr>
          <a:xfrm>
            <a:off x="457200" y="1207008"/>
            <a:ext cx="6400800" cy="4782312"/>
          </a:xfrm>
          <a:prstGeom prst="rect">
            <a:avLst/>
          </a:prstGeom>
          <a:solidFill>
            <a:srgbClr val="FFFFFF"/>
          </a:solidFill>
          <a:ln/>
        </p:spPr>
      </p:sp>
      <p:sp>
        <p:nvSpPr>
          <p:cNvPr id="6" name="Shape 4"/>
          <p:cNvSpPr/>
          <p:nvPr/>
        </p:nvSpPr>
        <p:spPr>
          <a:xfrm>
            <a:off x="7022592" y="1207008"/>
            <a:ext cx="4709160" cy="4782312"/>
          </a:xfrm>
          <a:prstGeom prst="rect">
            <a:avLst/>
          </a:prstGeom>
          <a:solidFill>
            <a:srgbClr val="FFFFFF"/>
          </a:solidFill>
          <a:ln/>
        </p:spPr>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and easily understood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Focus on the metrics that matter most and the ones you want to improve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Service advisors: pay on customer-pay performance: CP labor or gross per RO, maintenance penetration, total sales or gross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Service advisors: base versus bonus, a 50/50 ratio</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Technicians: flat rate, paid on their own production. Flat-rate techs are more proficient because they are paid for what they produce, not for hours on the clock.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system is perfectly designed to get the results it gets</a:t>
            </a:r>
            <a:endParaRPr lang="en-US" sz="1800" dirty="0"/>
          </a:p>
        </p:txBody>
      </p:sp>
      <p:sp>
        <p:nvSpPr>
          <p:cNvPr id="10" name="Shape 8"/>
          <p:cNvSpPr/>
          <p:nvPr/>
        </p:nvSpPr>
        <p:spPr>
          <a:xfrm>
            <a:off x="7269480" y="1920240"/>
            <a:ext cx="54864" cy="1783080"/>
          </a:xfrm>
          <a:prstGeom prst="rect">
            <a:avLst/>
          </a:prstGeom>
          <a:solidFill>
            <a:srgbClr val="12A566"/>
          </a:solidFill>
          <a:ln/>
        </p:spPr>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the number the plans should pay on. Up $17.</a:t>
            </a:r>
            <a:endParaRPr lang="en-US" sz="1400" dirty="0"/>
          </a:p>
        </p:txBody>
      </p:sp>
      <p:sp>
        <p:nvSpPr>
          <p:cNvPr id="13" name="Shape 11"/>
          <p:cNvSpPr/>
          <p:nvPr/>
        </p:nvSpPr>
        <p:spPr>
          <a:xfrm>
            <a:off x="7269480" y="3931920"/>
            <a:ext cx="54864" cy="1783080"/>
          </a:xfrm>
          <a:prstGeom prst="rect">
            <a:avLst/>
          </a:prstGeom>
          <a:solidFill>
            <a:srgbClr val="C2352F"/>
          </a:solidFill>
          <a:ln/>
        </p:spPr>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166</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&amp; W ROs per advisor a month, down 7. Advisors grew 1.5%; ROs fell 2.3%.</a:t>
            </a:r>
            <a:endParaRPr lang="en-US" sz="1400" dirty="0"/>
          </a:p>
        </p:txBody>
      </p:sp>
      <p:sp>
        <p:nvSpPr>
          <p:cNvPr id="16" name="Shape 14"/>
          <p:cNvSpPr/>
          <p:nvPr/>
        </p:nvSpPr>
        <p:spPr>
          <a:xfrm>
            <a:off x="457200" y="6126480"/>
            <a:ext cx="11274552" cy="371856"/>
          </a:xfrm>
          <a:prstGeom prst="rect">
            <a:avLst/>
          </a:prstGeom>
          <a:solidFill>
            <a:srgbClr val="EDF4FA"/>
          </a:solidFill>
          <a:ln/>
        </p:spPr>
      </p:sp>
      <p:sp>
        <p:nvSpPr>
          <p:cNvPr id="17" name="Text 1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check that every advisor and tech pay plan pays for the numbers on these slides.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2026-10-24T20:52:26Z</dcterms:created>
  <dcterms:modified xsi:type="dcterms:W3CDTF">2026-10-24T20:52:26Z</dcterms:modified>
</cp:coreProperties>
</file>