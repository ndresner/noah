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0.23308270676691728</c:v>
                </c:pt>
                <c:pt idx="1">
                  <c:v>0.18114143920595532</c:v>
                </c:pt>
                <c:pt idx="2">
                  <c:v>0.21772151898734177</c:v>
                </c:pt>
                <c:pt idx="3">
                  <c:v>0.20243902439024392</c:v>
                </c:pt>
                <c:pt idx="4">
                  <c:v>0.33410672853828305</c:v>
                </c:pt>
                <c:pt idx="5">
                  <c:v>0.33638443935926776</c:v>
                </c:pt>
                <c:pt idx="6">
                  <c:v>0.31072210065645517</c:v>
                </c:pt>
                <c:pt idx="7">
                  <c:v>0.28941176470588237</c:v>
                </c:pt>
                <c:pt idx="8">
                  <c:v>0.35308056872037913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788714381475427"/>
          <c:min val="0.15535056977879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0.07439446366782007</c:v>
                </c:pt>
                <c:pt idx="1">
                  <c:v>0.16377649325626203</c:v>
                </c:pt>
                <c:pt idx="2">
                  <c:v>0.14285714285714285</c:v>
                </c:pt>
                <c:pt idx="3">
                  <c:v>0.16510903426791276</c:v>
                </c:pt>
                <c:pt idx="4">
                  <c:v>0.1493212669683258</c:v>
                </c:pt>
                <c:pt idx="5">
                  <c:v>0.10703363914373089</c:v>
                </c:pt>
                <c:pt idx="6">
                  <c:v>0.16468842729970326</c:v>
                </c:pt>
                <c:pt idx="7">
                  <c:v>0.25258493353028066</c:v>
                </c:pt>
                <c:pt idx="8">
                  <c:v>0.2678843226788432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69078015304967"/>
          <c:min val="0.04537098481616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0.016666666666666666</c:v>
                </c:pt>
                <c:pt idx="1">
                  <c:v>0.04176904176904177</c:v>
                </c:pt>
                <c:pt idx="2">
                  <c:v>0.0630841121495327</c:v>
                </c:pt>
                <c:pt idx="3">
                  <c:v>0.06621004566210045</c:v>
                </c:pt>
                <c:pt idx="4">
                  <c:v>0.08983451536643026</c:v>
                </c:pt>
                <c:pt idx="5">
                  <c:v>0.07729468599033816</c:v>
                </c:pt>
                <c:pt idx="6">
                  <c:v>0.11608961303462322</c:v>
                </c:pt>
                <c:pt idx="7">
                  <c:v>0.11764705882352941</c:v>
                </c:pt>
                <c:pt idx="8">
                  <c:v>0.12026726057906459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580734966592428"/>
          <c:min val="0.001126577579806978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0.16037735849056603</c:v>
                </c:pt>
                <c:pt idx="1">
                  <c:v>0.15463917525773196</c:v>
                </c:pt>
                <c:pt idx="2">
                  <c:v>0.23076923076923078</c:v>
                </c:pt>
                <c:pt idx="3">
                  <c:v>0.23728813559322035</c:v>
                </c:pt>
                <c:pt idx="4">
                  <c:v>0.1826086956521739</c:v>
                </c:pt>
                <c:pt idx="5">
                  <c:v>0.21428571428571427</c:v>
                </c:pt>
                <c:pt idx="6">
                  <c:v>0.24568965517241378</c:v>
                </c:pt>
                <c:pt idx="7">
                  <c:v>0.24752475247524752</c:v>
                </c:pt>
                <c:pt idx="8">
                  <c:v>0.27705627705627706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54188423260588"/>
          <c:min val="0.136276609987950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0.15048543689320387</c:v>
                </c:pt>
                <c:pt idx="1">
                  <c:v>0.13583815028901733</c:v>
                </c:pt>
                <c:pt idx="2">
                  <c:v>0.0967741935483871</c:v>
                </c:pt>
                <c:pt idx="3">
                  <c:v>0.1116751269035533</c:v>
                </c:pt>
                <c:pt idx="4">
                  <c:v>0.11042944785276074</c:v>
                </c:pt>
                <c:pt idx="5">
                  <c:v>0.1485148514851485</c:v>
                </c:pt>
                <c:pt idx="6">
                  <c:v>0.19363395225464192</c:v>
                </c:pt>
                <c:pt idx="7">
                  <c:v>0.19186046511627908</c:v>
                </c:pt>
                <c:pt idx="8">
                  <c:v>0.19518716577540107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994911160945318"/>
          <c:min val="0.08201224771433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0.05536332179930796</c:v>
                </c:pt>
                <c:pt idx="1">
                  <c:v>0.1252408477842004</c:v>
                </c:pt>
                <c:pt idx="2">
                  <c:v>0.12401883830455258</c:v>
                </c:pt>
                <c:pt idx="3">
                  <c:v>0.11682242990654206</c:v>
                </c:pt>
                <c:pt idx="4">
                  <c:v>0.09803921568627451</c:v>
                </c:pt>
                <c:pt idx="5">
                  <c:v>0.07339449541284404</c:v>
                </c:pt>
                <c:pt idx="6">
                  <c:v>0.12166172106824925</c:v>
                </c:pt>
                <c:pt idx="7">
                  <c:v>0.22156573116691286</c:v>
                </c:pt>
                <c:pt idx="8">
                  <c:v>0.2374429223744292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47548624606974"/>
          <c:min val="0.0280513817130397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0.09433962264150944</c:v>
                </c:pt>
                <c:pt idx="1">
                  <c:v>0.11855670103092783</c:v>
                </c:pt>
                <c:pt idx="2">
                  <c:v>0.11312217194570136</c:v>
                </c:pt>
                <c:pt idx="3">
                  <c:v>0.1440677966101695</c:v>
                </c:pt>
                <c:pt idx="4">
                  <c:v>0.12173913043478261</c:v>
                </c:pt>
                <c:pt idx="5">
                  <c:v>0.1388888888888889</c:v>
                </c:pt>
                <c:pt idx="6">
                  <c:v>0.125</c:v>
                </c:pt>
                <c:pt idx="7">
                  <c:v>0.14356435643564355</c:v>
                </c:pt>
                <c:pt idx="8">
                  <c:v>0.21212121212121213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978845054316754"/>
          <c:min val="0.076672384219554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0.004873294346978557</c:v>
                </c:pt>
                <c:pt idx="1">
                  <c:v>0.0012048192771084338</c:v>
                </c:pt>
                <c:pt idx="2">
                  <c:v>0.015321756894790603</c:v>
                </c:pt>
                <c:pt idx="3">
                  <c:v>0.011099899091826439</c:v>
                </c:pt>
                <c:pt idx="4">
                  <c:v>0.003972194637537239</c:v>
                </c:pt>
                <c:pt idx="5">
                  <c:v>0.03501945525291829</c:v>
                </c:pt>
                <c:pt idx="6">
                  <c:v>0.05103969754253308</c:v>
                </c:pt>
                <c:pt idx="7">
                  <c:v>0.04133064516129032</c:v>
                </c:pt>
                <c:pt idx="8">
                  <c:v>0.02747791952894995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851492928234678"/>
          <c:min val="-0.0062704124627052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0.011904761904761904</c:v>
                </c:pt>
                <c:pt idx="1">
                  <c:v>0.05405405405405406</c:v>
                </c:pt>
                <c:pt idx="2">
                  <c:v>0.09345794392523364</c:v>
                </c:pt>
                <c:pt idx="3">
                  <c:v>0.1278538812785388</c:v>
                </c:pt>
                <c:pt idx="4">
                  <c:v>0.09219858156028368</c:v>
                </c:pt>
                <c:pt idx="5">
                  <c:v>0.05314009661835749</c:v>
                </c:pt>
                <c:pt idx="6">
                  <c:v>0.05702647657841141</c:v>
                </c:pt>
                <c:pt idx="7">
                  <c:v>0.10180995475113122</c:v>
                </c:pt>
                <c:pt idx="8">
                  <c:v>0.10022271714922049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524624918460532"/>
          <c:min val="-0.00548760600130462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0.09898477157360407</c:v>
                </c:pt>
                <c:pt idx="1">
                  <c:v>0.08869329722410291</c:v>
                </c:pt>
                <c:pt idx="2">
                  <c:v>0.10177805027590435</c:v>
                </c:pt>
                <c:pt idx="3">
                  <c:v>0.13354037267080746</c:v>
                </c:pt>
                <c:pt idx="4">
                  <c:v>0.156411730879816</c:v>
                </c:pt>
                <c:pt idx="5">
                  <c:v>0.1283084004602992</c:v>
                </c:pt>
                <c:pt idx="6">
                  <c:v>0.11723737666860128</c:v>
                </c:pt>
                <c:pt idx="7">
                  <c:v>0.13226666666666667</c:v>
                </c:pt>
                <c:pt idx="8">
                  <c:v>0.11554496724240619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656949592817297"/>
          <c:min val="0.078535532175745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0.04325259515570934</c:v>
                </c:pt>
                <c:pt idx="1">
                  <c:v>0.05009633911368015</c:v>
                </c:pt>
                <c:pt idx="2">
                  <c:v>0.061224489795918366</c:v>
                </c:pt>
                <c:pt idx="3">
                  <c:v>0.06542056074766354</c:v>
                </c:pt>
                <c:pt idx="4">
                  <c:v>0.058823529411764705</c:v>
                </c:pt>
                <c:pt idx="5">
                  <c:v>0.04434250764525994</c:v>
                </c:pt>
                <c:pt idx="6">
                  <c:v>0.057863501483679525</c:v>
                </c:pt>
                <c:pt idx="7">
                  <c:v>0.17725258493353027</c:v>
                </c:pt>
                <c:pt idx="8">
                  <c:v>0.1902587519025875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230967541461923"/>
          <c:min val="0.0212016716436776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0.007444168734491315</c:v>
                </c:pt>
                <c:pt idx="1">
                  <c:v>0.0030959752321981426</c:v>
                </c:pt>
                <c:pt idx="2">
                  <c:v>0.004796163069544364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0.05952380952380952</c:v>
                </c:pt>
                <c:pt idx="8">
                  <c:v>0.10632183908045977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227011494252873"/>
          <c:min val="-0.0159482758620689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0.03333333333333333</c:v>
                </c:pt>
                <c:pt idx="1">
                  <c:v>0.044226044226044224</c:v>
                </c:pt>
                <c:pt idx="2">
                  <c:v>0.0397196261682243</c:v>
                </c:pt>
                <c:pt idx="3">
                  <c:v>0.0684931506849315</c:v>
                </c:pt>
                <c:pt idx="4">
                  <c:v>0.05200945626477541</c:v>
                </c:pt>
                <c:pt idx="5">
                  <c:v>0.05555555555555555</c:v>
                </c:pt>
                <c:pt idx="6">
                  <c:v>0.06720977596741344</c:v>
                </c:pt>
                <c:pt idx="7">
                  <c:v>0.083710407239819</c:v>
                </c:pt>
                <c:pt idx="8">
                  <c:v>0.08685968819599109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88864142538975"/>
          <c:min val="0.02530438010393466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0.08490566037735849</c:v>
                </c:pt>
                <c:pt idx="1">
                  <c:v>0.0979381443298969</c:v>
                </c:pt>
                <c:pt idx="2">
                  <c:v>0.06787330316742081</c:v>
                </c:pt>
                <c:pt idx="3">
                  <c:v>0.08898305084745763</c:v>
                </c:pt>
                <c:pt idx="4">
                  <c:v>0.0782608695652174</c:v>
                </c:pt>
                <c:pt idx="5">
                  <c:v>0.0992063492063492</c:v>
                </c:pt>
                <c:pt idx="6">
                  <c:v>0.09913793103448276</c:v>
                </c:pt>
                <c:pt idx="7">
                  <c:v>0.09900990099009901</c:v>
                </c:pt>
                <c:pt idx="8">
                  <c:v>0.15151515151515152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40614287673111"/>
          <c:min val="0.05532702591526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0.08198489751887811</c:v>
                </c:pt>
                <c:pt idx="1">
                  <c:v>0.08132147395171538</c:v>
                </c:pt>
                <c:pt idx="2">
                  <c:v>0.07900432900432901</c:v>
                </c:pt>
                <c:pt idx="3">
                  <c:v>0.07203389830508475</c:v>
                </c:pt>
                <c:pt idx="4">
                  <c:v>0.05573770491803279</c:v>
                </c:pt>
                <c:pt idx="5">
                  <c:v>0.06837606837606838</c:v>
                </c:pt>
                <c:pt idx="6">
                  <c:v>0.10104166666666667</c:v>
                </c:pt>
                <c:pt idx="7">
                  <c:v>0.08740068104426787</c:v>
                </c:pt>
                <c:pt idx="8">
                  <c:v>0.119906868451688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95322429817363"/>
          <c:min val="0.0461123303879845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0.02249134948096886</c:v>
                </c:pt>
                <c:pt idx="1">
                  <c:v>0.030828516377649325</c:v>
                </c:pt>
                <c:pt idx="2">
                  <c:v>0.023547880690737835</c:v>
                </c:pt>
                <c:pt idx="3">
                  <c:v>0.020249221183800622</c:v>
                </c:pt>
                <c:pt idx="4">
                  <c:v>0.027149321266968326</c:v>
                </c:pt>
                <c:pt idx="5">
                  <c:v>0.012232415902140673</c:v>
                </c:pt>
                <c:pt idx="6">
                  <c:v>0.026706231454005934</c:v>
                </c:pt>
                <c:pt idx="7">
                  <c:v>0.10635155096011817</c:v>
                </c:pt>
                <c:pt idx="8">
                  <c:v>0.1887366818873668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521232178515073"/>
          <c:min val="-0.01424322399564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0.03398058252427184</c:v>
                </c:pt>
                <c:pt idx="1">
                  <c:v>0.04335260115606936</c:v>
                </c:pt>
                <c:pt idx="2">
                  <c:v>0.04838709677419355</c:v>
                </c:pt>
                <c:pt idx="3">
                  <c:v>0.04060913705583756</c:v>
                </c:pt>
                <c:pt idx="4">
                  <c:v>0.06134969325153374</c:v>
                </c:pt>
                <c:pt idx="5">
                  <c:v>0.06188118811881188</c:v>
                </c:pt>
                <c:pt idx="6">
                  <c:v>0.0636604774535809</c:v>
                </c:pt>
                <c:pt idx="7">
                  <c:v>0.061046511627906974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19703026841806"/>
          <c:min val="0.021430611079383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0.0012048192771084338</c:v>
                </c:pt>
                <c:pt idx="2">
                  <c:v>0.033707865168539325</c:v>
                </c:pt>
                <c:pt idx="3">
                  <c:v>0.028254288597376387</c:v>
                </c:pt>
                <c:pt idx="4">
                  <c:v>0.030784508440913606</c:v>
                </c:pt>
                <c:pt idx="5">
                  <c:v>0.04377431906614786</c:v>
                </c:pt>
                <c:pt idx="6">
                  <c:v>0.04158790170132325</c:v>
                </c:pt>
                <c:pt idx="7">
                  <c:v>0.05141129032258065</c:v>
                </c:pt>
                <c:pt idx="8">
                  <c:v>0.053974484789008834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070657507360155"/>
          <c:min val="-0.008096172718351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LINCOLN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0.04912280701754386</c:v>
                </c:pt>
                <c:pt idx="1">
                  <c:v>0.08914728682170543</c:v>
                </c:pt>
                <c:pt idx="2">
                  <c:v>0.06493506493506493</c:v>
                </c:pt>
                <c:pt idx="3">
                  <c:v>0.06498194945848375</c:v>
                </c:pt>
                <c:pt idx="4">
                  <c:v>0.06007067137809187</c:v>
                </c:pt>
                <c:pt idx="5">
                  <c:v>0.1044776119402985</c:v>
                </c:pt>
                <c:pt idx="6">
                  <c:v>0.11987381703470032</c:v>
                </c:pt>
                <c:pt idx="7">
                  <c:v>0.11450381679389313</c:v>
                </c:pt>
                <c:pt idx="8">
                  <c:v>0.06885245901639345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48646853727378"/>
          <c:min val="0.038510155514970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0.023809523809523808</c:v>
                </c:pt>
                <c:pt idx="8">
                  <c:v>0.05459770114942529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78735632183909"/>
          <c:min val="-0.0081896551724137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alignment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balance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brake fluid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fuel service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chart" Target="/ppt/charts/chart1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chart" Target="/ppt/charts/chart18.xml"/><Relationship Id="rId4" Type="http://schemas.openxmlformats.org/officeDocument/2006/relationships/chart" Target="/ppt/charts/chart19.xml"/><Relationship Id="rId5" Type="http://schemas.openxmlformats.org/officeDocument/2006/relationships/chart" Target="/ppt/charts/chart2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chart" Target="/ppt/charts/chart29.xml"/><Relationship Id="rId5" Type="http://schemas.openxmlformats.org/officeDocument/2006/relationships/chart" Target="/ppt/charts/chart3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chart" Target="/ppt/charts/chart37.xml"/><Relationship Id="rId3" Type="http://schemas.openxmlformats.org/officeDocument/2006/relationships/chart" Target="/ppt/charts/chart38.xml"/><Relationship Id="rId4" Type="http://schemas.openxmlformats.org/officeDocument/2006/relationships/chart" Target="/ppt/charts/chart39.xml"/><Relationship Id="rId5" Type="http://schemas.openxmlformats.org/officeDocument/2006/relationships/chart" Target="/ppt/charts/chart4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chart" Target="/ppt/charts/chart48.xml"/><Relationship Id="rId4" Type="http://schemas.openxmlformats.org/officeDocument/2006/relationships/chart" Target="/ppt/charts/chart49.xml"/><Relationship Id="rId5" Type="http://schemas.openxmlformats.org/officeDocument/2006/relationships/chart" Target="/ppt/charts/chart5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12.9% → 13.1%, +0.1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21.1% → 31.7%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 → 11.8%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+7.7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18.3% → 25.7%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→ 19.4%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+6.5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 went 21.1% to 31.7%, stepping up in May.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8.2% → 8.3%,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→ 19.3%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10.8% → 16.1%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→ 4.0%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→ 8.5%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+3.1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 → 12.2%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10.1% to 19.3%,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9.1% → 9.1%,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 → 14.1%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 → 5.3%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 → 7.9%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 → 11.7%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 → 10.3%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5.2% to 14.1%,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5.8% → 5.6%, −0.2 pts: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→ 10.7%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→ 8.1%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 → 4.9%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6.7% → 10.1%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→ 2.5%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2.5% to 10.7%,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2026-10-21T23:26:47Z</dcterms:created>
  <dcterms:modified xsi:type="dcterms:W3CDTF">2026-10-21T23:26:47Z</dcterms:modified>
</cp:coreProperties>
</file>