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140105.4</c:v>
                </c:pt>
                <c:pt idx="1">
                  <c:v>129994.04000000001</c:v>
                </c:pt>
                <c:pt idx="2">
                  <c:v>194655.32</c:v>
                </c:pt>
                <c:pt idx="3">
                  <c:v>176169.16</c:v>
                </c:pt>
                <c:pt idx="4">
                  <c:v>174810.36</c:v>
                </c:pt>
                <c:pt idx="5">
                  <c:v>155900.23</c:v>
                </c:pt>
                <c:pt idx="6">
                  <c:v>168039.07</c:v>
                </c:pt>
                <c:pt idx="7">
                  <c:v>230368.93</c:v>
                </c:pt>
                <c:pt idx="8">
                  <c:v>227165.53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425.1635"/>
          <c:min val="114937.80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86980.36</c:v>
                </c:pt>
                <c:pt idx="1">
                  <c:v>82836.39</c:v>
                </c:pt>
                <c:pt idx="2">
                  <c:v>86106.14</c:v>
                </c:pt>
                <c:pt idx="3">
                  <c:v>91223.19</c:v>
                </c:pt>
                <c:pt idx="4">
                  <c:v>82915.06</c:v>
                </c:pt>
                <c:pt idx="5">
                  <c:v>95470.58</c:v>
                </c:pt>
                <c:pt idx="6">
                  <c:v>121071.78</c:v>
                </c:pt>
                <c:pt idx="7">
                  <c:v>113797.79000000001</c:v>
                </c:pt>
                <c:pt idx="8">
                  <c:v>101183.02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807.0885"/>
          <c:min val="77101.08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236533.56</c:v>
                </c:pt>
                <c:pt idx="1">
                  <c:v>198065</c:v>
                </c:pt>
                <c:pt idx="2">
                  <c:v>220283.83000000002</c:v>
                </c:pt>
                <c:pt idx="3">
                  <c:v>202377.06</c:v>
                </c:pt>
                <c:pt idx="4">
                  <c:v>210946.1</c:v>
                </c:pt>
                <c:pt idx="5">
                  <c:v>234862.74</c:v>
                </c:pt>
                <c:pt idx="6">
                  <c:v>300394.59</c:v>
                </c:pt>
                <c:pt idx="7">
                  <c:v>271122.35000000003</c:v>
                </c:pt>
                <c:pt idx="8">
                  <c:v>265586.5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5744.0285"/>
          <c:min val="182715.56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63266.58</c:v>
                </c:pt>
                <c:pt idx="1">
                  <c:v>48675.05</c:v>
                </c:pt>
                <c:pt idx="2">
                  <c:v>49504.81</c:v>
                </c:pt>
                <c:pt idx="3">
                  <c:v>58672.880000000005</c:v>
                </c:pt>
                <c:pt idx="4">
                  <c:v>58583.36</c:v>
                </c:pt>
                <c:pt idx="5">
                  <c:v>82540.21</c:v>
                </c:pt>
                <c:pt idx="6">
                  <c:v>77897.88</c:v>
                </c:pt>
                <c:pt idx="7">
                  <c:v>64144.34</c:v>
                </c:pt>
                <c:pt idx="8">
                  <c:v>57011.62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619.98400000001"/>
          <c:min val="43595.2760000000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47133.479999999996</c:v>
                </c:pt>
                <c:pt idx="1">
                  <c:v>42518.81</c:v>
                </c:pt>
                <c:pt idx="2">
                  <c:v>57961.69</c:v>
                </c:pt>
                <c:pt idx="3">
                  <c:v>50013.479999999996</c:v>
                </c:pt>
                <c:pt idx="4">
                  <c:v>50169.79</c:v>
                </c:pt>
                <c:pt idx="5">
                  <c:v>48661.44</c:v>
                </c:pt>
                <c:pt idx="6">
                  <c:v>64651.67</c:v>
                </c:pt>
                <c:pt idx="7">
                  <c:v>56663.37</c:v>
                </c:pt>
                <c:pt idx="8">
                  <c:v>58829.520000000004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971.599"/>
          <c:min val="39198.8809999999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395</c:v>
                </c:pt>
                <c:pt idx="1">
                  <c:v>390</c:v>
                </c:pt>
                <c:pt idx="2">
                  <c:v>491</c:v>
                </c:pt>
                <c:pt idx="3">
                  <c:v>543</c:v>
                </c:pt>
                <c:pt idx="4">
                  <c:v>485</c:v>
                </c:pt>
                <c:pt idx="5">
                  <c:v>553</c:v>
                </c:pt>
                <c:pt idx="6">
                  <c:v>564</c:v>
                </c:pt>
                <c:pt idx="7">
                  <c:v>577</c:v>
                </c:pt>
                <c:pt idx="8">
                  <c:v>569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5.05"/>
          <c:min val="361.9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567</c:v>
                </c:pt>
                <c:pt idx="1">
                  <c:v>513</c:v>
                </c:pt>
                <c:pt idx="2">
                  <c:v>550</c:v>
                </c:pt>
                <c:pt idx="3">
                  <c:v>539</c:v>
                </c:pt>
                <c:pt idx="4">
                  <c:v>538</c:v>
                </c:pt>
                <c:pt idx="5">
                  <c:v>649</c:v>
                </c:pt>
                <c:pt idx="6">
                  <c:v>716</c:v>
                </c:pt>
                <c:pt idx="7">
                  <c:v>663</c:v>
                </c:pt>
                <c:pt idx="8">
                  <c:v>623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46.45"/>
          <c:min val="48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352</c:v>
                </c:pt>
                <c:pt idx="1">
                  <c:v>362</c:v>
                </c:pt>
                <c:pt idx="2">
                  <c:v>336</c:v>
                </c:pt>
                <c:pt idx="3">
                  <c:v>402</c:v>
                </c:pt>
                <c:pt idx="4">
                  <c:v>356</c:v>
                </c:pt>
                <c:pt idx="5">
                  <c:v>442</c:v>
                </c:pt>
                <c:pt idx="6">
                  <c:v>449</c:v>
                </c:pt>
                <c:pt idx="7">
                  <c:v>396</c:v>
                </c:pt>
                <c:pt idx="8">
                  <c:v>401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5.95"/>
          <c:min val="319.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578</c:v>
                </c:pt>
                <c:pt idx="1">
                  <c:v>519</c:v>
                </c:pt>
                <c:pt idx="2">
                  <c:v>637</c:v>
                </c:pt>
                <c:pt idx="3">
                  <c:v>642</c:v>
                </c:pt>
                <c:pt idx="4">
                  <c:v>663</c:v>
                </c:pt>
                <c:pt idx="5">
                  <c:v>654</c:v>
                </c:pt>
                <c:pt idx="6">
                  <c:v>674</c:v>
                </c:pt>
                <c:pt idx="7">
                  <c:v>677</c:v>
                </c:pt>
                <c:pt idx="8">
                  <c:v>657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.7"/>
          <c:min val="495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</c:v>
                </c:pt>
                <c:pt idx="1">
                  <c:v>375</c:v>
                </c:pt>
                <c:pt idx="2">
                  <c:v>452</c:v>
                </c:pt>
                <c:pt idx="3">
                  <c:v>507</c:v>
                </c:pt>
                <c:pt idx="4">
                  <c:v>463</c:v>
                </c:pt>
                <c:pt idx="5">
                  <c:v>493</c:v>
                </c:pt>
                <c:pt idx="6">
                  <c:v>493</c:v>
                </c:pt>
                <c:pt idx="7">
                  <c:v>458</c:v>
                </c:pt>
                <c:pt idx="8">
                  <c:v>425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8.45"/>
          <c:min val="34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1.1961937716262976</c:v>
                </c:pt>
                <c:pt idx="1">
                  <c:v>1.3</c:v>
                </c:pt>
                <c:pt idx="2">
                  <c:v>1.524175824175824</c:v>
                </c:pt>
                <c:pt idx="3">
                  <c:v>1.4054517133956386</c:v>
                </c:pt>
                <c:pt idx="4">
                  <c:v>1.4104072398190046</c:v>
                </c:pt>
                <c:pt idx="5">
                  <c:v>1.25</c:v>
                </c:pt>
                <c:pt idx="6">
                  <c:v>1.3206231454005934</c:v>
                </c:pt>
                <c:pt idx="7">
                  <c:v>1.7601181683899556</c:v>
                </c:pt>
                <c:pt idx="8">
                  <c:v>1.8642313546423135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644369920947158"/>
          <c:min val="1.09598813417389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1.4608490566037735</c:v>
                </c:pt>
                <c:pt idx="1">
                  <c:v>1.4711340206185566</c:v>
                </c:pt>
                <c:pt idx="2">
                  <c:v>1.7298642533936652</c:v>
                </c:pt>
                <c:pt idx="3">
                  <c:v>1.7783898305084744</c:v>
                </c:pt>
                <c:pt idx="4">
                  <c:v>1.441391304347826</c:v>
                </c:pt>
                <c:pt idx="5">
                  <c:v>1.5297619047619047</c:v>
                </c:pt>
                <c:pt idx="6">
                  <c:v>1.819439655172414</c:v>
                </c:pt>
                <c:pt idx="7">
                  <c:v>1.7451485148514851</c:v>
                </c:pt>
                <c:pt idx="8">
                  <c:v>1.725108225108225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761469077961022"/>
          <c:min val="1.384684051724137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1.2968932038834953</c:v>
                </c:pt>
                <c:pt idx="1">
                  <c:v>1.3835549132947977</c:v>
                </c:pt>
                <c:pt idx="2">
                  <c:v>1.4527419354838709</c:v>
                </c:pt>
                <c:pt idx="3">
                  <c:v>1.3560913705583755</c:v>
                </c:pt>
                <c:pt idx="4">
                  <c:v>1.272883435582822</c:v>
                </c:pt>
                <c:pt idx="5">
                  <c:v>1.4657920792079207</c:v>
                </c:pt>
                <c:pt idx="6">
                  <c:v>1.5742705570291777</c:v>
                </c:pt>
                <c:pt idx="7">
                  <c:v>1.6565988372093023</c:v>
                </c:pt>
                <c:pt idx="8">
                  <c:v>1.4058823529411764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141561474532745"/>
          <c:min val="1.21532612533884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1.208095238095238</c:v>
                </c:pt>
                <c:pt idx="1">
                  <c:v>1.2542997542997543</c:v>
                </c:pt>
                <c:pt idx="2">
                  <c:v>1.23446261682243</c:v>
                </c:pt>
                <c:pt idx="3">
                  <c:v>1.2625570776255708</c:v>
                </c:pt>
                <c:pt idx="4">
                  <c:v>1.2171394799054374</c:v>
                </c:pt>
                <c:pt idx="5">
                  <c:v>1.2735507246376812</c:v>
                </c:pt>
                <c:pt idx="6">
                  <c:v>1.3877800407331975</c:v>
                </c:pt>
                <c:pt idx="7">
                  <c:v>1.4995475113122172</c:v>
                </c:pt>
                <c:pt idx="8">
                  <c:v>1.2453229398663697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432653522947641"/>
          <c:min val="1.16437739711269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1.575798319327731</c:v>
                </c:pt>
                <c:pt idx="1">
                  <c:v>1.6981651376146787</c:v>
                </c:pt>
                <c:pt idx="2">
                  <c:v>1.6719839142091153</c:v>
                </c:pt>
                <c:pt idx="3">
                  <c:v>1.9406276150627615</c:v>
                </c:pt>
                <c:pt idx="4">
                  <c:v>1.7418429003021147</c:v>
                </c:pt>
                <c:pt idx="5">
                  <c:v>1.6785185185185185</c:v>
                </c:pt>
                <c:pt idx="6">
                  <c:v>1.8784676354029062</c:v>
                </c:pt>
                <c:pt idx="7">
                  <c:v>1.8579465541490858</c:v>
                </c:pt>
                <c:pt idx="8">
                  <c:v>1.6184249628528975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953520094230162"/>
          <c:min val="1.52107392496747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133.50852736170845</c:v>
                </c:pt>
                <c:pt idx="1">
                  <c:v>124.52905604719764</c:v>
                </c:pt>
                <c:pt idx="2">
                  <c:v>125.66441779876723</c:v>
                </c:pt>
                <c:pt idx="3">
                  <c:v>131.4519062005467</c:v>
                </c:pt>
                <c:pt idx="4">
                  <c:v>132.6886803693774</c:v>
                </c:pt>
                <c:pt idx="5">
                  <c:v>140.1975303339418</c:v>
                </c:pt>
                <c:pt idx="6">
                  <c:v>142.53003268369446</c:v>
                </c:pt>
                <c:pt idx="7">
                  <c:v>141.47412587412586</c:v>
                </c:pt>
                <c:pt idx="8">
                  <c:v>141.50217039196633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.23017917916897"/>
          <c:min val="121.8289095517231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226.99655601837938</c:v>
                </c:pt>
                <c:pt idx="1">
                  <c:v>230.6832340523972</c:v>
                </c:pt>
                <c:pt idx="2">
                  <c:v>225.44062666768312</c:v>
                </c:pt>
                <c:pt idx="3">
                  <c:v>220.3694915254237</c:v>
                </c:pt>
                <c:pt idx="4">
                  <c:v>229.04754684838161</c:v>
                </c:pt>
                <c:pt idx="5">
                  <c:v>247.9044473377647</c:v>
                </c:pt>
                <c:pt idx="6">
                  <c:v>243.19138102761363</c:v>
                </c:pt>
                <c:pt idx="7">
                  <c:v>243.7889909692768</c:v>
                </c:pt>
                <c:pt idx="8">
                  <c:v>245.53794655414907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2.03469070961586"/>
          <c:min val="216.239248153572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135.50618900582526</c:v>
                </c:pt>
                <c:pt idx="1">
                  <c:v>139.43354100521177</c:v>
                </c:pt>
                <c:pt idx="2">
                  <c:v>143.04070476965322</c:v>
                </c:pt>
                <c:pt idx="3">
                  <c:v>144.27756894597658</c:v>
                </c:pt>
                <c:pt idx="4">
                  <c:v>143.9452209905324</c:v>
                </c:pt>
                <c:pt idx="5">
                  <c:v>143.4172847205565</c:v>
                </c:pt>
                <c:pt idx="6">
                  <c:v>148.4194108316338</c:v>
                </c:pt>
                <c:pt idx="7">
                  <c:v>146.32433479457643</c:v>
                </c:pt>
                <c:pt idx="8">
                  <c:v>148.9747782648588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.99506665371382"/>
          <c:min val="133.485900616970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146.10917942519472</c:v>
                </c:pt>
                <c:pt idx="1">
                  <c:v>139.31016738481938</c:v>
                </c:pt>
                <c:pt idx="2">
                  <c:v>141.53525925925928</c:v>
                </c:pt>
                <c:pt idx="3">
                  <c:v>149.0938108315364</c:v>
                </c:pt>
                <c:pt idx="4">
                  <c:v>157.86236726813692</c:v>
                </c:pt>
                <c:pt idx="5">
                  <c:v>155.1640949727532</c:v>
                </c:pt>
                <c:pt idx="6">
                  <c:v>145.80333762018492</c:v>
                </c:pt>
                <c:pt idx="7">
                  <c:v>147.881053660003</c:v>
                </c:pt>
                <c:pt idx="8">
                  <c:v>159.61675912057146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2.66274788093426"/>
          <c:min val="136.264178624456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141.29899487583762</c:v>
                </c:pt>
                <c:pt idx="1">
                  <c:v>141.12609206660136</c:v>
                </c:pt>
                <c:pt idx="2">
                  <c:v>134.98959023374655</c:v>
                </c:pt>
                <c:pt idx="3">
                  <c:v>134.82066907775769</c:v>
                </c:pt>
                <c:pt idx="4">
                  <c:v>134.81227542002526</c:v>
                </c:pt>
                <c:pt idx="5">
                  <c:v>141.9157515410147</c:v>
                </c:pt>
                <c:pt idx="6">
                  <c:v>145.1528764308776</c:v>
                </c:pt>
                <c:pt idx="7">
                  <c:v>145.4075890162945</c:v>
                </c:pt>
                <c:pt idx="8">
                  <c:v>147.8839667352231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9.84472043250278"/>
          <c:min val="132.85152172274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226.22956521739133</c:v>
                </c:pt>
                <c:pt idx="1">
                  <c:v>248.52270270270267</c:v>
                </c:pt>
                <c:pt idx="2">
                  <c:v>200.74942028985507</c:v>
                </c:pt>
                <c:pt idx="3">
                  <c:v>243.29641592920353</c:v>
                </c:pt>
                <c:pt idx="4">
                  <c:v>234.13774647887323</c:v>
                </c:pt>
                <c:pt idx="5">
                  <c:v>287.9189156626506</c:v>
                </c:pt>
                <c:pt idx="6">
                  <c:v>324.6299523809524</c:v>
                </c:pt>
                <c:pt idx="7">
                  <c:v>281.9111059907834</c:v>
                </c:pt>
                <c:pt idx="8">
                  <c:v>287.2737362637363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3.212032194617"/>
          <c:min val="182.1673404761904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735.0373714285714</c:v>
                </c:pt>
                <c:pt idx="1">
                  <c:v>633.5144852941177</c:v>
                </c:pt>
                <c:pt idx="2">
                  <c:v>695.5033121019109</c:v>
                </c:pt>
                <c:pt idx="3">
                  <c:v>845.1699386503068</c:v>
                </c:pt>
                <c:pt idx="4">
                  <c:v>839.2182857142857</c:v>
                </c:pt>
                <c:pt idx="5">
                  <c:v>919.2100621118013</c:v>
                </c:pt>
                <c:pt idx="6">
                  <c:v>872.8272254335259</c:v>
                </c:pt>
                <c:pt idx="7">
                  <c:v>956.7090425531915</c:v>
                </c:pt>
                <c:pt idx="8">
                  <c:v>764.899375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5.1882261420525"/>
          <c:min val="585.03530170525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240.3025692695214</c:v>
                </c:pt>
                <c:pt idx="1">
                  <c:v>216.6792098092643</c:v>
                </c:pt>
                <c:pt idx="2">
                  <c:v>230.04961259079906</c:v>
                </c:pt>
                <c:pt idx="3">
                  <c:v>243.99435114503817</c:v>
                </c:pt>
                <c:pt idx="4">
                  <c:v>304.9811274509804</c:v>
                </c:pt>
                <c:pt idx="5">
                  <c:v>286.73334117647056</c:v>
                </c:pt>
                <c:pt idx="6">
                  <c:v>273.25761160714285</c:v>
                </c:pt>
                <c:pt idx="7">
                  <c:v>260.6470308788598</c:v>
                </c:pt>
                <c:pt idx="8">
                  <c:v>314.04050125313285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8.6446949697131"/>
          <c:min val="202.0750160926840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181.37186813186813</c:v>
                </c:pt>
                <c:pt idx="1">
                  <c:v>163.32138666666665</c:v>
                </c:pt>
                <c:pt idx="2">
                  <c:v>246.46716814159294</c:v>
                </c:pt>
                <c:pt idx="3">
                  <c:v>218.6002958579882</c:v>
                </c:pt>
                <c:pt idx="4">
                  <c:v>169.2365010799136</c:v>
                </c:pt>
                <c:pt idx="5">
                  <c:v>212.3986206896552</c:v>
                </c:pt>
                <c:pt idx="6">
                  <c:v>233.71951318458417</c:v>
                </c:pt>
                <c:pt idx="7">
                  <c:v>230.95786026200872</c:v>
                </c:pt>
                <c:pt idx="8">
                  <c:v>238.70922352941176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8.9390353628319"/>
          <c:min val="150.849519445427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178.2198300970874</c:v>
                </c:pt>
                <c:pt idx="1">
                  <c:v>209.37557803468206</c:v>
                </c:pt>
                <c:pt idx="2">
                  <c:v>226.22274193548387</c:v>
                </c:pt>
                <c:pt idx="3">
                  <c:v>224.48005076142132</c:v>
                </c:pt>
                <c:pt idx="4">
                  <c:v>221.7853680981595</c:v>
                </c:pt>
                <c:pt idx="5">
                  <c:v>210.79133663366335</c:v>
                </c:pt>
                <c:pt idx="6">
                  <c:v>209.2606100795756</c:v>
                </c:pt>
                <c:pt idx="7">
                  <c:v>270.77191860465115</c:v>
                </c:pt>
                <c:pt idx="8">
                  <c:v>225.52879679144385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4.65473188078573"/>
          <c:min val="164.3370168209528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0.3838170224523827</c:v>
                </c:pt>
                <c:pt idx="1">
                  <c:v>0.4035019812938098</c:v>
                </c:pt>
                <c:pt idx="2">
                  <c:v>0.3952216223703298</c:v>
                </c:pt>
                <c:pt idx="3">
                  <c:v>0.4448395856159019</c:v>
                </c:pt>
                <c:pt idx="4">
                  <c:v>0.47606328903347445</c:v>
                </c:pt>
                <c:pt idx="5">
                  <c:v>0.49427527129736526</c:v>
                </c:pt>
                <c:pt idx="6">
                  <c:v>0.4642179700098211</c:v>
                </c:pt>
                <c:pt idx="7">
                  <c:v>0.48270738633256904</c:v>
                </c:pt>
                <c:pt idx="8">
                  <c:v>0.45289434755155056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108440086241126"/>
          <c:min val="0.36724828512563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0.40001902646023274</c:v>
                </c:pt>
                <c:pt idx="1">
                  <c:v>0.3720732457962403</c:v>
                </c:pt>
                <c:pt idx="2">
                  <c:v>0.4018829925450841</c:v>
                </c:pt>
                <c:pt idx="3">
                  <c:v>0.40962760928027814</c:v>
                </c:pt>
                <c:pt idx="4">
                  <c:v>0.4597764968817762</c:v>
                </c:pt>
                <c:pt idx="5">
                  <c:v>0.40350076249992856</c:v>
                </c:pt>
                <c:pt idx="6">
                  <c:v>0.45445150808341633</c:v>
                </c:pt>
                <c:pt idx="7">
                  <c:v>0.42913664813449875</c:v>
                </c:pt>
                <c:pt idx="8">
                  <c:v>0.425523613232545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7293198454460655"/>
          <c:min val="0.35891775813340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0.34774542164070493</c:v>
                </c:pt>
                <c:pt idx="1">
                  <c:v>0.3428853815363897</c:v>
                </c:pt>
                <c:pt idx="2">
                  <c:v>0.3678319883700978</c:v>
                </c:pt>
                <c:pt idx="3">
                  <c:v>0.3451036516062462</c:v>
                </c:pt>
                <c:pt idx="4">
                  <c:v>0.37383512874032615</c:v>
                </c:pt>
                <c:pt idx="5">
                  <c:v>0.37442614515827255</c:v>
                </c:pt>
                <c:pt idx="6">
                  <c:v>0.3765012914668214</c:v>
                </c:pt>
                <c:pt idx="7">
                  <c:v>0.4109924749697751</c:v>
                </c:pt>
                <c:pt idx="8">
                  <c:v>0.39565037718326934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12085389847829"/>
          <c:min val="0.332669317521381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0.41530601520715416</c:v>
                </c:pt>
                <c:pt idx="1">
                  <c:v>0.4108890052717672</c:v>
                </c:pt>
                <c:pt idx="2">
                  <c:v>0.405583451418382</c:v>
                </c:pt>
                <c:pt idx="3">
                  <c:v>0.41689218345561846</c:v>
                </c:pt>
                <c:pt idx="4">
                  <c:v>0.458754837572283</c:v>
                </c:pt>
                <c:pt idx="5">
                  <c:v>0.47543115549863596</c:v>
                </c:pt>
                <c:pt idx="6">
                  <c:v>0.44051206489623174</c:v>
                </c:pt>
                <c:pt idx="7">
                  <c:v>0.44067846901952584</c:v>
                </c:pt>
                <c:pt idx="8">
                  <c:v>0.4379850163841297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590831111067406"/>
          <c:min val="0.395106295806343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0.40057589442118835</c:v>
                </c:pt>
                <c:pt idx="1">
                  <c:v>0.3824592298574588</c:v>
                </c:pt>
                <c:pt idx="2">
                  <c:v>0.3990699220487699</c:v>
                </c:pt>
                <c:pt idx="3">
                  <c:v>0.3369845083698473</c:v>
                </c:pt>
                <c:pt idx="4">
                  <c:v>0.42446429931693574</c:v>
                </c:pt>
                <c:pt idx="5">
                  <c:v>0.4242123912395645</c:v>
                </c:pt>
                <c:pt idx="6">
                  <c:v>0.4125803196455596</c:v>
                </c:pt>
                <c:pt idx="7">
                  <c:v>0.4279628930950305</c:v>
                </c:pt>
                <c:pt idx="8">
                  <c:v>0.41019587611883684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1609650803808"/>
          <c:min val="0.323337750661069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0.23308270676691728</c:v>
                </c:pt>
                <c:pt idx="1">
                  <c:v>0.18114143920595532</c:v>
                </c:pt>
                <c:pt idx="2">
                  <c:v>0.21772151898734177</c:v>
                </c:pt>
                <c:pt idx="3">
                  <c:v>0.20243902439024392</c:v>
                </c:pt>
                <c:pt idx="4">
                  <c:v>0.33410672853828305</c:v>
                </c:pt>
                <c:pt idx="5">
                  <c:v>0.33638443935926776</c:v>
                </c:pt>
                <c:pt idx="6">
                  <c:v>0.31072210065645517</c:v>
                </c:pt>
                <c:pt idx="7">
                  <c:v>0.28941176470588237</c:v>
                </c:pt>
                <c:pt idx="8">
                  <c:v>0.35308056872037913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788714381475427"/>
          <c:min val="0.155350569778791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0.07439446366782007</c:v>
                </c:pt>
                <c:pt idx="1">
                  <c:v>0.16377649325626203</c:v>
                </c:pt>
                <c:pt idx="2">
                  <c:v>0.14285714285714285</c:v>
                </c:pt>
                <c:pt idx="3">
                  <c:v>0.16510903426791276</c:v>
                </c:pt>
                <c:pt idx="4">
                  <c:v>0.1493212669683258</c:v>
                </c:pt>
                <c:pt idx="5">
                  <c:v>0.10703363914373089</c:v>
                </c:pt>
                <c:pt idx="6">
                  <c:v>0.16468842729970326</c:v>
                </c:pt>
                <c:pt idx="7">
                  <c:v>0.25258493353028066</c:v>
                </c:pt>
                <c:pt idx="8">
                  <c:v>0.2678843226788432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69078015304967"/>
          <c:min val="0.04537098481616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0.016666666666666666</c:v>
                </c:pt>
                <c:pt idx="1">
                  <c:v>0.04176904176904177</c:v>
                </c:pt>
                <c:pt idx="2">
                  <c:v>0.0630841121495327</c:v>
                </c:pt>
                <c:pt idx="3">
                  <c:v>0.06621004566210045</c:v>
                </c:pt>
                <c:pt idx="4">
                  <c:v>0.08983451536643026</c:v>
                </c:pt>
                <c:pt idx="5">
                  <c:v>0.07729468599033816</c:v>
                </c:pt>
                <c:pt idx="6">
                  <c:v>0.11608961303462322</c:v>
                </c:pt>
                <c:pt idx="7">
                  <c:v>0.11764705882352941</c:v>
                </c:pt>
                <c:pt idx="8">
                  <c:v>0.12026726057906459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580734966592428"/>
          <c:min val="0.001126577579806978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0.16037735849056603</c:v>
                </c:pt>
                <c:pt idx="1">
                  <c:v>0.15463917525773196</c:v>
                </c:pt>
                <c:pt idx="2">
                  <c:v>0.23076923076923078</c:v>
                </c:pt>
                <c:pt idx="3">
                  <c:v>0.23728813559322035</c:v>
                </c:pt>
                <c:pt idx="4">
                  <c:v>0.1826086956521739</c:v>
                </c:pt>
                <c:pt idx="5">
                  <c:v>0.21428571428571427</c:v>
                </c:pt>
                <c:pt idx="6">
                  <c:v>0.24568965517241378</c:v>
                </c:pt>
                <c:pt idx="7">
                  <c:v>0.24752475247524752</c:v>
                </c:pt>
                <c:pt idx="8">
                  <c:v>0.27705627705627706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54188423260588"/>
          <c:min val="0.1362766099879502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0.15048543689320387</c:v>
                </c:pt>
                <c:pt idx="1">
                  <c:v>0.13583815028901733</c:v>
                </c:pt>
                <c:pt idx="2">
                  <c:v>0.0967741935483871</c:v>
                </c:pt>
                <c:pt idx="3">
                  <c:v>0.1116751269035533</c:v>
                </c:pt>
                <c:pt idx="4">
                  <c:v>0.11042944785276074</c:v>
                </c:pt>
                <c:pt idx="5">
                  <c:v>0.1485148514851485</c:v>
                </c:pt>
                <c:pt idx="6">
                  <c:v>0.19363395225464192</c:v>
                </c:pt>
                <c:pt idx="7">
                  <c:v>0.19186046511627908</c:v>
                </c:pt>
                <c:pt idx="8">
                  <c:v>0.19518716577540107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0994911160945318"/>
          <c:min val="0.082012247714334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0.05536332179930796</c:v>
                </c:pt>
                <c:pt idx="1">
                  <c:v>0.1252408477842004</c:v>
                </c:pt>
                <c:pt idx="2">
                  <c:v>0.12401883830455258</c:v>
                </c:pt>
                <c:pt idx="3">
                  <c:v>0.11682242990654206</c:v>
                </c:pt>
                <c:pt idx="4">
                  <c:v>0.09803921568627451</c:v>
                </c:pt>
                <c:pt idx="5">
                  <c:v>0.07339449541284404</c:v>
                </c:pt>
                <c:pt idx="6">
                  <c:v>0.12166172106824925</c:v>
                </c:pt>
                <c:pt idx="7">
                  <c:v>0.22156573116691286</c:v>
                </c:pt>
                <c:pt idx="8">
                  <c:v>0.2374429223744292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47548624606974"/>
          <c:min val="0.02805138171303977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0.09433962264150944</c:v>
                </c:pt>
                <c:pt idx="1">
                  <c:v>0.11855670103092783</c:v>
                </c:pt>
                <c:pt idx="2">
                  <c:v>0.11312217194570136</c:v>
                </c:pt>
                <c:pt idx="3">
                  <c:v>0.1440677966101695</c:v>
                </c:pt>
                <c:pt idx="4">
                  <c:v>0.12173913043478261</c:v>
                </c:pt>
                <c:pt idx="5">
                  <c:v>0.1388888888888889</c:v>
                </c:pt>
                <c:pt idx="6">
                  <c:v>0.125</c:v>
                </c:pt>
                <c:pt idx="7">
                  <c:v>0.14356435643564355</c:v>
                </c:pt>
                <c:pt idx="8">
                  <c:v>0.21212121212121213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978845054316754"/>
          <c:min val="0.0766723842195540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0.004873294346978557</c:v>
                </c:pt>
                <c:pt idx="1">
                  <c:v>0.0012048192771084338</c:v>
                </c:pt>
                <c:pt idx="2">
                  <c:v>0.015321756894790603</c:v>
                </c:pt>
                <c:pt idx="3">
                  <c:v>0.011099899091826439</c:v>
                </c:pt>
                <c:pt idx="4">
                  <c:v>0.003972194637537239</c:v>
                </c:pt>
                <c:pt idx="5">
                  <c:v>0.03501945525291829</c:v>
                </c:pt>
                <c:pt idx="6">
                  <c:v>0.05103969754253308</c:v>
                </c:pt>
                <c:pt idx="7">
                  <c:v>0.04133064516129032</c:v>
                </c:pt>
                <c:pt idx="8">
                  <c:v>0.02747791952894995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851492928234678"/>
          <c:min val="-0.0062704124627052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0.011904761904761904</c:v>
                </c:pt>
                <c:pt idx="1">
                  <c:v>0.05405405405405406</c:v>
                </c:pt>
                <c:pt idx="2">
                  <c:v>0.09345794392523364</c:v>
                </c:pt>
                <c:pt idx="3">
                  <c:v>0.1278538812785388</c:v>
                </c:pt>
                <c:pt idx="4">
                  <c:v>0.09219858156028368</c:v>
                </c:pt>
                <c:pt idx="5">
                  <c:v>0.05314009661835749</c:v>
                </c:pt>
                <c:pt idx="6">
                  <c:v>0.05702647657841141</c:v>
                </c:pt>
                <c:pt idx="7">
                  <c:v>0.10180995475113122</c:v>
                </c:pt>
                <c:pt idx="8">
                  <c:v>0.10022271714922049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524624918460532"/>
          <c:min val="-0.00548760600130462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NORTH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0.09898477157360407</c:v>
                </c:pt>
                <c:pt idx="1">
                  <c:v>0.08869329722410291</c:v>
                </c:pt>
                <c:pt idx="2">
                  <c:v>0.10177805027590435</c:v>
                </c:pt>
                <c:pt idx="3">
                  <c:v>0.13354037267080746</c:v>
                </c:pt>
                <c:pt idx="4">
                  <c:v>0.156411730879816</c:v>
                </c:pt>
                <c:pt idx="5">
                  <c:v>0.1283084004602992</c:v>
                </c:pt>
                <c:pt idx="6">
                  <c:v>0.11723737666860128</c:v>
                </c:pt>
                <c:pt idx="7">
                  <c:v>0.13226666666666667</c:v>
                </c:pt>
                <c:pt idx="8">
                  <c:v>0.11554496724240619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656949592817297"/>
          <c:min val="0.078535532175745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0.04325259515570934</c:v>
                </c:pt>
                <c:pt idx="1">
                  <c:v>0.05009633911368015</c:v>
                </c:pt>
                <c:pt idx="2">
                  <c:v>0.061224489795918366</c:v>
                </c:pt>
                <c:pt idx="3">
                  <c:v>0.06542056074766354</c:v>
                </c:pt>
                <c:pt idx="4">
                  <c:v>0.058823529411764705</c:v>
                </c:pt>
                <c:pt idx="5">
                  <c:v>0.04434250764525994</c:v>
                </c:pt>
                <c:pt idx="6">
                  <c:v>0.057863501483679525</c:v>
                </c:pt>
                <c:pt idx="7">
                  <c:v>0.17725258493353027</c:v>
                </c:pt>
                <c:pt idx="8">
                  <c:v>0.1902587519025875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1230967541461923"/>
          <c:min val="0.02120167164367761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0.007444168734491315</c:v>
                </c:pt>
                <c:pt idx="1">
                  <c:v>0.0030959752321981426</c:v>
                </c:pt>
                <c:pt idx="2">
                  <c:v>0.004796163069544364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0.05952380952380952</c:v>
                </c:pt>
                <c:pt idx="8">
                  <c:v>0.10632183908045977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227011494252873"/>
          <c:min val="-0.0159482758620689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0.03333333333333333</c:v>
                </c:pt>
                <c:pt idx="1">
                  <c:v>0.044226044226044224</c:v>
                </c:pt>
                <c:pt idx="2">
                  <c:v>0.0397196261682243</c:v>
                </c:pt>
                <c:pt idx="3">
                  <c:v>0.0684931506849315</c:v>
                </c:pt>
                <c:pt idx="4">
                  <c:v>0.05200945626477541</c:v>
                </c:pt>
                <c:pt idx="5">
                  <c:v>0.05555555555555555</c:v>
                </c:pt>
                <c:pt idx="6">
                  <c:v>0.06720977596741344</c:v>
                </c:pt>
                <c:pt idx="7">
                  <c:v>0.083710407239819</c:v>
                </c:pt>
                <c:pt idx="8">
                  <c:v>0.08685968819599109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488864142538975"/>
          <c:min val="0.02530438010393466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0.08490566037735849</c:v>
                </c:pt>
                <c:pt idx="1">
                  <c:v>0.0979381443298969</c:v>
                </c:pt>
                <c:pt idx="2">
                  <c:v>0.06787330316742081</c:v>
                </c:pt>
                <c:pt idx="3">
                  <c:v>0.08898305084745763</c:v>
                </c:pt>
                <c:pt idx="4">
                  <c:v>0.0782608695652174</c:v>
                </c:pt>
                <c:pt idx="5">
                  <c:v>0.0992063492063492</c:v>
                </c:pt>
                <c:pt idx="6">
                  <c:v>0.09913793103448276</c:v>
                </c:pt>
                <c:pt idx="7">
                  <c:v>0.09900990099009901</c:v>
                </c:pt>
                <c:pt idx="8">
                  <c:v>0.15151515151515152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40614287673111"/>
          <c:min val="0.05532702591526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0.08198489751887811</c:v>
                </c:pt>
                <c:pt idx="1">
                  <c:v>0.08132147395171538</c:v>
                </c:pt>
                <c:pt idx="2">
                  <c:v>0.07900432900432901</c:v>
                </c:pt>
                <c:pt idx="3">
                  <c:v>0.07203389830508475</c:v>
                </c:pt>
                <c:pt idx="4">
                  <c:v>0.05573770491803279</c:v>
                </c:pt>
                <c:pt idx="5">
                  <c:v>0.06837606837606838</c:v>
                </c:pt>
                <c:pt idx="6">
                  <c:v>0.10104166666666667</c:v>
                </c:pt>
                <c:pt idx="7">
                  <c:v>0.08740068104426787</c:v>
                </c:pt>
                <c:pt idx="8">
                  <c:v>0.119906868451688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95322429817363"/>
          <c:min val="0.04611233038798450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0.02249134948096886</c:v>
                </c:pt>
                <c:pt idx="1">
                  <c:v>0.030828516377649325</c:v>
                </c:pt>
                <c:pt idx="2">
                  <c:v>0.023547880690737835</c:v>
                </c:pt>
                <c:pt idx="3">
                  <c:v>0.020249221183800622</c:v>
                </c:pt>
                <c:pt idx="4">
                  <c:v>0.027149321266968326</c:v>
                </c:pt>
                <c:pt idx="5">
                  <c:v>0.012232415902140673</c:v>
                </c:pt>
                <c:pt idx="6">
                  <c:v>0.026706231454005934</c:v>
                </c:pt>
                <c:pt idx="7">
                  <c:v>0.10635155096011817</c:v>
                </c:pt>
                <c:pt idx="8">
                  <c:v>0.1887366818873668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1521232178515073"/>
          <c:min val="-0.014243223995643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0.03398058252427184</c:v>
                </c:pt>
                <c:pt idx="1">
                  <c:v>0.04335260115606936</c:v>
                </c:pt>
                <c:pt idx="2">
                  <c:v>0.04838709677419355</c:v>
                </c:pt>
                <c:pt idx="3">
                  <c:v>0.04060913705583756</c:v>
                </c:pt>
                <c:pt idx="4">
                  <c:v>0.06134969325153374</c:v>
                </c:pt>
                <c:pt idx="5">
                  <c:v>0.06188118811881188</c:v>
                </c:pt>
                <c:pt idx="6">
                  <c:v>0.0636604774535809</c:v>
                </c:pt>
                <c:pt idx="7">
                  <c:v>0.061046511627906974</c:v>
                </c:pt>
                <c:pt idx="8">
                  <c:v>0.11764705882352941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019703026841806"/>
          <c:min val="0.0214306110793832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0.0012048192771084338</c:v>
                </c:pt>
                <c:pt idx="2">
                  <c:v>0.033707865168539325</c:v>
                </c:pt>
                <c:pt idx="3">
                  <c:v>0.028254288597376387</c:v>
                </c:pt>
                <c:pt idx="4">
                  <c:v>0.030784508440913606</c:v>
                </c:pt>
                <c:pt idx="5">
                  <c:v>0.04377431906614786</c:v>
                </c:pt>
                <c:pt idx="6">
                  <c:v>0.04158790170132325</c:v>
                </c:pt>
                <c:pt idx="7">
                  <c:v>0.05141129032258065</c:v>
                </c:pt>
                <c:pt idx="8">
                  <c:v>0.053974484789008834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2070657507360155"/>
          <c:min val="-0.0080961727183513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LINCOLN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0.04912280701754386</c:v>
                </c:pt>
                <c:pt idx="1">
                  <c:v>0.08914728682170543</c:v>
                </c:pt>
                <c:pt idx="2">
                  <c:v>0.06493506493506493</c:v>
                </c:pt>
                <c:pt idx="3">
                  <c:v>0.06498194945848375</c:v>
                </c:pt>
                <c:pt idx="4">
                  <c:v>0.06007067137809187</c:v>
                </c:pt>
                <c:pt idx="5">
                  <c:v>0.1044776119402985</c:v>
                </c:pt>
                <c:pt idx="6">
                  <c:v>0.11987381703470032</c:v>
                </c:pt>
                <c:pt idx="7">
                  <c:v>0.11450381679389313</c:v>
                </c:pt>
                <c:pt idx="8">
                  <c:v>0.06885245901639345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048646853727378"/>
          <c:min val="0.0385101555149703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0.023809523809523808</c:v>
                </c:pt>
                <c:pt idx="8">
                  <c:v>0.05459770114942529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278735632183909"/>
          <c:min val="-0.0081896551724137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$155K to $209K,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gross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Lexus went 425 to 570, stepping up in April.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ros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1.35 to 1.65,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hours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VW St George went $128.27 to $141.89, stepping up in June.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elr,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VW St George went $224 to $298, stepping up in June.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$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Acura went 39.4% to 46.6%, stepping up in April.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gp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Audi Henderson went 21.1% to 31.7%, stepping up in May.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alignment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10.1% to 19.3%,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balance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5.2% to 14.1%,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brake fluid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2.5% to 10.7%,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fuel service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chart" Target="/ppt/charts/chart1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chart" Target="/ppt/charts/chart18.xml"/><Relationship Id="rId4" Type="http://schemas.openxmlformats.org/officeDocument/2006/relationships/chart" Target="/ppt/charts/chart19.xml"/><Relationship Id="rId5" Type="http://schemas.openxmlformats.org/officeDocument/2006/relationships/chart" Target="/ppt/charts/chart2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chart" Target="/ppt/charts/chart23.xml"/><Relationship Id="rId4" Type="http://schemas.openxmlformats.org/officeDocument/2006/relationships/chart" Target="/ppt/charts/chart24.xml"/><Relationship Id="rId5" Type="http://schemas.openxmlformats.org/officeDocument/2006/relationships/chart" Target="/ppt/charts/chart2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chart" Target="/ppt/charts/chart28.xml"/><Relationship Id="rId4" Type="http://schemas.openxmlformats.org/officeDocument/2006/relationships/chart" Target="/ppt/charts/chart29.xml"/><Relationship Id="rId5" Type="http://schemas.openxmlformats.org/officeDocument/2006/relationships/chart" Target="/ppt/charts/chart3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chart" Target="/ppt/charts/chart32.xml"/><Relationship Id="rId3" Type="http://schemas.openxmlformats.org/officeDocument/2006/relationships/chart" Target="/ppt/charts/chart33.xml"/><Relationship Id="rId4" Type="http://schemas.openxmlformats.org/officeDocument/2006/relationships/chart" Target="/ppt/charts/chart34.xml"/><Relationship Id="rId5" Type="http://schemas.openxmlformats.org/officeDocument/2006/relationships/chart" Target="/ppt/charts/chart3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chart" Target="/ppt/charts/chart37.xml"/><Relationship Id="rId3" Type="http://schemas.openxmlformats.org/officeDocument/2006/relationships/chart" Target="/ppt/charts/chart38.xml"/><Relationship Id="rId4" Type="http://schemas.openxmlformats.org/officeDocument/2006/relationships/chart" Target="/ppt/charts/chart39.xml"/><Relationship Id="rId5" Type="http://schemas.openxmlformats.org/officeDocument/2006/relationships/chart" Target="/ppt/charts/chart4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chart" Target="/ppt/charts/chart42.xml"/><Relationship Id="rId3" Type="http://schemas.openxmlformats.org/officeDocument/2006/relationships/chart" Target="/ppt/charts/chart43.xml"/><Relationship Id="rId4" Type="http://schemas.openxmlformats.org/officeDocument/2006/relationships/chart" Target="/ppt/charts/chart44.xml"/><Relationship Id="rId5" Type="http://schemas.openxmlformats.org/officeDocument/2006/relationships/chart" Target="/ppt/charts/chart4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chart" Target="/ppt/charts/chart47.xml"/><Relationship Id="rId3" Type="http://schemas.openxmlformats.org/officeDocument/2006/relationships/chart" Target="/ppt/charts/chart48.xml"/><Relationship Id="rId4" Type="http://schemas.openxmlformats.org/officeDocument/2006/relationships/chart" Target="/ppt/charts/chart49.xml"/><Relationship Id="rId5" Type="http://schemas.openxmlformats.org/officeDocument/2006/relationships/chart" Target="/ppt/charts/chart5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Gross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$10.10M → $10.96M, +8.4%: that is the season. 21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$209K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$85K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$112K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$218K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$279K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$54K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$66K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+23.2%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$49K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$60K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ROs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29,846 → 32,085, +7.5%: that is the season. 17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570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543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415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578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669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+15.8%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Hours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1.87 → 1.84, −1.8%: that is the season. 22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1.65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1.56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1.76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1.37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1.54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1.23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1.38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1.65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+8.6%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$161.81 → $163.67, +1.1%: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$128.27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$141.89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$227.34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$244.12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$139.40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$147.93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$142.56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$150.72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$139.09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$146.04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$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$230 → $242, +5.1%: that is the season. 19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$298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+32.9%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$692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+26.6%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$282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+15.0%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GP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40.6% → 40.6%, 0.0 pts: that is the season. 18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46.6%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43.8%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35.3%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39.2%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 pts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Alignment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12.9% → 13.1%, +0.1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22.8%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+7.7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18.3%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25.7%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19.4%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+6.5 pts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Balance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8.2% → 8.3%, 0.0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19.3%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+9.1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10.8%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+3.2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+3.1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12.2%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+2.5 pts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Brake Fluid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9.1% → 9.1%, 0.0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+8.9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7.9%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+3.4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 pts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Fuel Service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5.8% → 5.6%, −0.2 pts: that is the season. 19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72491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249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7249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74320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72491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7249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345643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345643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4564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34564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347472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34564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345643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418795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41879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41879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6.7%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420624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41879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4187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4919472"/>
            <a:ext cx="10945368" cy="731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4919472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4919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49194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4937760"/>
          <a:ext cx="2697480" cy="694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49194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2026-10-27T21:57:53Z</dcterms:created>
  <dcterms:modified xsi:type="dcterms:W3CDTF">2026-10-27T21:57:53Z</dcterms:modified>
</cp:coreProperties>
</file>