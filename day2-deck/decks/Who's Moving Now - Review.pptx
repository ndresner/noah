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Audi Henderson went 21.1% to 31.7%, stepping up in May.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10.1% to 19.3%,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5.2% to 14.1%,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2.5% to 10.7%,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2026-10-27T18:05:26Z</dcterms:created>
  <dcterms:modified xsi:type="dcterms:W3CDTF">2026-10-27T18:05:26Z</dcterms:modified>
</cp:coreProperties>
</file>