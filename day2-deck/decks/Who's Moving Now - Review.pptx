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Audi Henderson went 21.1% to 31.7%, stepping up in May.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10.1% to 19.3%,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5.2% to 14.1%,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2.5% to 10.7%,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chart" Target="/ppt/charts/chart1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chart" Target="/ppt/charts/chart19.xml"/><Relationship Id="rId5" Type="http://schemas.openxmlformats.org/officeDocument/2006/relationships/chart" Target="/ppt/charts/chart2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chart" Target="/ppt/charts/chart3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chart" Target="/ppt/charts/chart38.xml"/><Relationship Id="rId4" Type="http://schemas.openxmlformats.org/officeDocument/2006/relationships/chart" Target="/ppt/charts/chart39.xml"/><Relationship Id="rId5" Type="http://schemas.openxmlformats.org/officeDocument/2006/relationships/chart" Target="/ppt/charts/chart4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chart" Target="/ppt/charts/chart48.xml"/><Relationship Id="rId4" Type="http://schemas.openxmlformats.org/officeDocument/2006/relationships/chart" Target="/ppt/charts/chart49.xml"/><Relationship Id="rId5" Type="http://schemas.openxmlformats.org/officeDocument/2006/relationships/chart" Target="/ppt/charts/chart5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2026-10-29T16:32:26Z</dcterms:created>
  <dcterms:modified xsi:type="dcterms:W3CDTF">2026-10-29T16:32:26Z</dcterms:modified>
</cp:coreProperties>
</file>