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1.xml" ContentType="application/vnd.openxmlformats-officedocument.drawingml.chart+xml"/>
  <Override PartName="/ppt/charts/chart62.xml" ContentType="application/vnd.openxmlformats-officedocument.drawingml.chart+xml"/>
  <Override PartName="/ppt/charts/chart63.xml" ContentType="application/vnd.openxmlformats-officedocument.drawingml.chart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charts/chart66.xml" ContentType="application/vnd.openxmlformats-officedocument.drawingml.chart+xml"/>
  <Override PartName="/ppt/charts/chart67.xml" ContentType="application/vnd.openxmlformats-officedocument.drawingml.chart+xml"/>
  <Override PartName="/ppt/charts/chart68.xml" ContentType="application/vnd.openxmlformats-officedocument.drawingml.chart+xml"/>
  <Override PartName="/ppt/charts/chart69.xml" ContentType="application/vnd.openxmlformats-officedocument.drawingml.chart+xml"/>
  <Override PartName="/ppt/charts/chart7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1.xml" ContentType="application/vnd.openxmlformats-officedocument.drawingml.chart+xml"/>
  <Override PartName="/ppt/charts/chart72.xml" ContentType="application/vnd.openxmlformats-officedocument.drawingml.chart+xml"/>
  <Override PartName="/ppt/charts/chart73.xml" ContentType="application/vnd.openxmlformats-officedocument.drawingml.chart+xml"/>
  <Override PartName="/ppt/charts/chart74.xml" ContentType="application/vnd.openxmlformats-officedocument.drawingml.chart+xml"/>
  <Override PartName="/ppt/charts/chart75.xml" ContentType="application/vnd.openxmlformats-officedocument.drawingml.chart+xml"/>
  <Override PartName="/ppt/charts/chart76.xml" ContentType="application/vnd.openxmlformats-officedocument.drawingml.chart+xml"/>
  <Override PartName="/ppt/charts/chart77.xml" ContentType="application/vnd.openxmlformats-officedocument.drawingml.chart+xml"/>
  <Override PartName="/ppt/charts/chart78.xml" ContentType="application/vnd.openxmlformats-officedocument.drawingml.chart+xml"/>
  <Override PartName="/ppt/charts/chart79.xml" ContentType="application/vnd.openxmlformats-officedocument.drawingml.chart+xml"/>
  <Override PartName="/ppt/charts/chart8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1.xml" ContentType="application/vnd.openxmlformats-officedocument.drawingml.chart+xml"/>
  <Override PartName="/ppt/charts/chart82.xml" ContentType="application/vnd.openxmlformats-officedocument.drawingml.chart+xml"/>
  <Override PartName="/ppt/charts/chart83.xml" ContentType="application/vnd.openxmlformats-officedocument.drawingml.chart+xml"/>
  <Override PartName="/ppt/charts/chart84.xml" ContentType="application/vnd.openxmlformats-officedocument.drawingml.chart+xml"/>
  <Override PartName="/ppt/charts/chart85.xml" ContentType="application/vnd.openxmlformats-officedocument.drawingml.chart+xml"/>
  <Override PartName="/ppt/charts/chart86.xml" ContentType="application/vnd.openxmlformats-officedocument.drawingml.chart+xml"/>
  <Override PartName="/ppt/charts/chart87.xml" ContentType="application/vnd.openxmlformats-officedocument.drawingml.chart+xml"/>
  <Override PartName="/ppt/charts/chart88.xml" ContentType="application/vnd.openxmlformats-officedocument.drawingml.chart+xml"/>
  <Override PartName="/ppt/charts/chart89.xml" ContentType="application/vnd.openxmlformats-officedocument.drawingml.chart+xml"/>
  <Override PartName="/ppt/charts/chart9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91.xml" ContentType="application/vnd.openxmlformats-officedocument.drawingml.chart+xml"/>
  <Override PartName="/ppt/charts/chart92.xml" ContentType="application/vnd.openxmlformats-officedocument.drawingml.chart+xml"/>
  <Override PartName="/ppt/charts/chart93.xml" ContentType="application/vnd.openxmlformats-officedocument.drawingml.chart+xml"/>
  <Override PartName="/ppt/charts/chart94.xml" ContentType="application/vnd.openxmlformats-officedocument.drawingml.chart+xml"/>
  <Override PartName="/ppt/charts/chart95.xml" ContentType="application/vnd.openxmlformats-officedocument.drawingml.chart+xml"/>
  <Override PartName="/ppt/charts/chart96.xml" ContentType="application/vnd.openxmlformats-officedocument.drawingml.chart+xml"/>
  <Override PartName="/ppt/charts/chart97.xml" ContentType="application/vnd.openxmlformats-officedocument.drawingml.chart+xml"/>
  <Override PartName="/ppt/charts/chart98.xml" ContentType="application/vnd.openxmlformats-officedocument.drawingml.chart+xml"/>
  <Override PartName="/ppt/charts/chart99.xml" ContentType="application/vnd.openxmlformats-officedocument.drawingml.chart+xml"/>
  <Override PartName="/ppt/charts/chart10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_rels/chart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1.xlsx"/></Relationships>
</file>

<file path=ppt/charts/_rels/chart6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2.xlsx"/></Relationships>
</file>

<file path=ppt/charts/_rels/chart6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3.xlsx"/></Relationships>
</file>

<file path=ppt/charts/_rels/chart6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4.xlsx"/></Relationships>
</file>

<file path=ppt/charts/_rels/chart6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5.xlsx"/></Relationships>
</file>

<file path=ppt/charts/_rels/chart6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6.xlsx"/></Relationships>
</file>

<file path=ppt/charts/_rels/chart6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7.xlsx"/></Relationships>
</file>

<file path=ppt/charts/_rels/chart6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8.xlsx"/></Relationships>
</file>

<file path=ppt/charts/_rels/chart6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9.xlsx"/></Relationships>
</file>

<file path=ppt/charts/_rels/chart7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0.xlsx"/></Relationships>
</file>

<file path=ppt/charts/_rels/chart7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1.xlsx"/></Relationships>
</file>

<file path=ppt/charts/_rels/chart7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2.xlsx"/></Relationships>
</file>

<file path=ppt/charts/_rels/chart7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3.xlsx"/></Relationships>
</file>

<file path=ppt/charts/_rels/chart7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4.xlsx"/></Relationships>
</file>

<file path=ppt/charts/_rels/chart7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5.xlsx"/></Relationships>
</file>

<file path=ppt/charts/_rels/chart7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6.xlsx"/></Relationships>
</file>

<file path=ppt/charts/_rels/chart7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7.xlsx"/></Relationships>
</file>

<file path=ppt/charts/_rels/chart7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8.xlsx"/></Relationships>
</file>

<file path=ppt/charts/_rels/chart7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9.xlsx"/></Relationships>
</file>

<file path=ppt/charts/_rels/chart8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0.xlsx"/></Relationships>
</file>

<file path=ppt/charts/_rels/chart8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1.xlsx"/></Relationships>
</file>

<file path=ppt/charts/_rels/chart8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2.xlsx"/></Relationships>
</file>

<file path=ppt/charts/_rels/chart8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3.xlsx"/></Relationships>
</file>

<file path=ppt/charts/_rels/chart8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4.xlsx"/></Relationships>
</file>

<file path=ppt/charts/_rels/chart8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5.xlsx"/></Relationships>
</file>

<file path=ppt/charts/_rels/chart8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6.xlsx"/></Relationships>
</file>

<file path=ppt/charts/_rels/chart8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7.xlsx"/></Relationships>
</file>

<file path=ppt/charts/_rels/chart8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8.xlsx"/></Relationships>
</file>

<file path=ppt/charts/_rels/chart8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9.xlsx"/></Relationships>
</file>

<file path=ppt/charts/_rels/chart9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0.xlsx"/></Relationships>
</file>

<file path=ppt/charts/_rels/chart9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1.xlsx"/></Relationships>
</file>

<file path=ppt/charts/_rels/chart9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2.xlsx"/></Relationships>
</file>

<file path=ppt/charts/_rels/chart9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3.xlsx"/></Relationships>
</file>

<file path=ppt/charts/_rels/chart9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4.xlsx"/></Relationships>
</file>

<file path=ppt/charts/_rels/chart9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5.xlsx"/></Relationships>
</file>

<file path=ppt/charts/_rels/chart9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6.xlsx"/></Relationships>
</file>

<file path=ppt/charts/_rels/chart9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7.xlsx"/></Relationships>
</file>

<file path=ppt/charts/_rels/chart9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8.xlsx"/></Relationships>
</file>

<file path=ppt/charts/_rels/chart9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9.xlsx"/></Relationships>
</file>

<file path=ppt/charts/_rels/chart10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0.23308270676691728</c:v>
                </c:pt>
                <c:pt idx="1">
                  <c:v>0.18114143920595532</c:v>
                </c:pt>
                <c:pt idx="2">
                  <c:v>0.21772151898734177</c:v>
                </c:pt>
                <c:pt idx="3">
                  <c:v>0.20243902439024392</c:v>
                </c:pt>
                <c:pt idx="4">
                  <c:v>0.33410672853828305</c:v>
                </c:pt>
                <c:pt idx="5">
                  <c:v>0.33638443935926776</c:v>
                </c:pt>
                <c:pt idx="6">
                  <c:v>0.31072210065645517</c:v>
                </c:pt>
                <c:pt idx="7">
                  <c:v>0.28941176470588237</c:v>
                </c:pt>
                <c:pt idx="8">
                  <c:v>0.35308056872037913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788714381475427"/>
          <c:min val="0.15535056977879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0.07439446366782007</c:v>
                </c:pt>
                <c:pt idx="1">
                  <c:v>0.16377649325626203</c:v>
                </c:pt>
                <c:pt idx="2">
                  <c:v>0.14285714285714285</c:v>
                </c:pt>
                <c:pt idx="3">
                  <c:v>0.16510903426791276</c:v>
                </c:pt>
                <c:pt idx="4">
                  <c:v>0.1493212669683258</c:v>
                </c:pt>
                <c:pt idx="5">
                  <c:v>0.10703363914373089</c:v>
                </c:pt>
                <c:pt idx="6">
                  <c:v>0.16468842729970326</c:v>
                </c:pt>
                <c:pt idx="7">
                  <c:v>0.25258493353028066</c:v>
                </c:pt>
                <c:pt idx="8">
                  <c:v>0.2678843226788432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69078015304967"/>
          <c:min val="0.04537098481616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0.016666666666666666</c:v>
                </c:pt>
                <c:pt idx="1">
                  <c:v>0.04176904176904177</c:v>
                </c:pt>
                <c:pt idx="2">
                  <c:v>0.0630841121495327</c:v>
                </c:pt>
                <c:pt idx="3">
                  <c:v>0.06621004566210045</c:v>
                </c:pt>
                <c:pt idx="4">
                  <c:v>0.08983451536643026</c:v>
                </c:pt>
                <c:pt idx="5">
                  <c:v>0.07729468599033816</c:v>
                </c:pt>
                <c:pt idx="6">
                  <c:v>0.11608961303462322</c:v>
                </c:pt>
                <c:pt idx="7">
                  <c:v>0.11764705882352941</c:v>
                </c:pt>
                <c:pt idx="8">
                  <c:v>0.12026726057906459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580734966592428"/>
          <c:min val="0.001126577579806978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0.16037735849056603</c:v>
                </c:pt>
                <c:pt idx="1">
                  <c:v>0.15463917525773196</c:v>
                </c:pt>
                <c:pt idx="2">
                  <c:v>0.23076923076923078</c:v>
                </c:pt>
                <c:pt idx="3">
                  <c:v>0.23728813559322035</c:v>
                </c:pt>
                <c:pt idx="4">
                  <c:v>0.1826086956521739</c:v>
                </c:pt>
                <c:pt idx="5">
                  <c:v>0.21428571428571427</c:v>
                </c:pt>
                <c:pt idx="6">
                  <c:v>0.24568965517241378</c:v>
                </c:pt>
                <c:pt idx="7">
                  <c:v>0.24752475247524752</c:v>
                </c:pt>
                <c:pt idx="8">
                  <c:v>0.27705627705627706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54188423260588"/>
          <c:min val="0.136276609987950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0.15048543689320387</c:v>
                </c:pt>
                <c:pt idx="1">
                  <c:v>0.13583815028901733</c:v>
                </c:pt>
                <c:pt idx="2">
                  <c:v>0.0967741935483871</c:v>
                </c:pt>
                <c:pt idx="3">
                  <c:v>0.1116751269035533</c:v>
                </c:pt>
                <c:pt idx="4">
                  <c:v>0.11042944785276074</c:v>
                </c:pt>
                <c:pt idx="5">
                  <c:v>0.1485148514851485</c:v>
                </c:pt>
                <c:pt idx="6">
                  <c:v>0.19363395225464192</c:v>
                </c:pt>
                <c:pt idx="7">
                  <c:v>0.19186046511627908</c:v>
                </c:pt>
                <c:pt idx="8">
                  <c:v>0.19518716577540107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994911160945318"/>
          <c:min val="0.08201224771433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0.07551240560949299</c:v>
                </c:pt>
                <c:pt idx="1">
                  <c:v>0.06607369758576874</c:v>
                </c:pt>
                <c:pt idx="2">
                  <c:v>0.06277056277056277</c:v>
                </c:pt>
                <c:pt idx="3">
                  <c:v>0.09216101694915255</c:v>
                </c:pt>
                <c:pt idx="4">
                  <c:v>0.06885245901639345</c:v>
                </c:pt>
                <c:pt idx="5">
                  <c:v>0.11217948717948718</c:v>
                </c:pt>
                <c:pt idx="6">
                  <c:v>0.16770833333333332</c:v>
                </c:pt>
                <c:pt idx="7">
                  <c:v>0.1271282633371169</c:v>
                </c:pt>
                <c:pt idx="8">
                  <c:v>0.10011641443538999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834489989177489"/>
          <c:min val="0.0470298971861471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0.038461538461538464</c:v>
                </c:pt>
                <c:pt idx="1">
                  <c:v>0.09066666666666667</c:v>
                </c:pt>
                <c:pt idx="2">
                  <c:v>0.09955752212389381</c:v>
                </c:pt>
                <c:pt idx="3">
                  <c:v>0.11637080867850098</c:v>
                </c:pt>
                <c:pt idx="4">
                  <c:v>0.11231101511879049</c:v>
                </c:pt>
                <c:pt idx="5">
                  <c:v>0.1724137931034483</c:v>
                </c:pt>
                <c:pt idx="6">
                  <c:v>0.1257606490872211</c:v>
                </c:pt>
                <c:pt idx="7">
                  <c:v>0.10043668122270742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9250663129973475"/>
          <c:min val="0.01836870026525199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0.20245398773006135</c:v>
                </c:pt>
                <c:pt idx="1">
                  <c:v>0.1901840490797546</c:v>
                </c:pt>
                <c:pt idx="2">
                  <c:v>0.2981366459627329</c:v>
                </c:pt>
                <c:pt idx="3">
                  <c:v>0.2</c:v>
                </c:pt>
                <c:pt idx="4">
                  <c:v>0.31666666666666665</c:v>
                </c:pt>
                <c:pt idx="5">
                  <c:v>0.23391812865497075</c:v>
                </c:pt>
                <c:pt idx="6">
                  <c:v>0.22424242424242424</c:v>
                </c:pt>
                <c:pt idx="7">
                  <c:v>0.24444444444444444</c:v>
                </c:pt>
                <c:pt idx="8">
                  <c:v>0.29518072289156627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3563905930470345"/>
          <c:min val="0.1712116564417178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0.1434010152284264</c:v>
                </c:pt>
                <c:pt idx="1">
                  <c:v>0.13473256601218686</c:v>
                </c:pt>
                <c:pt idx="2">
                  <c:v>0.14347026364193746</c:v>
                </c:pt>
                <c:pt idx="3">
                  <c:v>0.17080745341614906</c:v>
                </c:pt>
                <c:pt idx="4">
                  <c:v>0.19838987924094306</c:v>
                </c:pt>
                <c:pt idx="5">
                  <c:v>0.17491369390103567</c:v>
                </c:pt>
                <c:pt idx="6">
                  <c:v>0.14625652930934416</c:v>
                </c:pt>
                <c:pt idx="7">
                  <c:v>0.17226666666666668</c:v>
                </c:pt>
                <c:pt idx="8">
                  <c:v>0.16557474687313878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79384762252565"/>
          <c:min val="0.1251839690278734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0.11658382286488929</c:v>
                </c:pt>
                <c:pt idx="1">
                  <c:v>0.11829573934837093</c:v>
                </c:pt>
                <c:pt idx="2">
                  <c:v>0.10888888888888888</c:v>
                </c:pt>
                <c:pt idx="3">
                  <c:v>0.15854214123006835</c:v>
                </c:pt>
                <c:pt idx="4">
                  <c:v>0.12994350282485875</c:v>
                </c:pt>
                <c:pt idx="5">
                  <c:v>0.13755656108597286</c:v>
                </c:pt>
                <c:pt idx="6">
                  <c:v>0.133244798583444</c:v>
                </c:pt>
                <c:pt idx="7">
                  <c:v>0.13096309630963096</c:v>
                </c:pt>
                <c:pt idx="8">
                  <c:v>0.12280701754385964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599012908124527"/>
          <c:min val="0.1014409010377119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0.05536332179930796</c:v>
                </c:pt>
                <c:pt idx="1">
                  <c:v>0.1252408477842004</c:v>
                </c:pt>
                <c:pt idx="2">
                  <c:v>0.12401883830455258</c:v>
                </c:pt>
                <c:pt idx="3">
                  <c:v>0.11682242990654206</c:v>
                </c:pt>
                <c:pt idx="4">
                  <c:v>0.09803921568627451</c:v>
                </c:pt>
                <c:pt idx="5">
                  <c:v>0.07339449541284404</c:v>
                </c:pt>
                <c:pt idx="6">
                  <c:v>0.12166172106824925</c:v>
                </c:pt>
                <c:pt idx="7">
                  <c:v>0.22156573116691286</c:v>
                </c:pt>
                <c:pt idx="8">
                  <c:v>0.2374429223744292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47548624606974"/>
          <c:min val="0.0280513817130397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0.09433962264150944</c:v>
                </c:pt>
                <c:pt idx="1">
                  <c:v>0.11855670103092783</c:v>
                </c:pt>
                <c:pt idx="2">
                  <c:v>0.11312217194570136</c:v>
                </c:pt>
                <c:pt idx="3">
                  <c:v>0.1440677966101695</c:v>
                </c:pt>
                <c:pt idx="4">
                  <c:v>0.12173913043478261</c:v>
                </c:pt>
                <c:pt idx="5">
                  <c:v>0.1388888888888889</c:v>
                </c:pt>
                <c:pt idx="6">
                  <c:v>0.125</c:v>
                </c:pt>
                <c:pt idx="7">
                  <c:v>0.14356435643564355</c:v>
                </c:pt>
                <c:pt idx="8">
                  <c:v>0.21212121212121213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978845054316754"/>
          <c:min val="0.076672384219554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0.004873294346978557</c:v>
                </c:pt>
                <c:pt idx="1">
                  <c:v>0.0012048192771084338</c:v>
                </c:pt>
                <c:pt idx="2">
                  <c:v>0.015321756894790603</c:v>
                </c:pt>
                <c:pt idx="3">
                  <c:v>0.011099899091826439</c:v>
                </c:pt>
                <c:pt idx="4">
                  <c:v>0.003972194637537239</c:v>
                </c:pt>
                <c:pt idx="5">
                  <c:v>0.03501945525291829</c:v>
                </c:pt>
                <c:pt idx="6">
                  <c:v>0.05103969754253308</c:v>
                </c:pt>
                <c:pt idx="7">
                  <c:v>0.04133064516129032</c:v>
                </c:pt>
                <c:pt idx="8">
                  <c:v>0.02747791952894995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851492928234678"/>
          <c:min val="-0.0062704124627052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0.011904761904761904</c:v>
                </c:pt>
                <c:pt idx="1">
                  <c:v>0.05405405405405406</c:v>
                </c:pt>
                <c:pt idx="2">
                  <c:v>0.09345794392523364</c:v>
                </c:pt>
                <c:pt idx="3">
                  <c:v>0.1278538812785388</c:v>
                </c:pt>
                <c:pt idx="4">
                  <c:v>0.09219858156028368</c:v>
                </c:pt>
                <c:pt idx="5">
                  <c:v>0.05314009661835749</c:v>
                </c:pt>
                <c:pt idx="6">
                  <c:v>0.05702647657841141</c:v>
                </c:pt>
                <c:pt idx="7">
                  <c:v>0.10180995475113122</c:v>
                </c:pt>
                <c:pt idx="8">
                  <c:v>0.10022271714922049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524624918460532"/>
          <c:min val="-0.00548760600130462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0.09898477157360407</c:v>
                </c:pt>
                <c:pt idx="1">
                  <c:v>0.08869329722410291</c:v>
                </c:pt>
                <c:pt idx="2">
                  <c:v>0.10177805027590435</c:v>
                </c:pt>
                <c:pt idx="3">
                  <c:v>0.13354037267080746</c:v>
                </c:pt>
                <c:pt idx="4">
                  <c:v>0.156411730879816</c:v>
                </c:pt>
                <c:pt idx="5">
                  <c:v>0.1283084004602992</c:v>
                </c:pt>
                <c:pt idx="6">
                  <c:v>0.11723737666860128</c:v>
                </c:pt>
                <c:pt idx="7">
                  <c:v>0.13226666666666667</c:v>
                </c:pt>
                <c:pt idx="8">
                  <c:v>0.11554496724240619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656949592817297"/>
          <c:min val="0.078535532175745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0.003616636528028933</c:v>
                </c:pt>
                <c:pt idx="1">
                  <c:v>0.24609375</c:v>
                </c:pt>
                <c:pt idx="2">
                  <c:v>0.16339869281045752</c:v>
                </c:pt>
                <c:pt idx="3">
                  <c:v>0.16306156405990016</c:v>
                </c:pt>
                <c:pt idx="4">
                  <c:v>0.1684981684981685</c:v>
                </c:pt>
                <c:pt idx="5">
                  <c:v>0.14188034188034188</c:v>
                </c:pt>
                <c:pt idx="6">
                  <c:v>0.16387959866220736</c:v>
                </c:pt>
                <c:pt idx="7">
                  <c:v>0.13863216266173753</c:v>
                </c:pt>
                <c:pt idx="8">
                  <c:v>0.16337522441651706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8246531702079564"/>
          <c:min val="-0.0327549304927667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0.055128784455490284</c:v>
                </c:pt>
                <c:pt idx="1">
                  <c:v>0.05513784461152882</c:v>
                </c:pt>
                <c:pt idx="2">
                  <c:v>0.06488888888888888</c:v>
                </c:pt>
                <c:pt idx="3">
                  <c:v>0.07881548974943052</c:v>
                </c:pt>
                <c:pt idx="4">
                  <c:v>0.08050847457627118</c:v>
                </c:pt>
                <c:pt idx="5">
                  <c:v>0.09049773755656108</c:v>
                </c:pt>
                <c:pt idx="6">
                  <c:v>0.07923860115095174</c:v>
                </c:pt>
                <c:pt idx="7">
                  <c:v>0.08010801080108011</c:v>
                </c:pt>
                <c:pt idx="8">
                  <c:v>0.07212475633528265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58030805217217"/>
          <c:min val="0.049823441490329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0.01929260450160772</c:v>
                </c:pt>
                <c:pt idx="1">
                  <c:v>0.10091743119266056</c:v>
                </c:pt>
                <c:pt idx="2">
                  <c:v>0.0906515580736544</c:v>
                </c:pt>
                <c:pt idx="3">
                  <c:v>0.06395348837209303</c:v>
                </c:pt>
                <c:pt idx="4">
                  <c:v>0.08116883116883117</c:v>
                </c:pt>
                <c:pt idx="5">
                  <c:v>0.0676056338028169</c:v>
                </c:pt>
                <c:pt idx="6">
                  <c:v>0.08378378378378379</c:v>
                </c:pt>
                <c:pt idx="7">
                  <c:v>0.08900523560209424</c:v>
                </c:pt>
                <c:pt idx="8">
                  <c:v>0.09523809523809523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1316115519631847"/>
          <c:min val="0.00704888049794979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0.0976685570258349</c:v>
                </c:pt>
                <c:pt idx="1">
                  <c:v>0.1078092605390463</c:v>
                </c:pt>
                <c:pt idx="2">
                  <c:v>0.10520023909145249</c:v>
                </c:pt>
                <c:pt idx="3">
                  <c:v>0.09673024523160763</c:v>
                </c:pt>
                <c:pt idx="4">
                  <c:v>0.08597883597883597</c:v>
                </c:pt>
                <c:pt idx="5">
                  <c:v>0.0961768219832736</c:v>
                </c:pt>
                <c:pt idx="6">
                  <c:v>0.10995723885155773</c:v>
                </c:pt>
                <c:pt idx="7">
                  <c:v>0.11163337250293771</c:v>
                </c:pt>
                <c:pt idx="8">
                  <c:v>0.10709677419354839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1548155298155298"/>
          <c:min val="0.082130655500220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0.04233870967741935</c:v>
                </c:pt>
                <c:pt idx="1">
                  <c:v>0.057926829268292686</c:v>
                </c:pt>
                <c:pt idx="2">
                  <c:v>0.06262359920896507</c:v>
                </c:pt>
                <c:pt idx="3">
                  <c:v>0.06316489361702128</c:v>
                </c:pt>
                <c:pt idx="4">
                  <c:v>0.08424110384894698</c:v>
                </c:pt>
                <c:pt idx="5">
                  <c:v>0.07068741893644617</c:v>
                </c:pt>
                <c:pt idx="6">
                  <c:v>0.06300185299567634</c:v>
                </c:pt>
                <c:pt idx="7">
                  <c:v>0.05081555834378921</c:v>
                </c:pt>
                <c:pt idx="8">
                  <c:v>0.06115810019518542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052646297467612"/>
          <c:min val="0.0360533505516902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0.04325259515570934</c:v>
                </c:pt>
                <c:pt idx="1">
                  <c:v>0.05009633911368015</c:v>
                </c:pt>
                <c:pt idx="2">
                  <c:v>0.061224489795918366</c:v>
                </c:pt>
                <c:pt idx="3">
                  <c:v>0.06542056074766354</c:v>
                </c:pt>
                <c:pt idx="4">
                  <c:v>0.058823529411764705</c:v>
                </c:pt>
                <c:pt idx="5">
                  <c:v>0.04434250764525994</c:v>
                </c:pt>
                <c:pt idx="6">
                  <c:v>0.057863501483679525</c:v>
                </c:pt>
                <c:pt idx="7">
                  <c:v>0.17725258493353027</c:v>
                </c:pt>
                <c:pt idx="8">
                  <c:v>0.1902587519025875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230967541461923"/>
          <c:min val="0.0212016716436776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0.007444168734491315</c:v>
                </c:pt>
                <c:pt idx="1">
                  <c:v>0.0030959752321981426</c:v>
                </c:pt>
                <c:pt idx="2">
                  <c:v>0.004796163069544364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0.05952380952380952</c:v>
                </c:pt>
                <c:pt idx="8">
                  <c:v>0.10632183908045977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227011494252873"/>
          <c:min val="-0.0159482758620689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0.03333333333333333</c:v>
                </c:pt>
                <c:pt idx="1">
                  <c:v>0.044226044226044224</c:v>
                </c:pt>
                <c:pt idx="2">
                  <c:v>0.0397196261682243</c:v>
                </c:pt>
                <c:pt idx="3">
                  <c:v>0.0684931506849315</c:v>
                </c:pt>
                <c:pt idx="4">
                  <c:v>0.05200945626477541</c:v>
                </c:pt>
                <c:pt idx="5">
                  <c:v>0.05555555555555555</c:v>
                </c:pt>
                <c:pt idx="6">
                  <c:v>0.06720977596741344</c:v>
                </c:pt>
                <c:pt idx="7">
                  <c:v>0.083710407239819</c:v>
                </c:pt>
                <c:pt idx="8">
                  <c:v>0.08685968819599109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88864142538975"/>
          <c:min val="0.0253043801039346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0.08490566037735849</c:v>
                </c:pt>
                <c:pt idx="1">
                  <c:v>0.0979381443298969</c:v>
                </c:pt>
                <c:pt idx="2">
                  <c:v>0.06787330316742081</c:v>
                </c:pt>
                <c:pt idx="3">
                  <c:v>0.08898305084745763</c:v>
                </c:pt>
                <c:pt idx="4">
                  <c:v>0.0782608695652174</c:v>
                </c:pt>
                <c:pt idx="5">
                  <c:v>0.0992063492063492</c:v>
                </c:pt>
                <c:pt idx="6">
                  <c:v>0.09913793103448276</c:v>
                </c:pt>
                <c:pt idx="7">
                  <c:v>0.09900990099009901</c:v>
                </c:pt>
                <c:pt idx="8">
                  <c:v>0.15151515151515152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40614287673111"/>
          <c:min val="0.05532702591526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0.08198489751887811</c:v>
                </c:pt>
                <c:pt idx="1">
                  <c:v>0.08132147395171538</c:v>
                </c:pt>
                <c:pt idx="2">
                  <c:v>0.07900432900432901</c:v>
                </c:pt>
                <c:pt idx="3">
                  <c:v>0.07203389830508475</c:v>
                </c:pt>
                <c:pt idx="4">
                  <c:v>0.05573770491803279</c:v>
                </c:pt>
                <c:pt idx="5">
                  <c:v>0.06837606837606838</c:v>
                </c:pt>
                <c:pt idx="6">
                  <c:v>0.10104166666666667</c:v>
                </c:pt>
                <c:pt idx="7">
                  <c:v>0.08740068104426787</c:v>
                </c:pt>
                <c:pt idx="8">
                  <c:v>0.119906868451688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95322429817363"/>
          <c:min val="0.0461123303879845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0.09815950920245399</c:v>
                </c:pt>
                <c:pt idx="1">
                  <c:v>0.13496932515337423</c:v>
                </c:pt>
                <c:pt idx="2">
                  <c:v>0.16770186335403728</c:v>
                </c:pt>
                <c:pt idx="3">
                  <c:v>0.12857142857142856</c:v>
                </c:pt>
                <c:pt idx="4">
                  <c:v>0.13333333333333333</c:v>
                </c:pt>
                <c:pt idx="5">
                  <c:v>0.16374269005847952</c:v>
                </c:pt>
                <c:pt idx="6">
                  <c:v>0.13333333333333333</c:v>
                </c:pt>
                <c:pt idx="7">
                  <c:v>0.18333333333333332</c:v>
                </c:pt>
                <c:pt idx="8">
                  <c:v>0.14457831325301204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9610940695296522"/>
          <c:min val="0.0853834355828220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0.04180064308681672</c:v>
                </c:pt>
                <c:pt idx="1">
                  <c:v>0.04892966360856269</c:v>
                </c:pt>
                <c:pt idx="2">
                  <c:v>0.04815864022662889</c:v>
                </c:pt>
                <c:pt idx="3">
                  <c:v>0.0872093023255814</c:v>
                </c:pt>
                <c:pt idx="4">
                  <c:v>0.06168831168831169</c:v>
                </c:pt>
                <c:pt idx="5">
                  <c:v>0.07323943661971831</c:v>
                </c:pt>
                <c:pt idx="6">
                  <c:v>0.07297297297297298</c:v>
                </c:pt>
                <c:pt idx="7">
                  <c:v>0.05759162303664921</c:v>
                </c:pt>
                <c:pt idx="8">
                  <c:v>0.05322128851540616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0206012113961"/>
          <c:min val="0.034989344201002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0.03021978021978022</c:v>
                </c:pt>
                <c:pt idx="1">
                  <c:v>0.021333333333333333</c:v>
                </c:pt>
                <c:pt idx="2">
                  <c:v>0.022123893805309734</c:v>
                </c:pt>
                <c:pt idx="3">
                  <c:v>0.01775147928994083</c:v>
                </c:pt>
                <c:pt idx="4">
                  <c:v>0.032397408207343416</c:v>
                </c:pt>
                <c:pt idx="5">
                  <c:v>0.04259634888438134</c:v>
                </c:pt>
                <c:pt idx="6">
                  <c:v>0.05070993914807302</c:v>
                </c:pt>
                <c:pt idx="7">
                  <c:v>0.028384279475982533</c:v>
                </c:pt>
                <c:pt idx="8">
                  <c:v>0.03764705882352941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565370812679285"/>
          <c:min val="0.0128077103112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0.06329113924050633</c:v>
                </c:pt>
                <c:pt idx="1">
                  <c:v>0.07948717948717948</c:v>
                </c:pt>
                <c:pt idx="2">
                  <c:v>0.0855397148676171</c:v>
                </c:pt>
                <c:pt idx="3">
                  <c:v>0.08103130755064457</c:v>
                </c:pt>
                <c:pt idx="4">
                  <c:v>0.07216494845360824</c:v>
                </c:pt>
                <c:pt idx="5">
                  <c:v>0.09584086799276673</c:v>
                </c:pt>
                <c:pt idx="6">
                  <c:v>0.10815602836879433</c:v>
                </c:pt>
                <c:pt idx="7">
                  <c:v>0.08665511265164645</c:v>
                </c:pt>
                <c:pt idx="8">
                  <c:v>0.07381370826010544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1488576173803752"/>
          <c:min val="0.056561405871263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0.04338002711251695</c:v>
                </c:pt>
                <c:pt idx="1">
                  <c:v>0.04661654135338346</c:v>
                </c:pt>
                <c:pt idx="2">
                  <c:v>0.05511111111111111</c:v>
                </c:pt>
                <c:pt idx="3">
                  <c:v>0.06651480637813212</c:v>
                </c:pt>
                <c:pt idx="4">
                  <c:v>0.06167608286252354</c:v>
                </c:pt>
                <c:pt idx="5">
                  <c:v>0.0665158371040724</c:v>
                </c:pt>
                <c:pt idx="6">
                  <c:v>0.05312084993359894</c:v>
                </c:pt>
                <c:pt idx="7">
                  <c:v>0.05535553555355536</c:v>
                </c:pt>
                <c:pt idx="8">
                  <c:v>0.07407407407407407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7867818111830764"/>
          <c:min val="0.0387759200682833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0.02249134948096886</c:v>
                </c:pt>
                <c:pt idx="1">
                  <c:v>0.030828516377649325</c:v>
                </c:pt>
                <c:pt idx="2">
                  <c:v>0.023547880690737835</c:v>
                </c:pt>
                <c:pt idx="3">
                  <c:v>0.020249221183800622</c:v>
                </c:pt>
                <c:pt idx="4">
                  <c:v>0.027149321266968326</c:v>
                </c:pt>
                <c:pt idx="5">
                  <c:v>0.012232415902140673</c:v>
                </c:pt>
                <c:pt idx="6">
                  <c:v>0.026706231454005934</c:v>
                </c:pt>
                <c:pt idx="7">
                  <c:v>0.10635155096011817</c:v>
                </c:pt>
                <c:pt idx="8">
                  <c:v>0.1887366818873668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521232178515073"/>
          <c:min val="-0.01424322399564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0.03398058252427184</c:v>
                </c:pt>
                <c:pt idx="1">
                  <c:v>0.04335260115606936</c:v>
                </c:pt>
                <c:pt idx="2">
                  <c:v>0.04838709677419355</c:v>
                </c:pt>
                <c:pt idx="3">
                  <c:v>0.04060913705583756</c:v>
                </c:pt>
                <c:pt idx="4">
                  <c:v>0.06134969325153374</c:v>
                </c:pt>
                <c:pt idx="5">
                  <c:v>0.06188118811881188</c:v>
                </c:pt>
                <c:pt idx="6">
                  <c:v>0.0636604774535809</c:v>
                </c:pt>
                <c:pt idx="7">
                  <c:v>0.061046511627906974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19703026841806"/>
          <c:min val="0.021430611079383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0.0012048192771084338</c:v>
                </c:pt>
                <c:pt idx="2">
                  <c:v>0.033707865168539325</c:v>
                </c:pt>
                <c:pt idx="3">
                  <c:v>0.028254288597376387</c:v>
                </c:pt>
                <c:pt idx="4">
                  <c:v>0.030784508440913606</c:v>
                </c:pt>
                <c:pt idx="5">
                  <c:v>0.04377431906614786</c:v>
                </c:pt>
                <c:pt idx="6">
                  <c:v>0.04158790170132325</c:v>
                </c:pt>
                <c:pt idx="7">
                  <c:v>0.05141129032258065</c:v>
                </c:pt>
                <c:pt idx="8">
                  <c:v>0.053974484789008834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070657507360155"/>
          <c:min val="-0.008096172718351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LINCOLN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0.04912280701754386</c:v>
                </c:pt>
                <c:pt idx="1">
                  <c:v>0.08914728682170543</c:v>
                </c:pt>
                <c:pt idx="2">
                  <c:v>0.06493506493506493</c:v>
                </c:pt>
                <c:pt idx="3">
                  <c:v>0.06498194945848375</c:v>
                </c:pt>
                <c:pt idx="4">
                  <c:v>0.06007067137809187</c:v>
                </c:pt>
                <c:pt idx="5">
                  <c:v>0.1044776119402985</c:v>
                </c:pt>
                <c:pt idx="6">
                  <c:v>0.11987381703470032</c:v>
                </c:pt>
                <c:pt idx="7">
                  <c:v>0.11450381679389313</c:v>
                </c:pt>
                <c:pt idx="8">
                  <c:v>0.06885245901639345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48646853727378"/>
          <c:min val="0.038510155514970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0.023809523809523808</c:v>
                </c:pt>
                <c:pt idx="8">
                  <c:v>0.05459770114942529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78735632183909"/>
          <c:min val="-0.0081896551724137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0.07075471698113207</c:v>
                </c:pt>
                <c:pt idx="1">
                  <c:v>0.07216494845360824</c:v>
                </c:pt>
                <c:pt idx="2">
                  <c:v>0.049773755656108594</c:v>
                </c:pt>
                <c:pt idx="3">
                  <c:v>0.0635593220338983</c:v>
                </c:pt>
                <c:pt idx="4">
                  <c:v>0.06956521739130435</c:v>
                </c:pt>
                <c:pt idx="5">
                  <c:v>0.07142857142857142</c:v>
                </c:pt>
                <c:pt idx="6">
                  <c:v>0.06465517241379311</c:v>
                </c:pt>
                <c:pt idx="7">
                  <c:v>0.06930693069306931</c:v>
                </c:pt>
                <c:pt idx="8">
                  <c:v>0.12987012987012986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188458600223305"/>
          <c:min val="0.0377592995240054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0.11335012594458438</c:v>
                </c:pt>
                <c:pt idx="1">
                  <c:v>0.07084468664850137</c:v>
                </c:pt>
                <c:pt idx="2">
                  <c:v>0.07990314769975787</c:v>
                </c:pt>
                <c:pt idx="3">
                  <c:v>0.05597964376590331</c:v>
                </c:pt>
                <c:pt idx="4">
                  <c:v>0.11519607843137254</c:v>
                </c:pt>
                <c:pt idx="5">
                  <c:v>0.0988235294117647</c:v>
                </c:pt>
                <c:pt idx="6">
                  <c:v>0.10714285714285714</c:v>
                </c:pt>
                <c:pt idx="7">
                  <c:v>0.0855106888361045</c:v>
                </c:pt>
                <c:pt idx="8">
                  <c:v>0.11278195488721804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407854363119293"/>
          <c:min val="0.0470971785660829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0.0026666666666666666</c:v>
                </c:pt>
                <c:pt idx="2">
                  <c:v>0.00663716814159292</c:v>
                </c:pt>
                <c:pt idx="3">
                  <c:v>0</c:v>
                </c:pt>
                <c:pt idx="4">
                  <c:v>0</c:v>
                </c:pt>
                <c:pt idx="5">
                  <c:v>0.010141987829614604</c:v>
                </c:pt>
                <c:pt idx="6">
                  <c:v>0.014198782961460446</c:v>
                </c:pt>
                <c:pt idx="7">
                  <c:v>0.008733624454148471</c:v>
                </c:pt>
                <c:pt idx="8">
                  <c:v>0.021176470588235293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24352941176470588"/>
          <c:min val="-0.0031764705882352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0.07142857142857142</c:v>
                </c:pt>
                <c:pt idx="1">
                  <c:v>0.09828009828009827</c:v>
                </c:pt>
                <c:pt idx="2">
                  <c:v>0.07009345794392523</c:v>
                </c:pt>
                <c:pt idx="3">
                  <c:v>0.11187214611872145</c:v>
                </c:pt>
                <c:pt idx="4">
                  <c:v>0.09692671394799054</c:v>
                </c:pt>
                <c:pt idx="5">
                  <c:v>0.08695652173913043</c:v>
                </c:pt>
                <c:pt idx="6">
                  <c:v>0.07128309572301425</c:v>
                </c:pt>
                <c:pt idx="7">
                  <c:v>0.10633484162895927</c:v>
                </c:pt>
                <c:pt idx="8">
                  <c:v>0.0935412026726058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1813894934494089"/>
          <c:min val="0.06382665471770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0.022508038585209004</c:v>
                </c:pt>
                <c:pt idx="1">
                  <c:v>0.039755351681957186</c:v>
                </c:pt>
                <c:pt idx="2">
                  <c:v>0.028328611898016998</c:v>
                </c:pt>
                <c:pt idx="3">
                  <c:v>0.05232558139534884</c:v>
                </c:pt>
                <c:pt idx="4">
                  <c:v>0.03571428571428571</c:v>
                </c:pt>
                <c:pt idx="5">
                  <c:v>0.030985915492957747</c:v>
                </c:pt>
                <c:pt idx="6">
                  <c:v>0.05675675675675676</c:v>
                </c:pt>
                <c:pt idx="7">
                  <c:v>0.020942408376963352</c:v>
                </c:pt>
                <c:pt idx="8">
                  <c:v>0.0392156862745098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128909013725774"/>
          <c:min val="0.0155702561199943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alignment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balance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brake fluid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fuel service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1.xml"/><Relationship Id="rId2" Type="http://schemas.openxmlformats.org/officeDocument/2006/relationships/chart" Target="/ppt/charts/chart62.xml"/><Relationship Id="rId3" Type="http://schemas.openxmlformats.org/officeDocument/2006/relationships/chart" Target="/ppt/charts/chart63.xml"/><Relationship Id="rId4" Type="http://schemas.openxmlformats.org/officeDocument/2006/relationships/chart" Target="/ppt/charts/chart64.xml"/><Relationship Id="rId5" Type="http://schemas.openxmlformats.org/officeDocument/2006/relationships/chart" Target="/ppt/charts/chart65.xml"/><Relationship Id="rId6" Type="http://schemas.openxmlformats.org/officeDocument/2006/relationships/chart" Target="/ppt/charts/chart66.xml"/><Relationship Id="rId7" Type="http://schemas.openxmlformats.org/officeDocument/2006/relationships/chart" Target="/ppt/charts/chart67.xml"/><Relationship Id="rId8" Type="http://schemas.openxmlformats.org/officeDocument/2006/relationships/chart" Target="/ppt/charts/chart68.xml"/><Relationship Id="rId9" Type="http://schemas.openxmlformats.org/officeDocument/2006/relationships/chart" Target="/ppt/charts/chart69.xml"/><Relationship Id="rId10" Type="http://schemas.openxmlformats.org/officeDocument/2006/relationships/chart" Target="/ppt/charts/chart7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1.xml"/><Relationship Id="rId2" Type="http://schemas.openxmlformats.org/officeDocument/2006/relationships/chart" Target="/ppt/charts/chart72.xml"/><Relationship Id="rId3" Type="http://schemas.openxmlformats.org/officeDocument/2006/relationships/chart" Target="/ppt/charts/chart73.xml"/><Relationship Id="rId4" Type="http://schemas.openxmlformats.org/officeDocument/2006/relationships/chart" Target="/ppt/charts/chart74.xml"/><Relationship Id="rId5" Type="http://schemas.openxmlformats.org/officeDocument/2006/relationships/chart" Target="/ppt/charts/chart75.xml"/><Relationship Id="rId6" Type="http://schemas.openxmlformats.org/officeDocument/2006/relationships/chart" Target="/ppt/charts/chart76.xml"/><Relationship Id="rId7" Type="http://schemas.openxmlformats.org/officeDocument/2006/relationships/chart" Target="/ppt/charts/chart77.xml"/><Relationship Id="rId8" Type="http://schemas.openxmlformats.org/officeDocument/2006/relationships/chart" Target="/ppt/charts/chart78.xml"/><Relationship Id="rId9" Type="http://schemas.openxmlformats.org/officeDocument/2006/relationships/chart" Target="/ppt/charts/chart79.xml"/><Relationship Id="rId10" Type="http://schemas.openxmlformats.org/officeDocument/2006/relationships/chart" Target="/ppt/charts/chart8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1.xml"/><Relationship Id="rId2" Type="http://schemas.openxmlformats.org/officeDocument/2006/relationships/chart" Target="/ppt/charts/chart82.xml"/><Relationship Id="rId3" Type="http://schemas.openxmlformats.org/officeDocument/2006/relationships/chart" Target="/ppt/charts/chart83.xml"/><Relationship Id="rId4" Type="http://schemas.openxmlformats.org/officeDocument/2006/relationships/chart" Target="/ppt/charts/chart84.xml"/><Relationship Id="rId5" Type="http://schemas.openxmlformats.org/officeDocument/2006/relationships/chart" Target="/ppt/charts/chart85.xml"/><Relationship Id="rId6" Type="http://schemas.openxmlformats.org/officeDocument/2006/relationships/chart" Target="/ppt/charts/chart86.xml"/><Relationship Id="rId7" Type="http://schemas.openxmlformats.org/officeDocument/2006/relationships/chart" Target="/ppt/charts/chart87.xml"/><Relationship Id="rId8" Type="http://schemas.openxmlformats.org/officeDocument/2006/relationships/chart" Target="/ppt/charts/chart88.xml"/><Relationship Id="rId9" Type="http://schemas.openxmlformats.org/officeDocument/2006/relationships/chart" Target="/ppt/charts/chart89.xml"/><Relationship Id="rId10" Type="http://schemas.openxmlformats.org/officeDocument/2006/relationships/chart" Target="/ppt/charts/chart9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1.xml"/><Relationship Id="rId2" Type="http://schemas.openxmlformats.org/officeDocument/2006/relationships/chart" Target="/ppt/charts/chart92.xml"/><Relationship Id="rId3" Type="http://schemas.openxmlformats.org/officeDocument/2006/relationships/chart" Target="/ppt/charts/chart93.xml"/><Relationship Id="rId4" Type="http://schemas.openxmlformats.org/officeDocument/2006/relationships/chart" Target="/ppt/charts/chart94.xml"/><Relationship Id="rId5" Type="http://schemas.openxmlformats.org/officeDocument/2006/relationships/chart" Target="/ppt/charts/chart95.xml"/><Relationship Id="rId6" Type="http://schemas.openxmlformats.org/officeDocument/2006/relationships/chart" Target="/ppt/charts/chart96.xml"/><Relationship Id="rId7" Type="http://schemas.openxmlformats.org/officeDocument/2006/relationships/chart" Target="/ppt/charts/chart97.xml"/><Relationship Id="rId8" Type="http://schemas.openxmlformats.org/officeDocument/2006/relationships/chart" Target="/ppt/charts/chart98.xml"/><Relationship Id="rId9" Type="http://schemas.openxmlformats.org/officeDocument/2006/relationships/chart" Target="/ppt/charts/chart99.xml"/><Relationship Id="rId10" Type="http://schemas.openxmlformats.org/officeDocument/2006/relationships/chart" Target="/ppt/charts/chart10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12.9% → 13.1%, +0.1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21.1% → 31.7%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 → 11.8%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+7.7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18.3% → 25.7%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→ 19.4%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+6.5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6.8% → 13.3%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+6.4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7.8% → 11.5%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23.0% → 25.4%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 → 16.2%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11.4% → 12.9%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 went 21.1% to 31.7%, stepping up in May.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8.2% → 8.3%,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→ 19.3%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10.8% → 16.1%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→ 4.0%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→ 8.5%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+3.1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 → 12.2%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 → 15.6%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 → 7.7%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 → 8.9%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 → 11.0%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+0.6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 → 5.8%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10.1% to 19.3%,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9.1% → 9.1%,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 → 14.1%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 → 5.3%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→ 7.9%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 → 11.7%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 → 10.3%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13.3% → 15.5%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 → 6.1%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 → 3.9%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 → 8.9%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4.8% → 6.0%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5.2% to 14.1%,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5.8% → 5.6%, −0.2 pts: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→ 10.7%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→ 8.1%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 → 4.9%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6.7% → 10.1%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→ 2.5%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 → 8.9%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8.8% → 10.2%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0.3% → 1.5%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 → 9.0%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+1.0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 → 3.9%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2.5% to 10.7%,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2026-10-21T21:04:28Z</dcterms:created>
  <dcterms:modified xsi:type="dcterms:W3CDTF">2026-10-21T21:04:28Z</dcterms:modified>
</cp:coreProperties>
</file>