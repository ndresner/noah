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Gross, not sale, so it will not match the $4,543,691 labor sale on the Hours per RO slide.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08960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33088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5936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83496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7960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3840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108960" y="1700784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$1,164,334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33088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$868,256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70078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$296,078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1694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108960" y="1949286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$513,852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133088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$396,326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194928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$117,527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13532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108960" y="2197787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$410,273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133088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$295,521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19778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$114,751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1139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108960" y="2446289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$345,471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133088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$260,598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44628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$84,873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1119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108960" y="2694791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$339,280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133088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$220,993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2694791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$118,287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11062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08960" y="2943292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$335,387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133088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$243,757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294329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$91,630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10164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108960" y="3191794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$308,157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133088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$224,917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319179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$83,240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1012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108960" y="3440296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$306,971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133088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$228,073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344029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$78,899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646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108960" y="3688797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$196,138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133088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$136,735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029200" y="368879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$59,403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6113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108960" y="3937299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$185,357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133088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$128,599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29200" y="393729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$56,758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590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108960" y="4185800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$178,988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133088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$128,448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029200" y="4185800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$50,540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500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108960" y="4434302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$151,825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133088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$102,262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029200" y="443430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$49,564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491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108960" y="4682804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$148,928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133088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$113,075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029200" y="468280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$35,853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482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108960" y="4931305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$146,304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133088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$105,012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029200" y="4931305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$41,292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4676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108960" y="5179807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$141,770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133088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$96,704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029200" y="517980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$45,066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4433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108960" y="5428309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$134,424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133088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$99,999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029200" y="542830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$34,425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440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108960" y="5676810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$133,501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133088" y="567681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$91,287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029200" y="5676810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$42,215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4377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659368" y="1700784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$132,722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683496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$95,285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79608" y="170078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$37,436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435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659368" y="1949286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$131,908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683496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$89,257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79608" y="194928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$42,652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427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8659368" y="2197787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$129,631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683496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$91,262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79608" y="219778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$38,370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404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8659368" y="2446289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$122,550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683496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$81,713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79608" y="244628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$40,837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3893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8659368" y="2694791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$118,025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683496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$89,434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79608" y="2694791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$28,590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379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8659368" y="2943292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$115,073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683496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$75,721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79608" y="294329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$39,353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3331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659368" y="3191794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$101,015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683496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$70,208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79608" y="319179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$30,807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326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8659368" y="3440296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$98,985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683496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$68,101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79608" y="344029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$30,883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2938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8659368" y="3688797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$89,084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683496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$58,429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79608" y="368879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$30,655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292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8659368" y="3937299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$88,568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683496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$61,607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79608" y="393729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$26,961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223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8659368" y="4185800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$67,817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683496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$48,880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79608" y="4185800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$18,937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216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8659368" y="4434302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$65,535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683496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$42,792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579608" y="443430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$22,743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2006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8659368" y="4682804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$60,821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683496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$40,050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79608" y="468280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$20,772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188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659368" y="4931305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$57,255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683496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$37,516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579608" y="4931305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$19,739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182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8659368" y="5179807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$43,756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683496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$27,475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579608" y="517980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$16,281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182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8659368" y="5428309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$38,856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683496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$23,679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579608" y="542830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$15,178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hour more on every CP RO is worth $6,602,564 a year in gross: $4,741,969 labor and $1,860,595 parts. Toyota Henderson leads at $1,164,334.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2026-10-21T21:04:27Z</dcterms:created>
  <dcterms:modified xsi:type="dcterms:W3CDTF">2026-10-21T21:04:27Z</dcterms:modified>
</cp:coreProperties>
</file>