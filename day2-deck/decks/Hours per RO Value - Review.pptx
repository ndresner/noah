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1868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33088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76909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83496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4937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1868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33088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$868K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$296K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21791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1868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33088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$396K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194928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1739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1868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33088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$296K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19778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1465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1868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33088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44628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14388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1868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133088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$221K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694791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14223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21868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133088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294329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13068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21868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133088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319179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1301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21868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133088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344029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831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21868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133088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368879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$59K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786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21868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133088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393729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7590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21868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133088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029200" y="418580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$51K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6438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21868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133088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029200" y="443430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631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21868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133088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$113K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029200" y="468280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620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21868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133088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029200" y="4931305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601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21868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133088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17980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$45K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570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21868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133088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29200" y="542830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566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21868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133088" y="567681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029200" y="567681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$42K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562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76909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683496" y="170078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170078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559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76909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683496" y="194928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194928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5497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876909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683496" y="219778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79608" y="219778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519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876909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683496" y="244628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79608" y="244628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$41K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50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76909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683496" y="2694791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79608" y="2694791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$29K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488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876909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683496" y="294329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79608" y="294329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4283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76909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683496" y="319179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79608" y="319179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419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76909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683496" y="3440296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79608" y="3440296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377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876909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683496" y="368879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79608" y="368879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3756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76909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683496" y="393729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79608" y="393729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2876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876909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683496" y="4185800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79608" y="4185800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$19K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277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876909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683496" y="4434302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79608" y="4434302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257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876909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683496" y="4682804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79608" y="4682804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2428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76909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683496" y="4931305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579608" y="4931305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85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876909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683496" y="5179807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579608" y="5179807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182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876909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683496" y="5428309"/>
            <a:ext cx="896112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579608" y="5428309"/>
            <a:ext cx="84124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gross: $4,741,969 labor and $1,860,595 parts. Toyota Henderson leads at $1,164,334.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2026-10-22T19:24:25Z</dcterms:created>
  <dcterms:modified xsi:type="dcterms:W3CDTF">2026-10-22T19:24:25Z</dcterms:modified>
</cp:coreProperties>
</file>