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1868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33088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76909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83496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4937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33088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$868K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21791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1868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$396K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1739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1868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33088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1465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1868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33088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14388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1868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33088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1422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1868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33088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13068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1868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33088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1301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1868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33088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831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1868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33088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786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1868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33088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759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21868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133088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6438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21868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33088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631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21868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133088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620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21868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133088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601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21868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133088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570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21868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133088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566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21868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133088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029200" y="567681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562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76909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683496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559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76909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683496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549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76909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683496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519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76909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683496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$41K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50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76909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683496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488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76909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683496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428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76909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683496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419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76909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683496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377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76909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683496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3756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76909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683496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2876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76909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683496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277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76909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683496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257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76909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683496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2428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76909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683496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85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76909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683496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82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76909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683496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579608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gross: $4,741,969 labor and $1,860,595 parts. Toyota Henderson leads at $1,164,334.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2026-10-22T22:21:26Z</dcterms:created>
  <dcterms:modified xsi:type="dcterms:W3CDTF">2026-10-22T22:21:26Z</dcterms:modified>
</cp:coreProperties>
</file>