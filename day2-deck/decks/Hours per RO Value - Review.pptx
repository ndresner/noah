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0.1 hour more on every CP RO is worth $6,602,564 a year in added gross. Toyota Henderson leads at $1,164,334.Source: Qlik - Closed Repair Orders. Customer pay, all CP ROs, Jan-Sep 2026 by close date. Same-store, INEOS excluded (opened 2026). GMC Prescott body shop labor types excluded. Each store: 0.1 x its CP RO count x its own customer-pay labor gross and parts gross per sold hour; a year = Jan-Sep x 12 / 9. Gross, not sale, so it will not match the $4,543,691 labor sale on the Hours per RO slide. Gross/yr = labor gross + parts gross a year. Parts assumes the extra hours carry the store's average customer-pay parts gross per sold hour.Talk track: 0.1 hour is six minutes of sold time on a visit - one more inspection item sold, one tire rotation, one cabin filter. Parts gross assumes the extra hours carry the store's usual parts.
TOYOTA HENDERSON: 53,084 CP ROs, 1.47 hrs/RO; +0.1 = $97,028 gross a month, $1,164,334 a year (labor $868,256, parts $296,078)
HONDA HENDERSON: 22,527 CP ROs, 1.97 hrs/RO; +0.1 = $42,821 gross a month, $513,852 a year (labor $396,326, parts $117,527)
CHEVY LV: 19,520 CP ROs, 2.30 hrs/RO; +0.1 = $34,189 gross a month, $410,273 a year (labor $295,521, parts $114,751)
TOYOTA SPOKANE: 17,376 CP ROs, 1.48 hrs/RO; +0.1 = $28,273 gross a month, $339,280 a year (labor $220,993, parts $118,287)
TOYOTA FLAGSTAFF: 15,141 CP ROs, 1.41 hrs/RO; +0.1 = $25,581 gross a month, $306,971 a year (labor $228,073, parts $78,899)
HONDA NORTH: 15,048 CP ROs, 2.02 hrs/RO; +0.1 = $27,949 gross a month, $335,387 a year (labor $243,757, parts $91,630)
SUBARU LV: 14,250 CP ROs, 1.95 hrs/RO; +0.1 = $28,789 gross a month, $345,471 a year (labor $260,598, parts $84,873)
TOYOTA PRESCOTT: 13,490 CP ROs, 1.38 hrs/RO; +0.1 = $25,680 gross a month, $308,157 a year (labor $224,917, parts $83,240)
HONDA SPOKANE: 8,930 CP ROs, 2.01 hrs/RO; +0.1 = $16,345 gross a month, $196,138 a year (labor $136,735, parts $59,403)
KIA LV: 8,133 CP ROs, 1.57 hrs/RO; +0.1 = $15,446 gross a month, $185,357 a year (labor $128,599, parts $56,758)
NISSAN: 6,973 CP ROs, 2.11 hrs/RO; +0.1 = $14,916 gross a month, $178,988 a year (labor $128,448, parts $50,540)
CHEVY GMC BULLHEAD: 6,309 CP ROs, 1.74 hrs/RO; +0.1 = $12,652 gross a month, $151,825 a year (labor $102,262, parts $49,564)
MAZDA: 5,701 CP ROs, 1.46 hrs/RO; +0.1 = $12,192 gross a month, $146,304 a year (labor $105,012, parts $41,292)
SUBARU ST GEORGE: 5,553 CP ROs, 2.30 hrs/RO; +0.1 = $9,589 gross a month, $115,073 a year (labor $75,721, parts $39,353)
CDJR POST FALLS: 5,358 CP ROs, 2.20 hrs/RO; +0.1 = $10,803 gross a month, $129,631 a year (labor $91,262, parts $38,370)
CADILLAC: 5,344 CP ROs, 2.73 hrs/RO; +0.1 = $11,060 gross a month, $132,722 a year (labor $95,285, parts $37,436)
VW HENDERSON: 5,145 CP ROs, 2.49 hrs/RO; +0.1 = $9,835 gross a month, $118,025 a year (labor $89,434, parts $28,590)
SUBARU PRESCOTT: 5,105 CP ROs, 1.60 hrs/RO; +0.1 = $8,418 gross a month, $101,015 a year (labor $70,208, parts $30,807)
LEXUS: 4,567 CP ROs, 2.08 hrs/RO; +0.1 = $11,202 gross a month, $134,424 a year (labor $99,999, parts $34,425)
HONDA FLAGSTAFF: 4,030 CP ROs, 1.67 hrs/RO; +0.1 = $8,249 gross a month, $98,985 a year (labor $68,101, parts $30,883)
AUDI RENO: 3,917 CP ROs, 2.73 hrs/RO; +0.1 = $11,814 gross a month, $141,770 a year (labor $96,704, parts $45,066)
KIA ST GEORGE: 3,912 CP ROs, 1.29 hrs/RO; +0.1 = $7,424 gross a month, $89,084 a year (labor $58,429, parts $30,655)
AUDI HENDERSON: 3,779 CP ROs, 3.48 hrs/RO; +0.1 = $12,411 gross a month, $148,928 a year (labor $113,075, parts $35,853)
ACURA: 3,671 CP ROs, 1.42 hrs/RO; +0.1 = $10,212 gross a month, $122,550 a year (labor $81,713, parts $40,837)
LR LV: 3,496 CP ROs, 3.99 hrs/RO; +0.1 = $11,125 gross a month, $133,501 a year (labor $91,287, parts $42,215)
VOLVO: 3,402 CP ROs, 2.28 hrs/RO; +0.1 = $10,992 gross a month, $131,908 a year (labor $89,257, parts $42,652)
HYUNDAI ST GEORGE: 3,349 CP ROs, 1.43 hrs/RO; +0.1 = $7,381 gross a month, $88,568 a year (labor $61,607, parts $26,961)
GMC PRESCOTT: 3,107 CP ROs, 1.96 hrs/RO; +0.1 = $5,461 gross a month, $65,535 a year (labor $42,792, parts $22,743)
LINCOLN: 2,630 CP ROs, 2.48 hrs/RO; +0.1 = $5,651 gross a month, $67,817 a year (labor $48,880, parts $18,937)
HYUNDAI PRESCOTT: 2,010 CP ROs, 1.64 hrs/RO; +0.1 = $3,238 gross a month, $38,856 a year (labor $23,679, parts $15,178)
VW ST GEORGE: 1,919 CP ROs, 1.71 hrs/RO; +0.1 = $3,646 gross a month, $43,756 a year (labor $27,475, parts $16,281)
LR HENDERSON: 1,559 CP ROs, 3.99 hrs/RO; +0.1 = $5,068 gross a month, $60,821 a year (labor $40,050, parts $20,772)
LR RENO: 1,421 CP ROs, 3.48 hrs/RO; +0.1 = $4,771 gross a month, $57,255 a year (labor $37,516, parts $19,739)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0.1 Hour per RO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01768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552176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099816" y="1756697"/>
            <a:ext cx="184708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1768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$1.16M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99816" y="2005199"/>
            <a:ext cx="81517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01768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$514K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099816" y="2253700"/>
            <a:ext cx="65085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001768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99816" y="2502202"/>
            <a:ext cx="54805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1768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$345K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099816" y="2750703"/>
            <a:ext cx="53823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001768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099816" y="2999205"/>
            <a:ext cx="53205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001768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$335K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099816" y="3247707"/>
            <a:ext cx="48885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01768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$308K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099816" y="3496208"/>
            <a:ext cx="48697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001768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$307K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099816" y="3744710"/>
            <a:ext cx="3111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001768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$196K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3099816" y="3993212"/>
            <a:ext cx="29404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001768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099816" y="4241713"/>
            <a:ext cx="2839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001768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$179K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099816" y="4490215"/>
            <a:ext cx="2408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001768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$152K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3099816" y="4738717"/>
            <a:ext cx="2362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5001768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$149K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3099816" y="4987218"/>
            <a:ext cx="2320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001768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099816" y="5235720"/>
            <a:ext cx="2249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5001768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$142K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3099816" y="5484222"/>
            <a:ext cx="2132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5001768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099816" y="5732723"/>
            <a:ext cx="2117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001768" y="567681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650224" y="1756697"/>
            <a:ext cx="2105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552176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$133K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8650224" y="2005199"/>
            <a:ext cx="2092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0552176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650224" y="2253700"/>
            <a:ext cx="20564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552176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650224" y="2502202"/>
            <a:ext cx="19441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552176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$123K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8650224" y="2750703"/>
            <a:ext cx="18723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552176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$118K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650224" y="2999205"/>
            <a:ext cx="1825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552176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$115K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8650224" y="3247707"/>
            <a:ext cx="1602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10552176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$101K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8650224" y="3496208"/>
            <a:ext cx="15702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10552176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8650224" y="3744710"/>
            <a:ext cx="14132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10552176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650224" y="3993212"/>
            <a:ext cx="14050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10552176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650224" y="4241713"/>
            <a:ext cx="1075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10552176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650224" y="4490215"/>
            <a:ext cx="10396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10552176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650224" y="4738717"/>
            <a:ext cx="9648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10552176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$61K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8650224" y="4987218"/>
            <a:ext cx="9082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10552176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650224" y="5235720"/>
            <a:ext cx="694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10552176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650224" y="5484222"/>
            <a:ext cx="6164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10552176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$39K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2" name="Shape 13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3" name="Text 14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hour more on every CP RO is worth $6,602,564 a year in added gross.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2026-10-27T17:17:44Z</dcterms:created>
  <dcterms:modified xsi:type="dcterms:W3CDTF">2026-10-27T17:17:44Z</dcterms:modified>
</cp:coreProperties>
</file>