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0.1 hour more on every CP RO is worth $6,602,564 a year in added gross. Toyota Henderson leads at $1,164,334.Source: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Gross, not sale, so it will not match the $4,543,691 labor sale on the Hours per RO slide.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01768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52176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56697"/>
            <a:ext cx="18470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1768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$1.16M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005199"/>
            <a:ext cx="8151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01768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$514K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253700"/>
            <a:ext cx="6508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01768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502202"/>
            <a:ext cx="5480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1768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2750703"/>
            <a:ext cx="53823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001768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2999205"/>
            <a:ext cx="5320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01768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247707"/>
            <a:ext cx="4888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01768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3496208"/>
            <a:ext cx="4869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001768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3744710"/>
            <a:ext cx="3111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001768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3993212"/>
            <a:ext cx="2940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001768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4241713"/>
            <a:ext cx="2839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01768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4490215"/>
            <a:ext cx="2408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001768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099816" y="4738717"/>
            <a:ext cx="236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001768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3099816" y="4987218"/>
            <a:ext cx="2320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01768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099816" y="5235720"/>
            <a:ext cx="2249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01768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3099816" y="5484222"/>
            <a:ext cx="213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001768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099816" y="5732723"/>
            <a:ext cx="2117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01768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1756697"/>
            <a:ext cx="2105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552176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2005199"/>
            <a:ext cx="209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552176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2253700"/>
            <a:ext cx="20564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552176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2502202"/>
            <a:ext cx="1944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552176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2750703"/>
            <a:ext cx="18723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552176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2999205"/>
            <a:ext cx="1825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552176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650224" y="3247707"/>
            <a:ext cx="160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552176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$101K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8650224" y="3496208"/>
            <a:ext cx="1570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10552176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650224" y="3744710"/>
            <a:ext cx="1413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0552176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650224" y="3993212"/>
            <a:ext cx="1405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552176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650224" y="4241713"/>
            <a:ext cx="1075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552176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650224" y="4490215"/>
            <a:ext cx="10396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552176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650224" y="4738717"/>
            <a:ext cx="964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552176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$61K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650224" y="4987218"/>
            <a:ext cx="908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10552176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650224" y="5235720"/>
            <a:ext cx="694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10552176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650224" y="5484222"/>
            <a:ext cx="616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10552176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2" name="Shape 13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3" name="Text 14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added gross.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2026-10-27T21:57:49Z</dcterms:created>
  <dcterms:modified xsi:type="dcterms:W3CDTF">2026-10-27T21:57:49Z</dcterms:modified>
</cp:coreProperties>
</file>