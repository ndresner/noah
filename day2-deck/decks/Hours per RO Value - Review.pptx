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08960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33088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5936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83496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4034"/>
            <a:ext cx="38404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08960" y="1700784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$1,164,334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33088" y="1700784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$868,256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$296,078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3745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1990703"/>
            <a:ext cx="16949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108960" y="1937452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$513,852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193745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$396,326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37452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$117,527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7412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27371"/>
            <a:ext cx="13532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108960" y="2174120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$410,273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33088" y="217412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$295,521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174120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$114,751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1078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464039"/>
            <a:ext cx="11395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108960" y="2410789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$345,471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33088" y="241078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$260,598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10789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$84,873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47457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00707"/>
            <a:ext cx="11190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08960" y="2647457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$339,280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33088" y="2647457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$220,993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647457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$118,287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88412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37376"/>
            <a:ext cx="110625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08960" y="2884125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$335,387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33088" y="288412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$243,757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884125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$91,630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2079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174044"/>
            <a:ext cx="101643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108960" y="3120793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$308,157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33088" y="312079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$224,917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120793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$83,240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35746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10712"/>
            <a:ext cx="101252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108960" y="3357462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$306,971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33088" y="335746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$228,073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357462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$78,899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59413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647380"/>
            <a:ext cx="64695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108960" y="3594130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$196,138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33088" y="359413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$136,735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594130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$59,403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83079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884048"/>
            <a:ext cx="6113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08960" y="3830798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$185,357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33088" y="383079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$128,599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3830798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$56,758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06746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120717"/>
            <a:ext cx="5903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08960" y="4067466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$178,988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133088" y="4067466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$128,448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067466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$50,540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30413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357385"/>
            <a:ext cx="5007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108960" y="4304135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$151,825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33088" y="430413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$102,262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304135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$49,564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54080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594053"/>
            <a:ext cx="49123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108960" y="4540803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$148,928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133088" y="454080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$113,075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540803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$35,853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777471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830721"/>
            <a:ext cx="48257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108960" y="4777471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$146,304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133088" y="4777471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$105,012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4777471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$41,292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1413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067390"/>
            <a:ext cx="46762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108960" y="5014139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$141,770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133088" y="501413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$96,704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014139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$45,066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25080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304058"/>
            <a:ext cx="4433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108960" y="5250808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$134,424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133088" y="525080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$99,999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250808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$34,425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48747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540726"/>
            <a:ext cx="44034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108960" y="5487476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$133,501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133088" y="5487476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$91,287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029200" y="5487476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$42,215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4034"/>
            <a:ext cx="43777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659368" y="1700784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$132,722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683496" y="1700784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$95,285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700784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$37,436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3745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1990703"/>
            <a:ext cx="4350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659368" y="1937452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$131,908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683496" y="193745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$89,257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1937452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$42,652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7412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27371"/>
            <a:ext cx="4275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659368" y="2174120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$129,631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683496" y="217412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$91,262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174120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$38,370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1078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464039"/>
            <a:ext cx="40422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659368" y="2410789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$122,550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683496" y="241078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$81,713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410789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$40,837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47457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00707"/>
            <a:ext cx="38930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659368" y="2647457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$118,025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683496" y="2647457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$89,434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2647457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$28,590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88412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37376"/>
            <a:ext cx="3795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659368" y="2884125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$115,073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683496" y="288412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$75,721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2884125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$39,353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2079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174044"/>
            <a:ext cx="3331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659368" y="3120793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$101,015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683496" y="312079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$70,208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120793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$30,807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35746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10712"/>
            <a:ext cx="3264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659368" y="3357462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$98,985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683496" y="3357462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$68,101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357462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$30,883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59413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647380"/>
            <a:ext cx="29384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659368" y="3594130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$89,084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683496" y="3594130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$58,429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3594130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$30,655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83079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884048"/>
            <a:ext cx="29214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659368" y="3830798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$88,568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683496" y="383079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$61,607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3830798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$26,961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06746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120717"/>
            <a:ext cx="2236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659368" y="4067466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$67,817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683496" y="4067466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$48,880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067466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$18,937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413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357385"/>
            <a:ext cx="2161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659368" y="4304135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$65,535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683496" y="4304135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$42,792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304135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$22,743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54080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594053"/>
            <a:ext cx="20062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659368" y="4540803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$60,821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683496" y="4540803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$40,050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4540803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$20,772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777471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830721"/>
            <a:ext cx="18885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659368" y="4777471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$57,255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683496" y="4777471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$37,516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4777471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$19,739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01413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067390"/>
            <a:ext cx="1828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8659368" y="5014139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$43,756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683496" y="5014139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$27,475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014139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$16,281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25080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304058"/>
            <a:ext cx="1828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8659368" y="5250808"/>
            <a:ext cx="10241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$38,856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683496" y="5250808"/>
            <a:ext cx="896112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$23,679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579608" y="5250808"/>
            <a:ext cx="84124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$15,178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gross: $4,741,969 labor and $1,860,595 parts. TOYOTA HENDERSON leads at $1,164,334.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2026-10-19T17:53:20Z</dcterms:created>
  <dcterms:modified xsi:type="dcterms:W3CDTF">2026-10-19T17:53:20Z</dcterms:modified>
</cp:coreProperties>
</file>