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3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GENERAL MANAGERS &amp; SERVICE MANAGERS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Agenda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5586984" cy="119557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207008"/>
            <a:ext cx="50292" cy="1195578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694944" y="1207008"/>
            <a:ext cx="64008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207008"/>
            <a:ext cx="228600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703320" y="1207008"/>
            <a:ext cx="2112264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ops, service and parts gross performance.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494026"/>
            <a:ext cx="5586984" cy="119557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57200" y="2494026"/>
            <a:ext cx="50292" cy="1195578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94944" y="2494026"/>
            <a:ext cx="64008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494026"/>
            <a:ext cx="228600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Profitability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703320" y="2494026"/>
            <a:ext cx="2112264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keep, and how much of the store expenses we cover.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781044"/>
            <a:ext cx="5586984" cy="119557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57200" y="3781044"/>
            <a:ext cx="50292" cy="1195578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94944" y="3781044"/>
            <a:ext cx="64008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781044"/>
            <a:ext cx="228600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Pay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3703320" y="3781044"/>
            <a:ext cx="2112264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 count, sales per visit, pricing and margin.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5068062"/>
            <a:ext cx="5586984" cy="119557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57200" y="5068062"/>
            <a:ext cx="50292" cy="1195578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694944" y="5068062"/>
            <a:ext cx="64008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5068062"/>
            <a:ext cx="228600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Opcode Benchmarks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3703320" y="5068062"/>
            <a:ext cx="2112264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Inspections and key services against benchmark.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44768" y="1207008"/>
            <a:ext cx="5586984" cy="119557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144768" y="1207008"/>
            <a:ext cx="50292" cy="1195578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6382512" y="1207008"/>
            <a:ext cx="64008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7059168" y="1207008"/>
            <a:ext cx="228600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9390888" y="1207008"/>
            <a:ext cx="2112264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labor rate and margins.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144768" y="2494026"/>
            <a:ext cx="5586984" cy="119557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6144768" y="2494026"/>
            <a:ext cx="50292" cy="1195578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6382512" y="2494026"/>
            <a:ext cx="64008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7059168" y="2494026"/>
            <a:ext cx="228600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Productivity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9390888" y="2494026"/>
            <a:ext cx="2112264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Staffing, output and technician proficiency.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144768" y="3781044"/>
            <a:ext cx="5586984" cy="119557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6144768" y="3781044"/>
            <a:ext cx="50292" cy="1195578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37" name="Text 35"/>
          <p:cNvSpPr txBox="1"/>
          <p:nvPr/>
        </p:nvSpPr>
        <p:spPr>
          <a:xfrm>
            <a:off x="6382512" y="3781044"/>
            <a:ext cx="64008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7059168" y="3781044"/>
            <a:ext cx="228600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</a:t>
            </a:r>
            <a:endParaRPr lang="en-US" sz="1700" dirty="0"/>
          </a:p>
        </p:txBody>
      </p:sp>
      <p:sp>
        <p:nvSpPr>
          <p:cNvPr id="39" name="Text 37"/>
          <p:cNvSpPr txBox="1"/>
          <p:nvPr/>
        </p:nvSpPr>
        <p:spPr>
          <a:xfrm>
            <a:off x="9390888" y="3781044"/>
            <a:ext cx="2112264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Rates, margins, compliance, and protecting the money.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144768" y="5068062"/>
            <a:ext cx="5586984" cy="119557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6144768" y="5068062"/>
            <a:ext cx="50292" cy="1195578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42" name="Text 40"/>
          <p:cNvSpPr txBox="1"/>
          <p:nvPr/>
        </p:nvSpPr>
        <p:spPr>
          <a:xfrm>
            <a:off x="6382512" y="5068062"/>
            <a:ext cx="64008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2000" dirty="0"/>
          </a:p>
        </p:txBody>
      </p:sp>
      <p:sp>
        <p:nvSpPr>
          <p:cNvPr id="43" name="Text 41"/>
          <p:cNvSpPr txBox="1"/>
          <p:nvPr/>
        </p:nvSpPr>
        <p:spPr>
          <a:xfrm>
            <a:off x="7059168" y="5068062"/>
            <a:ext cx="2286000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</a:t>
            </a:r>
            <a:endParaRPr lang="en-US" sz="1700" dirty="0"/>
          </a:p>
        </p:txBody>
      </p:sp>
      <p:sp>
        <p:nvSpPr>
          <p:cNvPr id="44" name="Text 42"/>
          <p:cNvSpPr txBox="1"/>
          <p:nvPr/>
        </p:nvSpPr>
        <p:spPr>
          <a:xfrm>
            <a:off x="9390888" y="5068062"/>
            <a:ext cx="2112264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changed, where the money is, and prescriptions.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2026-10-29T04:50:38Z</dcterms:created>
  <dcterms:modified xsi:type="dcterms:W3CDTF">2026-10-29T04:50:38Z</dcterms:modified>
</cp:coreProperties>
</file>