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86" r:id="rId137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37" Type="http://schemas.openxmlformats.org/officeDocument/2006/relationships/slide" Target="slides/slide1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Talking points: Service Manager Roundtable (Nov 15, 2024) and GM meeting decks (Jan and May 2026). Data: Qlik (Profit &amp; Loss, Closed Repair Orders, Productivity), Jan-Sep 2026 vs 2025, same-store, 33 stores, INEOS excluded.PLACE: Productivity section, before CP &amp; W ROs per Service Advisor.</a:t>
            </a:r>
          </a:p>
          <a:p>
            <a:r>
              <a:t>Said: Jan GM slide 16 / May GM slide 12 (Pay Plans aka Work Instructions).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Plans Are Work Instructions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and easily understood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customer-pay performance: CP labor or gross per RO, hours per RO, maintenance penetration, total sales or gross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Incentivize improvement in the metrics that make the biggest difference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technicians to flat rate and away from hourly: it rewards productivity and makes proficiency easy to track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 pay: target a 50/50 split of base commission and performance bonus, with about half of earning potential tied to measurable metrics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system is perfectly designed to get the results it gets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7830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per RO, the number the plans should pay on. Up $17.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931920"/>
            <a:ext cx="54864" cy="17830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8862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94.7%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445312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 proficiency, Jan-Sep: 20 of 33 stores at or above 85%. Flat-rate pay rewards what techs produce.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check that every advisor and tech pay plan pays for the numbers on these slides.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2026-10-26T20:24:03Z</dcterms:created>
  <dcterms:modified xsi:type="dcterms:W3CDTF">2026-10-26T20:24:03Z</dcterms:modified>
</cp:coreProperties>
</file>