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60298"/>
            <a:ext cx="2219218" cy="199490"/>
          </a:xfrm>
          <a:prstGeom prst="rect">
            <a:avLst/>
          </a:prstGeom>
          <a:solidFill>
            <a:srgbClr val="2587C5"/>
          </a:solidFill>
          <a:ln w="6350">
            <a:solidFill>
              <a:srgbClr val="FFFFFF"/>
            </a:solidFill>
            <a:prstDash val="solid"/>
          </a:ln>
        </p:spPr>
      </p:sp>
      <p:sp>
        <p:nvSpPr>
          <p:cNvPr id="22" name="Text 20"/>
          <p:cNvSpPr txBox="1"/>
          <p:nvPr/>
        </p:nvSpPr>
        <p:spPr>
          <a:xfrm>
            <a:off x="2807208" y="1860298"/>
            <a:ext cx="221921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60298"/>
            <a:ext cx="252542" cy="199490"/>
          </a:xfrm>
          <a:prstGeom prst="rect">
            <a:avLst/>
          </a:prstGeom>
          <a:solidFill>
            <a:srgbClr val="8FBEE6"/>
          </a:solidFill>
          <a:ln w="6350">
            <a:solidFill>
              <a:srgbClr val="FFFFFF"/>
            </a:solidFill>
            <a:prstDash val="solid"/>
          </a:ln>
        </p:spPr>
      </p:sp>
      <p:sp>
        <p:nvSpPr>
          <p:cNvPr id="24" name="Text 22"/>
          <p:cNvSpPr txBox="1"/>
          <p:nvPr/>
        </p:nvSpPr>
        <p:spPr>
          <a:xfrm>
            <a:off x="5026426" y="1860298"/>
            <a:ext cx="2525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60298"/>
            <a:ext cx="682920" cy="199490"/>
          </a:xfrm>
          <a:prstGeom prst="rect">
            <a:avLst/>
          </a:prstGeom>
          <a:solidFill>
            <a:srgbClr val="D9D9D9"/>
          </a:solidFill>
          <a:ln w="6350">
            <a:solidFill>
              <a:srgbClr val="FFFFFF"/>
            </a:solidFill>
            <a:prstDash val="solid"/>
          </a:ln>
        </p:spPr>
      </p:sp>
      <p:sp>
        <p:nvSpPr>
          <p:cNvPr id="26" name="Text 24"/>
          <p:cNvSpPr txBox="1"/>
          <p:nvPr/>
        </p:nvSpPr>
        <p:spPr>
          <a:xfrm>
            <a:off x="5278968" y="1860298"/>
            <a:ext cx="68292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91287"/>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122785"/>
            <a:ext cx="2060840" cy="199490"/>
          </a:xfrm>
          <a:prstGeom prst="rect">
            <a:avLst/>
          </a:prstGeom>
          <a:solidFill>
            <a:srgbClr val="2587C5"/>
          </a:solidFill>
          <a:ln w="6350">
            <a:solidFill>
              <a:srgbClr val="FFFFFF"/>
            </a:solidFill>
            <a:prstDash val="solid"/>
          </a:ln>
        </p:spPr>
      </p:sp>
      <p:sp>
        <p:nvSpPr>
          <p:cNvPr id="29" name="Text 27"/>
          <p:cNvSpPr txBox="1"/>
          <p:nvPr/>
        </p:nvSpPr>
        <p:spPr>
          <a:xfrm>
            <a:off x="2807208" y="2122785"/>
            <a:ext cx="2060840"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122785"/>
            <a:ext cx="489573" cy="199490"/>
          </a:xfrm>
          <a:prstGeom prst="rect">
            <a:avLst/>
          </a:prstGeom>
          <a:solidFill>
            <a:srgbClr val="8FBEE6"/>
          </a:solidFill>
          <a:ln w="6350">
            <a:solidFill>
              <a:srgbClr val="FFFFFF"/>
            </a:solidFill>
            <a:prstDash val="solid"/>
          </a:ln>
        </p:spPr>
      </p:sp>
      <p:sp>
        <p:nvSpPr>
          <p:cNvPr id="31" name="Text 29"/>
          <p:cNvSpPr txBox="1"/>
          <p:nvPr/>
        </p:nvSpPr>
        <p:spPr>
          <a:xfrm>
            <a:off x="4868048" y="2122785"/>
            <a:ext cx="48957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122785"/>
            <a:ext cx="604267" cy="199490"/>
          </a:xfrm>
          <a:prstGeom prst="rect">
            <a:avLst/>
          </a:prstGeom>
          <a:solidFill>
            <a:srgbClr val="D9D9D9"/>
          </a:solidFill>
          <a:ln w="6350">
            <a:solidFill>
              <a:srgbClr val="FFFFFF"/>
            </a:solidFill>
            <a:prstDash val="solid"/>
          </a:ln>
        </p:spPr>
      </p:sp>
      <p:sp>
        <p:nvSpPr>
          <p:cNvPr id="33" name="Text 31"/>
          <p:cNvSpPr txBox="1"/>
          <p:nvPr/>
        </p:nvSpPr>
        <p:spPr>
          <a:xfrm>
            <a:off x="5357621" y="2122785"/>
            <a:ext cx="60426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5377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85272"/>
            <a:ext cx="2054762" cy="199490"/>
          </a:xfrm>
          <a:prstGeom prst="rect">
            <a:avLst/>
          </a:prstGeom>
          <a:solidFill>
            <a:srgbClr val="2587C5"/>
          </a:solidFill>
          <a:ln w="6350">
            <a:solidFill>
              <a:srgbClr val="FFFFFF"/>
            </a:solidFill>
            <a:prstDash val="solid"/>
          </a:ln>
        </p:spPr>
      </p:sp>
      <p:sp>
        <p:nvSpPr>
          <p:cNvPr id="36" name="Text 34"/>
          <p:cNvSpPr txBox="1"/>
          <p:nvPr/>
        </p:nvSpPr>
        <p:spPr>
          <a:xfrm>
            <a:off x="2807208" y="2385272"/>
            <a:ext cx="205476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85272"/>
            <a:ext cx="352121" cy="199490"/>
          </a:xfrm>
          <a:prstGeom prst="rect">
            <a:avLst/>
          </a:prstGeom>
          <a:solidFill>
            <a:srgbClr val="8FBEE6"/>
          </a:solidFill>
          <a:ln w="6350">
            <a:solidFill>
              <a:srgbClr val="FFFFFF"/>
            </a:solidFill>
            <a:prstDash val="solid"/>
          </a:ln>
        </p:spPr>
      </p:sp>
      <p:sp>
        <p:nvSpPr>
          <p:cNvPr id="38" name="Text 36"/>
          <p:cNvSpPr txBox="1"/>
          <p:nvPr/>
        </p:nvSpPr>
        <p:spPr>
          <a:xfrm>
            <a:off x="4861970" y="2385272"/>
            <a:ext cx="35212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85272"/>
            <a:ext cx="747797" cy="199490"/>
          </a:xfrm>
          <a:prstGeom prst="rect">
            <a:avLst/>
          </a:prstGeom>
          <a:solidFill>
            <a:srgbClr val="D9D9D9"/>
          </a:solidFill>
          <a:ln w="6350">
            <a:solidFill>
              <a:srgbClr val="FFFFFF"/>
            </a:solidFill>
            <a:prstDash val="solid"/>
          </a:ln>
        </p:spPr>
      </p:sp>
      <p:sp>
        <p:nvSpPr>
          <p:cNvPr id="40" name="Text 38"/>
          <p:cNvSpPr txBox="1"/>
          <p:nvPr/>
        </p:nvSpPr>
        <p:spPr>
          <a:xfrm>
            <a:off x="5214091" y="2385272"/>
            <a:ext cx="74779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61626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647758"/>
            <a:ext cx="2053161" cy="199490"/>
          </a:xfrm>
          <a:prstGeom prst="rect">
            <a:avLst/>
          </a:prstGeom>
          <a:solidFill>
            <a:srgbClr val="2587C5"/>
          </a:solidFill>
          <a:ln w="6350">
            <a:solidFill>
              <a:srgbClr val="FFFFFF"/>
            </a:solidFill>
            <a:prstDash val="solid"/>
          </a:ln>
        </p:spPr>
      </p:sp>
      <p:sp>
        <p:nvSpPr>
          <p:cNvPr id="43" name="Text 41"/>
          <p:cNvSpPr txBox="1"/>
          <p:nvPr/>
        </p:nvSpPr>
        <p:spPr>
          <a:xfrm>
            <a:off x="2807208" y="2647758"/>
            <a:ext cx="205316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647758"/>
            <a:ext cx="375876" cy="199490"/>
          </a:xfrm>
          <a:prstGeom prst="rect">
            <a:avLst/>
          </a:prstGeom>
          <a:solidFill>
            <a:srgbClr val="8FBEE6"/>
          </a:solidFill>
          <a:ln w="6350">
            <a:solidFill>
              <a:srgbClr val="FFFFFF"/>
            </a:solidFill>
            <a:prstDash val="solid"/>
          </a:ln>
        </p:spPr>
      </p:sp>
      <p:sp>
        <p:nvSpPr>
          <p:cNvPr id="45" name="Text 43"/>
          <p:cNvSpPr txBox="1"/>
          <p:nvPr/>
        </p:nvSpPr>
        <p:spPr>
          <a:xfrm>
            <a:off x="4860369" y="2647758"/>
            <a:ext cx="3758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647758"/>
            <a:ext cx="725643" cy="199490"/>
          </a:xfrm>
          <a:prstGeom prst="rect">
            <a:avLst/>
          </a:prstGeom>
          <a:solidFill>
            <a:srgbClr val="D9D9D9"/>
          </a:solidFill>
          <a:ln w="6350">
            <a:solidFill>
              <a:srgbClr val="FFFFFF"/>
            </a:solidFill>
            <a:prstDash val="solid"/>
          </a:ln>
        </p:spPr>
      </p:sp>
      <p:sp>
        <p:nvSpPr>
          <p:cNvPr id="47" name="Text 45"/>
          <p:cNvSpPr txBox="1"/>
          <p:nvPr/>
        </p:nvSpPr>
        <p:spPr>
          <a:xfrm>
            <a:off x="5236245" y="2647758"/>
            <a:ext cx="72564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87874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910245"/>
            <a:ext cx="2046848" cy="199490"/>
          </a:xfrm>
          <a:prstGeom prst="rect">
            <a:avLst/>
          </a:prstGeom>
          <a:solidFill>
            <a:srgbClr val="2587C5"/>
          </a:solidFill>
          <a:ln w="6350">
            <a:solidFill>
              <a:srgbClr val="FFFFFF"/>
            </a:solidFill>
            <a:prstDash val="solid"/>
          </a:ln>
        </p:spPr>
      </p:sp>
      <p:sp>
        <p:nvSpPr>
          <p:cNvPr id="50" name="Text 48"/>
          <p:cNvSpPr txBox="1"/>
          <p:nvPr/>
        </p:nvSpPr>
        <p:spPr>
          <a:xfrm>
            <a:off x="2807208" y="2910245"/>
            <a:ext cx="204684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910245"/>
            <a:ext cx="793865" cy="199490"/>
          </a:xfrm>
          <a:prstGeom prst="rect">
            <a:avLst/>
          </a:prstGeom>
          <a:solidFill>
            <a:srgbClr val="8FBEE6"/>
          </a:solidFill>
          <a:ln w="6350">
            <a:solidFill>
              <a:srgbClr val="FFFFFF"/>
            </a:solidFill>
            <a:prstDash val="solid"/>
          </a:ln>
        </p:spPr>
      </p:sp>
      <p:sp>
        <p:nvSpPr>
          <p:cNvPr id="52" name="Text 50"/>
          <p:cNvSpPr txBox="1"/>
          <p:nvPr/>
        </p:nvSpPr>
        <p:spPr>
          <a:xfrm>
            <a:off x="4854056" y="2910245"/>
            <a:ext cx="79386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910245"/>
            <a:ext cx="313967" cy="199490"/>
          </a:xfrm>
          <a:prstGeom prst="rect">
            <a:avLst/>
          </a:prstGeom>
          <a:solidFill>
            <a:srgbClr val="D9D9D9"/>
          </a:solidFill>
          <a:ln w="6350">
            <a:solidFill>
              <a:srgbClr val="FFFFFF"/>
            </a:solidFill>
            <a:prstDash val="solid"/>
          </a:ln>
        </p:spPr>
      </p:sp>
      <p:sp>
        <p:nvSpPr>
          <p:cNvPr id="54" name="Text 52"/>
          <p:cNvSpPr txBox="1"/>
          <p:nvPr/>
        </p:nvSpPr>
        <p:spPr>
          <a:xfrm>
            <a:off x="5647921" y="2910245"/>
            <a:ext cx="31396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14123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172731"/>
            <a:ext cx="1985155" cy="199490"/>
          </a:xfrm>
          <a:prstGeom prst="rect">
            <a:avLst/>
          </a:prstGeom>
          <a:solidFill>
            <a:srgbClr val="2587C5"/>
          </a:solidFill>
          <a:ln w="6350">
            <a:solidFill>
              <a:srgbClr val="FFFFFF"/>
            </a:solidFill>
            <a:prstDash val="solid"/>
          </a:ln>
        </p:spPr>
      </p:sp>
      <p:sp>
        <p:nvSpPr>
          <p:cNvPr id="57" name="Text 55"/>
          <p:cNvSpPr txBox="1"/>
          <p:nvPr/>
        </p:nvSpPr>
        <p:spPr>
          <a:xfrm>
            <a:off x="2807208" y="3172731"/>
            <a:ext cx="198515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172731"/>
            <a:ext cx="729180" cy="199490"/>
          </a:xfrm>
          <a:prstGeom prst="rect">
            <a:avLst/>
          </a:prstGeom>
          <a:solidFill>
            <a:srgbClr val="8FBEE6"/>
          </a:solidFill>
          <a:ln w="6350">
            <a:solidFill>
              <a:srgbClr val="FFFFFF"/>
            </a:solidFill>
            <a:prstDash val="solid"/>
          </a:ln>
        </p:spPr>
      </p:sp>
      <p:sp>
        <p:nvSpPr>
          <p:cNvPr id="59" name="Text 57"/>
          <p:cNvSpPr txBox="1"/>
          <p:nvPr/>
        </p:nvSpPr>
        <p:spPr>
          <a:xfrm>
            <a:off x="4792363" y="3172731"/>
            <a:ext cx="72918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172731"/>
            <a:ext cx="440346" cy="199490"/>
          </a:xfrm>
          <a:prstGeom prst="rect">
            <a:avLst/>
          </a:prstGeom>
          <a:solidFill>
            <a:srgbClr val="D9D9D9"/>
          </a:solidFill>
          <a:ln w="6350">
            <a:solidFill>
              <a:srgbClr val="FFFFFF"/>
            </a:solidFill>
            <a:prstDash val="solid"/>
          </a:ln>
        </p:spPr>
      </p:sp>
      <p:sp>
        <p:nvSpPr>
          <p:cNvPr id="61" name="Text 59"/>
          <p:cNvSpPr txBox="1"/>
          <p:nvPr/>
        </p:nvSpPr>
        <p:spPr>
          <a:xfrm>
            <a:off x="5521542" y="3172731"/>
            <a:ext cx="44034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40372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435218"/>
            <a:ext cx="1940199" cy="199490"/>
          </a:xfrm>
          <a:prstGeom prst="rect">
            <a:avLst/>
          </a:prstGeom>
          <a:solidFill>
            <a:srgbClr val="2587C5"/>
          </a:solidFill>
          <a:ln w="6350">
            <a:solidFill>
              <a:srgbClr val="FFFFFF"/>
            </a:solidFill>
            <a:prstDash val="solid"/>
          </a:ln>
        </p:spPr>
      </p:sp>
      <p:sp>
        <p:nvSpPr>
          <p:cNvPr id="64" name="Text 62"/>
          <p:cNvSpPr txBox="1"/>
          <p:nvPr/>
        </p:nvSpPr>
        <p:spPr>
          <a:xfrm>
            <a:off x="2807208" y="3435218"/>
            <a:ext cx="194019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435218"/>
            <a:ext cx="542990" cy="199490"/>
          </a:xfrm>
          <a:prstGeom prst="rect">
            <a:avLst/>
          </a:prstGeom>
          <a:solidFill>
            <a:srgbClr val="8FBEE6"/>
          </a:solidFill>
          <a:ln w="6350">
            <a:solidFill>
              <a:srgbClr val="FFFFFF"/>
            </a:solidFill>
            <a:prstDash val="solid"/>
          </a:ln>
        </p:spPr>
      </p:sp>
      <p:sp>
        <p:nvSpPr>
          <p:cNvPr id="66" name="Text 64"/>
          <p:cNvSpPr txBox="1"/>
          <p:nvPr/>
        </p:nvSpPr>
        <p:spPr>
          <a:xfrm>
            <a:off x="4747407" y="3435218"/>
            <a:ext cx="54299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435218"/>
            <a:ext cx="671491" cy="199490"/>
          </a:xfrm>
          <a:prstGeom prst="rect">
            <a:avLst/>
          </a:prstGeom>
          <a:solidFill>
            <a:srgbClr val="D9D9D9"/>
          </a:solidFill>
          <a:ln w="6350">
            <a:solidFill>
              <a:srgbClr val="FFFFFF"/>
            </a:solidFill>
            <a:prstDash val="solid"/>
          </a:ln>
        </p:spPr>
      </p:sp>
      <p:sp>
        <p:nvSpPr>
          <p:cNvPr id="68" name="Text 66"/>
          <p:cNvSpPr txBox="1"/>
          <p:nvPr/>
        </p:nvSpPr>
        <p:spPr>
          <a:xfrm>
            <a:off x="5290397" y="3435218"/>
            <a:ext cx="67149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66620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697705"/>
            <a:ext cx="1907392" cy="199490"/>
          </a:xfrm>
          <a:prstGeom prst="rect">
            <a:avLst/>
          </a:prstGeom>
          <a:solidFill>
            <a:srgbClr val="2587C5"/>
          </a:solidFill>
          <a:ln w="6350">
            <a:solidFill>
              <a:srgbClr val="FFFFFF"/>
            </a:solidFill>
            <a:prstDash val="solid"/>
          </a:ln>
        </p:spPr>
      </p:sp>
      <p:sp>
        <p:nvSpPr>
          <p:cNvPr id="71" name="Text 69"/>
          <p:cNvSpPr txBox="1"/>
          <p:nvPr/>
        </p:nvSpPr>
        <p:spPr>
          <a:xfrm>
            <a:off x="2807208" y="3697705"/>
            <a:ext cx="190739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697705"/>
            <a:ext cx="434501" cy="199490"/>
          </a:xfrm>
          <a:prstGeom prst="rect">
            <a:avLst/>
          </a:prstGeom>
          <a:solidFill>
            <a:srgbClr val="8FBEE6"/>
          </a:solidFill>
          <a:ln w="6350">
            <a:solidFill>
              <a:srgbClr val="FFFFFF"/>
            </a:solidFill>
            <a:prstDash val="solid"/>
          </a:ln>
        </p:spPr>
      </p:sp>
      <p:sp>
        <p:nvSpPr>
          <p:cNvPr id="73" name="Text 71"/>
          <p:cNvSpPr txBox="1"/>
          <p:nvPr/>
        </p:nvSpPr>
        <p:spPr>
          <a:xfrm>
            <a:off x="4714600" y="3697705"/>
            <a:ext cx="43450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697705"/>
            <a:ext cx="812786" cy="199490"/>
          </a:xfrm>
          <a:prstGeom prst="rect">
            <a:avLst/>
          </a:prstGeom>
          <a:solidFill>
            <a:srgbClr val="D9D9D9"/>
          </a:solidFill>
          <a:ln w="6350">
            <a:solidFill>
              <a:srgbClr val="FFFFFF"/>
            </a:solidFill>
            <a:prstDash val="solid"/>
          </a:ln>
        </p:spPr>
      </p:sp>
      <p:sp>
        <p:nvSpPr>
          <p:cNvPr id="75" name="Text 73"/>
          <p:cNvSpPr txBox="1"/>
          <p:nvPr/>
        </p:nvSpPr>
        <p:spPr>
          <a:xfrm>
            <a:off x="5149102" y="3697705"/>
            <a:ext cx="81278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92869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960191"/>
            <a:ext cx="1883011" cy="199490"/>
          </a:xfrm>
          <a:prstGeom prst="rect">
            <a:avLst/>
          </a:prstGeom>
          <a:solidFill>
            <a:srgbClr val="2587C5"/>
          </a:solidFill>
          <a:ln w="6350">
            <a:solidFill>
              <a:srgbClr val="FFFFFF"/>
            </a:solidFill>
            <a:prstDash val="solid"/>
          </a:ln>
        </p:spPr>
      </p:sp>
      <p:sp>
        <p:nvSpPr>
          <p:cNvPr id="78" name="Text 76"/>
          <p:cNvSpPr txBox="1"/>
          <p:nvPr/>
        </p:nvSpPr>
        <p:spPr>
          <a:xfrm>
            <a:off x="2807208" y="3960191"/>
            <a:ext cx="188301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960191"/>
            <a:ext cx="918142" cy="199490"/>
          </a:xfrm>
          <a:prstGeom prst="rect">
            <a:avLst/>
          </a:prstGeom>
          <a:solidFill>
            <a:srgbClr val="8FBEE6"/>
          </a:solidFill>
          <a:ln w="6350">
            <a:solidFill>
              <a:srgbClr val="FFFFFF"/>
            </a:solidFill>
            <a:prstDash val="solid"/>
          </a:ln>
        </p:spPr>
      </p:sp>
      <p:sp>
        <p:nvSpPr>
          <p:cNvPr id="80" name="Text 78"/>
          <p:cNvSpPr txBox="1"/>
          <p:nvPr/>
        </p:nvSpPr>
        <p:spPr>
          <a:xfrm>
            <a:off x="4690219" y="3960191"/>
            <a:ext cx="9181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960191"/>
            <a:ext cx="353527" cy="199490"/>
          </a:xfrm>
          <a:prstGeom prst="rect">
            <a:avLst/>
          </a:prstGeom>
          <a:solidFill>
            <a:srgbClr val="D9D9D9"/>
          </a:solidFill>
          <a:ln w="6350">
            <a:solidFill>
              <a:srgbClr val="FFFFFF"/>
            </a:solidFill>
            <a:prstDash val="solid"/>
          </a:ln>
        </p:spPr>
      </p:sp>
      <p:sp>
        <p:nvSpPr>
          <p:cNvPr id="82" name="Text 80"/>
          <p:cNvSpPr txBox="1"/>
          <p:nvPr/>
        </p:nvSpPr>
        <p:spPr>
          <a:xfrm>
            <a:off x="5608361" y="3960191"/>
            <a:ext cx="35352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419117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222678"/>
            <a:ext cx="1876032" cy="199490"/>
          </a:xfrm>
          <a:prstGeom prst="rect">
            <a:avLst/>
          </a:prstGeom>
          <a:solidFill>
            <a:srgbClr val="2587C5"/>
          </a:solidFill>
          <a:ln w="6350">
            <a:solidFill>
              <a:srgbClr val="FFFFFF"/>
            </a:solidFill>
            <a:prstDash val="solid"/>
          </a:ln>
        </p:spPr>
      </p:sp>
      <p:sp>
        <p:nvSpPr>
          <p:cNvPr id="85" name="Text 83"/>
          <p:cNvSpPr txBox="1"/>
          <p:nvPr/>
        </p:nvSpPr>
        <p:spPr>
          <a:xfrm>
            <a:off x="2807208" y="4222678"/>
            <a:ext cx="187603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222678"/>
            <a:ext cx="744656" cy="199490"/>
          </a:xfrm>
          <a:prstGeom prst="rect">
            <a:avLst/>
          </a:prstGeom>
          <a:solidFill>
            <a:srgbClr val="8FBEE6"/>
          </a:solidFill>
          <a:ln w="6350">
            <a:solidFill>
              <a:srgbClr val="FFFFFF"/>
            </a:solidFill>
            <a:prstDash val="solid"/>
          </a:ln>
        </p:spPr>
      </p:sp>
      <p:sp>
        <p:nvSpPr>
          <p:cNvPr id="87" name="Text 85"/>
          <p:cNvSpPr txBox="1"/>
          <p:nvPr/>
        </p:nvSpPr>
        <p:spPr>
          <a:xfrm>
            <a:off x="4683240" y="4222678"/>
            <a:ext cx="74465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222678"/>
            <a:ext cx="533992" cy="199490"/>
          </a:xfrm>
          <a:prstGeom prst="rect">
            <a:avLst/>
          </a:prstGeom>
          <a:solidFill>
            <a:srgbClr val="D9D9D9"/>
          </a:solidFill>
          <a:ln w="6350">
            <a:solidFill>
              <a:srgbClr val="FFFFFF"/>
            </a:solidFill>
            <a:prstDash val="solid"/>
          </a:ln>
        </p:spPr>
      </p:sp>
      <p:sp>
        <p:nvSpPr>
          <p:cNvPr id="89" name="Text 87"/>
          <p:cNvSpPr txBox="1"/>
          <p:nvPr/>
        </p:nvSpPr>
        <p:spPr>
          <a:xfrm>
            <a:off x="5427896" y="4222678"/>
            <a:ext cx="53399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45366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485164"/>
            <a:ext cx="1874405" cy="199490"/>
          </a:xfrm>
          <a:prstGeom prst="rect">
            <a:avLst/>
          </a:prstGeom>
          <a:solidFill>
            <a:srgbClr val="2587C5"/>
          </a:solidFill>
          <a:ln w="6350">
            <a:solidFill>
              <a:srgbClr val="FFFFFF"/>
            </a:solidFill>
            <a:prstDash val="solid"/>
          </a:ln>
        </p:spPr>
      </p:sp>
      <p:sp>
        <p:nvSpPr>
          <p:cNvPr id="92" name="Text 90"/>
          <p:cNvSpPr txBox="1"/>
          <p:nvPr/>
        </p:nvSpPr>
        <p:spPr>
          <a:xfrm>
            <a:off x="2807208" y="4485164"/>
            <a:ext cx="187440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485164"/>
            <a:ext cx="558160" cy="199490"/>
          </a:xfrm>
          <a:prstGeom prst="rect">
            <a:avLst/>
          </a:prstGeom>
          <a:solidFill>
            <a:srgbClr val="8FBEE6"/>
          </a:solidFill>
          <a:ln w="6350">
            <a:solidFill>
              <a:srgbClr val="FFFFFF"/>
            </a:solidFill>
            <a:prstDash val="solid"/>
          </a:ln>
        </p:spPr>
      </p:sp>
      <p:sp>
        <p:nvSpPr>
          <p:cNvPr id="94" name="Text 92"/>
          <p:cNvSpPr txBox="1"/>
          <p:nvPr/>
        </p:nvSpPr>
        <p:spPr>
          <a:xfrm>
            <a:off x="4681613" y="4485164"/>
            <a:ext cx="55816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485164"/>
            <a:ext cx="722115" cy="199490"/>
          </a:xfrm>
          <a:prstGeom prst="rect">
            <a:avLst/>
          </a:prstGeom>
          <a:solidFill>
            <a:srgbClr val="D9D9D9"/>
          </a:solidFill>
          <a:ln w="6350">
            <a:solidFill>
              <a:srgbClr val="FFFFFF"/>
            </a:solidFill>
            <a:prstDash val="solid"/>
          </a:ln>
        </p:spPr>
      </p:sp>
      <p:sp>
        <p:nvSpPr>
          <p:cNvPr id="96" name="Text 94"/>
          <p:cNvSpPr txBox="1"/>
          <p:nvPr/>
        </p:nvSpPr>
        <p:spPr>
          <a:xfrm>
            <a:off x="5239773" y="4485164"/>
            <a:ext cx="72211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71615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747651"/>
            <a:ext cx="1862814" cy="199490"/>
          </a:xfrm>
          <a:prstGeom prst="rect">
            <a:avLst/>
          </a:prstGeom>
          <a:solidFill>
            <a:srgbClr val="2587C5"/>
          </a:solidFill>
          <a:ln w="6350">
            <a:solidFill>
              <a:srgbClr val="FFFFFF"/>
            </a:solidFill>
            <a:prstDash val="solid"/>
          </a:ln>
        </p:spPr>
      </p:sp>
      <p:sp>
        <p:nvSpPr>
          <p:cNvPr id="99" name="Text 97"/>
          <p:cNvSpPr txBox="1"/>
          <p:nvPr/>
        </p:nvSpPr>
        <p:spPr>
          <a:xfrm>
            <a:off x="2807208" y="4747651"/>
            <a:ext cx="1862814"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747651"/>
            <a:ext cx="740644" cy="199490"/>
          </a:xfrm>
          <a:prstGeom prst="rect">
            <a:avLst/>
          </a:prstGeom>
          <a:solidFill>
            <a:srgbClr val="8FBEE6"/>
          </a:solidFill>
          <a:ln w="6350">
            <a:solidFill>
              <a:srgbClr val="FFFFFF"/>
            </a:solidFill>
            <a:prstDash val="solid"/>
          </a:ln>
        </p:spPr>
      </p:sp>
      <p:sp>
        <p:nvSpPr>
          <p:cNvPr id="101" name="Text 99"/>
          <p:cNvSpPr txBox="1"/>
          <p:nvPr/>
        </p:nvSpPr>
        <p:spPr>
          <a:xfrm>
            <a:off x="4670022" y="4747651"/>
            <a:ext cx="74064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747651"/>
            <a:ext cx="551222" cy="199490"/>
          </a:xfrm>
          <a:prstGeom prst="rect">
            <a:avLst/>
          </a:prstGeom>
          <a:solidFill>
            <a:srgbClr val="D9D9D9"/>
          </a:solidFill>
          <a:ln w="6350">
            <a:solidFill>
              <a:srgbClr val="FFFFFF"/>
            </a:solidFill>
            <a:prstDash val="solid"/>
          </a:ln>
        </p:spPr>
      </p:sp>
      <p:sp>
        <p:nvSpPr>
          <p:cNvPr id="103" name="Text 101"/>
          <p:cNvSpPr txBox="1"/>
          <p:nvPr/>
        </p:nvSpPr>
        <p:spPr>
          <a:xfrm>
            <a:off x="5410666" y="4747651"/>
            <a:ext cx="55122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97863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5010137"/>
            <a:ext cx="1831119" cy="199490"/>
          </a:xfrm>
          <a:prstGeom prst="rect">
            <a:avLst/>
          </a:prstGeom>
          <a:solidFill>
            <a:srgbClr val="2587C5"/>
          </a:solidFill>
          <a:ln w="6350">
            <a:solidFill>
              <a:srgbClr val="FFFFFF"/>
            </a:solidFill>
            <a:prstDash val="solid"/>
          </a:ln>
        </p:spPr>
      </p:sp>
      <p:sp>
        <p:nvSpPr>
          <p:cNvPr id="106" name="Text 104"/>
          <p:cNvSpPr txBox="1"/>
          <p:nvPr/>
        </p:nvSpPr>
        <p:spPr>
          <a:xfrm>
            <a:off x="2807208" y="5010137"/>
            <a:ext cx="183111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5010137"/>
            <a:ext cx="764127" cy="199490"/>
          </a:xfrm>
          <a:prstGeom prst="rect">
            <a:avLst/>
          </a:prstGeom>
          <a:solidFill>
            <a:srgbClr val="8FBEE6"/>
          </a:solidFill>
          <a:ln w="6350">
            <a:solidFill>
              <a:srgbClr val="FFFFFF"/>
            </a:solidFill>
            <a:prstDash val="solid"/>
          </a:ln>
        </p:spPr>
      </p:sp>
      <p:sp>
        <p:nvSpPr>
          <p:cNvPr id="108" name="Text 106"/>
          <p:cNvSpPr txBox="1"/>
          <p:nvPr/>
        </p:nvSpPr>
        <p:spPr>
          <a:xfrm>
            <a:off x="4638327" y="5010137"/>
            <a:ext cx="76412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5010137"/>
            <a:ext cx="559433" cy="199490"/>
          </a:xfrm>
          <a:prstGeom prst="rect">
            <a:avLst/>
          </a:prstGeom>
          <a:solidFill>
            <a:srgbClr val="D9D9D9"/>
          </a:solidFill>
          <a:ln w="6350">
            <a:solidFill>
              <a:srgbClr val="FFFFFF"/>
            </a:solidFill>
            <a:prstDash val="solid"/>
          </a:ln>
        </p:spPr>
      </p:sp>
      <p:sp>
        <p:nvSpPr>
          <p:cNvPr id="110" name="Text 108"/>
          <p:cNvSpPr txBox="1"/>
          <p:nvPr/>
        </p:nvSpPr>
        <p:spPr>
          <a:xfrm>
            <a:off x="5402455" y="5010137"/>
            <a:ext cx="5594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524112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5272624"/>
            <a:ext cx="1825486" cy="199490"/>
          </a:xfrm>
          <a:prstGeom prst="rect">
            <a:avLst/>
          </a:prstGeom>
          <a:solidFill>
            <a:srgbClr val="2587C5"/>
          </a:solidFill>
          <a:ln w="6350">
            <a:solidFill>
              <a:srgbClr val="FFFFFF"/>
            </a:solidFill>
            <a:prstDash val="solid"/>
          </a:ln>
        </p:spPr>
      </p:sp>
      <p:sp>
        <p:nvSpPr>
          <p:cNvPr id="113" name="Text 111"/>
          <p:cNvSpPr txBox="1"/>
          <p:nvPr/>
        </p:nvSpPr>
        <p:spPr>
          <a:xfrm>
            <a:off x="2807208" y="5272624"/>
            <a:ext cx="182548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5272624"/>
            <a:ext cx="426634" cy="199490"/>
          </a:xfrm>
          <a:prstGeom prst="rect">
            <a:avLst/>
          </a:prstGeom>
          <a:solidFill>
            <a:srgbClr val="8FBEE6"/>
          </a:solidFill>
          <a:ln w="6350">
            <a:solidFill>
              <a:srgbClr val="FFFFFF"/>
            </a:solidFill>
            <a:prstDash val="solid"/>
          </a:ln>
        </p:spPr>
      </p:sp>
      <p:sp>
        <p:nvSpPr>
          <p:cNvPr id="115" name="Text 113"/>
          <p:cNvSpPr txBox="1"/>
          <p:nvPr/>
        </p:nvSpPr>
        <p:spPr>
          <a:xfrm>
            <a:off x="4632694" y="5272624"/>
            <a:ext cx="42663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5272624"/>
            <a:ext cx="902560" cy="199490"/>
          </a:xfrm>
          <a:prstGeom prst="rect">
            <a:avLst/>
          </a:prstGeom>
          <a:solidFill>
            <a:srgbClr val="D9D9D9"/>
          </a:solidFill>
          <a:ln w="6350">
            <a:solidFill>
              <a:srgbClr val="FFFFFF"/>
            </a:solidFill>
            <a:prstDash val="solid"/>
          </a:ln>
        </p:spPr>
      </p:sp>
      <p:sp>
        <p:nvSpPr>
          <p:cNvPr id="117" name="Text 115"/>
          <p:cNvSpPr txBox="1"/>
          <p:nvPr/>
        </p:nvSpPr>
        <p:spPr>
          <a:xfrm>
            <a:off x="5059328" y="5272624"/>
            <a:ext cx="90256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50361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535111"/>
            <a:ext cx="1807555" cy="199490"/>
          </a:xfrm>
          <a:prstGeom prst="rect">
            <a:avLst/>
          </a:prstGeom>
          <a:solidFill>
            <a:srgbClr val="2587C5"/>
          </a:solidFill>
          <a:ln w="6350">
            <a:solidFill>
              <a:srgbClr val="FFFFFF"/>
            </a:solidFill>
            <a:prstDash val="solid"/>
          </a:ln>
        </p:spPr>
      </p:sp>
      <p:sp>
        <p:nvSpPr>
          <p:cNvPr id="120" name="Text 118"/>
          <p:cNvSpPr txBox="1"/>
          <p:nvPr/>
        </p:nvSpPr>
        <p:spPr>
          <a:xfrm>
            <a:off x="2807208" y="5535111"/>
            <a:ext cx="180755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535111"/>
            <a:ext cx="466810" cy="199490"/>
          </a:xfrm>
          <a:prstGeom prst="rect">
            <a:avLst/>
          </a:prstGeom>
          <a:solidFill>
            <a:srgbClr val="8FBEE6"/>
          </a:solidFill>
          <a:ln w="6350">
            <a:solidFill>
              <a:srgbClr val="FFFFFF"/>
            </a:solidFill>
            <a:prstDash val="solid"/>
          </a:ln>
        </p:spPr>
      </p:sp>
      <p:sp>
        <p:nvSpPr>
          <p:cNvPr id="122" name="Text 120"/>
          <p:cNvSpPr txBox="1"/>
          <p:nvPr/>
        </p:nvSpPr>
        <p:spPr>
          <a:xfrm>
            <a:off x="4614763" y="5535111"/>
            <a:ext cx="46681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535111"/>
            <a:ext cx="880315" cy="199490"/>
          </a:xfrm>
          <a:prstGeom prst="rect">
            <a:avLst/>
          </a:prstGeom>
          <a:solidFill>
            <a:srgbClr val="D9D9D9"/>
          </a:solidFill>
          <a:ln w="6350">
            <a:solidFill>
              <a:srgbClr val="FFFFFF"/>
            </a:solidFill>
            <a:prstDash val="solid"/>
          </a:ln>
        </p:spPr>
      </p:sp>
      <p:sp>
        <p:nvSpPr>
          <p:cNvPr id="124" name="Text 122"/>
          <p:cNvSpPr txBox="1"/>
          <p:nvPr/>
        </p:nvSpPr>
        <p:spPr>
          <a:xfrm>
            <a:off x="5081573" y="5535111"/>
            <a:ext cx="88031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76609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797597"/>
            <a:ext cx="1784948" cy="199490"/>
          </a:xfrm>
          <a:prstGeom prst="rect">
            <a:avLst/>
          </a:prstGeom>
          <a:solidFill>
            <a:srgbClr val="2587C5"/>
          </a:solidFill>
          <a:ln w="6350">
            <a:solidFill>
              <a:srgbClr val="FFFFFF"/>
            </a:solidFill>
            <a:prstDash val="solid"/>
          </a:ln>
        </p:spPr>
      </p:sp>
      <p:sp>
        <p:nvSpPr>
          <p:cNvPr id="127" name="Text 125"/>
          <p:cNvSpPr txBox="1"/>
          <p:nvPr/>
        </p:nvSpPr>
        <p:spPr>
          <a:xfrm>
            <a:off x="2807208" y="5797597"/>
            <a:ext cx="178494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797597"/>
            <a:ext cx="390376" cy="199490"/>
          </a:xfrm>
          <a:prstGeom prst="rect">
            <a:avLst/>
          </a:prstGeom>
          <a:solidFill>
            <a:srgbClr val="8FBEE6"/>
          </a:solidFill>
          <a:ln w="6350">
            <a:solidFill>
              <a:srgbClr val="FFFFFF"/>
            </a:solidFill>
            <a:prstDash val="solid"/>
          </a:ln>
        </p:spPr>
      </p:sp>
      <p:sp>
        <p:nvSpPr>
          <p:cNvPr id="129" name="Text 127"/>
          <p:cNvSpPr txBox="1"/>
          <p:nvPr/>
        </p:nvSpPr>
        <p:spPr>
          <a:xfrm>
            <a:off x="4592156" y="5797597"/>
            <a:ext cx="3903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797597"/>
            <a:ext cx="979356" cy="199490"/>
          </a:xfrm>
          <a:prstGeom prst="rect">
            <a:avLst/>
          </a:prstGeom>
          <a:solidFill>
            <a:srgbClr val="D9D9D9"/>
          </a:solidFill>
          <a:ln w="6350">
            <a:solidFill>
              <a:srgbClr val="FFFFFF"/>
            </a:solidFill>
            <a:prstDash val="solid"/>
          </a:ln>
        </p:spPr>
      </p:sp>
      <p:sp>
        <p:nvSpPr>
          <p:cNvPr id="131" name="Text 129"/>
          <p:cNvSpPr txBox="1"/>
          <p:nvPr/>
        </p:nvSpPr>
        <p:spPr>
          <a:xfrm>
            <a:off x="4982532" y="5797597"/>
            <a:ext cx="97935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6028585"/>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6060084"/>
            <a:ext cx="1784687" cy="199490"/>
          </a:xfrm>
          <a:prstGeom prst="rect">
            <a:avLst/>
          </a:prstGeom>
          <a:solidFill>
            <a:srgbClr val="2587C5"/>
          </a:solidFill>
          <a:ln w="6350">
            <a:solidFill>
              <a:srgbClr val="FFFFFF"/>
            </a:solidFill>
            <a:prstDash val="solid"/>
          </a:ln>
        </p:spPr>
      </p:sp>
      <p:sp>
        <p:nvSpPr>
          <p:cNvPr id="134" name="Text 132"/>
          <p:cNvSpPr txBox="1"/>
          <p:nvPr/>
        </p:nvSpPr>
        <p:spPr>
          <a:xfrm>
            <a:off x="2807208" y="6060084"/>
            <a:ext cx="1784687"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6060084"/>
            <a:ext cx="320373" cy="199490"/>
          </a:xfrm>
          <a:prstGeom prst="rect">
            <a:avLst/>
          </a:prstGeom>
          <a:solidFill>
            <a:srgbClr val="8FBEE6"/>
          </a:solidFill>
          <a:ln w="6350">
            <a:solidFill>
              <a:srgbClr val="FFFFFF"/>
            </a:solidFill>
            <a:prstDash val="solid"/>
          </a:ln>
        </p:spPr>
      </p:sp>
      <p:sp>
        <p:nvSpPr>
          <p:cNvPr id="136" name="Text 134"/>
          <p:cNvSpPr txBox="1"/>
          <p:nvPr/>
        </p:nvSpPr>
        <p:spPr>
          <a:xfrm>
            <a:off x="4591895" y="6060084"/>
            <a:ext cx="32037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6060084"/>
            <a:ext cx="1049620" cy="199490"/>
          </a:xfrm>
          <a:prstGeom prst="rect">
            <a:avLst/>
          </a:prstGeom>
          <a:solidFill>
            <a:srgbClr val="D9D9D9"/>
          </a:solidFill>
          <a:ln w="6350">
            <a:solidFill>
              <a:srgbClr val="FFFFFF"/>
            </a:solidFill>
            <a:prstDash val="solid"/>
          </a:ln>
        </p:spPr>
      </p:sp>
      <p:sp>
        <p:nvSpPr>
          <p:cNvPr id="138" name="Text 136"/>
          <p:cNvSpPr txBox="1"/>
          <p:nvPr/>
        </p:nvSpPr>
        <p:spPr>
          <a:xfrm>
            <a:off x="4912268" y="6060084"/>
            <a:ext cx="104962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60298"/>
            <a:ext cx="1759183" cy="199490"/>
          </a:xfrm>
          <a:prstGeom prst="rect">
            <a:avLst/>
          </a:prstGeom>
          <a:solidFill>
            <a:srgbClr val="2587C5"/>
          </a:solidFill>
          <a:ln w="6350">
            <a:solidFill>
              <a:srgbClr val="FFFFFF"/>
            </a:solidFill>
            <a:prstDash val="solid"/>
          </a:ln>
        </p:spPr>
      </p:sp>
      <p:sp>
        <p:nvSpPr>
          <p:cNvPr id="141" name="Text 139"/>
          <p:cNvSpPr txBox="1"/>
          <p:nvPr/>
        </p:nvSpPr>
        <p:spPr>
          <a:xfrm>
            <a:off x="8357616" y="1860298"/>
            <a:ext cx="175918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60298"/>
            <a:ext cx="978643" cy="199490"/>
          </a:xfrm>
          <a:prstGeom prst="rect">
            <a:avLst/>
          </a:prstGeom>
          <a:solidFill>
            <a:srgbClr val="8FBEE6"/>
          </a:solidFill>
          <a:ln w="6350">
            <a:solidFill>
              <a:srgbClr val="FFFFFF"/>
            </a:solidFill>
            <a:prstDash val="solid"/>
          </a:ln>
        </p:spPr>
      </p:sp>
      <p:sp>
        <p:nvSpPr>
          <p:cNvPr id="143" name="Text 141"/>
          <p:cNvSpPr txBox="1"/>
          <p:nvPr/>
        </p:nvSpPr>
        <p:spPr>
          <a:xfrm>
            <a:off x="10116799" y="1860298"/>
            <a:ext cx="97864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60298"/>
            <a:ext cx="416854" cy="199490"/>
          </a:xfrm>
          <a:prstGeom prst="rect">
            <a:avLst/>
          </a:prstGeom>
          <a:solidFill>
            <a:srgbClr val="D9D9D9"/>
          </a:solidFill>
          <a:ln w="6350">
            <a:solidFill>
              <a:srgbClr val="FFFFFF"/>
            </a:solidFill>
            <a:prstDash val="solid"/>
          </a:ln>
        </p:spPr>
      </p:sp>
      <p:sp>
        <p:nvSpPr>
          <p:cNvPr id="145" name="Text 143"/>
          <p:cNvSpPr txBox="1"/>
          <p:nvPr/>
        </p:nvSpPr>
        <p:spPr>
          <a:xfrm>
            <a:off x="11095442" y="1860298"/>
            <a:ext cx="41685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91287"/>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122785"/>
            <a:ext cx="1743709" cy="199490"/>
          </a:xfrm>
          <a:prstGeom prst="rect">
            <a:avLst/>
          </a:prstGeom>
          <a:solidFill>
            <a:srgbClr val="2587C5"/>
          </a:solidFill>
          <a:ln w="6350">
            <a:solidFill>
              <a:srgbClr val="FFFFFF"/>
            </a:solidFill>
            <a:prstDash val="solid"/>
          </a:ln>
        </p:spPr>
      </p:sp>
      <p:sp>
        <p:nvSpPr>
          <p:cNvPr id="148" name="Text 146"/>
          <p:cNvSpPr txBox="1"/>
          <p:nvPr/>
        </p:nvSpPr>
        <p:spPr>
          <a:xfrm>
            <a:off x="8357616" y="2122785"/>
            <a:ext cx="174370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122785"/>
            <a:ext cx="638330" cy="199490"/>
          </a:xfrm>
          <a:prstGeom prst="rect">
            <a:avLst/>
          </a:prstGeom>
          <a:solidFill>
            <a:srgbClr val="8FBEE6"/>
          </a:solidFill>
          <a:ln w="6350">
            <a:solidFill>
              <a:srgbClr val="FFFFFF"/>
            </a:solidFill>
            <a:prstDash val="solid"/>
          </a:ln>
        </p:spPr>
      </p:sp>
      <p:sp>
        <p:nvSpPr>
          <p:cNvPr id="150" name="Text 148"/>
          <p:cNvSpPr txBox="1"/>
          <p:nvPr/>
        </p:nvSpPr>
        <p:spPr>
          <a:xfrm>
            <a:off x="10101325" y="2122785"/>
            <a:ext cx="63833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122785"/>
            <a:ext cx="772641" cy="199490"/>
          </a:xfrm>
          <a:prstGeom prst="rect">
            <a:avLst/>
          </a:prstGeom>
          <a:solidFill>
            <a:srgbClr val="D9D9D9"/>
          </a:solidFill>
          <a:ln w="6350">
            <a:solidFill>
              <a:srgbClr val="FFFFFF"/>
            </a:solidFill>
            <a:prstDash val="solid"/>
          </a:ln>
        </p:spPr>
      </p:sp>
      <p:sp>
        <p:nvSpPr>
          <p:cNvPr id="152" name="Text 150"/>
          <p:cNvSpPr txBox="1"/>
          <p:nvPr/>
        </p:nvSpPr>
        <p:spPr>
          <a:xfrm>
            <a:off x="10739655" y="2122785"/>
            <a:ext cx="77264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5377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85272"/>
            <a:ext cx="1719908" cy="199490"/>
          </a:xfrm>
          <a:prstGeom prst="rect">
            <a:avLst/>
          </a:prstGeom>
          <a:solidFill>
            <a:srgbClr val="2587C5"/>
          </a:solidFill>
          <a:ln w="6350">
            <a:solidFill>
              <a:srgbClr val="FFFFFF"/>
            </a:solidFill>
            <a:prstDash val="solid"/>
          </a:ln>
        </p:spPr>
      </p:sp>
      <p:sp>
        <p:nvSpPr>
          <p:cNvPr id="155" name="Text 153"/>
          <p:cNvSpPr txBox="1"/>
          <p:nvPr/>
        </p:nvSpPr>
        <p:spPr>
          <a:xfrm>
            <a:off x="8357616" y="2385272"/>
            <a:ext cx="171990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85272"/>
            <a:ext cx="412555" cy="199490"/>
          </a:xfrm>
          <a:prstGeom prst="rect">
            <a:avLst/>
          </a:prstGeom>
          <a:solidFill>
            <a:srgbClr val="8FBEE6"/>
          </a:solidFill>
          <a:ln w="6350">
            <a:solidFill>
              <a:srgbClr val="FFFFFF"/>
            </a:solidFill>
            <a:prstDash val="solid"/>
          </a:ln>
        </p:spPr>
      </p:sp>
      <p:sp>
        <p:nvSpPr>
          <p:cNvPr id="157" name="Text 155"/>
          <p:cNvSpPr txBox="1"/>
          <p:nvPr/>
        </p:nvSpPr>
        <p:spPr>
          <a:xfrm>
            <a:off x="10077524" y="2385272"/>
            <a:ext cx="41255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85272"/>
            <a:ext cx="1022217" cy="199490"/>
          </a:xfrm>
          <a:prstGeom prst="rect">
            <a:avLst/>
          </a:prstGeom>
          <a:solidFill>
            <a:srgbClr val="D9D9D9"/>
          </a:solidFill>
          <a:ln w="6350">
            <a:solidFill>
              <a:srgbClr val="FFFFFF"/>
            </a:solidFill>
            <a:prstDash val="solid"/>
          </a:ln>
        </p:spPr>
      </p:sp>
      <p:sp>
        <p:nvSpPr>
          <p:cNvPr id="159" name="Text 157"/>
          <p:cNvSpPr txBox="1"/>
          <p:nvPr/>
        </p:nvSpPr>
        <p:spPr>
          <a:xfrm>
            <a:off x="10490079" y="2385272"/>
            <a:ext cx="102221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61626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647758"/>
            <a:ext cx="1601041" cy="199490"/>
          </a:xfrm>
          <a:prstGeom prst="rect">
            <a:avLst/>
          </a:prstGeom>
          <a:solidFill>
            <a:srgbClr val="2587C5"/>
          </a:solidFill>
          <a:ln w="6350">
            <a:solidFill>
              <a:srgbClr val="FFFFFF"/>
            </a:solidFill>
            <a:prstDash val="solid"/>
          </a:ln>
        </p:spPr>
      </p:sp>
      <p:sp>
        <p:nvSpPr>
          <p:cNvPr id="162" name="Text 160"/>
          <p:cNvSpPr txBox="1"/>
          <p:nvPr/>
        </p:nvSpPr>
        <p:spPr>
          <a:xfrm>
            <a:off x="8357616" y="2647758"/>
            <a:ext cx="160104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647758"/>
            <a:ext cx="606875" cy="199490"/>
          </a:xfrm>
          <a:prstGeom prst="rect">
            <a:avLst/>
          </a:prstGeom>
          <a:solidFill>
            <a:srgbClr val="8FBEE6"/>
          </a:solidFill>
          <a:ln w="6350">
            <a:solidFill>
              <a:srgbClr val="FFFFFF"/>
            </a:solidFill>
            <a:prstDash val="solid"/>
          </a:ln>
        </p:spPr>
      </p:sp>
      <p:sp>
        <p:nvSpPr>
          <p:cNvPr id="164" name="Text 162"/>
          <p:cNvSpPr txBox="1"/>
          <p:nvPr/>
        </p:nvSpPr>
        <p:spPr>
          <a:xfrm>
            <a:off x="9958657" y="2647758"/>
            <a:ext cx="60687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647758"/>
            <a:ext cx="946764" cy="199490"/>
          </a:xfrm>
          <a:prstGeom prst="rect">
            <a:avLst/>
          </a:prstGeom>
          <a:solidFill>
            <a:srgbClr val="D9D9D9"/>
          </a:solidFill>
          <a:ln w="6350">
            <a:solidFill>
              <a:srgbClr val="FFFFFF"/>
            </a:solidFill>
            <a:prstDash val="solid"/>
          </a:ln>
        </p:spPr>
      </p:sp>
      <p:sp>
        <p:nvSpPr>
          <p:cNvPr id="166" name="Text 164"/>
          <p:cNvSpPr txBox="1"/>
          <p:nvPr/>
        </p:nvSpPr>
        <p:spPr>
          <a:xfrm>
            <a:off x="10565532" y="2647758"/>
            <a:ext cx="94676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87874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910245"/>
            <a:ext cx="1536222" cy="199490"/>
          </a:xfrm>
          <a:prstGeom prst="rect">
            <a:avLst/>
          </a:prstGeom>
          <a:solidFill>
            <a:srgbClr val="2587C5"/>
          </a:solidFill>
          <a:ln w="6350">
            <a:solidFill>
              <a:srgbClr val="FFFFFF"/>
            </a:solidFill>
            <a:prstDash val="solid"/>
          </a:ln>
        </p:spPr>
      </p:sp>
      <p:sp>
        <p:nvSpPr>
          <p:cNvPr id="169" name="Text 167"/>
          <p:cNvSpPr txBox="1"/>
          <p:nvPr/>
        </p:nvSpPr>
        <p:spPr>
          <a:xfrm>
            <a:off x="8357616" y="2910245"/>
            <a:ext cx="153622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910245"/>
            <a:ext cx="488153" cy="199490"/>
          </a:xfrm>
          <a:prstGeom prst="rect">
            <a:avLst/>
          </a:prstGeom>
          <a:solidFill>
            <a:srgbClr val="8FBEE6"/>
          </a:solidFill>
          <a:ln w="6350">
            <a:solidFill>
              <a:srgbClr val="FFFFFF"/>
            </a:solidFill>
            <a:prstDash val="solid"/>
          </a:ln>
        </p:spPr>
      </p:sp>
      <p:sp>
        <p:nvSpPr>
          <p:cNvPr id="171" name="Text 169"/>
          <p:cNvSpPr txBox="1"/>
          <p:nvPr/>
        </p:nvSpPr>
        <p:spPr>
          <a:xfrm>
            <a:off x="9893838" y="2910245"/>
            <a:ext cx="48815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910245"/>
            <a:ext cx="1130306" cy="199490"/>
          </a:xfrm>
          <a:prstGeom prst="rect">
            <a:avLst/>
          </a:prstGeom>
          <a:solidFill>
            <a:srgbClr val="D9D9D9"/>
          </a:solidFill>
          <a:ln w="6350">
            <a:solidFill>
              <a:srgbClr val="FFFFFF"/>
            </a:solidFill>
            <a:prstDash val="solid"/>
          </a:ln>
        </p:spPr>
      </p:sp>
      <p:sp>
        <p:nvSpPr>
          <p:cNvPr id="173" name="Text 171"/>
          <p:cNvSpPr txBox="1"/>
          <p:nvPr/>
        </p:nvSpPr>
        <p:spPr>
          <a:xfrm>
            <a:off x="10381990" y="2910245"/>
            <a:ext cx="113030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14123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172731"/>
            <a:ext cx="1513638" cy="199490"/>
          </a:xfrm>
          <a:prstGeom prst="rect">
            <a:avLst/>
          </a:prstGeom>
          <a:solidFill>
            <a:srgbClr val="2587C5"/>
          </a:solidFill>
          <a:ln w="6350">
            <a:solidFill>
              <a:srgbClr val="FFFFFF"/>
            </a:solidFill>
            <a:prstDash val="solid"/>
          </a:ln>
        </p:spPr>
      </p:sp>
      <p:sp>
        <p:nvSpPr>
          <p:cNvPr id="176" name="Text 174"/>
          <p:cNvSpPr txBox="1"/>
          <p:nvPr/>
        </p:nvSpPr>
        <p:spPr>
          <a:xfrm>
            <a:off x="8357616" y="3172731"/>
            <a:ext cx="151363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172731"/>
            <a:ext cx="727538" cy="199490"/>
          </a:xfrm>
          <a:prstGeom prst="rect">
            <a:avLst/>
          </a:prstGeom>
          <a:solidFill>
            <a:srgbClr val="8FBEE6"/>
          </a:solidFill>
          <a:ln w="6350">
            <a:solidFill>
              <a:srgbClr val="FFFFFF"/>
            </a:solidFill>
            <a:prstDash val="solid"/>
          </a:ln>
        </p:spPr>
      </p:sp>
      <p:sp>
        <p:nvSpPr>
          <p:cNvPr id="178" name="Text 176"/>
          <p:cNvSpPr txBox="1"/>
          <p:nvPr/>
        </p:nvSpPr>
        <p:spPr>
          <a:xfrm>
            <a:off x="9871254" y="3172731"/>
            <a:ext cx="72753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172731"/>
            <a:ext cx="913503" cy="199490"/>
          </a:xfrm>
          <a:prstGeom prst="rect">
            <a:avLst/>
          </a:prstGeom>
          <a:solidFill>
            <a:srgbClr val="D9D9D9"/>
          </a:solidFill>
          <a:ln w="6350">
            <a:solidFill>
              <a:srgbClr val="FFFFFF"/>
            </a:solidFill>
            <a:prstDash val="solid"/>
          </a:ln>
        </p:spPr>
      </p:sp>
      <p:sp>
        <p:nvSpPr>
          <p:cNvPr id="180" name="Text 178"/>
          <p:cNvSpPr txBox="1"/>
          <p:nvPr/>
        </p:nvSpPr>
        <p:spPr>
          <a:xfrm>
            <a:off x="10598793" y="3172731"/>
            <a:ext cx="91350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40372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435218"/>
            <a:ext cx="1487709" cy="199490"/>
          </a:xfrm>
          <a:prstGeom prst="rect">
            <a:avLst/>
          </a:prstGeom>
          <a:solidFill>
            <a:srgbClr val="2587C5"/>
          </a:solidFill>
          <a:ln w="6350">
            <a:solidFill>
              <a:srgbClr val="FFFFFF"/>
            </a:solidFill>
            <a:prstDash val="solid"/>
          </a:ln>
        </p:spPr>
      </p:sp>
      <p:sp>
        <p:nvSpPr>
          <p:cNvPr id="183" name="Text 181"/>
          <p:cNvSpPr txBox="1"/>
          <p:nvPr/>
        </p:nvSpPr>
        <p:spPr>
          <a:xfrm>
            <a:off x="8357616" y="3435218"/>
            <a:ext cx="148770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435218"/>
            <a:ext cx="1263575" cy="199490"/>
          </a:xfrm>
          <a:prstGeom prst="rect">
            <a:avLst/>
          </a:prstGeom>
          <a:solidFill>
            <a:srgbClr val="8FBEE6"/>
          </a:solidFill>
          <a:ln w="6350">
            <a:solidFill>
              <a:srgbClr val="FFFFFF"/>
            </a:solidFill>
            <a:prstDash val="solid"/>
          </a:ln>
        </p:spPr>
      </p:sp>
      <p:sp>
        <p:nvSpPr>
          <p:cNvPr id="185" name="Text 183"/>
          <p:cNvSpPr txBox="1"/>
          <p:nvPr/>
        </p:nvSpPr>
        <p:spPr>
          <a:xfrm>
            <a:off x="9845325" y="3435218"/>
            <a:ext cx="126357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435218"/>
            <a:ext cx="403396" cy="199490"/>
          </a:xfrm>
          <a:prstGeom prst="rect">
            <a:avLst/>
          </a:prstGeom>
          <a:solidFill>
            <a:srgbClr val="D9D9D9"/>
          </a:solidFill>
          <a:ln w="6350">
            <a:solidFill>
              <a:srgbClr val="FFFFFF"/>
            </a:solidFill>
            <a:prstDash val="solid"/>
          </a:ln>
        </p:spPr>
      </p:sp>
      <p:sp>
        <p:nvSpPr>
          <p:cNvPr id="187" name="Text 185"/>
          <p:cNvSpPr txBox="1"/>
          <p:nvPr/>
        </p:nvSpPr>
        <p:spPr>
          <a:xfrm>
            <a:off x="11108900" y="3435218"/>
            <a:ext cx="40339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66620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697705"/>
            <a:ext cx="1483116" cy="199490"/>
          </a:xfrm>
          <a:prstGeom prst="rect">
            <a:avLst/>
          </a:prstGeom>
          <a:solidFill>
            <a:srgbClr val="2587C5"/>
          </a:solidFill>
          <a:ln w="6350">
            <a:solidFill>
              <a:srgbClr val="FFFFFF"/>
            </a:solidFill>
            <a:prstDash val="solid"/>
          </a:ln>
        </p:spPr>
      </p:sp>
      <p:sp>
        <p:nvSpPr>
          <p:cNvPr id="190" name="Text 188"/>
          <p:cNvSpPr txBox="1"/>
          <p:nvPr/>
        </p:nvSpPr>
        <p:spPr>
          <a:xfrm>
            <a:off x="8357616" y="3697705"/>
            <a:ext cx="148311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697705"/>
            <a:ext cx="885736" cy="199490"/>
          </a:xfrm>
          <a:prstGeom prst="rect">
            <a:avLst/>
          </a:prstGeom>
          <a:solidFill>
            <a:srgbClr val="8FBEE6"/>
          </a:solidFill>
          <a:ln w="6350">
            <a:solidFill>
              <a:srgbClr val="FFFFFF"/>
            </a:solidFill>
            <a:prstDash val="solid"/>
          </a:ln>
        </p:spPr>
      </p:sp>
      <p:sp>
        <p:nvSpPr>
          <p:cNvPr id="192" name="Text 190"/>
          <p:cNvSpPr txBox="1"/>
          <p:nvPr/>
        </p:nvSpPr>
        <p:spPr>
          <a:xfrm>
            <a:off x="9840732" y="3697705"/>
            <a:ext cx="88573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697705"/>
            <a:ext cx="785828" cy="199490"/>
          </a:xfrm>
          <a:prstGeom prst="rect">
            <a:avLst/>
          </a:prstGeom>
          <a:solidFill>
            <a:srgbClr val="D9D9D9"/>
          </a:solidFill>
          <a:ln w="6350">
            <a:solidFill>
              <a:srgbClr val="FFFFFF"/>
            </a:solidFill>
            <a:prstDash val="solid"/>
          </a:ln>
        </p:spPr>
      </p:sp>
      <p:sp>
        <p:nvSpPr>
          <p:cNvPr id="194" name="Text 192"/>
          <p:cNvSpPr txBox="1"/>
          <p:nvPr/>
        </p:nvSpPr>
        <p:spPr>
          <a:xfrm>
            <a:off x="10726468" y="3697705"/>
            <a:ext cx="78582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92869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960191"/>
            <a:ext cx="1429900" cy="199490"/>
          </a:xfrm>
          <a:prstGeom prst="rect">
            <a:avLst/>
          </a:prstGeom>
          <a:solidFill>
            <a:srgbClr val="2587C5"/>
          </a:solidFill>
          <a:ln w="6350">
            <a:solidFill>
              <a:srgbClr val="FFFFFF"/>
            </a:solidFill>
            <a:prstDash val="solid"/>
          </a:ln>
        </p:spPr>
      </p:sp>
      <p:sp>
        <p:nvSpPr>
          <p:cNvPr id="197" name="Text 195"/>
          <p:cNvSpPr txBox="1"/>
          <p:nvPr/>
        </p:nvSpPr>
        <p:spPr>
          <a:xfrm>
            <a:off x="8357616" y="3960191"/>
            <a:ext cx="1429900"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960191"/>
            <a:ext cx="450296" cy="199490"/>
          </a:xfrm>
          <a:prstGeom prst="rect">
            <a:avLst/>
          </a:prstGeom>
          <a:solidFill>
            <a:srgbClr val="8FBEE6"/>
          </a:solidFill>
          <a:ln w="6350">
            <a:solidFill>
              <a:srgbClr val="FFFFFF"/>
            </a:solidFill>
            <a:prstDash val="solid"/>
          </a:ln>
        </p:spPr>
      </p:sp>
      <p:sp>
        <p:nvSpPr>
          <p:cNvPr id="199" name="Text 197"/>
          <p:cNvSpPr txBox="1"/>
          <p:nvPr/>
        </p:nvSpPr>
        <p:spPr>
          <a:xfrm>
            <a:off x="9787516" y="3960191"/>
            <a:ext cx="45029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960191"/>
            <a:ext cx="1274484" cy="199490"/>
          </a:xfrm>
          <a:prstGeom prst="rect">
            <a:avLst/>
          </a:prstGeom>
          <a:solidFill>
            <a:srgbClr val="D9D9D9"/>
          </a:solidFill>
          <a:ln w="6350">
            <a:solidFill>
              <a:srgbClr val="FFFFFF"/>
            </a:solidFill>
            <a:prstDash val="solid"/>
          </a:ln>
        </p:spPr>
      </p:sp>
      <p:sp>
        <p:nvSpPr>
          <p:cNvPr id="201" name="Text 199"/>
          <p:cNvSpPr txBox="1"/>
          <p:nvPr/>
        </p:nvSpPr>
        <p:spPr>
          <a:xfrm>
            <a:off x="10237812" y="3960191"/>
            <a:ext cx="127448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419117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222678"/>
            <a:ext cx="1407663" cy="199490"/>
          </a:xfrm>
          <a:prstGeom prst="rect">
            <a:avLst/>
          </a:prstGeom>
          <a:solidFill>
            <a:srgbClr val="2587C5"/>
          </a:solidFill>
          <a:ln w="6350">
            <a:solidFill>
              <a:srgbClr val="FFFFFF"/>
            </a:solidFill>
            <a:prstDash val="solid"/>
          </a:ln>
        </p:spPr>
      </p:sp>
      <p:sp>
        <p:nvSpPr>
          <p:cNvPr id="204" name="Text 202"/>
          <p:cNvSpPr txBox="1"/>
          <p:nvPr/>
        </p:nvSpPr>
        <p:spPr>
          <a:xfrm>
            <a:off x="8357616" y="4222678"/>
            <a:ext cx="140766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222678"/>
            <a:ext cx="1184133" cy="199490"/>
          </a:xfrm>
          <a:prstGeom prst="rect">
            <a:avLst/>
          </a:prstGeom>
          <a:solidFill>
            <a:srgbClr val="8FBEE6"/>
          </a:solidFill>
          <a:ln w="6350">
            <a:solidFill>
              <a:srgbClr val="FFFFFF"/>
            </a:solidFill>
            <a:prstDash val="solid"/>
          </a:ln>
        </p:spPr>
      </p:sp>
      <p:sp>
        <p:nvSpPr>
          <p:cNvPr id="206" name="Text 204"/>
          <p:cNvSpPr txBox="1"/>
          <p:nvPr/>
        </p:nvSpPr>
        <p:spPr>
          <a:xfrm>
            <a:off x="9765279" y="4222678"/>
            <a:ext cx="11841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222678"/>
            <a:ext cx="562884" cy="199490"/>
          </a:xfrm>
          <a:prstGeom prst="rect">
            <a:avLst/>
          </a:prstGeom>
          <a:solidFill>
            <a:srgbClr val="D9D9D9"/>
          </a:solidFill>
          <a:ln w="6350">
            <a:solidFill>
              <a:srgbClr val="FFFFFF"/>
            </a:solidFill>
            <a:prstDash val="solid"/>
          </a:ln>
        </p:spPr>
      </p:sp>
      <p:sp>
        <p:nvSpPr>
          <p:cNvPr id="208" name="Text 206"/>
          <p:cNvSpPr txBox="1"/>
          <p:nvPr/>
        </p:nvSpPr>
        <p:spPr>
          <a:xfrm>
            <a:off x="10949412" y="4222678"/>
            <a:ext cx="56288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45366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485164"/>
            <a:ext cx="1272315" cy="199490"/>
          </a:xfrm>
          <a:prstGeom prst="rect">
            <a:avLst/>
          </a:prstGeom>
          <a:solidFill>
            <a:srgbClr val="2587C5"/>
          </a:solidFill>
          <a:ln w="6350">
            <a:solidFill>
              <a:srgbClr val="FFFFFF"/>
            </a:solidFill>
            <a:prstDash val="solid"/>
          </a:ln>
        </p:spPr>
      </p:sp>
      <p:sp>
        <p:nvSpPr>
          <p:cNvPr id="211" name="Text 209"/>
          <p:cNvSpPr txBox="1"/>
          <p:nvPr/>
        </p:nvSpPr>
        <p:spPr>
          <a:xfrm>
            <a:off x="8357616" y="4485164"/>
            <a:ext cx="127231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485164"/>
            <a:ext cx="1101342" cy="199490"/>
          </a:xfrm>
          <a:prstGeom prst="rect">
            <a:avLst/>
          </a:prstGeom>
          <a:solidFill>
            <a:srgbClr val="8FBEE6"/>
          </a:solidFill>
          <a:ln w="6350">
            <a:solidFill>
              <a:srgbClr val="FFFFFF"/>
            </a:solidFill>
            <a:prstDash val="solid"/>
          </a:ln>
        </p:spPr>
      </p:sp>
      <p:sp>
        <p:nvSpPr>
          <p:cNvPr id="213" name="Text 211"/>
          <p:cNvSpPr txBox="1"/>
          <p:nvPr/>
        </p:nvSpPr>
        <p:spPr>
          <a:xfrm>
            <a:off x="9629931" y="4485164"/>
            <a:ext cx="11013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485164"/>
            <a:ext cx="781023" cy="199490"/>
          </a:xfrm>
          <a:prstGeom prst="rect">
            <a:avLst/>
          </a:prstGeom>
          <a:solidFill>
            <a:srgbClr val="D9D9D9"/>
          </a:solidFill>
          <a:ln w="6350">
            <a:solidFill>
              <a:srgbClr val="FFFFFF"/>
            </a:solidFill>
            <a:prstDash val="solid"/>
          </a:ln>
        </p:spPr>
      </p:sp>
      <p:sp>
        <p:nvSpPr>
          <p:cNvPr id="215" name="Text 213"/>
          <p:cNvSpPr txBox="1"/>
          <p:nvPr/>
        </p:nvSpPr>
        <p:spPr>
          <a:xfrm>
            <a:off x="10731273" y="4485164"/>
            <a:ext cx="78102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71615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747651"/>
            <a:ext cx="1260841" cy="199490"/>
          </a:xfrm>
          <a:prstGeom prst="rect">
            <a:avLst/>
          </a:prstGeom>
          <a:solidFill>
            <a:srgbClr val="2587C5"/>
          </a:solidFill>
          <a:ln w="6350">
            <a:solidFill>
              <a:srgbClr val="FFFFFF"/>
            </a:solidFill>
            <a:prstDash val="solid"/>
          </a:ln>
        </p:spPr>
      </p:sp>
      <p:sp>
        <p:nvSpPr>
          <p:cNvPr id="218" name="Text 216"/>
          <p:cNvSpPr txBox="1"/>
          <p:nvPr/>
        </p:nvSpPr>
        <p:spPr>
          <a:xfrm>
            <a:off x="8357616" y="4747651"/>
            <a:ext cx="126084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747651"/>
            <a:ext cx="1210006" cy="199490"/>
          </a:xfrm>
          <a:prstGeom prst="rect">
            <a:avLst/>
          </a:prstGeom>
          <a:solidFill>
            <a:srgbClr val="8FBEE6"/>
          </a:solidFill>
          <a:ln w="6350">
            <a:solidFill>
              <a:srgbClr val="FFFFFF"/>
            </a:solidFill>
            <a:prstDash val="solid"/>
          </a:ln>
        </p:spPr>
      </p:sp>
      <p:sp>
        <p:nvSpPr>
          <p:cNvPr id="220" name="Text 218"/>
          <p:cNvSpPr txBox="1"/>
          <p:nvPr/>
        </p:nvSpPr>
        <p:spPr>
          <a:xfrm>
            <a:off x="9618457" y="4747651"/>
            <a:ext cx="121000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747651"/>
            <a:ext cx="683833" cy="199490"/>
          </a:xfrm>
          <a:prstGeom prst="rect">
            <a:avLst/>
          </a:prstGeom>
          <a:solidFill>
            <a:srgbClr val="D9D9D9"/>
          </a:solidFill>
          <a:ln w="6350">
            <a:solidFill>
              <a:srgbClr val="FFFFFF"/>
            </a:solidFill>
            <a:prstDash val="solid"/>
          </a:ln>
        </p:spPr>
      </p:sp>
      <p:sp>
        <p:nvSpPr>
          <p:cNvPr id="222" name="Text 220"/>
          <p:cNvSpPr txBox="1"/>
          <p:nvPr/>
        </p:nvSpPr>
        <p:spPr>
          <a:xfrm>
            <a:off x="10828463" y="4747651"/>
            <a:ext cx="6838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97863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5010137"/>
            <a:ext cx="1237324" cy="199490"/>
          </a:xfrm>
          <a:prstGeom prst="rect">
            <a:avLst/>
          </a:prstGeom>
          <a:solidFill>
            <a:srgbClr val="2587C5"/>
          </a:solidFill>
          <a:ln w="6350">
            <a:solidFill>
              <a:srgbClr val="FFFFFF"/>
            </a:solidFill>
            <a:prstDash val="solid"/>
          </a:ln>
        </p:spPr>
      </p:sp>
      <p:sp>
        <p:nvSpPr>
          <p:cNvPr id="225" name="Text 223"/>
          <p:cNvSpPr txBox="1"/>
          <p:nvPr/>
        </p:nvSpPr>
        <p:spPr>
          <a:xfrm>
            <a:off x="8357616" y="5010137"/>
            <a:ext cx="1237324"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5010137"/>
            <a:ext cx="995080" cy="199490"/>
          </a:xfrm>
          <a:prstGeom prst="rect">
            <a:avLst/>
          </a:prstGeom>
          <a:solidFill>
            <a:srgbClr val="8FBEE6"/>
          </a:solidFill>
          <a:ln w="6350">
            <a:solidFill>
              <a:srgbClr val="FFFFFF"/>
            </a:solidFill>
            <a:prstDash val="solid"/>
          </a:ln>
        </p:spPr>
      </p:sp>
      <p:sp>
        <p:nvSpPr>
          <p:cNvPr id="227" name="Text 225"/>
          <p:cNvSpPr txBox="1"/>
          <p:nvPr/>
        </p:nvSpPr>
        <p:spPr>
          <a:xfrm>
            <a:off x="9594940" y="5010137"/>
            <a:ext cx="99508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5010137"/>
            <a:ext cx="922276" cy="199490"/>
          </a:xfrm>
          <a:prstGeom prst="rect">
            <a:avLst/>
          </a:prstGeom>
          <a:solidFill>
            <a:srgbClr val="D9D9D9"/>
          </a:solidFill>
          <a:ln w="6350">
            <a:solidFill>
              <a:srgbClr val="FFFFFF"/>
            </a:solidFill>
            <a:prstDash val="solid"/>
          </a:ln>
        </p:spPr>
      </p:sp>
      <p:sp>
        <p:nvSpPr>
          <p:cNvPr id="229" name="Text 227"/>
          <p:cNvSpPr txBox="1"/>
          <p:nvPr/>
        </p:nvSpPr>
        <p:spPr>
          <a:xfrm>
            <a:off x="10590020" y="5010137"/>
            <a:ext cx="9222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524112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5272624"/>
            <a:ext cx="1075368" cy="199490"/>
          </a:xfrm>
          <a:prstGeom prst="rect">
            <a:avLst/>
          </a:prstGeom>
          <a:solidFill>
            <a:srgbClr val="2587C5"/>
          </a:solidFill>
          <a:ln w="6350">
            <a:solidFill>
              <a:srgbClr val="FFFFFF"/>
            </a:solidFill>
            <a:prstDash val="solid"/>
          </a:ln>
        </p:spPr>
      </p:sp>
      <p:sp>
        <p:nvSpPr>
          <p:cNvPr id="232" name="Text 230"/>
          <p:cNvSpPr txBox="1"/>
          <p:nvPr/>
        </p:nvSpPr>
        <p:spPr>
          <a:xfrm>
            <a:off x="8357616" y="5272624"/>
            <a:ext cx="107536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5272624"/>
            <a:ext cx="1647182" cy="199490"/>
          </a:xfrm>
          <a:prstGeom prst="rect">
            <a:avLst/>
          </a:prstGeom>
          <a:solidFill>
            <a:srgbClr val="8FBEE6"/>
          </a:solidFill>
          <a:ln w="6350">
            <a:solidFill>
              <a:srgbClr val="FFFFFF"/>
            </a:solidFill>
            <a:prstDash val="solid"/>
          </a:ln>
        </p:spPr>
      </p:sp>
      <p:sp>
        <p:nvSpPr>
          <p:cNvPr id="234" name="Text 232"/>
          <p:cNvSpPr txBox="1"/>
          <p:nvPr/>
        </p:nvSpPr>
        <p:spPr>
          <a:xfrm>
            <a:off x="9432984" y="5272624"/>
            <a:ext cx="164718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5272624"/>
            <a:ext cx="432131" cy="199490"/>
          </a:xfrm>
          <a:prstGeom prst="rect">
            <a:avLst/>
          </a:prstGeom>
          <a:solidFill>
            <a:srgbClr val="D9D9D9"/>
          </a:solidFill>
          <a:ln w="6350">
            <a:solidFill>
              <a:srgbClr val="FFFFFF"/>
            </a:solidFill>
            <a:prstDash val="solid"/>
          </a:ln>
        </p:spPr>
      </p:sp>
      <p:sp>
        <p:nvSpPr>
          <p:cNvPr id="236" name="Text 234"/>
          <p:cNvSpPr txBox="1"/>
          <p:nvPr/>
        </p:nvSpPr>
        <p:spPr>
          <a:xfrm>
            <a:off x="11080165" y="5272624"/>
            <a:ext cx="43213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50361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535111"/>
            <a:ext cx="898846" cy="199490"/>
          </a:xfrm>
          <a:prstGeom prst="rect">
            <a:avLst/>
          </a:prstGeom>
          <a:solidFill>
            <a:srgbClr val="2587C5"/>
          </a:solidFill>
          <a:ln w="6350">
            <a:solidFill>
              <a:srgbClr val="FFFFFF"/>
            </a:solidFill>
            <a:prstDash val="solid"/>
          </a:ln>
        </p:spPr>
      </p:sp>
      <p:sp>
        <p:nvSpPr>
          <p:cNvPr id="239" name="Text 237"/>
          <p:cNvSpPr txBox="1"/>
          <p:nvPr/>
        </p:nvSpPr>
        <p:spPr>
          <a:xfrm>
            <a:off x="8357616" y="5535111"/>
            <a:ext cx="89884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535111"/>
            <a:ext cx="1126586" cy="199490"/>
          </a:xfrm>
          <a:prstGeom prst="rect">
            <a:avLst/>
          </a:prstGeom>
          <a:solidFill>
            <a:srgbClr val="8FBEE6"/>
          </a:solidFill>
          <a:ln w="6350">
            <a:solidFill>
              <a:srgbClr val="FFFFFF"/>
            </a:solidFill>
            <a:prstDash val="solid"/>
          </a:ln>
        </p:spPr>
      </p:sp>
      <p:sp>
        <p:nvSpPr>
          <p:cNvPr id="241" name="Text 239"/>
          <p:cNvSpPr txBox="1"/>
          <p:nvPr/>
        </p:nvSpPr>
        <p:spPr>
          <a:xfrm>
            <a:off x="9256462" y="5535111"/>
            <a:ext cx="112658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535111"/>
            <a:ext cx="1129248" cy="199490"/>
          </a:xfrm>
          <a:prstGeom prst="rect">
            <a:avLst/>
          </a:prstGeom>
          <a:solidFill>
            <a:srgbClr val="D9D9D9"/>
          </a:solidFill>
          <a:ln w="6350">
            <a:solidFill>
              <a:srgbClr val="FFFFFF"/>
            </a:solidFill>
            <a:prstDash val="solid"/>
          </a:ln>
        </p:spPr>
      </p:sp>
      <p:sp>
        <p:nvSpPr>
          <p:cNvPr id="243" name="Text 241"/>
          <p:cNvSpPr txBox="1"/>
          <p:nvPr/>
        </p:nvSpPr>
        <p:spPr>
          <a:xfrm>
            <a:off x="10383048" y="5535111"/>
            <a:ext cx="112924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76609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797597"/>
            <a:ext cx="880673" cy="199490"/>
          </a:xfrm>
          <a:prstGeom prst="rect">
            <a:avLst/>
          </a:prstGeom>
          <a:solidFill>
            <a:srgbClr val="2587C5"/>
          </a:solidFill>
          <a:ln w="6350">
            <a:solidFill>
              <a:srgbClr val="FFFFFF"/>
            </a:solidFill>
            <a:prstDash val="solid"/>
          </a:ln>
        </p:spPr>
      </p:sp>
      <p:sp>
        <p:nvSpPr>
          <p:cNvPr id="246" name="Text 244"/>
          <p:cNvSpPr txBox="1"/>
          <p:nvPr/>
        </p:nvSpPr>
        <p:spPr>
          <a:xfrm>
            <a:off x="8357616" y="5797597"/>
            <a:ext cx="88067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797597"/>
            <a:ext cx="1619914" cy="199490"/>
          </a:xfrm>
          <a:prstGeom prst="rect">
            <a:avLst/>
          </a:prstGeom>
          <a:solidFill>
            <a:srgbClr val="8FBEE6"/>
          </a:solidFill>
          <a:ln w="6350">
            <a:solidFill>
              <a:srgbClr val="FFFFFF"/>
            </a:solidFill>
            <a:prstDash val="solid"/>
          </a:ln>
        </p:spPr>
      </p:sp>
      <p:sp>
        <p:nvSpPr>
          <p:cNvPr id="248" name="Text 246"/>
          <p:cNvSpPr txBox="1"/>
          <p:nvPr/>
        </p:nvSpPr>
        <p:spPr>
          <a:xfrm>
            <a:off x="9238289" y="5797597"/>
            <a:ext cx="161991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797597"/>
            <a:ext cx="654094" cy="199490"/>
          </a:xfrm>
          <a:prstGeom prst="rect">
            <a:avLst/>
          </a:prstGeom>
          <a:solidFill>
            <a:srgbClr val="D9D9D9"/>
          </a:solidFill>
          <a:ln w="6350">
            <a:solidFill>
              <a:srgbClr val="FFFFFF"/>
            </a:solidFill>
            <a:prstDash val="solid"/>
          </a:ln>
        </p:spPr>
      </p:sp>
      <p:sp>
        <p:nvSpPr>
          <p:cNvPr id="250" name="Text 248"/>
          <p:cNvSpPr txBox="1"/>
          <p:nvPr/>
        </p:nvSpPr>
        <p:spPr>
          <a:xfrm>
            <a:off x="10858202" y="5797597"/>
            <a:ext cx="65409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79080"/>
            <a:ext cx="701821"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440491"/>
            <a:ext cx="68745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667785"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963312"/>
            <a:ext cx="64275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224723"/>
            <a:ext cx="45795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486134"/>
            <a:ext cx="385898"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747545"/>
            <a:ext cx="311681"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4008956"/>
            <a:ext cx="305606"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270366"/>
            <a:ext cx="284145"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531777"/>
            <a:ext cx="231565"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793188"/>
            <a:ext cx="181969"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5054599"/>
            <a:ext cx="175356"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316010"/>
            <a:ext cx="92081"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577420"/>
            <a:ext cx="74077"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838831"/>
            <a:ext cx="54365"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6100242"/>
            <a:ext cx="16625"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7669"/>
            <a:ext cx="1280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440491"/>
            <a:ext cx="12802"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701901"/>
            <a:ext cx="17463"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963312"/>
            <a:ext cx="23577"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224723"/>
            <a:ext cx="80870"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486134"/>
            <a:ext cx="96736"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747545"/>
            <a:ext cx="101839"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4008956"/>
            <a:ext cx="166217"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270366"/>
            <a:ext cx="243625"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531777"/>
            <a:ext cx="278684"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793188"/>
            <a:ext cx="292334"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5054599"/>
            <a:ext cx="41227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316010"/>
            <a:ext cx="467168"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577420"/>
            <a:ext cx="492932"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838831"/>
            <a:ext cx="583379"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12441"/>
            <a:ext cx="111888"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73852"/>
            <a:ext cx="122544"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435262"/>
            <a:ext cx="14652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96673"/>
            <a:ext cx="194472"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958084"/>
            <a:ext cx="20512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219495"/>
            <a:ext cx="215784"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480906"/>
            <a:ext cx="239760"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742316"/>
            <a:ext cx="245088"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4003727"/>
            <a:ext cx="253080"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265138"/>
            <a:ext cx="266400"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526549"/>
            <a:ext cx="290376"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787960"/>
            <a:ext cx="295704"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5049371"/>
            <a:ext cx="33033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310781"/>
            <a:ext cx="335664"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572192"/>
            <a:ext cx="362304"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833603"/>
            <a:ext cx="383616"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6095014"/>
            <a:ext cx="383616"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12441"/>
            <a:ext cx="394272"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407592"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435262"/>
            <a:ext cx="476856"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96673"/>
            <a:ext cx="514152"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958084"/>
            <a:ext cx="514152"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219495"/>
            <a:ext cx="62604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480906"/>
            <a:ext cx="67399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742316"/>
            <a:ext cx="719280"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4003727"/>
            <a:ext cx="721944"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753912"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526549"/>
            <a:ext cx="772560"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787960"/>
            <a:ext cx="101498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5049371"/>
            <a:ext cx="104695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1201464"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572192"/>
            <a:ext cx="1379952"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833603"/>
            <a:ext cx="1691640"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443984"/>
          </a:xfrm>
          <a:prstGeom prst="rect">
            <a:avLst/>
          </a:prstGeom>
          <a:solidFill>
            <a:srgbClr val="0B2C4A"/>
          </a:solidFill>
          <a:ln/>
        </p:spPr>
      </p:sp>
      <p:sp>
        <p:nvSpPr>
          <p:cNvPr id="144" name="Shape 142"/>
          <p:cNvSpPr/>
          <p:nvPr/>
        </p:nvSpPr>
        <p:spPr>
          <a:xfrm>
            <a:off x="8956397"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2026-10-27T17:13:13Z</dcterms:created>
  <dcterms:modified xsi:type="dcterms:W3CDTF">2026-10-27T17:13:13Z</dcterms:modified>
</cp:coreProperties>
</file>