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52.3</c:v>
                </c:pt>
                <c:pt idx="1">
                  <c:v>51.7</c:v>
                </c:pt>
                <c:pt idx="2">
                  <c:v>53.3</c:v>
                </c:pt>
                <c:pt idx="3">
                  <c:v>51.8</c:v>
                </c:pt>
                <c:pt idx="4">
                  <c:v>53.6</c:v>
                </c:pt>
                <c:pt idx="5">
                  <c:v>53.4</c:v>
                </c:pt>
                <c:pt idx="6">
                  <c:v>52.4</c:v>
                </c:pt>
                <c:pt idx="7">
                  <c:v>53.1</c:v>
                </c:pt>
                <c:pt idx="8">
                  <c:v>50.7</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56"/>
          <c:min val="48"/>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52.3</c:v>
                </c:pt>
                <c:pt idx="1">
                  <c:v>51.7</c:v>
                </c:pt>
                <c:pt idx="2">
                  <c:v>53.3</c:v>
                </c:pt>
                <c:pt idx="3">
                  <c:v/>
                </c:pt>
                <c:pt idx="4">
                  <c:v/>
                </c:pt>
                <c:pt idx="5">
                  <c:v>53.4</c:v>
                </c:pt>
                <c:pt idx="6">
                  <c:v/>
                </c:pt>
                <c:pt idx="7">
                  <c:v/>
                </c:pt>
                <c:pt idx="8">
                  <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56"/>
          <c:min val="48"/>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51.8</c:v>
                </c:pt>
                <c:pt idx="4">
                  <c:v>53.6</c:v>
                </c:pt>
                <c:pt idx="5">
                  <c:v/>
                </c:pt>
                <c:pt idx="6">
                  <c:v>52.4</c:v>
                </c:pt>
                <c:pt idx="7">
                  <c:v>53.1</c:v>
                </c:pt>
                <c:pt idx="8">
                  <c:v>50.7</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56"/>
          <c:min val="48"/>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52.5</c:v>
                </c:pt>
                <c:pt idx="4">
                  <c:v>53.9</c:v>
                </c:pt>
                <c:pt idx="5">
                  <c:v/>
                </c:pt>
                <c:pt idx="6">
                  <c:v>52.8</c:v>
                </c:pt>
                <c:pt idx="7">
                  <c:v>53.4</c:v>
                </c:pt>
                <c:pt idx="8">
                  <c:v>53.4</c:v>
                </c:pt>
                <c:pt idx="9">
                  <c:v/>
                </c:pt>
                <c:pt idx="10">
                  <c:v>54.1</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56"/>
          <c:min val="48"/>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51.3</c:v>
                </c:pt>
                <c:pt idx="1">
                  <c:v>51.4</c:v>
                </c:pt>
                <c:pt idx="2">
                  <c:v>52.8</c:v>
                </c:pt>
                <c:pt idx="3">
                  <c:v/>
                </c:pt>
                <c:pt idx="4">
                  <c:v/>
                </c:pt>
                <c:pt idx="5">
                  <c:v>53.3</c:v>
                </c:pt>
                <c:pt idx="6">
                  <c:v/>
                </c:pt>
                <c:pt idx="7">
                  <c:v/>
                </c:pt>
                <c:pt idx="8">
                  <c:v/>
                </c:pt>
                <c:pt idx="9">
                  <c:v>52.6</c:v>
                </c:pt>
                <c:pt idx="10">
                  <c:v/>
                </c:pt>
                <c:pt idx="11">
                  <c:v>52</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56"/>
          <c:min val="48"/>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51.3</c:v>
                </c:pt>
                <c:pt idx="1">
                  <c:v>51.4</c:v>
                </c:pt>
                <c:pt idx="2">
                  <c:v>52.8</c:v>
                </c:pt>
                <c:pt idx="3">
                  <c:v>52.5</c:v>
                </c:pt>
                <c:pt idx="4">
                  <c:v>53.9</c:v>
                </c:pt>
                <c:pt idx="5">
                  <c:v>53.3</c:v>
                </c:pt>
                <c:pt idx="6">
                  <c:v>52.8</c:v>
                </c:pt>
                <c:pt idx="7">
                  <c:v>53.4</c:v>
                </c:pt>
                <c:pt idx="8">
                  <c:v>53.4</c:v>
                </c:pt>
                <c:pt idx="9">
                  <c:v>52.6</c:v>
                </c:pt>
                <c:pt idx="10">
                  <c:v>54.1</c:v>
                </c:pt>
                <c:pt idx="11">
                  <c:v>52</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56"/>
          <c:min val="48"/>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Labor sale by pay type, Jan-Sep by close month. Same-store, INEOS excluded. GMC Prescott body shop labor types excluded. Jan-Sep 2026 shares of labor sale; sorted by customer-pay share. Bar labels are percent of labor sale; every value is also listed here.
HONDA SPOKANE: CP 70.3%, W 8.0%, I 21.6%
TOYOTA SPOKANE: CP 65.3%, W 15.5%, I 19.2%
TOYOTA FLAGSTAFF: CP 65.1%, W 11.2%, I 23.7%
HONDA FLAGSTAFF: CP 65.1%, W 11.9%, I 23.0%
LR LV: CP 64.9%, W 25.2%, I 10.0%
VOLVO: CP 62.9%, W 23.1%, I 14.0%
LR RENO: CP 61.5%, W 17.2%, I 21.3%
TOYOTA PRESCOTT: CP 60.5%, W 13.8%, I 25.8%
AUDI RENO: CP 59.7%, W 29.1%, I 11.2%
CDJR POST FALLS: CP 59.5%, W 23.6%, I 16.9%
NISSAN: CP 59.4%, W 17.7%, I 22.9%
SUBARU ST GEORGE: CP 59.0%, W 23.5%, I 17.5%
SUBARU LV: CP 58.0%, W 24.2%, I 17.7%
HONDA NORTH: CP 57.9%, W 13.5%, I 28.6%
TOYOTA HENDERSON: CP 57.3%, W 14.8%, I 27.9%
MAZDA: CP 56.6%, W 12.4%, I 31.0%
HONDA HENDERSON: CP 56.6%, W 10.2%, I 33.3%
VW ST GEORGE: CP 55.8%, W 31.0%, I 13.2%
LR HENDERSON: CP 55.3%, W 20.2%, I 24.5%
LEXUS: CP 54.5%, W 13.1%, I 32.4%
SUBARU PRESCOTT: CP 50.8%, W 19.2%, I 30.0%
ACURA: CP 48.7%, W 15.5%, I 35.8%
GMC PRESCOTT: CP 48.0%, W 23.1%, I 29.0%
VW HENDERSON: CP 47.2%, W 40.1%, I 12.8%
CHEVY LV: CP 47.0%, W 28.1%, I 24.9%
CHEVY GMC BULLHEAD: CP 45.3%, W 14.3%, I 40.4%
LINCOLN: CP 44.6%, W 37.5%, I 17.8%
HYUNDAI ST GEORGE: CP 40.3%, W 34.9%, I 24.8%
KIA ST GEORGE: CP 40.0%, W 38.4%, I 21.7%
KIA LV: CP 39.2%, W 31.5%, I 29.2%
AUDI HENDERSON: CP 34.1%, W 52.2%, I 13.7%
HYUNDAI PRESCOTT: CP 28.5%, W 35.7%, I 35.8%
CADILLAC: CP 27.9%, W 51.3%, I 20.7%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Labor sale by pay type, Jan-Sep by close month. Same-store, INEOS excluded. GMC Prescott body shop labor types excluded. Customer-pay labor sale / total labor sale (customer pay + warranty + internal). YTD from YTD totals, not the mean of months. Store rows reconcile to the group on every input, both years. 2025 shown January-December; October-December pulled Oct 22 on the same basis (chart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Labor sale by pay type, Jan-Sep by close month. Same-store, INEOS excluded. GMC Prescott body shop labor types excluded. Change in Customer Pay Share of Labor Sale,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Labor sale by pay type, Jan-Sep by close month. Same-store, INEOS excluded. GMC Prescott body shop labor types excluded. Customer-pay labor sale / total labor sale (customer pay + warranty + internal). Top and bottom five stores by change in Customer Pay Share of Labor Sale, Jan-Sep 2026 vs 2025. Moving now: Jul-Sep 2026 vs Jan-Mar 2026, each store against itself; the group moved −0.3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Customer-pay labor sale by op code description, Jan-Sep. Same-store, INEOS excluded. GMC Prescott body shop labor types excluded. Maintenance = descriptions naming oil and filter, rotation, brake pads, rotors and brake service, scheduled/interval/mileage service, OEM care plans, alignment, balance, fluid exchanges and flushes, fuel induction, transmission/differential/transfer case/coolant service, spark plugs, filters, wipers, multi-point inspection, timing belt, BG and refresh services, smog/emissions inspection, fluid services, tune-ups, tire promotions (buy 3 get 1), CVT, EGR, 4x4, AWD, intermediate and transmission services, and any coolant replacement or change. Repair = repair, replace, R&amp;R, diagnosis, leak, noise, inoperative, check engine, warning light, struts, shocks, alternator, starter, water pump, reseal, gasket, calibration, overhaul, engine light, drive belt, belt and hose kit. Descriptions that are only a placeholder (exactly MISC, DEFAULT, STANDARD, GENERAL, GENERAL REPAIR, CUSTOMER STATES, GENERAL CONCERN, ADD DESCRIPTION, TELL US MORE and similar) are left unclassified; a placeholder followed by real detail is classified by that detail.
HONDA HENDERSON: M 71.2%, R 24.6%, U 4.2%
TOYOTA PRESCOTT: M 69.4%, R 25.1%, U 5.5%
TOYOTA HENDERSON: M 68.0%, R 24.7%, U 7.3%
LEXUS: M 67.1%, R 22.0%, U 10.9%
HONDA FLAGSTAFF: M 66.4%, R 25.5%, U 8.1%
HONDA NORTH: M 65.9%, R 29.5%, U 4.6%
MAZDA: M 63.9%, R 21.3%, U 14.8%
ACURA: M 62.0%, R 25.6%, U 12.4%
TOYOTA FLAGSTAFF: M 61.6%, R 13.1%, U 25.3%
TOYOTA SPOKANE: M 60.0%, R 26.4%, U 13.6%
KIA LV: M 59.7%, R 31.1%, U 9.2%
SUBARU PRESCOTT: M 59.2%, R 1.5%, U 39.3%
SUBARU ST GEORGE: M 59.0%, R 26.6%, U 14.4%
LR HENDERSON: M 58.8%, R 32.2%, U 9.0%
HYUNDAI ST GEORGE: M 58.3%, R 18.2%, U 23.5%
HYUNDAI PRESCOTT: M 56.8%, R 23.9%, U 19.3%
LR RENO: M 56.8%, R 23.9%, U 19.3%
SUBARU LV: M 55.1%, R 35.4%, U 9.5%
KIA ST GEORGE: M 55.1%, R 29.6%, U 15.3%
HONDA SPOKANE: M 48.6%, R 41.4%, U 10.0%
VOLVO: M 43.9%, R 41.7%, U 14.4%
LR LV: M 43.0%, R 30.0%, U 27.0%
LINCOLN: M 42.8%, R 28.9%, U 28.3%
VW HENDERSON: M 41.0%, R 51.3%, U 7.7%
CHEVY LV: M 40.6%, R 48.3%, U 11.1%
NISSAN: M 40.2%, R 41.9%, U 17.9%
CHEVY GMC BULLHEAD: M 38.4%, R 32.6%, U 29.0%
AUDI HENDERSON: M 35.1%, R 37.8%, U 27.1%
GMC PRESCOTT: M 33.9%, R 2.6%, U 63.5%
CADILLAC: M 32.8%, R 54.6%, U 12.6%
AUDI RENO: M 32.2%, R 29.7%, U 38.1%
VW ST GEORGE: M 27.5%, R 27.4%, U 45.1%
CDJR POST FALLS: M 26.5%, R 21.7%, U 51.8%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Customer-pay labor sale by op code description, Jan-Sep. Same-store, INEOS excluded. GMC Prescott body shop labor types excluded. Share of CP labor sale whose op code description matches neither the maintenance nor the repair rules, Jan-Sep 2026. Lower is better: green at or below the group, red above. Maintenance = descriptions naming oil and filter, rotation, brake pads, rotors and brake service, scheduled/interval/mileage service, OEM care plans, alignment, balance, fluid exchanges and flushes, fuel induction, transmission/differential/transfer case/coolant service, spark plugs, filters, wipers, multi-point inspection, timing belt, BG and refresh services, smog/emissions inspection, fluid services, tune-ups, tire promotions (buy 3 get 1), CVT, EGR, 4x4, AWD, intermediate and transmission services, and any coolant replacement or change. Repair = repair, replace, R&amp;R, diagnosis, leak, noise, inoperative, check engine, warning light, struts, shocks, alternator, starter, water pump, reseal, gasket, calibration, overhaul, engine light, drive belt, belt and hose kit. Descriptions that are only a placeholder (exactly MISC, DEFAULT, STANDARD, GENERAL, GENERAL REPAIR, CUSTOMER STATES, GENERAL CONCERN, ADD DESCRIPTION, TELL US MORE and similar) are left unclassified; a placeholder followed by real detail is classified by that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chart" Target="/ppt/charts/chart5.xml"/><Relationship Id="rId6" Type="http://schemas.openxmlformats.org/officeDocument/2006/relationships/chart" Target="/ppt/charts/chart6.xml"/><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121408"/>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487168"/>
            <a:ext cx="10789920" cy="1188720"/>
          </a:xfrm>
          <a:prstGeom prst="rect">
            <a:avLst/>
          </a:prstGeom>
          <a:noFill/>
          <a:ln/>
        </p:spPr>
        <p:txBody>
          <a:bodyPr wrap="none" lIns="0" tIns="0" rIns="0" bIns="0" rtlCol="0" anchor="ctr"/>
          <a:lstStyle/>
          <a:p>
            <a:pPr indent="0" marL="0">
              <a:buNone/>
            </a:pPr>
            <a:r>
              <a:rPr lang="en-US" sz="7600" b="1" dirty="0">
                <a:solidFill>
                  <a:srgbClr val="1A1A1A"/>
                </a:solidFill>
                <a:latin typeface="Inter" pitchFamily="34" charset="0"/>
                <a:ea typeface="Inter" pitchFamily="34" charset="-122"/>
                <a:cs typeface="Inter" pitchFamily="34" charset="-120"/>
              </a:rPr>
              <a:t>Labor Mix</a:t>
            </a:r>
            <a:endParaRPr lang="en-US" sz="7600" dirty="0"/>
          </a:p>
        </p:txBody>
      </p:sp>
      <p:sp>
        <p:nvSpPr>
          <p:cNvPr id="4" name="Text 2"/>
          <p:cNvSpPr txBox="1"/>
          <p:nvPr/>
        </p:nvSpPr>
        <p:spPr>
          <a:xfrm>
            <a:off x="694944" y="376732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Pay type   ·   Work type   ·   Op code descriptions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Labor Sale by Pay Type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201168" cy="201168"/>
          </a:xfrm>
          <a:prstGeom prst="rect">
            <a:avLst/>
          </a:prstGeom>
          <a:solidFill>
            <a:srgbClr val="2587C5"/>
          </a:solidFill>
          <a:ln/>
        </p:spPr>
      </p:sp>
      <p:sp>
        <p:nvSpPr>
          <p:cNvPr id="7" name="Text 5"/>
          <p:cNvSpPr txBox="1"/>
          <p:nvPr/>
        </p:nvSpPr>
        <p:spPr>
          <a:xfrm>
            <a:off x="93268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Customer pay %</a:t>
            </a:r>
            <a:endParaRPr lang="en-US" sz="1400" dirty="0"/>
          </a:p>
        </p:txBody>
      </p:sp>
      <p:sp>
        <p:nvSpPr>
          <p:cNvPr id="8" name="Shape 6"/>
          <p:cNvSpPr/>
          <p:nvPr/>
        </p:nvSpPr>
        <p:spPr>
          <a:xfrm>
            <a:off x="2624328" y="1371600"/>
            <a:ext cx="201168" cy="201168"/>
          </a:xfrm>
          <a:prstGeom prst="rect">
            <a:avLst/>
          </a:prstGeom>
          <a:solidFill>
            <a:srgbClr val="8FBEE6"/>
          </a:solidFill>
          <a:ln/>
        </p:spPr>
      </p:sp>
      <p:sp>
        <p:nvSpPr>
          <p:cNvPr id="9" name="Text 7"/>
          <p:cNvSpPr txBox="1"/>
          <p:nvPr/>
        </p:nvSpPr>
        <p:spPr>
          <a:xfrm>
            <a:off x="289864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Warranty %</a:t>
            </a:r>
            <a:endParaRPr lang="en-US" sz="1400" dirty="0"/>
          </a:p>
        </p:txBody>
      </p:sp>
      <p:sp>
        <p:nvSpPr>
          <p:cNvPr id="10" name="Shape 8"/>
          <p:cNvSpPr/>
          <p:nvPr/>
        </p:nvSpPr>
        <p:spPr>
          <a:xfrm>
            <a:off x="4590288" y="1371600"/>
            <a:ext cx="201168" cy="201168"/>
          </a:xfrm>
          <a:prstGeom prst="rect">
            <a:avLst/>
          </a:prstGeom>
          <a:solidFill>
            <a:srgbClr val="D9D9D9"/>
          </a:solidFill>
          <a:ln/>
        </p:spPr>
      </p:sp>
      <p:sp>
        <p:nvSpPr>
          <p:cNvPr id="11" name="Text 9"/>
          <p:cNvSpPr txBox="1"/>
          <p:nvPr/>
        </p:nvSpPr>
        <p:spPr>
          <a:xfrm>
            <a:off x="486460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Internal %</a:t>
            </a:r>
            <a:endParaRPr lang="en-US" sz="1400" dirty="0"/>
          </a:p>
        </p:txBody>
      </p:sp>
      <p:sp>
        <p:nvSpPr>
          <p:cNvPr id="12" name="Shape 10"/>
          <p:cNvSpPr/>
          <p:nvPr/>
        </p:nvSpPr>
        <p:spPr>
          <a:xfrm>
            <a:off x="6675120" y="1298448"/>
            <a:ext cx="4855464" cy="384048"/>
          </a:xfrm>
          <a:prstGeom prst="rect">
            <a:avLst/>
          </a:prstGeom>
          <a:solidFill>
            <a:srgbClr val="EDF4FA"/>
          </a:solidFill>
          <a:ln/>
        </p:spPr>
      </p:sp>
      <p:sp>
        <p:nvSpPr>
          <p:cNvPr id="13" name="Text 11"/>
          <p:cNvSpPr txBox="1"/>
          <p:nvPr/>
        </p:nvSpPr>
        <p:spPr>
          <a:xfrm>
            <a:off x="6766560" y="1298448"/>
            <a:ext cx="914400" cy="38404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14" name="Shape 12"/>
          <p:cNvSpPr/>
          <p:nvPr/>
        </p:nvSpPr>
        <p:spPr>
          <a:xfrm>
            <a:off x="7726680" y="1344168"/>
            <a:ext cx="1948645" cy="292608"/>
          </a:xfrm>
          <a:prstGeom prst="rect">
            <a:avLst/>
          </a:prstGeom>
          <a:solidFill>
            <a:srgbClr val="2587C5"/>
          </a:solidFill>
          <a:ln w="6350">
            <a:solidFill>
              <a:srgbClr val="FFFFFF"/>
            </a:solidFill>
            <a:prstDash val="solid"/>
          </a:ln>
        </p:spPr>
      </p:sp>
      <p:sp>
        <p:nvSpPr>
          <p:cNvPr id="15" name="Text 13"/>
          <p:cNvSpPr txBox="1"/>
          <p:nvPr/>
        </p:nvSpPr>
        <p:spPr>
          <a:xfrm>
            <a:off x="7726680" y="1344168"/>
            <a:ext cx="1948645" cy="292608"/>
          </a:xfrm>
          <a:prstGeom prst="rect">
            <a:avLst/>
          </a:prstGeom>
          <a:noFill/>
          <a:ln/>
        </p:spPr>
        <p:txBody>
          <a:bodyPr wrap="non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52</a:t>
            </a:r>
            <a:endParaRPr lang="en-US" sz="1400" dirty="0"/>
          </a:p>
        </p:txBody>
      </p:sp>
      <p:sp>
        <p:nvSpPr>
          <p:cNvPr id="16" name="Shape 14"/>
          <p:cNvSpPr/>
          <p:nvPr/>
        </p:nvSpPr>
        <p:spPr>
          <a:xfrm>
            <a:off x="9675325" y="1344168"/>
            <a:ext cx="882937" cy="292608"/>
          </a:xfrm>
          <a:prstGeom prst="rect">
            <a:avLst/>
          </a:prstGeom>
          <a:solidFill>
            <a:srgbClr val="8FBEE6"/>
          </a:solidFill>
          <a:ln w="6350">
            <a:solidFill>
              <a:srgbClr val="FFFFFF"/>
            </a:solidFill>
            <a:prstDash val="solid"/>
          </a:ln>
        </p:spPr>
      </p:sp>
      <p:sp>
        <p:nvSpPr>
          <p:cNvPr id="17" name="Text 15"/>
          <p:cNvSpPr txBox="1"/>
          <p:nvPr/>
        </p:nvSpPr>
        <p:spPr>
          <a:xfrm>
            <a:off x="9675325" y="1344168"/>
            <a:ext cx="882937" cy="292608"/>
          </a:xfrm>
          <a:prstGeom prst="rect">
            <a:avLst/>
          </a:prstGeom>
          <a:noFill/>
          <a:ln/>
        </p:spPr>
        <p:txBody>
          <a:bodyPr wrap="none" lIns="0" tIns="0" rIns="0" bIns="0" rtlCol="0" anchor="ctr"/>
          <a:lstStyle/>
          <a:p>
            <a:pPr algn="ctr" indent="0" marL="0">
              <a:buNone/>
            </a:pPr>
            <a:r>
              <a:rPr lang="en-US" sz="1400" b="1" dirty="0">
                <a:solidFill>
                  <a:srgbClr val="1A1A1A"/>
                </a:solidFill>
                <a:latin typeface="Inter" pitchFamily="34" charset="0"/>
                <a:ea typeface="Inter" pitchFamily="34" charset="-122"/>
                <a:cs typeface="Inter" pitchFamily="34" charset="-120"/>
              </a:rPr>
              <a:t>24</a:t>
            </a:r>
            <a:endParaRPr lang="en-US" sz="1400" dirty="0"/>
          </a:p>
        </p:txBody>
      </p:sp>
      <p:sp>
        <p:nvSpPr>
          <p:cNvPr id="18" name="Shape 16"/>
          <p:cNvSpPr/>
          <p:nvPr/>
        </p:nvSpPr>
        <p:spPr>
          <a:xfrm>
            <a:off x="10558262" y="1344168"/>
            <a:ext cx="880882" cy="292608"/>
          </a:xfrm>
          <a:prstGeom prst="rect">
            <a:avLst/>
          </a:prstGeom>
          <a:solidFill>
            <a:srgbClr val="D9D9D9"/>
          </a:solidFill>
          <a:ln w="6350">
            <a:solidFill>
              <a:srgbClr val="FFFFFF"/>
            </a:solidFill>
            <a:prstDash val="solid"/>
          </a:ln>
        </p:spPr>
      </p:sp>
      <p:sp>
        <p:nvSpPr>
          <p:cNvPr id="19" name="Text 17"/>
          <p:cNvSpPr txBox="1"/>
          <p:nvPr/>
        </p:nvSpPr>
        <p:spPr>
          <a:xfrm>
            <a:off x="10558262" y="1344168"/>
            <a:ext cx="880882" cy="292608"/>
          </a:xfrm>
          <a:prstGeom prst="rect">
            <a:avLst/>
          </a:prstGeom>
          <a:noFill/>
          <a:ln/>
        </p:spPr>
        <p:txBody>
          <a:bodyPr wrap="none" lIns="0" tIns="0" rIns="0" bIns="0" rtlCol="0" anchor="ctr"/>
          <a:lstStyle/>
          <a:p>
            <a:pPr algn="ctr" indent="0" marL="0">
              <a:buNone/>
            </a:pPr>
            <a:r>
              <a:rPr lang="en-US" sz="1400" b="1" dirty="0">
                <a:solidFill>
                  <a:srgbClr val="1A1A1A"/>
                </a:solidFill>
                <a:latin typeface="Inter" pitchFamily="34" charset="0"/>
                <a:ea typeface="Inter" pitchFamily="34" charset="-122"/>
                <a:cs typeface="Inter" pitchFamily="34" charset="-120"/>
              </a:rPr>
              <a:t>24</a:t>
            </a:r>
            <a:endParaRPr lang="en-US" sz="1400" dirty="0"/>
          </a:p>
        </p:txBody>
      </p:sp>
      <p:sp>
        <p:nvSpPr>
          <p:cNvPr id="20" name="Text 18"/>
          <p:cNvSpPr txBox="1"/>
          <p:nvPr/>
        </p:nvSpPr>
        <p:spPr>
          <a:xfrm>
            <a:off x="658368" y="1828800"/>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21" name="Shape 19"/>
          <p:cNvSpPr/>
          <p:nvPr/>
        </p:nvSpPr>
        <p:spPr>
          <a:xfrm>
            <a:off x="2807208" y="1857717"/>
            <a:ext cx="2219218" cy="183138"/>
          </a:xfrm>
          <a:prstGeom prst="rect">
            <a:avLst/>
          </a:prstGeom>
          <a:solidFill>
            <a:srgbClr val="2587C5"/>
          </a:solidFill>
          <a:ln w="6350">
            <a:solidFill>
              <a:srgbClr val="FFFFFF"/>
            </a:solidFill>
            <a:prstDash val="solid"/>
          </a:ln>
        </p:spPr>
      </p:sp>
      <p:sp>
        <p:nvSpPr>
          <p:cNvPr id="22" name="Text 20"/>
          <p:cNvSpPr txBox="1"/>
          <p:nvPr/>
        </p:nvSpPr>
        <p:spPr>
          <a:xfrm>
            <a:off x="2807208" y="1857717"/>
            <a:ext cx="221921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70</a:t>
            </a:r>
            <a:endParaRPr lang="en-US" sz="1300" dirty="0"/>
          </a:p>
        </p:txBody>
      </p:sp>
      <p:sp>
        <p:nvSpPr>
          <p:cNvPr id="23" name="Shape 21"/>
          <p:cNvSpPr/>
          <p:nvPr/>
        </p:nvSpPr>
        <p:spPr>
          <a:xfrm>
            <a:off x="5026426" y="1857717"/>
            <a:ext cx="252542" cy="183138"/>
          </a:xfrm>
          <a:prstGeom prst="rect">
            <a:avLst/>
          </a:prstGeom>
          <a:solidFill>
            <a:srgbClr val="8FBEE6"/>
          </a:solidFill>
          <a:ln w="6350">
            <a:solidFill>
              <a:srgbClr val="FFFFFF"/>
            </a:solidFill>
            <a:prstDash val="solid"/>
          </a:ln>
        </p:spPr>
      </p:sp>
      <p:sp>
        <p:nvSpPr>
          <p:cNvPr id="24" name="Text 22"/>
          <p:cNvSpPr txBox="1"/>
          <p:nvPr/>
        </p:nvSpPr>
        <p:spPr>
          <a:xfrm>
            <a:off x="5026426" y="1857717"/>
            <a:ext cx="252542"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8</a:t>
            </a:r>
            <a:endParaRPr lang="en-US" sz="1300" dirty="0"/>
          </a:p>
        </p:txBody>
      </p:sp>
      <p:sp>
        <p:nvSpPr>
          <p:cNvPr id="25" name="Shape 23"/>
          <p:cNvSpPr/>
          <p:nvPr/>
        </p:nvSpPr>
        <p:spPr>
          <a:xfrm>
            <a:off x="5278968" y="1857717"/>
            <a:ext cx="682920" cy="183138"/>
          </a:xfrm>
          <a:prstGeom prst="rect">
            <a:avLst/>
          </a:prstGeom>
          <a:solidFill>
            <a:srgbClr val="D9D9D9"/>
          </a:solidFill>
          <a:ln w="6350">
            <a:solidFill>
              <a:srgbClr val="FFFFFF"/>
            </a:solidFill>
            <a:prstDash val="solid"/>
          </a:ln>
        </p:spPr>
      </p:sp>
      <p:sp>
        <p:nvSpPr>
          <p:cNvPr id="26" name="Text 24"/>
          <p:cNvSpPr txBox="1"/>
          <p:nvPr/>
        </p:nvSpPr>
        <p:spPr>
          <a:xfrm>
            <a:off x="5278968" y="1857717"/>
            <a:ext cx="68292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22</a:t>
            </a:r>
            <a:endParaRPr lang="en-US" sz="1300" dirty="0"/>
          </a:p>
        </p:txBody>
      </p:sp>
      <p:sp>
        <p:nvSpPr>
          <p:cNvPr id="27" name="Text 25"/>
          <p:cNvSpPr txBox="1"/>
          <p:nvPr/>
        </p:nvSpPr>
        <p:spPr>
          <a:xfrm>
            <a:off x="658368" y="2069771"/>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28" name="Shape 26"/>
          <p:cNvSpPr/>
          <p:nvPr/>
        </p:nvSpPr>
        <p:spPr>
          <a:xfrm>
            <a:off x="2807208" y="2098688"/>
            <a:ext cx="2060840" cy="183138"/>
          </a:xfrm>
          <a:prstGeom prst="rect">
            <a:avLst/>
          </a:prstGeom>
          <a:solidFill>
            <a:srgbClr val="2587C5"/>
          </a:solidFill>
          <a:ln w="6350">
            <a:solidFill>
              <a:srgbClr val="FFFFFF"/>
            </a:solidFill>
            <a:prstDash val="solid"/>
          </a:ln>
        </p:spPr>
      </p:sp>
      <p:sp>
        <p:nvSpPr>
          <p:cNvPr id="29" name="Text 27"/>
          <p:cNvSpPr txBox="1"/>
          <p:nvPr/>
        </p:nvSpPr>
        <p:spPr>
          <a:xfrm>
            <a:off x="2807208" y="2098688"/>
            <a:ext cx="206084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65</a:t>
            </a:r>
            <a:endParaRPr lang="en-US" sz="1300" dirty="0"/>
          </a:p>
        </p:txBody>
      </p:sp>
      <p:sp>
        <p:nvSpPr>
          <p:cNvPr id="30" name="Shape 28"/>
          <p:cNvSpPr/>
          <p:nvPr/>
        </p:nvSpPr>
        <p:spPr>
          <a:xfrm>
            <a:off x="4868048" y="2098688"/>
            <a:ext cx="489573" cy="183138"/>
          </a:xfrm>
          <a:prstGeom prst="rect">
            <a:avLst/>
          </a:prstGeom>
          <a:solidFill>
            <a:srgbClr val="8FBEE6"/>
          </a:solidFill>
          <a:ln w="6350">
            <a:solidFill>
              <a:srgbClr val="FFFFFF"/>
            </a:solidFill>
            <a:prstDash val="solid"/>
          </a:ln>
        </p:spPr>
      </p:sp>
      <p:sp>
        <p:nvSpPr>
          <p:cNvPr id="31" name="Text 29"/>
          <p:cNvSpPr txBox="1"/>
          <p:nvPr/>
        </p:nvSpPr>
        <p:spPr>
          <a:xfrm>
            <a:off x="4868048" y="2098688"/>
            <a:ext cx="48957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16</a:t>
            </a:r>
            <a:endParaRPr lang="en-US" sz="1300" dirty="0"/>
          </a:p>
        </p:txBody>
      </p:sp>
      <p:sp>
        <p:nvSpPr>
          <p:cNvPr id="32" name="Shape 30"/>
          <p:cNvSpPr/>
          <p:nvPr/>
        </p:nvSpPr>
        <p:spPr>
          <a:xfrm>
            <a:off x="5357621" y="2098688"/>
            <a:ext cx="604267" cy="183138"/>
          </a:xfrm>
          <a:prstGeom prst="rect">
            <a:avLst/>
          </a:prstGeom>
          <a:solidFill>
            <a:srgbClr val="D9D9D9"/>
          </a:solidFill>
          <a:ln w="6350">
            <a:solidFill>
              <a:srgbClr val="FFFFFF"/>
            </a:solidFill>
            <a:prstDash val="solid"/>
          </a:ln>
        </p:spPr>
      </p:sp>
      <p:sp>
        <p:nvSpPr>
          <p:cNvPr id="33" name="Text 31"/>
          <p:cNvSpPr txBox="1"/>
          <p:nvPr/>
        </p:nvSpPr>
        <p:spPr>
          <a:xfrm>
            <a:off x="5357621" y="2098688"/>
            <a:ext cx="604267"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19</a:t>
            </a:r>
            <a:endParaRPr lang="en-US" sz="1300" dirty="0"/>
          </a:p>
        </p:txBody>
      </p:sp>
      <p:sp>
        <p:nvSpPr>
          <p:cNvPr id="34" name="Text 32"/>
          <p:cNvSpPr txBox="1"/>
          <p:nvPr/>
        </p:nvSpPr>
        <p:spPr>
          <a:xfrm>
            <a:off x="658368" y="2310743"/>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35" name="Shape 33"/>
          <p:cNvSpPr/>
          <p:nvPr/>
        </p:nvSpPr>
        <p:spPr>
          <a:xfrm>
            <a:off x="2807208" y="2339659"/>
            <a:ext cx="2054762" cy="183138"/>
          </a:xfrm>
          <a:prstGeom prst="rect">
            <a:avLst/>
          </a:prstGeom>
          <a:solidFill>
            <a:srgbClr val="2587C5"/>
          </a:solidFill>
          <a:ln w="6350">
            <a:solidFill>
              <a:srgbClr val="FFFFFF"/>
            </a:solidFill>
            <a:prstDash val="solid"/>
          </a:ln>
        </p:spPr>
      </p:sp>
      <p:sp>
        <p:nvSpPr>
          <p:cNvPr id="36" name="Text 34"/>
          <p:cNvSpPr txBox="1"/>
          <p:nvPr/>
        </p:nvSpPr>
        <p:spPr>
          <a:xfrm>
            <a:off x="2807208" y="2339659"/>
            <a:ext cx="2054762"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65</a:t>
            </a:r>
            <a:endParaRPr lang="en-US" sz="1300" dirty="0"/>
          </a:p>
        </p:txBody>
      </p:sp>
      <p:sp>
        <p:nvSpPr>
          <p:cNvPr id="37" name="Shape 35"/>
          <p:cNvSpPr/>
          <p:nvPr/>
        </p:nvSpPr>
        <p:spPr>
          <a:xfrm>
            <a:off x="4861970" y="2339659"/>
            <a:ext cx="352121" cy="183138"/>
          </a:xfrm>
          <a:prstGeom prst="rect">
            <a:avLst/>
          </a:prstGeom>
          <a:solidFill>
            <a:srgbClr val="8FBEE6"/>
          </a:solidFill>
          <a:ln w="6350">
            <a:solidFill>
              <a:srgbClr val="FFFFFF"/>
            </a:solidFill>
            <a:prstDash val="solid"/>
          </a:ln>
        </p:spPr>
      </p:sp>
      <p:sp>
        <p:nvSpPr>
          <p:cNvPr id="38" name="Text 36"/>
          <p:cNvSpPr txBox="1"/>
          <p:nvPr/>
        </p:nvSpPr>
        <p:spPr>
          <a:xfrm>
            <a:off x="4861970" y="2339659"/>
            <a:ext cx="352121"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11</a:t>
            </a:r>
            <a:endParaRPr lang="en-US" sz="1300" dirty="0"/>
          </a:p>
        </p:txBody>
      </p:sp>
      <p:sp>
        <p:nvSpPr>
          <p:cNvPr id="39" name="Shape 37"/>
          <p:cNvSpPr/>
          <p:nvPr/>
        </p:nvSpPr>
        <p:spPr>
          <a:xfrm>
            <a:off x="5214091" y="2339659"/>
            <a:ext cx="747797" cy="183138"/>
          </a:xfrm>
          <a:prstGeom prst="rect">
            <a:avLst/>
          </a:prstGeom>
          <a:solidFill>
            <a:srgbClr val="D9D9D9"/>
          </a:solidFill>
          <a:ln w="6350">
            <a:solidFill>
              <a:srgbClr val="FFFFFF"/>
            </a:solidFill>
            <a:prstDash val="solid"/>
          </a:ln>
        </p:spPr>
      </p:sp>
      <p:sp>
        <p:nvSpPr>
          <p:cNvPr id="40" name="Text 38"/>
          <p:cNvSpPr txBox="1"/>
          <p:nvPr/>
        </p:nvSpPr>
        <p:spPr>
          <a:xfrm>
            <a:off x="5214091" y="2339659"/>
            <a:ext cx="747797"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24</a:t>
            </a:r>
            <a:endParaRPr lang="en-US" sz="1300" dirty="0"/>
          </a:p>
        </p:txBody>
      </p:sp>
      <p:sp>
        <p:nvSpPr>
          <p:cNvPr id="41" name="Text 39"/>
          <p:cNvSpPr txBox="1"/>
          <p:nvPr/>
        </p:nvSpPr>
        <p:spPr>
          <a:xfrm>
            <a:off x="658368" y="2551714"/>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42" name="Shape 40"/>
          <p:cNvSpPr/>
          <p:nvPr/>
        </p:nvSpPr>
        <p:spPr>
          <a:xfrm>
            <a:off x="2807208" y="2580630"/>
            <a:ext cx="2053161" cy="183138"/>
          </a:xfrm>
          <a:prstGeom prst="rect">
            <a:avLst/>
          </a:prstGeom>
          <a:solidFill>
            <a:srgbClr val="2587C5"/>
          </a:solidFill>
          <a:ln w="6350">
            <a:solidFill>
              <a:srgbClr val="FFFFFF"/>
            </a:solidFill>
            <a:prstDash val="solid"/>
          </a:ln>
        </p:spPr>
      </p:sp>
      <p:sp>
        <p:nvSpPr>
          <p:cNvPr id="43" name="Text 41"/>
          <p:cNvSpPr txBox="1"/>
          <p:nvPr/>
        </p:nvSpPr>
        <p:spPr>
          <a:xfrm>
            <a:off x="2807208" y="2580630"/>
            <a:ext cx="2053161"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65</a:t>
            </a:r>
            <a:endParaRPr lang="en-US" sz="1300" dirty="0"/>
          </a:p>
        </p:txBody>
      </p:sp>
      <p:sp>
        <p:nvSpPr>
          <p:cNvPr id="44" name="Shape 42"/>
          <p:cNvSpPr/>
          <p:nvPr/>
        </p:nvSpPr>
        <p:spPr>
          <a:xfrm>
            <a:off x="4860369" y="2580630"/>
            <a:ext cx="375876" cy="183138"/>
          </a:xfrm>
          <a:prstGeom prst="rect">
            <a:avLst/>
          </a:prstGeom>
          <a:solidFill>
            <a:srgbClr val="8FBEE6"/>
          </a:solidFill>
          <a:ln w="6350">
            <a:solidFill>
              <a:srgbClr val="FFFFFF"/>
            </a:solidFill>
            <a:prstDash val="solid"/>
          </a:ln>
        </p:spPr>
      </p:sp>
      <p:sp>
        <p:nvSpPr>
          <p:cNvPr id="45" name="Text 43"/>
          <p:cNvSpPr txBox="1"/>
          <p:nvPr/>
        </p:nvSpPr>
        <p:spPr>
          <a:xfrm>
            <a:off x="4860369" y="2580630"/>
            <a:ext cx="37587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12</a:t>
            </a:r>
            <a:endParaRPr lang="en-US" sz="1300" dirty="0"/>
          </a:p>
        </p:txBody>
      </p:sp>
      <p:sp>
        <p:nvSpPr>
          <p:cNvPr id="46" name="Shape 44"/>
          <p:cNvSpPr/>
          <p:nvPr/>
        </p:nvSpPr>
        <p:spPr>
          <a:xfrm>
            <a:off x="5236245" y="2580630"/>
            <a:ext cx="725643" cy="183138"/>
          </a:xfrm>
          <a:prstGeom prst="rect">
            <a:avLst/>
          </a:prstGeom>
          <a:solidFill>
            <a:srgbClr val="D9D9D9"/>
          </a:solidFill>
          <a:ln w="6350">
            <a:solidFill>
              <a:srgbClr val="FFFFFF"/>
            </a:solidFill>
            <a:prstDash val="solid"/>
          </a:ln>
        </p:spPr>
      </p:sp>
      <p:sp>
        <p:nvSpPr>
          <p:cNvPr id="47" name="Text 45"/>
          <p:cNvSpPr txBox="1"/>
          <p:nvPr/>
        </p:nvSpPr>
        <p:spPr>
          <a:xfrm>
            <a:off x="5236245" y="2580630"/>
            <a:ext cx="72564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23</a:t>
            </a:r>
            <a:endParaRPr lang="en-US" sz="1300" dirty="0"/>
          </a:p>
        </p:txBody>
      </p:sp>
      <p:sp>
        <p:nvSpPr>
          <p:cNvPr id="48" name="Text 46"/>
          <p:cNvSpPr txBox="1"/>
          <p:nvPr/>
        </p:nvSpPr>
        <p:spPr>
          <a:xfrm>
            <a:off x="658368" y="2792685"/>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49" name="Shape 47"/>
          <p:cNvSpPr/>
          <p:nvPr/>
        </p:nvSpPr>
        <p:spPr>
          <a:xfrm>
            <a:off x="2807208" y="2821602"/>
            <a:ext cx="2046848" cy="183138"/>
          </a:xfrm>
          <a:prstGeom prst="rect">
            <a:avLst/>
          </a:prstGeom>
          <a:solidFill>
            <a:srgbClr val="2587C5"/>
          </a:solidFill>
          <a:ln w="6350">
            <a:solidFill>
              <a:srgbClr val="FFFFFF"/>
            </a:solidFill>
            <a:prstDash val="solid"/>
          </a:ln>
        </p:spPr>
      </p:sp>
      <p:sp>
        <p:nvSpPr>
          <p:cNvPr id="50" name="Text 48"/>
          <p:cNvSpPr txBox="1"/>
          <p:nvPr/>
        </p:nvSpPr>
        <p:spPr>
          <a:xfrm>
            <a:off x="2807208" y="2821602"/>
            <a:ext cx="204684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65</a:t>
            </a:r>
            <a:endParaRPr lang="en-US" sz="1300" dirty="0"/>
          </a:p>
        </p:txBody>
      </p:sp>
      <p:sp>
        <p:nvSpPr>
          <p:cNvPr id="51" name="Shape 49"/>
          <p:cNvSpPr/>
          <p:nvPr/>
        </p:nvSpPr>
        <p:spPr>
          <a:xfrm>
            <a:off x="4854056" y="2821602"/>
            <a:ext cx="793865" cy="183138"/>
          </a:xfrm>
          <a:prstGeom prst="rect">
            <a:avLst/>
          </a:prstGeom>
          <a:solidFill>
            <a:srgbClr val="8FBEE6"/>
          </a:solidFill>
          <a:ln w="6350">
            <a:solidFill>
              <a:srgbClr val="FFFFFF"/>
            </a:solidFill>
            <a:prstDash val="solid"/>
          </a:ln>
        </p:spPr>
      </p:sp>
      <p:sp>
        <p:nvSpPr>
          <p:cNvPr id="52" name="Text 50"/>
          <p:cNvSpPr txBox="1"/>
          <p:nvPr/>
        </p:nvSpPr>
        <p:spPr>
          <a:xfrm>
            <a:off x="4854056" y="2821602"/>
            <a:ext cx="793865"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25</a:t>
            </a:r>
            <a:endParaRPr lang="en-US" sz="1300" dirty="0"/>
          </a:p>
        </p:txBody>
      </p:sp>
      <p:sp>
        <p:nvSpPr>
          <p:cNvPr id="53" name="Shape 51"/>
          <p:cNvSpPr/>
          <p:nvPr/>
        </p:nvSpPr>
        <p:spPr>
          <a:xfrm>
            <a:off x="5647921" y="2821602"/>
            <a:ext cx="313967" cy="183138"/>
          </a:xfrm>
          <a:prstGeom prst="rect">
            <a:avLst/>
          </a:prstGeom>
          <a:solidFill>
            <a:srgbClr val="D9D9D9"/>
          </a:solidFill>
          <a:ln w="6350">
            <a:solidFill>
              <a:srgbClr val="FFFFFF"/>
            </a:solidFill>
            <a:prstDash val="solid"/>
          </a:ln>
        </p:spPr>
      </p:sp>
      <p:sp>
        <p:nvSpPr>
          <p:cNvPr id="54" name="Text 52"/>
          <p:cNvSpPr txBox="1"/>
          <p:nvPr/>
        </p:nvSpPr>
        <p:spPr>
          <a:xfrm>
            <a:off x="5647921" y="2821602"/>
            <a:ext cx="313967"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10</a:t>
            </a:r>
            <a:endParaRPr lang="en-US" sz="1300" dirty="0"/>
          </a:p>
        </p:txBody>
      </p:sp>
      <p:sp>
        <p:nvSpPr>
          <p:cNvPr id="55" name="Text 53"/>
          <p:cNvSpPr txBox="1"/>
          <p:nvPr/>
        </p:nvSpPr>
        <p:spPr>
          <a:xfrm>
            <a:off x="658368" y="3033656"/>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56" name="Shape 54"/>
          <p:cNvSpPr/>
          <p:nvPr/>
        </p:nvSpPr>
        <p:spPr>
          <a:xfrm>
            <a:off x="2807208" y="3062573"/>
            <a:ext cx="1985155" cy="183138"/>
          </a:xfrm>
          <a:prstGeom prst="rect">
            <a:avLst/>
          </a:prstGeom>
          <a:solidFill>
            <a:srgbClr val="2587C5"/>
          </a:solidFill>
          <a:ln w="6350">
            <a:solidFill>
              <a:srgbClr val="FFFFFF"/>
            </a:solidFill>
            <a:prstDash val="solid"/>
          </a:ln>
        </p:spPr>
      </p:sp>
      <p:sp>
        <p:nvSpPr>
          <p:cNvPr id="57" name="Text 55"/>
          <p:cNvSpPr txBox="1"/>
          <p:nvPr/>
        </p:nvSpPr>
        <p:spPr>
          <a:xfrm>
            <a:off x="2807208" y="3062573"/>
            <a:ext cx="198515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63</a:t>
            </a:r>
            <a:endParaRPr lang="en-US" sz="1300" dirty="0"/>
          </a:p>
        </p:txBody>
      </p:sp>
      <p:sp>
        <p:nvSpPr>
          <p:cNvPr id="58" name="Shape 56"/>
          <p:cNvSpPr/>
          <p:nvPr/>
        </p:nvSpPr>
        <p:spPr>
          <a:xfrm>
            <a:off x="4792363" y="3062573"/>
            <a:ext cx="729180" cy="183138"/>
          </a:xfrm>
          <a:prstGeom prst="rect">
            <a:avLst/>
          </a:prstGeom>
          <a:solidFill>
            <a:srgbClr val="8FBEE6"/>
          </a:solidFill>
          <a:ln w="6350">
            <a:solidFill>
              <a:srgbClr val="FFFFFF"/>
            </a:solidFill>
            <a:prstDash val="solid"/>
          </a:ln>
        </p:spPr>
      </p:sp>
      <p:sp>
        <p:nvSpPr>
          <p:cNvPr id="59" name="Text 57"/>
          <p:cNvSpPr txBox="1"/>
          <p:nvPr/>
        </p:nvSpPr>
        <p:spPr>
          <a:xfrm>
            <a:off x="4792363" y="3062573"/>
            <a:ext cx="72918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23</a:t>
            </a:r>
            <a:endParaRPr lang="en-US" sz="1300" dirty="0"/>
          </a:p>
        </p:txBody>
      </p:sp>
      <p:sp>
        <p:nvSpPr>
          <p:cNvPr id="60" name="Shape 58"/>
          <p:cNvSpPr/>
          <p:nvPr/>
        </p:nvSpPr>
        <p:spPr>
          <a:xfrm>
            <a:off x="5521542" y="3062573"/>
            <a:ext cx="440346" cy="183138"/>
          </a:xfrm>
          <a:prstGeom prst="rect">
            <a:avLst/>
          </a:prstGeom>
          <a:solidFill>
            <a:srgbClr val="D9D9D9"/>
          </a:solidFill>
          <a:ln w="6350">
            <a:solidFill>
              <a:srgbClr val="FFFFFF"/>
            </a:solidFill>
            <a:prstDash val="solid"/>
          </a:ln>
        </p:spPr>
      </p:sp>
      <p:sp>
        <p:nvSpPr>
          <p:cNvPr id="61" name="Text 59"/>
          <p:cNvSpPr txBox="1"/>
          <p:nvPr/>
        </p:nvSpPr>
        <p:spPr>
          <a:xfrm>
            <a:off x="5521542" y="3062573"/>
            <a:ext cx="44034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62" name="Text 60"/>
          <p:cNvSpPr txBox="1"/>
          <p:nvPr/>
        </p:nvSpPr>
        <p:spPr>
          <a:xfrm>
            <a:off x="658368" y="3274628"/>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3" name="Shape 61"/>
          <p:cNvSpPr/>
          <p:nvPr/>
        </p:nvSpPr>
        <p:spPr>
          <a:xfrm>
            <a:off x="2807208" y="3303544"/>
            <a:ext cx="1940199" cy="183138"/>
          </a:xfrm>
          <a:prstGeom prst="rect">
            <a:avLst/>
          </a:prstGeom>
          <a:solidFill>
            <a:srgbClr val="2587C5"/>
          </a:solidFill>
          <a:ln w="6350">
            <a:solidFill>
              <a:srgbClr val="FFFFFF"/>
            </a:solidFill>
            <a:prstDash val="solid"/>
          </a:ln>
        </p:spPr>
      </p:sp>
      <p:sp>
        <p:nvSpPr>
          <p:cNvPr id="64" name="Text 62"/>
          <p:cNvSpPr txBox="1"/>
          <p:nvPr/>
        </p:nvSpPr>
        <p:spPr>
          <a:xfrm>
            <a:off x="2807208" y="3303544"/>
            <a:ext cx="1940199"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62</a:t>
            </a:r>
            <a:endParaRPr lang="en-US" sz="1300" dirty="0"/>
          </a:p>
        </p:txBody>
      </p:sp>
      <p:sp>
        <p:nvSpPr>
          <p:cNvPr id="65" name="Shape 63"/>
          <p:cNvSpPr/>
          <p:nvPr/>
        </p:nvSpPr>
        <p:spPr>
          <a:xfrm>
            <a:off x="4747407" y="3303544"/>
            <a:ext cx="542990" cy="183138"/>
          </a:xfrm>
          <a:prstGeom prst="rect">
            <a:avLst/>
          </a:prstGeom>
          <a:solidFill>
            <a:srgbClr val="8FBEE6"/>
          </a:solidFill>
          <a:ln w="6350">
            <a:solidFill>
              <a:srgbClr val="FFFFFF"/>
            </a:solidFill>
            <a:prstDash val="solid"/>
          </a:ln>
        </p:spPr>
      </p:sp>
      <p:sp>
        <p:nvSpPr>
          <p:cNvPr id="66" name="Text 64"/>
          <p:cNvSpPr txBox="1"/>
          <p:nvPr/>
        </p:nvSpPr>
        <p:spPr>
          <a:xfrm>
            <a:off x="4747407" y="3303544"/>
            <a:ext cx="54299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17</a:t>
            </a:r>
            <a:endParaRPr lang="en-US" sz="1300" dirty="0"/>
          </a:p>
        </p:txBody>
      </p:sp>
      <p:sp>
        <p:nvSpPr>
          <p:cNvPr id="67" name="Shape 65"/>
          <p:cNvSpPr/>
          <p:nvPr/>
        </p:nvSpPr>
        <p:spPr>
          <a:xfrm>
            <a:off x="5290397" y="3303544"/>
            <a:ext cx="671491" cy="183138"/>
          </a:xfrm>
          <a:prstGeom prst="rect">
            <a:avLst/>
          </a:prstGeom>
          <a:solidFill>
            <a:srgbClr val="D9D9D9"/>
          </a:solidFill>
          <a:ln w="6350">
            <a:solidFill>
              <a:srgbClr val="FFFFFF"/>
            </a:solidFill>
            <a:prstDash val="solid"/>
          </a:ln>
        </p:spPr>
      </p:sp>
      <p:sp>
        <p:nvSpPr>
          <p:cNvPr id="68" name="Text 66"/>
          <p:cNvSpPr txBox="1"/>
          <p:nvPr/>
        </p:nvSpPr>
        <p:spPr>
          <a:xfrm>
            <a:off x="5290397" y="3303544"/>
            <a:ext cx="671491"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21</a:t>
            </a:r>
            <a:endParaRPr lang="en-US" sz="1300" dirty="0"/>
          </a:p>
        </p:txBody>
      </p:sp>
      <p:sp>
        <p:nvSpPr>
          <p:cNvPr id="69" name="Text 67"/>
          <p:cNvSpPr txBox="1"/>
          <p:nvPr/>
        </p:nvSpPr>
        <p:spPr>
          <a:xfrm>
            <a:off x="658368" y="3515599"/>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70" name="Shape 68"/>
          <p:cNvSpPr/>
          <p:nvPr/>
        </p:nvSpPr>
        <p:spPr>
          <a:xfrm>
            <a:off x="2807208" y="3544516"/>
            <a:ext cx="1907392" cy="183138"/>
          </a:xfrm>
          <a:prstGeom prst="rect">
            <a:avLst/>
          </a:prstGeom>
          <a:solidFill>
            <a:srgbClr val="2587C5"/>
          </a:solidFill>
          <a:ln w="6350">
            <a:solidFill>
              <a:srgbClr val="FFFFFF"/>
            </a:solidFill>
            <a:prstDash val="solid"/>
          </a:ln>
        </p:spPr>
      </p:sp>
      <p:sp>
        <p:nvSpPr>
          <p:cNvPr id="71" name="Text 69"/>
          <p:cNvSpPr txBox="1"/>
          <p:nvPr/>
        </p:nvSpPr>
        <p:spPr>
          <a:xfrm>
            <a:off x="2807208" y="3544516"/>
            <a:ext cx="1907392"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60</a:t>
            </a:r>
            <a:endParaRPr lang="en-US" sz="1300" dirty="0"/>
          </a:p>
        </p:txBody>
      </p:sp>
      <p:sp>
        <p:nvSpPr>
          <p:cNvPr id="72" name="Shape 70"/>
          <p:cNvSpPr/>
          <p:nvPr/>
        </p:nvSpPr>
        <p:spPr>
          <a:xfrm>
            <a:off x="4714600" y="3544516"/>
            <a:ext cx="434501" cy="183138"/>
          </a:xfrm>
          <a:prstGeom prst="rect">
            <a:avLst/>
          </a:prstGeom>
          <a:solidFill>
            <a:srgbClr val="8FBEE6"/>
          </a:solidFill>
          <a:ln w="6350">
            <a:solidFill>
              <a:srgbClr val="FFFFFF"/>
            </a:solidFill>
            <a:prstDash val="solid"/>
          </a:ln>
        </p:spPr>
      </p:sp>
      <p:sp>
        <p:nvSpPr>
          <p:cNvPr id="73" name="Text 71"/>
          <p:cNvSpPr txBox="1"/>
          <p:nvPr/>
        </p:nvSpPr>
        <p:spPr>
          <a:xfrm>
            <a:off x="4714600" y="3544516"/>
            <a:ext cx="434501"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74" name="Shape 72"/>
          <p:cNvSpPr/>
          <p:nvPr/>
        </p:nvSpPr>
        <p:spPr>
          <a:xfrm>
            <a:off x="5149102" y="3544516"/>
            <a:ext cx="812786" cy="183138"/>
          </a:xfrm>
          <a:prstGeom prst="rect">
            <a:avLst/>
          </a:prstGeom>
          <a:solidFill>
            <a:srgbClr val="D9D9D9"/>
          </a:solidFill>
          <a:ln w="6350">
            <a:solidFill>
              <a:srgbClr val="FFFFFF"/>
            </a:solidFill>
            <a:prstDash val="solid"/>
          </a:ln>
        </p:spPr>
      </p:sp>
      <p:sp>
        <p:nvSpPr>
          <p:cNvPr id="75" name="Text 73"/>
          <p:cNvSpPr txBox="1"/>
          <p:nvPr/>
        </p:nvSpPr>
        <p:spPr>
          <a:xfrm>
            <a:off x="5149102" y="3544516"/>
            <a:ext cx="81278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26</a:t>
            </a:r>
            <a:endParaRPr lang="en-US" sz="1300" dirty="0"/>
          </a:p>
        </p:txBody>
      </p:sp>
      <p:sp>
        <p:nvSpPr>
          <p:cNvPr id="76" name="Text 74"/>
          <p:cNvSpPr txBox="1"/>
          <p:nvPr/>
        </p:nvSpPr>
        <p:spPr>
          <a:xfrm>
            <a:off x="658368" y="3756570"/>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7" name="Shape 75"/>
          <p:cNvSpPr/>
          <p:nvPr/>
        </p:nvSpPr>
        <p:spPr>
          <a:xfrm>
            <a:off x="2807208" y="3785487"/>
            <a:ext cx="1883011" cy="183138"/>
          </a:xfrm>
          <a:prstGeom prst="rect">
            <a:avLst/>
          </a:prstGeom>
          <a:solidFill>
            <a:srgbClr val="2587C5"/>
          </a:solidFill>
          <a:ln w="6350">
            <a:solidFill>
              <a:srgbClr val="FFFFFF"/>
            </a:solidFill>
            <a:prstDash val="solid"/>
          </a:ln>
        </p:spPr>
      </p:sp>
      <p:sp>
        <p:nvSpPr>
          <p:cNvPr id="78" name="Text 76"/>
          <p:cNvSpPr txBox="1"/>
          <p:nvPr/>
        </p:nvSpPr>
        <p:spPr>
          <a:xfrm>
            <a:off x="2807208" y="3785487"/>
            <a:ext cx="1883011"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60</a:t>
            </a:r>
            <a:endParaRPr lang="en-US" sz="1300" dirty="0"/>
          </a:p>
        </p:txBody>
      </p:sp>
      <p:sp>
        <p:nvSpPr>
          <p:cNvPr id="79" name="Shape 77"/>
          <p:cNvSpPr/>
          <p:nvPr/>
        </p:nvSpPr>
        <p:spPr>
          <a:xfrm>
            <a:off x="4690219" y="3785487"/>
            <a:ext cx="918142" cy="183138"/>
          </a:xfrm>
          <a:prstGeom prst="rect">
            <a:avLst/>
          </a:prstGeom>
          <a:solidFill>
            <a:srgbClr val="8FBEE6"/>
          </a:solidFill>
          <a:ln w="6350">
            <a:solidFill>
              <a:srgbClr val="FFFFFF"/>
            </a:solidFill>
            <a:prstDash val="solid"/>
          </a:ln>
        </p:spPr>
      </p:sp>
      <p:sp>
        <p:nvSpPr>
          <p:cNvPr id="80" name="Text 78"/>
          <p:cNvSpPr txBox="1"/>
          <p:nvPr/>
        </p:nvSpPr>
        <p:spPr>
          <a:xfrm>
            <a:off x="4690219" y="3785487"/>
            <a:ext cx="918142"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29</a:t>
            </a:r>
            <a:endParaRPr lang="en-US" sz="1300" dirty="0"/>
          </a:p>
        </p:txBody>
      </p:sp>
      <p:sp>
        <p:nvSpPr>
          <p:cNvPr id="81" name="Shape 79"/>
          <p:cNvSpPr/>
          <p:nvPr/>
        </p:nvSpPr>
        <p:spPr>
          <a:xfrm>
            <a:off x="5608361" y="3785487"/>
            <a:ext cx="353527" cy="183138"/>
          </a:xfrm>
          <a:prstGeom prst="rect">
            <a:avLst/>
          </a:prstGeom>
          <a:solidFill>
            <a:srgbClr val="D9D9D9"/>
          </a:solidFill>
          <a:ln w="6350">
            <a:solidFill>
              <a:srgbClr val="FFFFFF"/>
            </a:solidFill>
            <a:prstDash val="solid"/>
          </a:ln>
        </p:spPr>
      </p:sp>
      <p:sp>
        <p:nvSpPr>
          <p:cNvPr id="82" name="Text 80"/>
          <p:cNvSpPr txBox="1"/>
          <p:nvPr/>
        </p:nvSpPr>
        <p:spPr>
          <a:xfrm>
            <a:off x="5608361" y="3785487"/>
            <a:ext cx="353527"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11</a:t>
            </a:r>
            <a:endParaRPr lang="en-US" sz="1300" dirty="0"/>
          </a:p>
        </p:txBody>
      </p:sp>
      <p:sp>
        <p:nvSpPr>
          <p:cNvPr id="83" name="Text 81"/>
          <p:cNvSpPr txBox="1"/>
          <p:nvPr/>
        </p:nvSpPr>
        <p:spPr>
          <a:xfrm>
            <a:off x="658368" y="3997542"/>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84" name="Shape 82"/>
          <p:cNvSpPr/>
          <p:nvPr/>
        </p:nvSpPr>
        <p:spPr>
          <a:xfrm>
            <a:off x="2807208" y="4026458"/>
            <a:ext cx="1876032" cy="183138"/>
          </a:xfrm>
          <a:prstGeom prst="rect">
            <a:avLst/>
          </a:prstGeom>
          <a:solidFill>
            <a:srgbClr val="2587C5"/>
          </a:solidFill>
          <a:ln w="6350">
            <a:solidFill>
              <a:srgbClr val="FFFFFF"/>
            </a:solidFill>
            <a:prstDash val="solid"/>
          </a:ln>
        </p:spPr>
      </p:sp>
      <p:sp>
        <p:nvSpPr>
          <p:cNvPr id="85" name="Text 83"/>
          <p:cNvSpPr txBox="1"/>
          <p:nvPr/>
        </p:nvSpPr>
        <p:spPr>
          <a:xfrm>
            <a:off x="2807208" y="4026458"/>
            <a:ext cx="1876032"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86" name="Shape 84"/>
          <p:cNvSpPr/>
          <p:nvPr/>
        </p:nvSpPr>
        <p:spPr>
          <a:xfrm>
            <a:off x="4683240" y="4026458"/>
            <a:ext cx="744656" cy="183138"/>
          </a:xfrm>
          <a:prstGeom prst="rect">
            <a:avLst/>
          </a:prstGeom>
          <a:solidFill>
            <a:srgbClr val="8FBEE6"/>
          </a:solidFill>
          <a:ln w="6350">
            <a:solidFill>
              <a:srgbClr val="FFFFFF"/>
            </a:solidFill>
            <a:prstDash val="solid"/>
          </a:ln>
        </p:spPr>
      </p:sp>
      <p:sp>
        <p:nvSpPr>
          <p:cNvPr id="87" name="Text 85"/>
          <p:cNvSpPr txBox="1"/>
          <p:nvPr/>
        </p:nvSpPr>
        <p:spPr>
          <a:xfrm>
            <a:off x="4683240" y="4026458"/>
            <a:ext cx="74465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24</a:t>
            </a:r>
            <a:endParaRPr lang="en-US" sz="1300" dirty="0"/>
          </a:p>
        </p:txBody>
      </p:sp>
      <p:sp>
        <p:nvSpPr>
          <p:cNvPr id="88" name="Shape 86"/>
          <p:cNvSpPr/>
          <p:nvPr/>
        </p:nvSpPr>
        <p:spPr>
          <a:xfrm>
            <a:off x="5427896" y="4026458"/>
            <a:ext cx="533992" cy="183138"/>
          </a:xfrm>
          <a:prstGeom prst="rect">
            <a:avLst/>
          </a:prstGeom>
          <a:solidFill>
            <a:srgbClr val="D9D9D9"/>
          </a:solidFill>
          <a:ln w="6350">
            <a:solidFill>
              <a:srgbClr val="FFFFFF"/>
            </a:solidFill>
            <a:prstDash val="solid"/>
          </a:ln>
        </p:spPr>
      </p:sp>
      <p:sp>
        <p:nvSpPr>
          <p:cNvPr id="89" name="Text 87"/>
          <p:cNvSpPr txBox="1"/>
          <p:nvPr/>
        </p:nvSpPr>
        <p:spPr>
          <a:xfrm>
            <a:off x="5427896" y="4026458"/>
            <a:ext cx="533992"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17</a:t>
            </a:r>
            <a:endParaRPr lang="en-US" sz="1300" dirty="0"/>
          </a:p>
        </p:txBody>
      </p:sp>
      <p:sp>
        <p:nvSpPr>
          <p:cNvPr id="90" name="Text 88"/>
          <p:cNvSpPr txBox="1"/>
          <p:nvPr/>
        </p:nvSpPr>
        <p:spPr>
          <a:xfrm>
            <a:off x="658368" y="4238513"/>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1" name="Shape 89"/>
          <p:cNvSpPr/>
          <p:nvPr/>
        </p:nvSpPr>
        <p:spPr>
          <a:xfrm>
            <a:off x="2807208" y="4267429"/>
            <a:ext cx="1874405" cy="183138"/>
          </a:xfrm>
          <a:prstGeom prst="rect">
            <a:avLst/>
          </a:prstGeom>
          <a:solidFill>
            <a:srgbClr val="2587C5"/>
          </a:solidFill>
          <a:ln w="6350">
            <a:solidFill>
              <a:srgbClr val="FFFFFF"/>
            </a:solidFill>
            <a:prstDash val="solid"/>
          </a:ln>
        </p:spPr>
      </p:sp>
      <p:sp>
        <p:nvSpPr>
          <p:cNvPr id="92" name="Text 90"/>
          <p:cNvSpPr txBox="1"/>
          <p:nvPr/>
        </p:nvSpPr>
        <p:spPr>
          <a:xfrm>
            <a:off x="2807208" y="4267429"/>
            <a:ext cx="187440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93" name="Shape 91"/>
          <p:cNvSpPr/>
          <p:nvPr/>
        </p:nvSpPr>
        <p:spPr>
          <a:xfrm>
            <a:off x="4681613" y="4267429"/>
            <a:ext cx="558160" cy="183138"/>
          </a:xfrm>
          <a:prstGeom prst="rect">
            <a:avLst/>
          </a:prstGeom>
          <a:solidFill>
            <a:srgbClr val="8FBEE6"/>
          </a:solidFill>
          <a:ln w="6350">
            <a:solidFill>
              <a:srgbClr val="FFFFFF"/>
            </a:solidFill>
            <a:prstDash val="solid"/>
          </a:ln>
        </p:spPr>
      </p:sp>
      <p:sp>
        <p:nvSpPr>
          <p:cNvPr id="94" name="Text 92"/>
          <p:cNvSpPr txBox="1"/>
          <p:nvPr/>
        </p:nvSpPr>
        <p:spPr>
          <a:xfrm>
            <a:off x="4681613" y="4267429"/>
            <a:ext cx="55816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18</a:t>
            </a:r>
            <a:endParaRPr lang="en-US" sz="1300" dirty="0"/>
          </a:p>
        </p:txBody>
      </p:sp>
      <p:sp>
        <p:nvSpPr>
          <p:cNvPr id="95" name="Shape 93"/>
          <p:cNvSpPr/>
          <p:nvPr/>
        </p:nvSpPr>
        <p:spPr>
          <a:xfrm>
            <a:off x="5239773" y="4267429"/>
            <a:ext cx="722115" cy="183138"/>
          </a:xfrm>
          <a:prstGeom prst="rect">
            <a:avLst/>
          </a:prstGeom>
          <a:solidFill>
            <a:srgbClr val="D9D9D9"/>
          </a:solidFill>
          <a:ln w="6350">
            <a:solidFill>
              <a:srgbClr val="FFFFFF"/>
            </a:solidFill>
            <a:prstDash val="solid"/>
          </a:ln>
        </p:spPr>
      </p:sp>
      <p:sp>
        <p:nvSpPr>
          <p:cNvPr id="96" name="Text 94"/>
          <p:cNvSpPr txBox="1"/>
          <p:nvPr/>
        </p:nvSpPr>
        <p:spPr>
          <a:xfrm>
            <a:off x="5239773" y="4267429"/>
            <a:ext cx="722115"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23</a:t>
            </a:r>
            <a:endParaRPr lang="en-US" sz="1300" dirty="0"/>
          </a:p>
        </p:txBody>
      </p:sp>
      <p:sp>
        <p:nvSpPr>
          <p:cNvPr id="97" name="Text 95"/>
          <p:cNvSpPr txBox="1"/>
          <p:nvPr/>
        </p:nvSpPr>
        <p:spPr>
          <a:xfrm>
            <a:off x="658368" y="4479484"/>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98" name="Shape 96"/>
          <p:cNvSpPr/>
          <p:nvPr/>
        </p:nvSpPr>
        <p:spPr>
          <a:xfrm>
            <a:off x="2807208" y="4508401"/>
            <a:ext cx="1862814" cy="183138"/>
          </a:xfrm>
          <a:prstGeom prst="rect">
            <a:avLst/>
          </a:prstGeom>
          <a:solidFill>
            <a:srgbClr val="2587C5"/>
          </a:solidFill>
          <a:ln w="6350">
            <a:solidFill>
              <a:srgbClr val="FFFFFF"/>
            </a:solidFill>
            <a:prstDash val="solid"/>
          </a:ln>
        </p:spPr>
      </p:sp>
      <p:sp>
        <p:nvSpPr>
          <p:cNvPr id="99" name="Text 97"/>
          <p:cNvSpPr txBox="1"/>
          <p:nvPr/>
        </p:nvSpPr>
        <p:spPr>
          <a:xfrm>
            <a:off x="2807208" y="4508401"/>
            <a:ext cx="1862814"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100" name="Shape 98"/>
          <p:cNvSpPr/>
          <p:nvPr/>
        </p:nvSpPr>
        <p:spPr>
          <a:xfrm>
            <a:off x="4670022" y="4508401"/>
            <a:ext cx="740644" cy="183138"/>
          </a:xfrm>
          <a:prstGeom prst="rect">
            <a:avLst/>
          </a:prstGeom>
          <a:solidFill>
            <a:srgbClr val="8FBEE6"/>
          </a:solidFill>
          <a:ln w="6350">
            <a:solidFill>
              <a:srgbClr val="FFFFFF"/>
            </a:solidFill>
            <a:prstDash val="solid"/>
          </a:ln>
        </p:spPr>
      </p:sp>
      <p:sp>
        <p:nvSpPr>
          <p:cNvPr id="101" name="Text 99"/>
          <p:cNvSpPr txBox="1"/>
          <p:nvPr/>
        </p:nvSpPr>
        <p:spPr>
          <a:xfrm>
            <a:off x="4670022" y="4508401"/>
            <a:ext cx="74064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23</a:t>
            </a:r>
            <a:endParaRPr lang="en-US" sz="1300" dirty="0"/>
          </a:p>
        </p:txBody>
      </p:sp>
      <p:sp>
        <p:nvSpPr>
          <p:cNvPr id="102" name="Shape 100"/>
          <p:cNvSpPr/>
          <p:nvPr/>
        </p:nvSpPr>
        <p:spPr>
          <a:xfrm>
            <a:off x="5410666" y="4508401"/>
            <a:ext cx="551222" cy="183138"/>
          </a:xfrm>
          <a:prstGeom prst="rect">
            <a:avLst/>
          </a:prstGeom>
          <a:solidFill>
            <a:srgbClr val="D9D9D9"/>
          </a:solidFill>
          <a:ln w="6350">
            <a:solidFill>
              <a:srgbClr val="FFFFFF"/>
            </a:solidFill>
            <a:prstDash val="solid"/>
          </a:ln>
        </p:spPr>
      </p:sp>
      <p:sp>
        <p:nvSpPr>
          <p:cNvPr id="103" name="Text 101"/>
          <p:cNvSpPr txBox="1"/>
          <p:nvPr/>
        </p:nvSpPr>
        <p:spPr>
          <a:xfrm>
            <a:off x="5410666" y="4508401"/>
            <a:ext cx="551222"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17</a:t>
            </a:r>
            <a:endParaRPr lang="en-US" sz="1300" dirty="0"/>
          </a:p>
        </p:txBody>
      </p:sp>
      <p:sp>
        <p:nvSpPr>
          <p:cNvPr id="104" name="Text 102"/>
          <p:cNvSpPr txBox="1"/>
          <p:nvPr/>
        </p:nvSpPr>
        <p:spPr>
          <a:xfrm>
            <a:off x="658368" y="4720456"/>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05" name="Shape 103"/>
          <p:cNvSpPr/>
          <p:nvPr/>
        </p:nvSpPr>
        <p:spPr>
          <a:xfrm>
            <a:off x="2807208" y="4749372"/>
            <a:ext cx="1831119" cy="183138"/>
          </a:xfrm>
          <a:prstGeom prst="rect">
            <a:avLst/>
          </a:prstGeom>
          <a:solidFill>
            <a:srgbClr val="2587C5"/>
          </a:solidFill>
          <a:ln w="6350">
            <a:solidFill>
              <a:srgbClr val="FFFFFF"/>
            </a:solidFill>
            <a:prstDash val="solid"/>
          </a:ln>
        </p:spPr>
      </p:sp>
      <p:sp>
        <p:nvSpPr>
          <p:cNvPr id="106" name="Text 104"/>
          <p:cNvSpPr txBox="1"/>
          <p:nvPr/>
        </p:nvSpPr>
        <p:spPr>
          <a:xfrm>
            <a:off x="2807208" y="4749372"/>
            <a:ext cx="1831119"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58</a:t>
            </a:r>
            <a:endParaRPr lang="en-US" sz="1300" dirty="0"/>
          </a:p>
        </p:txBody>
      </p:sp>
      <p:sp>
        <p:nvSpPr>
          <p:cNvPr id="107" name="Shape 105"/>
          <p:cNvSpPr/>
          <p:nvPr/>
        </p:nvSpPr>
        <p:spPr>
          <a:xfrm>
            <a:off x="4638327" y="4749372"/>
            <a:ext cx="764127" cy="183138"/>
          </a:xfrm>
          <a:prstGeom prst="rect">
            <a:avLst/>
          </a:prstGeom>
          <a:solidFill>
            <a:srgbClr val="8FBEE6"/>
          </a:solidFill>
          <a:ln w="6350">
            <a:solidFill>
              <a:srgbClr val="FFFFFF"/>
            </a:solidFill>
            <a:prstDash val="solid"/>
          </a:ln>
        </p:spPr>
      </p:sp>
      <p:sp>
        <p:nvSpPr>
          <p:cNvPr id="108" name="Text 106"/>
          <p:cNvSpPr txBox="1"/>
          <p:nvPr/>
        </p:nvSpPr>
        <p:spPr>
          <a:xfrm>
            <a:off x="4638327" y="4749372"/>
            <a:ext cx="764127"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24</a:t>
            </a:r>
            <a:endParaRPr lang="en-US" sz="1300" dirty="0"/>
          </a:p>
        </p:txBody>
      </p:sp>
      <p:sp>
        <p:nvSpPr>
          <p:cNvPr id="109" name="Shape 107"/>
          <p:cNvSpPr/>
          <p:nvPr/>
        </p:nvSpPr>
        <p:spPr>
          <a:xfrm>
            <a:off x="5402455" y="4749372"/>
            <a:ext cx="559433" cy="183138"/>
          </a:xfrm>
          <a:prstGeom prst="rect">
            <a:avLst/>
          </a:prstGeom>
          <a:solidFill>
            <a:srgbClr val="D9D9D9"/>
          </a:solidFill>
          <a:ln w="6350">
            <a:solidFill>
              <a:srgbClr val="FFFFFF"/>
            </a:solidFill>
            <a:prstDash val="solid"/>
          </a:ln>
        </p:spPr>
      </p:sp>
      <p:sp>
        <p:nvSpPr>
          <p:cNvPr id="110" name="Text 108"/>
          <p:cNvSpPr txBox="1"/>
          <p:nvPr/>
        </p:nvSpPr>
        <p:spPr>
          <a:xfrm>
            <a:off x="5402455" y="4749372"/>
            <a:ext cx="55943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18</a:t>
            </a:r>
            <a:endParaRPr lang="en-US" sz="1300" dirty="0"/>
          </a:p>
        </p:txBody>
      </p:sp>
      <p:sp>
        <p:nvSpPr>
          <p:cNvPr id="111" name="Text 109"/>
          <p:cNvSpPr txBox="1"/>
          <p:nvPr/>
        </p:nvSpPr>
        <p:spPr>
          <a:xfrm>
            <a:off x="658368" y="4961427"/>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12" name="Shape 110"/>
          <p:cNvSpPr/>
          <p:nvPr/>
        </p:nvSpPr>
        <p:spPr>
          <a:xfrm>
            <a:off x="2807208" y="4990343"/>
            <a:ext cx="1825486" cy="183138"/>
          </a:xfrm>
          <a:prstGeom prst="rect">
            <a:avLst/>
          </a:prstGeom>
          <a:solidFill>
            <a:srgbClr val="2587C5"/>
          </a:solidFill>
          <a:ln w="6350">
            <a:solidFill>
              <a:srgbClr val="FFFFFF"/>
            </a:solidFill>
            <a:prstDash val="solid"/>
          </a:ln>
        </p:spPr>
      </p:sp>
      <p:sp>
        <p:nvSpPr>
          <p:cNvPr id="113" name="Text 111"/>
          <p:cNvSpPr txBox="1"/>
          <p:nvPr/>
        </p:nvSpPr>
        <p:spPr>
          <a:xfrm>
            <a:off x="2807208" y="4990343"/>
            <a:ext cx="182548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58</a:t>
            </a:r>
            <a:endParaRPr lang="en-US" sz="1300" dirty="0"/>
          </a:p>
        </p:txBody>
      </p:sp>
      <p:sp>
        <p:nvSpPr>
          <p:cNvPr id="114" name="Shape 112"/>
          <p:cNvSpPr/>
          <p:nvPr/>
        </p:nvSpPr>
        <p:spPr>
          <a:xfrm>
            <a:off x="4632694" y="4990343"/>
            <a:ext cx="426634" cy="183138"/>
          </a:xfrm>
          <a:prstGeom prst="rect">
            <a:avLst/>
          </a:prstGeom>
          <a:solidFill>
            <a:srgbClr val="8FBEE6"/>
          </a:solidFill>
          <a:ln w="6350">
            <a:solidFill>
              <a:srgbClr val="FFFFFF"/>
            </a:solidFill>
            <a:prstDash val="solid"/>
          </a:ln>
        </p:spPr>
      </p:sp>
      <p:sp>
        <p:nvSpPr>
          <p:cNvPr id="115" name="Text 113"/>
          <p:cNvSpPr txBox="1"/>
          <p:nvPr/>
        </p:nvSpPr>
        <p:spPr>
          <a:xfrm>
            <a:off x="4632694" y="4990343"/>
            <a:ext cx="42663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116" name="Shape 114"/>
          <p:cNvSpPr/>
          <p:nvPr/>
        </p:nvSpPr>
        <p:spPr>
          <a:xfrm>
            <a:off x="5059328" y="4990343"/>
            <a:ext cx="902560" cy="183138"/>
          </a:xfrm>
          <a:prstGeom prst="rect">
            <a:avLst/>
          </a:prstGeom>
          <a:solidFill>
            <a:srgbClr val="D9D9D9"/>
          </a:solidFill>
          <a:ln w="6350">
            <a:solidFill>
              <a:srgbClr val="FFFFFF"/>
            </a:solidFill>
            <a:prstDash val="solid"/>
          </a:ln>
        </p:spPr>
      </p:sp>
      <p:sp>
        <p:nvSpPr>
          <p:cNvPr id="117" name="Text 115"/>
          <p:cNvSpPr txBox="1"/>
          <p:nvPr/>
        </p:nvSpPr>
        <p:spPr>
          <a:xfrm>
            <a:off x="5059328" y="4990343"/>
            <a:ext cx="90256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29</a:t>
            </a:r>
            <a:endParaRPr lang="en-US" sz="1300" dirty="0"/>
          </a:p>
        </p:txBody>
      </p:sp>
      <p:sp>
        <p:nvSpPr>
          <p:cNvPr id="118" name="Text 116"/>
          <p:cNvSpPr txBox="1"/>
          <p:nvPr/>
        </p:nvSpPr>
        <p:spPr>
          <a:xfrm>
            <a:off x="658368" y="5202398"/>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19" name="Shape 117"/>
          <p:cNvSpPr/>
          <p:nvPr/>
        </p:nvSpPr>
        <p:spPr>
          <a:xfrm>
            <a:off x="2807208" y="5231315"/>
            <a:ext cx="1807555" cy="183138"/>
          </a:xfrm>
          <a:prstGeom prst="rect">
            <a:avLst/>
          </a:prstGeom>
          <a:solidFill>
            <a:srgbClr val="2587C5"/>
          </a:solidFill>
          <a:ln w="6350">
            <a:solidFill>
              <a:srgbClr val="FFFFFF"/>
            </a:solidFill>
            <a:prstDash val="solid"/>
          </a:ln>
        </p:spPr>
      </p:sp>
      <p:sp>
        <p:nvSpPr>
          <p:cNvPr id="120" name="Text 118"/>
          <p:cNvSpPr txBox="1"/>
          <p:nvPr/>
        </p:nvSpPr>
        <p:spPr>
          <a:xfrm>
            <a:off x="2807208" y="5231315"/>
            <a:ext cx="180755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21" name="Shape 119"/>
          <p:cNvSpPr/>
          <p:nvPr/>
        </p:nvSpPr>
        <p:spPr>
          <a:xfrm>
            <a:off x="4614763" y="5231315"/>
            <a:ext cx="466810" cy="183138"/>
          </a:xfrm>
          <a:prstGeom prst="rect">
            <a:avLst/>
          </a:prstGeom>
          <a:solidFill>
            <a:srgbClr val="8FBEE6"/>
          </a:solidFill>
          <a:ln w="6350">
            <a:solidFill>
              <a:srgbClr val="FFFFFF"/>
            </a:solidFill>
            <a:prstDash val="solid"/>
          </a:ln>
        </p:spPr>
      </p:sp>
      <p:sp>
        <p:nvSpPr>
          <p:cNvPr id="122" name="Text 120"/>
          <p:cNvSpPr txBox="1"/>
          <p:nvPr/>
        </p:nvSpPr>
        <p:spPr>
          <a:xfrm>
            <a:off x="4614763" y="5231315"/>
            <a:ext cx="46681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15</a:t>
            </a:r>
            <a:endParaRPr lang="en-US" sz="1300" dirty="0"/>
          </a:p>
        </p:txBody>
      </p:sp>
      <p:sp>
        <p:nvSpPr>
          <p:cNvPr id="123" name="Shape 121"/>
          <p:cNvSpPr/>
          <p:nvPr/>
        </p:nvSpPr>
        <p:spPr>
          <a:xfrm>
            <a:off x="5081573" y="5231315"/>
            <a:ext cx="880315" cy="183138"/>
          </a:xfrm>
          <a:prstGeom prst="rect">
            <a:avLst/>
          </a:prstGeom>
          <a:solidFill>
            <a:srgbClr val="D9D9D9"/>
          </a:solidFill>
          <a:ln w="6350">
            <a:solidFill>
              <a:srgbClr val="FFFFFF"/>
            </a:solidFill>
            <a:prstDash val="solid"/>
          </a:ln>
        </p:spPr>
      </p:sp>
      <p:sp>
        <p:nvSpPr>
          <p:cNvPr id="124" name="Text 122"/>
          <p:cNvSpPr txBox="1"/>
          <p:nvPr/>
        </p:nvSpPr>
        <p:spPr>
          <a:xfrm>
            <a:off x="5081573" y="5231315"/>
            <a:ext cx="880315"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28</a:t>
            </a:r>
            <a:endParaRPr lang="en-US" sz="1300" dirty="0"/>
          </a:p>
        </p:txBody>
      </p:sp>
      <p:sp>
        <p:nvSpPr>
          <p:cNvPr id="125" name="Text 123"/>
          <p:cNvSpPr txBox="1"/>
          <p:nvPr/>
        </p:nvSpPr>
        <p:spPr>
          <a:xfrm>
            <a:off x="658368" y="5443369"/>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26" name="Shape 124"/>
          <p:cNvSpPr/>
          <p:nvPr/>
        </p:nvSpPr>
        <p:spPr>
          <a:xfrm>
            <a:off x="2807208" y="5472286"/>
            <a:ext cx="1784948" cy="183138"/>
          </a:xfrm>
          <a:prstGeom prst="rect">
            <a:avLst/>
          </a:prstGeom>
          <a:solidFill>
            <a:srgbClr val="2587C5"/>
          </a:solidFill>
          <a:ln w="6350">
            <a:solidFill>
              <a:srgbClr val="FFFFFF"/>
            </a:solidFill>
            <a:prstDash val="solid"/>
          </a:ln>
        </p:spPr>
      </p:sp>
      <p:sp>
        <p:nvSpPr>
          <p:cNvPr id="127" name="Text 125"/>
          <p:cNvSpPr txBox="1"/>
          <p:nvPr/>
        </p:nvSpPr>
        <p:spPr>
          <a:xfrm>
            <a:off x="2807208" y="5472286"/>
            <a:ext cx="178494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28" name="Shape 126"/>
          <p:cNvSpPr/>
          <p:nvPr/>
        </p:nvSpPr>
        <p:spPr>
          <a:xfrm>
            <a:off x="4592156" y="5472286"/>
            <a:ext cx="390376" cy="183138"/>
          </a:xfrm>
          <a:prstGeom prst="rect">
            <a:avLst/>
          </a:prstGeom>
          <a:solidFill>
            <a:srgbClr val="8FBEE6"/>
          </a:solidFill>
          <a:ln w="6350">
            <a:solidFill>
              <a:srgbClr val="FFFFFF"/>
            </a:solidFill>
            <a:prstDash val="solid"/>
          </a:ln>
        </p:spPr>
      </p:sp>
      <p:sp>
        <p:nvSpPr>
          <p:cNvPr id="129" name="Text 127"/>
          <p:cNvSpPr txBox="1"/>
          <p:nvPr/>
        </p:nvSpPr>
        <p:spPr>
          <a:xfrm>
            <a:off x="4592156" y="5472286"/>
            <a:ext cx="39037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12</a:t>
            </a:r>
            <a:endParaRPr lang="en-US" sz="1300" dirty="0"/>
          </a:p>
        </p:txBody>
      </p:sp>
      <p:sp>
        <p:nvSpPr>
          <p:cNvPr id="130" name="Shape 128"/>
          <p:cNvSpPr/>
          <p:nvPr/>
        </p:nvSpPr>
        <p:spPr>
          <a:xfrm>
            <a:off x="4982532" y="5472286"/>
            <a:ext cx="979356" cy="183138"/>
          </a:xfrm>
          <a:prstGeom prst="rect">
            <a:avLst/>
          </a:prstGeom>
          <a:solidFill>
            <a:srgbClr val="D9D9D9"/>
          </a:solidFill>
          <a:ln w="6350">
            <a:solidFill>
              <a:srgbClr val="FFFFFF"/>
            </a:solidFill>
            <a:prstDash val="solid"/>
          </a:ln>
        </p:spPr>
      </p:sp>
      <p:sp>
        <p:nvSpPr>
          <p:cNvPr id="131" name="Text 129"/>
          <p:cNvSpPr txBox="1"/>
          <p:nvPr/>
        </p:nvSpPr>
        <p:spPr>
          <a:xfrm>
            <a:off x="4982532" y="5472286"/>
            <a:ext cx="97935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31</a:t>
            </a:r>
            <a:endParaRPr lang="en-US" sz="1300" dirty="0"/>
          </a:p>
        </p:txBody>
      </p:sp>
      <p:sp>
        <p:nvSpPr>
          <p:cNvPr id="132" name="Text 130"/>
          <p:cNvSpPr txBox="1"/>
          <p:nvPr/>
        </p:nvSpPr>
        <p:spPr>
          <a:xfrm>
            <a:off x="658368" y="5684341"/>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33" name="Shape 131"/>
          <p:cNvSpPr/>
          <p:nvPr/>
        </p:nvSpPr>
        <p:spPr>
          <a:xfrm>
            <a:off x="2807208" y="5713257"/>
            <a:ext cx="1784687" cy="183138"/>
          </a:xfrm>
          <a:prstGeom prst="rect">
            <a:avLst/>
          </a:prstGeom>
          <a:solidFill>
            <a:srgbClr val="2587C5"/>
          </a:solidFill>
          <a:ln w="6350">
            <a:solidFill>
              <a:srgbClr val="FFFFFF"/>
            </a:solidFill>
            <a:prstDash val="solid"/>
          </a:ln>
        </p:spPr>
      </p:sp>
      <p:sp>
        <p:nvSpPr>
          <p:cNvPr id="134" name="Text 132"/>
          <p:cNvSpPr txBox="1"/>
          <p:nvPr/>
        </p:nvSpPr>
        <p:spPr>
          <a:xfrm>
            <a:off x="2807208" y="5713257"/>
            <a:ext cx="1784687"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35" name="Shape 133"/>
          <p:cNvSpPr/>
          <p:nvPr/>
        </p:nvSpPr>
        <p:spPr>
          <a:xfrm>
            <a:off x="4591895" y="5713257"/>
            <a:ext cx="320373" cy="183138"/>
          </a:xfrm>
          <a:prstGeom prst="rect">
            <a:avLst/>
          </a:prstGeom>
          <a:solidFill>
            <a:srgbClr val="8FBEE6"/>
          </a:solidFill>
          <a:ln w="6350">
            <a:solidFill>
              <a:srgbClr val="FFFFFF"/>
            </a:solidFill>
            <a:prstDash val="solid"/>
          </a:ln>
        </p:spPr>
      </p:sp>
      <p:sp>
        <p:nvSpPr>
          <p:cNvPr id="136" name="Text 134"/>
          <p:cNvSpPr txBox="1"/>
          <p:nvPr/>
        </p:nvSpPr>
        <p:spPr>
          <a:xfrm>
            <a:off x="4591895" y="5713257"/>
            <a:ext cx="32037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10</a:t>
            </a:r>
            <a:endParaRPr lang="en-US" sz="1300" dirty="0"/>
          </a:p>
        </p:txBody>
      </p:sp>
      <p:sp>
        <p:nvSpPr>
          <p:cNvPr id="137" name="Shape 135"/>
          <p:cNvSpPr/>
          <p:nvPr/>
        </p:nvSpPr>
        <p:spPr>
          <a:xfrm>
            <a:off x="4912268" y="5713257"/>
            <a:ext cx="1049620" cy="183138"/>
          </a:xfrm>
          <a:prstGeom prst="rect">
            <a:avLst/>
          </a:prstGeom>
          <a:solidFill>
            <a:srgbClr val="D9D9D9"/>
          </a:solidFill>
          <a:ln w="6350">
            <a:solidFill>
              <a:srgbClr val="FFFFFF"/>
            </a:solidFill>
            <a:prstDash val="solid"/>
          </a:ln>
        </p:spPr>
      </p:sp>
      <p:sp>
        <p:nvSpPr>
          <p:cNvPr id="138" name="Text 136"/>
          <p:cNvSpPr txBox="1"/>
          <p:nvPr/>
        </p:nvSpPr>
        <p:spPr>
          <a:xfrm>
            <a:off x="4912268" y="5713257"/>
            <a:ext cx="104962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33</a:t>
            </a:r>
            <a:endParaRPr lang="en-US" sz="1300" dirty="0"/>
          </a:p>
        </p:txBody>
      </p:sp>
      <p:sp>
        <p:nvSpPr>
          <p:cNvPr id="139" name="Text 137"/>
          <p:cNvSpPr txBox="1"/>
          <p:nvPr/>
        </p:nvSpPr>
        <p:spPr>
          <a:xfrm>
            <a:off x="6208776" y="1828800"/>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40" name="Shape 138"/>
          <p:cNvSpPr/>
          <p:nvPr/>
        </p:nvSpPr>
        <p:spPr>
          <a:xfrm>
            <a:off x="8357616" y="1857717"/>
            <a:ext cx="1759183" cy="183138"/>
          </a:xfrm>
          <a:prstGeom prst="rect">
            <a:avLst/>
          </a:prstGeom>
          <a:solidFill>
            <a:srgbClr val="2587C5"/>
          </a:solidFill>
          <a:ln w="6350">
            <a:solidFill>
              <a:srgbClr val="FFFFFF"/>
            </a:solidFill>
            <a:prstDash val="solid"/>
          </a:ln>
        </p:spPr>
      </p:sp>
      <p:sp>
        <p:nvSpPr>
          <p:cNvPr id="141" name="Text 139"/>
          <p:cNvSpPr txBox="1"/>
          <p:nvPr/>
        </p:nvSpPr>
        <p:spPr>
          <a:xfrm>
            <a:off x="8357616" y="1857717"/>
            <a:ext cx="1759183"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56</a:t>
            </a:r>
            <a:endParaRPr lang="en-US" sz="1300" dirty="0"/>
          </a:p>
        </p:txBody>
      </p:sp>
      <p:sp>
        <p:nvSpPr>
          <p:cNvPr id="142" name="Shape 140"/>
          <p:cNvSpPr/>
          <p:nvPr/>
        </p:nvSpPr>
        <p:spPr>
          <a:xfrm>
            <a:off x="10116799" y="1857717"/>
            <a:ext cx="978643" cy="183138"/>
          </a:xfrm>
          <a:prstGeom prst="rect">
            <a:avLst/>
          </a:prstGeom>
          <a:solidFill>
            <a:srgbClr val="8FBEE6"/>
          </a:solidFill>
          <a:ln w="6350">
            <a:solidFill>
              <a:srgbClr val="FFFFFF"/>
            </a:solidFill>
            <a:prstDash val="solid"/>
          </a:ln>
        </p:spPr>
      </p:sp>
      <p:sp>
        <p:nvSpPr>
          <p:cNvPr id="143" name="Text 141"/>
          <p:cNvSpPr txBox="1"/>
          <p:nvPr/>
        </p:nvSpPr>
        <p:spPr>
          <a:xfrm>
            <a:off x="10116799" y="1857717"/>
            <a:ext cx="97864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31</a:t>
            </a:r>
            <a:endParaRPr lang="en-US" sz="1300" dirty="0"/>
          </a:p>
        </p:txBody>
      </p:sp>
      <p:sp>
        <p:nvSpPr>
          <p:cNvPr id="144" name="Shape 142"/>
          <p:cNvSpPr/>
          <p:nvPr/>
        </p:nvSpPr>
        <p:spPr>
          <a:xfrm>
            <a:off x="11095442" y="1857717"/>
            <a:ext cx="416854" cy="183138"/>
          </a:xfrm>
          <a:prstGeom prst="rect">
            <a:avLst/>
          </a:prstGeom>
          <a:solidFill>
            <a:srgbClr val="D9D9D9"/>
          </a:solidFill>
          <a:ln w="6350">
            <a:solidFill>
              <a:srgbClr val="FFFFFF"/>
            </a:solidFill>
            <a:prstDash val="solid"/>
          </a:ln>
        </p:spPr>
      </p:sp>
      <p:sp>
        <p:nvSpPr>
          <p:cNvPr id="145" name="Text 143"/>
          <p:cNvSpPr txBox="1"/>
          <p:nvPr/>
        </p:nvSpPr>
        <p:spPr>
          <a:xfrm>
            <a:off x="11095442" y="1857717"/>
            <a:ext cx="41685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13</a:t>
            </a:r>
            <a:endParaRPr lang="en-US" sz="1300" dirty="0"/>
          </a:p>
        </p:txBody>
      </p:sp>
      <p:sp>
        <p:nvSpPr>
          <p:cNvPr id="146" name="Text 144"/>
          <p:cNvSpPr txBox="1"/>
          <p:nvPr/>
        </p:nvSpPr>
        <p:spPr>
          <a:xfrm>
            <a:off x="6208776" y="2069771"/>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47" name="Shape 145"/>
          <p:cNvSpPr/>
          <p:nvPr/>
        </p:nvSpPr>
        <p:spPr>
          <a:xfrm>
            <a:off x="8357616" y="2098688"/>
            <a:ext cx="1743709" cy="183138"/>
          </a:xfrm>
          <a:prstGeom prst="rect">
            <a:avLst/>
          </a:prstGeom>
          <a:solidFill>
            <a:srgbClr val="2587C5"/>
          </a:solidFill>
          <a:ln w="6350">
            <a:solidFill>
              <a:srgbClr val="FFFFFF"/>
            </a:solidFill>
            <a:prstDash val="solid"/>
          </a:ln>
        </p:spPr>
      </p:sp>
      <p:sp>
        <p:nvSpPr>
          <p:cNvPr id="148" name="Text 146"/>
          <p:cNvSpPr txBox="1"/>
          <p:nvPr/>
        </p:nvSpPr>
        <p:spPr>
          <a:xfrm>
            <a:off x="8357616" y="2098688"/>
            <a:ext cx="1743709"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149" name="Shape 147"/>
          <p:cNvSpPr/>
          <p:nvPr/>
        </p:nvSpPr>
        <p:spPr>
          <a:xfrm>
            <a:off x="10101325" y="2098688"/>
            <a:ext cx="638330" cy="183138"/>
          </a:xfrm>
          <a:prstGeom prst="rect">
            <a:avLst/>
          </a:prstGeom>
          <a:solidFill>
            <a:srgbClr val="8FBEE6"/>
          </a:solidFill>
          <a:ln w="6350">
            <a:solidFill>
              <a:srgbClr val="FFFFFF"/>
            </a:solidFill>
            <a:prstDash val="solid"/>
          </a:ln>
        </p:spPr>
      </p:sp>
      <p:sp>
        <p:nvSpPr>
          <p:cNvPr id="150" name="Text 148"/>
          <p:cNvSpPr txBox="1"/>
          <p:nvPr/>
        </p:nvSpPr>
        <p:spPr>
          <a:xfrm>
            <a:off x="10101325" y="2098688"/>
            <a:ext cx="63833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20</a:t>
            </a:r>
            <a:endParaRPr lang="en-US" sz="1300" dirty="0"/>
          </a:p>
        </p:txBody>
      </p:sp>
      <p:sp>
        <p:nvSpPr>
          <p:cNvPr id="151" name="Shape 149"/>
          <p:cNvSpPr/>
          <p:nvPr/>
        </p:nvSpPr>
        <p:spPr>
          <a:xfrm>
            <a:off x="10739655" y="2098688"/>
            <a:ext cx="772641" cy="183138"/>
          </a:xfrm>
          <a:prstGeom prst="rect">
            <a:avLst/>
          </a:prstGeom>
          <a:solidFill>
            <a:srgbClr val="D9D9D9"/>
          </a:solidFill>
          <a:ln w="6350">
            <a:solidFill>
              <a:srgbClr val="FFFFFF"/>
            </a:solidFill>
            <a:prstDash val="solid"/>
          </a:ln>
        </p:spPr>
      </p:sp>
      <p:sp>
        <p:nvSpPr>
          <p:cNvPr id="152" name="Text 150"/>
          <p:cNvSpPr txBox="1"/>
          <p:nvPr/>
        </p:nvSpPr>
        <p:spPr>
          <a:xfrm>
            <a:off x="10739655" y="2098688"/>
            <a:ext cx="772641"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24</a:t>
            </a:r>
            <a:endParaRPr lang="en-US" sz="1300" dirty="0"/>
          </a:p>
        </p:txBody>
      </p:sp>
      <p:sp>
        <p:nvSpPr>
          <p:cNvPr id="153" name="Text 151"/>
          <p:cNvSpPr txBox="1"/>
          <p:nvPr/>
        </p:nvSpPr>
        <p:spPr>
          <a:xfrm>
            <a:off x="6208776" y="2310743"/>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54" name="Shape 152"/>
          <p:cNvSpPr/>
          <p:nvPr/>
        </p:nvSpPr>
        <p:spPr>
          <a:xfrm>
            <a:off x="8357616" y="2339659"/>
            <a:ext cx="1719908" cy="183138"/>
          </a:xfrm>
          <a:prstGeom prst="rect">
            <a:avLst/>
          </a:prstGeom>
          <a:solidFill>
            <a:srgbClr val="2587C5"/>
          </a:solidFill>
          <a:ln w="6350">
            <a:solidFill>
              <a:srgbClr val="FFFFFF"/>
            </a:solidFill>
            <a:prstDash val="solid"/>
          </a:ln>
        </p:spPr>
      </p:sp>
      <p:sp>
        <p:nvSpPr>
          <p:cNvPr id="155" name="Text 153"/>
          <p:cNvSpPr txBox="1"/>
          <p:nvPr/>
        </p:nvSpPr>
        <p:spPr>
          <a:xfrm>
            <a:off x="8357616" y="2339659"/>
            <a:ext cx="171990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156" name="Shape 154"/>
          <p:cNvSpPr/>
          <p:nvPr/>
        </p:nvSpPr>
        <p:spPr>
          <a:xfrm>
            <a:off x="10077524" y="2339659"/>
            <a:ext cx="412555" cy="183138"/>
          </a:xfrm>
          <a:prstGeom prst="rect">
            <a:avLst/>
          </a:prstGeom>
          <a:solidFill>
            <a:srgbClr val="8FBEE6"/>
          </a:solidFill>
          <a:ln w="6350">
            <a:solidFill>
              <a:srgbClr val="FFFFFF"/>
            </a:solidFill>
            <a:prstDash val="solid"/>
          </a:ln>
        </p:spPr>
      </p:sp>
      <p:sp>
        <p:nvSpPr>
          <p:cNvPr id="157" name="Text 155"/>
          <p:cNvSpPr txBox="1"/>
          <p:nvPr/>
        </p:nvSpPr>
        <p:spPr>
          <a:xfrm>
            <a:off x="10077524" y="2339659"/>
            <a:ext cx="412555"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13</a:t>
            </a:r>
            <a:endParaRPr lang="en-US" sz="1300" dirty="0"/>
          </a:p>
        </p:txBody>
      </p:sp>
      <p:sp>
        <p:nvSpPr>
          <p:cNvPr id="158" name="Shape 156"/>
          <p:cNvSpPr/>
          <p:nvPr/>
        </p:nvSpPr>
        <p:spPr>
          <a:xfrm>
            <a:off x="10490079" y="2339659"/>
            <a:ext cx="1022217" cy="183138"/>
          </a:xfrm>
          <a:prstGeom prst="rect">
            <a:avLst/>
          </a:prstGeom>
          <a:solidFill>
            <a:srgbClr val="D9D9D9"/>
          </a:solidFill>
          <a:ln w="6350">
            <a:solidFill>
              <a:srgbClr val="FFFFFF"/>
            </a:solidFill>
            <a:prstDash val="solid"/>
          </a:ln>
        </p:spPr>
      </p:sp>
      <p:sp>
        <p:nvSpPr>
          <p:cNvPr id="159" name="Text 157"/>
          <p:cNvSpPr txBox="1"/>
          <p:nvPr/>
        </p:nvSpPr>
        <p:spPr>
          <a:xfrm>
            <a:off x="10490079" y="2339659"/>
            <a:ext cx="1022217"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32</a:t>
            </a:r>
            <a:endParaRPr lang="en-US" sz="1300" dirty="0"/>
          </a:p>
        </p:txBody>
      </p:sp>
      <p:sp>
        <p:nvSpPr>
          <p:cNvPr id="160" name="Text 158"/>
          <p:cNvSpPr txBox="1"/>
          <p:nvPr/>
        </p:nvSpPr>
        <p:spPr>
          <a:xfrm>
            <a:off x="6208776" y="2551714"/>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61" name="Shape 159"/>
          <p:cNvSpPr/>
          <p:nvPr/>
        </p:nvSpPr>
        <p:spPr>
          <a:xfrm>
            <a:off x="8357616" y="2580630"/>
            <a:ext cx="1601041" cy="183138"/>
          </a:xfrm>
          <a:prstGeom prst="rect">
            <a:avLst/>
          </a:prstGeom>
          <a:solidFill>
            <a:srgbClr val="2587C5"/>
          </a:solidFill>
          <a:ln w="6350">
            <a:solidFill>
              <a:srgbClr val="FFFFFF"/>
            </a:solidFill>
            <a:prstDash val="solid"/>
          </a:ln>
        </p:spPr>
      </p:sp>
      <p:sp>
        <p:nvSpPr>
          <p:cNvPr id="162" name="Text 160"/>
          <p:cNvSpPr txBox="1"/>
          <p:nvPr/>
        </p:nvSpPr>
        <p:spPr>
          <a:xfrm>
            <a:off x="8357616" y="2580630"/>
            <a:ext cx="1601041"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51</a:t>
            </a:r>
            <a:endParaRPr lang="en-US" sz="1300" dirty="0"/>
          </a:p>
        </p:txBody>
      </p:sp>
      <p:sp>
        <p:nvSpPr>
          <p:cNvPr id="163" name="Shape 161"/>
          <p:cNvSpPr/>
          <p:nvPr/>
        </p:nvSpPr>
        <p:spPr>
          <a:xfrm>
            <a:off x="9958657" y="2580630"/>
            <a:ext cx="606875" cy="183138"/>
          </a:xfrm>
          <a:prstGeom prst="rect">
            <a:avLst/>
          </a:prstGeom>
          <a:solidFill>
            <a:srgbClr val="8FBEE6"/>
          </a:solidFill>
          <a:ln w="6350">
            <a:solidFill>
              <a:srgbClr val="FFFFFF"/>
            </a:solidFill>
            <a:prstDash val="solid"/>
          </a:ln>
        </p:spPr>
      </p:sp>
      <p:sp>
        <p:nvSpPr>
          <p:cNvPr id="164" name="Text 162"/>
          <p:cNvSpPr txBox="1"/>
          <p:nvPr/>
        </p:nvSpPr>
        <p:spPr>
          <a:xfrm>
            <a:off x="9958657" y="2580630"/>
            <a:ext cx="606875"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19</a:t>
            </a:r>
            <a:endParaRPr lang="en-US" sz="1300" dirty="0"/>
          </a:p>
        </p:txBody>
      </p:sp>
      <p:sp>
        <p:nvSpPr>
          <p:cNvPr id="165" name="Shape 163"/>
          <p:cNvSpPr/>
          <p:nvPr/>
        </p:nvSpPr>
        <p:spPr>
          <a:xfrm>
            <a:off x="10565532" y="2580630"/>
            <a:ext cx="946764" cy="183138"/>
          </a:xfrm>
          <a:prstGeom prst="rect">
            <a:avLst/>
          </a:prstGeom>
          <a:solidFill>
            <a:srgbClr val="D9D9D9"/>
          </a:solidFill>
          <a:ln w="6350">
            <a:solidFill>
              <a:srgbClr val="FFFFFF"/>
            </a:solidFill>
            <a:prstDash val="solid"/>
          </a:ln>
        </p:spPr>
      </p:sp>
      <p:sp>
        <p:nvSpPr>
          <p:cNvPr id="166" name="Text 164"/>
          <p:cNvSpPr txBox="1"/>
          <p:nvPr/>
        </p:nvSpPr>
        <p:spPr>
          <a:xfrm>
            <a:off x="10565532" y="2580630"/>
            <a:ext cx="94676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30</a:t>
            </a:r>
            <a:endParaRPr lang="en-US" sz="1300" dirty="0"/>
          </a:p>
        </p:txBody>
      </p:sp>
      <p:sp>
        <p:nvSpPr>
          <p:cNvPr id="167" name="Text 165"/>
          <p:cNvSpPr txBox="1"/>
          <p:nvPr/>
        </p:nvSpPr>
        <p:spPr>
          <a:xfrm>
            <a:off x="6208776" y="2792685"/>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68" name="Shape 166"/>
          <p:cNvSpPr/>
          <p:nvPr/>
        </p:nvSpPr>
        <p:spPr>
          <a:xfrm>
            <a:off x="8357616" y="2821602"/>
            <a:ext cx="1536222" cy="183138"/>
          </a:xfrm>
          <a:prstGeom prst="rect">
            <a:avLst/>
          </a:prstGeom>
          <a:solidFill>
            <a:srgbClr val="2587C5"/>
          </a:solidFill>
          <a:ln w="6350">
            <a:solidFill>
              <a:srgbClr val="FFFFFF"/>
            </a:solidFill>
            <a:prstDash val="solid"/>
          </a:ln>
        </p:spPr>
      </p:sp>
      <p:sp>
        <p:nvSpPr>
          <p:cNvPr id="169" name="Text 167"/>
          <p:cNvSpPr txBox="1"/>
          <p:nvPr/>
        </p:nvSpPr>
        <p:spPr>
          <a:xfrm>
            <a:off x="8357616" y="2821602"/>
            <a:ext cx="1536222"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49</a:t>
            </a:r>
            <a:endParaRPr lang="en-US" sz="1300" dirty="0"/>
          </a:p>
        </p:txBody>
      </p:sp>
      <p:sp>
        <p:nvSpPr>
          <p:cNvPr id="170" name="Shape 168"/>
          <p:cNvSpPr/>
          <p:nvPr/>
        </p:nvSpPr>
        <p:spPr>
          <a:xfrm>
            <a:off x="9893838" y="2821602"/>
            <a:ext cx="488153" cy="183138"/>
          </a:xfrm>
          <a:prstGeom prst="rect">
            <a:avLst/>
          </a:prstGeom>
          <a:solidFill>
            <a:srgbClr val="8FBEE6"/>
          </a:solidFill>
          <a:ln w="6350">
            <a:solidFill>
              <a:srgbClr val="FFFFFF"/>
            </a:solidFill>
            <a:prstDash val="solid"/>
          </a:ln>
        </p:spPr>
      </p:sp>
      <p:sp>
        <p:nvSpPr>
          <p:cNvPr id="171" name="Text 169"/>
          <p:cNvSpPr txBox="1"/>
          <p:nvPr/>
        </p:nvSpPr>
        <p:spPr>
          <a:xfrm>
            <a:off x="9893838" y="2821602"/>
            <a:ext cx="48815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15</a:t>
            </a:r>
            <a:endParaRPr lang="en-US" sz="1300" dirty="0"/>
          </a:p>
        </p:txBody>
      </p:sp>
      <p:sp>
        <p:nvSpPr>
          <p:cNvPr id="172" name="Shape 170"/>
          <p:cNvSpPr/>
          <p:nvPr/>
        </p:nvSpPr>
        <p:spPr>
          <a:xfrm>
            <a:off x="10381990" y="2821602"/>
            <a:ext cx="1130306" cy="183138"/>
          </a:xfrm>
          <a:prstGeom prst="rect">
            <a:avLst/>
          </a:prstGeom>
          <a:solidFill>
            <a:srgbClr val="D9D9D9"/>
          </a:solidFill>
          <a:ln w="6350">
            <a:solidFill>
              <a:srgbClr val="FFFFFF"/>
            </a:solidFill>
            <a:prstDash val="solid"/>
          </a:ln>
        </p:spPr>
      </p:sp>
      <p:sp>
        <p:nvSpPr>
          <p:cNvPr id="173" name="Text 171"/>
          <p:cNvSpPr txBox="1"/>
          <p:nvPr/>
        </p:nvSpPr>
        <p:spPr>
          <a:xfrm>
            <a:off x="10381990" y="2821602"/>
            <a:ext cx="113030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36</a:t>
            </a:r>
            <a:endParaRPr lang="en-US" sz="1300" dirty="0"/>
          </a:p>
        </p:txBody>
      </p:sp>
      <p:sp>
        <p:nvSpPr>
          <p:cNvPr id="174" name="Text 172"/>
          <p:cNvSpPr txBox="1"/>
          <p:nvPr/>
        </p:nvSpPr>
        <p:spPr>
          <a:xfrm>
            <a:off x="6208776" y="3033656"/>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75" name="Shape 173"/>
          <p:cNvSpPr/>
          <p:nvPr/>
        </p:nvSpPr>
        <p:spPr>
          <a:xfrm>
            <a:off x="8357616" y="3062573"/>
            <a:ext cx="1513638" cy="183138"/>
          </a:xfrm>
          <a:prstGeom prst="rect">
            <a:avLst/>
          </a:prstGeom>
          <a:solidFill>
            <a:srgbClr val="2587C5"/>
          </a:solidFill>
          <a:ln w="6350">
            <a:solidFill>
              <a:srgbClr val="FFFFFF"/>
            </a:solidFill>
            <a:prstDash val="solid"/>
          </a:ln>
        </p:spPr>
      </p:sp>
      <p:sp>
        <p:nvSpPr>
          <p:cNvPr id="176" name="Text 174"/>
          <p:cNvSpPr txBox="1"/>
          <p:nvPr/>
        </p:nvSpPr>
        <p:spPr>
          <a:xfrm>
            <a:off x="8357616" y="3062573"/>
            <a:ext cx="151363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48</a:t>
            </a:r>
            <a:endParaRPr lang="en-US" sz="1300" dirty="0"/>
          </a:p>
        </p:txBody>
      </p:sp>
      <p:sp>
        <p:nvSpPr>
          <p:cNvPr id="177" name="Shape 175"/>
          <p:cNvSpPr/>
          <p:nvPr/>
        </p:nvSpPr>
        <p:spPr>
          <a:xfrm>
            <a:off x="9871254" y="3062573"/>
            <a:ext cx="727538" cy="183138"/>
          </a:xfrm>
          <a:prstGeom prst="rect">
            <a:avLst/>
          </a:prstGeom>
          <a:solidFill>
            <a:srgbClr val="8FBEE6"/>
          </a:solidFill>
          <a:ln w="6350">
            <a:solidFill>
              <a:srgbClr val="FFFFFF"/>
            </a:solidFill>
            <a:prstDash val="solid"/>
          </a:ln>
        </p:spPr>
      </p:sp>
      <p:sp>
        <p:nvSpPr>
          <p:cNvPr id="178" name="Text 176"/>
          <p:cNvSpPr txBox="1"/>
          <p:nvPr/>
        </p:nvSpPr>
        <p:spPr>
          <a:xfrm>
            <a:off x="9871254" y="3062573"/>
            <a:ext cx="727538"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23</a:t>
            </a:r>
            <a:endParaRPr lang="en-US" sz="1300" dirty="0"/>
          </a:p>
        </p:txBody>
      </p:sp>
      <p:sp>
        <p:nvSpPr>
          <p:cNvPr id="179" name="Shape 177"/>
          <p:cNvSpPr/>
          <p:nvPr/>
        </p:nvSpPr>
        <p:spPr>
          <a:xfrm>
            <a:off x="10598793" y="3062573"/>
            <a:ext cx="913503" cy="183138"/>
          </a:xfrm>
          <a:prstGeom prst="rect">
            <a:avLst/>
          </a:prstGeom>
          <a:solidFill>
            <a:srgbClr val="D9D9D9"/>
          </a:solidFill>
          <a:ln w="6350">
            <a:solidFill>
              <a:srgbClr val="FFFFFF"/>
            </a:solidFill>
            <a:prstDash val="solid"/>
          </a:ln>
        </p:spPr>
      </p:sp>
      <p:sp>
        <p:nvSpPr>
          <p:cNvPr id="180" name="Text 178"/>
          <p:cNvSpPr txBox="1"/>
          <p:nvPr/>
        </p:nvSpPr>
        <p:spPr>
          <a:xfrm>
            <a:off x="10598793" y="3062573"/>
            <a:ext cx="91350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29</a:t>
            </a:r>
            <a:endParaRPr lang="en-US" sz="1300" dirty="0"/>
          </a:p>
        </p:txBody>
      </p:sp>
      <p:sp>
        <p:nvSpPr>
          <p:cNvPr id="181" name="Text 179"/>
          <p:cNvSpPr txBox="1"/>
          <p:nvPr/>
        </p:nvSpPr>
        <p:spPr>
          <a:xfrm>
            <a:off x="6208776" y="3274628"/>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82" name="Shape 180"/>
          <p:cNvSpPr/>
          <p:nvPr/>
        </p:nvSpPr>
        <p:spPr>
          <a:xfrm>
            <a:off x="8357616" y="3303544"/>
            <a:ext cx="1487709" cy="183138"/>
          </a:xfrm>
          <a:prstGeom prst="rect">
            <a:avLst/>
          </a:prstGeom>
          <a:solidFill>
            <a:srgbClr val="2587C5"/>
          </a:solidFill>
          <a:ln w="6350">
            <a:solidFill>
              <a:srgbClr val="FFFFFF"/>
            </a:solidFill>
            <a:prstDash val="solid"/>
          </a:ln>
        </p:spPr>
      </p:sp>
      <p:sp>
        <p:nvSpPr>
          <p:cNvPr id="183" name="Text 181"/>
          <p:cNvSpPr txBox="1"/>
          <p:nvPr/>
        </p:nvSpPr>
        <p:spPr>
          <a:xfrm>
            <a:off x="8357616" y="3303544"/>
            <a:ext cx="1487709"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47</a:t>
            </a:r>
            <a:endParaRPr lang="en-US" sz="1300" dirty="0"/>
          </a:p>
        </p:txBody>
      </p:sp>
      <p:sp>
        <p:nvSpPr>
          <p:cNvPr id="184" name="Shape 182"/>
          <p:cNvSpPr/>
          <p:nvPr/>
        </p:nvSpPr>
        <p:spPr>
          <a:xfrm>
            <a:off x="9845325" y="3303544"/>
            <a:ext cx="1263575" cy="183138"/>
          </a:xfrm>
          <a:prstGeom prst="rect">
            <a:avLst/>
          </a:prstGeom>
          <a:solidFill>
            <a:srgbClr val="8FBEE6"/>
          </a:solidFill>
          <a:ln w="6350">
            <a:solidFill>
              <a:srgbClr val="FFFFFF"/>
            </a:solidFill>
            <a:prstDash val="solid"/>
          </a:ln>
        </p:spPr>
      </p:sp>
      <p:sp>
        <p:nvSpPr>
          <p:cNvPr id="185" name="Text 183"/>
          <p:cNvSpPr txBox="1"/>
          <p:nvPr/>
        </p:nvSpPr>
        <p:spPr>
          <a:xfrm>
            <a:off x="9845325" y="3303544"/>
            <a:ext cx="1263575"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40</a:t>
            </a:r>
            <a:endParaRPr lang="en-US" sz="1300" dirty="0"/>
          </a:p>
        </p:txBody>
      </p:sp>
      <p:sp>
        <p:nvSpPr>
          <p:cNvPr id="186" name="Shape 184"/>
          <p:cNvSpPr/>
          <p:nvPr/>
        </p:nvSpPr>
        <p:spPr>
          <a:xfrm>
            <a:off x="11108900" y="3303544"/>
            <a:ext cx="403396" cy="183138"/>
          </a:xfrm>
          <a:prstGeom prst="rect">
            <a:avLst/>
          </a:prstGeom>
          <a:solidFill>
            <a:srgbClr val="D9D9D9"/>
          </a:solidFill>
          <a:ln w="6350">
            <a:solidFill>
              <a:srgbClr val="FFFFFF"/>
            </a:solidFill>
            <a:prstDash val="solid"/>
          </a:ln>
        </p:spPr>
      </p:sp>
      <p:sp>
        <p:nvSpPr>
          <p:cNvPr id="187" name="Text 185"/>
          <p:cNvSpPr txBox="1"/>
          <p:nvPr/>
        </p:nvSpPr>
        <p:spPr>
          <a:xfrm>
            <a:off x="11108900" y="3303544"/>
            <a:ext cx="40339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13</a:t>
            </a:r>
            <a:endParaRPr lang="en-US" sz="1300" dirty="0"/>
          </a:p>
        </p:txBody>
      </p:sp>
      <p:sp>
        <p:nvSpPr>
          <p:cNvPr id="188" name="Text 186"/>
          <p:cNvSpPr txBox="1"/>
          <p:nvPr/>
        </p:nvSpPr>
        <p:spPr>
          <a:xfrm>
            <a:off x="6208776" y="3515599"/>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89" name="Shape 187"/>
          <p:cNvSpPr/>
          <p:nvPr/>
        </p:nvSpPr>
        <p:spPr>
          <a:xfrm>
            <a:off x="8357616" y="3544516"/>
            <a:ext cx="1483116" cy="183138"/>
          </a:xfrm>
          <a:prstGeom prst="rect">
            <a:avLst/>
          </a:prstGeom>
          <a:solidFill>
            <a:srgbClr val="2587C5"/>
          </a:solidFill>
          <a:ln w="6350">
            <a:solidFill>
              <a:srgbClr val="FFFFFF"/>
            </a:solidFill>
            <a:prstDash val="solid"/>
          </a:ln>
        </p:spPr>
      </p:sp>
      <p:sp>
        <p:nvSpPr>
          <p:cNvPr id="190" name="Text 188"/>
          <p:cNvSpPr txBox="1"/>
          <p:nvPr/>
        </p:nvSpPr>
        <p:spPr>
          <a:xfrm>
            <a:off x="8357616" y="3544516"/>
            <a:ext cx="148311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47</a:t>
            </a:r>
            <a:endParaRPr lang="en-US" sz="1300" dirty="0"/>
          </a:p>
        </p:txBody>
      </p:sp>
      <p:sp>
        <p:nvSpPr>
          <p:cNvPr id="191" name="Shape 189"/>
          <p:cNvSpPr/>
          <p:nvPr/>
        </p:nvSpPr>
        <p:spPr>
          <a:xfrm>
            <a:off x="9840732" y="3544516"/>
            <a:ext cx="885736" cy="183138"/>
          </a:xfrm>
          <a:prstGeom prst="rect">
            <a:avLst/>
          </a:prstGeom>
          <a:solidFill>
            <a:srgbClr val="8FBEE6"/>
          </a:solidFill>
          <a:ln w="6350">
            <a:solidFill>
              <a:srgbClr val="FFFFFF"/>
            </a:solidFill>
            <a:prstDash val="solid"/>
          </a:ln>
        </p:spPr>
      </p:sp>
      <p:sp>
        <p:nvSpPr>
          <p:cNvPr id="192" name="Text 190"/>
          <p:cNvSpPr txBox="1"/>
          <p:nvPr/>
        </p:nvSpPr>
        <p:spPr>
          <a:xfrm>
            <a:off x="9840732" y="3544516"/>
            <a:ext cx="88573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28</a:t>
            </a:r>
            <a:endParaRPr lang="en-US" sz="1300" dirty="0"/>
          </a:p>
        </p:txBody>
      </p:sp>
      <p:sp>
        <p:nvSpPr>
          <p:cNvPr id="193" name="Shape 191"/>
          <p:cNvSpPr/>
          <p:nvPr/>
        </p:nvSpPr>
        <p:spPr>
          <a:xfrm>
            <a:off x="10726468" y="3544516"/>
            <a:ext cx="785828" cy="183138"/>
          </a:xfrm>
          <a:prstGeom prst="rect">
            <a:avLst/>
          </a:prstGeom>
          <a:solidFill>
            <a:srgbClr val="D9D9D9"/>
          </a:solidFill>
          <a:ln w="6350">
            <a:solidFill>
              <a:srgbClr val="FFFFFF"/>
            </a:solidFill>
            <a:prstDash val="solid"/>
          </a:ln>
        </p:spPr>
      </p:sp>
      <p:sp>
        <p:nvSpPr>
          <p:cNvPr id="194" name="Text 192"/>
          <p:cNvSpPr txBox="1"/>
          <p:nvPr/>
        </p:nvSpPr>
        <p:spPr>
          <a:xfrm>
            <a:off x="10726468" y="3544516"/>
            <a:ext cx="785828"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25</a:t>
            </a:r>
            <a:endParaRPr lang="en-US" sz="1300" dirty="0"/>
          </a:p>
        </p:txBody>
      </p:sp>
      <p:sp>
        <p:nvSpPr>
          <p:cNvPr id="195" name="Text 193"/>
          <p:cNvSpPr txBox="1"/>
          <p:nvPr/>
        </p:nvSpPr>
        <p:spPr>
          <a:xfrm>
            <a:off x="6208776" y="3756570"/>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96" name="Shape 194"/>
          <p:cNvSpPr/>
          <p:nvPr/>
        </p:nvSpPr>
        <p:spPr>
          <a:xfrm>
            <a:off x="8357616" y="3785487"/>
            <a:ext cx="1429900" cy="183138"/>
          </a:xfrm>
          <a:prstGeom prst="rect">
            <a:avLst/>
          </a:prstGeom>
          <a:solidFill>
            <a:srgbClr val="2587C5"/>
          </a:solidFill>
          <a:ln w="6350">
            <a:solidFill>
              <a:srgbClr val="FFFFFF"/>
            </a:solidFill>
            <a:prstDash val="solid"/>
          </a:ln>
        </p:spPr>
      </p:sp>
      <p:sp>
        <p:nvSpPr>
          <p:cNvPr id="197" name="Text 195"/>
          <p:cNvSpPr txBox="1"/>
          <p:nvPr/>
        </p:nvSpPr>
        <p:spPr>
          <a:xfrm>
            <a:off x="8357616" y="3785487"/>
            <a:ext cx="142990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45</a:t>
            </a:r>
            <a:endParaRPr lang="en-US" sz="1300" dirty="0"/>
          </a:p>
        </p:txBody>
      </p:sp>
      <p:sp>
        <p:nvSpPr>
          <p:cNvPr id="198" name="Shape 196"/>
          <p:cNvSpPr/>
          <p:nvPr/>
        </p:nvSpPr>
        <p:spPr>
          <a:xfrm>
            <a:off x="9787516" y="3785487"/>
            <a:ext cx="450296" cy="183138"/>
          </a:xfrm>
          <a:prstGeom prst="rect">
            <a:avLst/>
          </a:prstGeom>
          <a:solidFill>
            <a:srgbClr val="8FBEE6"/>
          </a:solidFill>
          <a:ln w="6350">
            <a:solidFill>
              <a:srgbClr val="FFFFFF"/>
            </a:solidFill>
            <a:prstDash val="solid"/>
          </a:ln>
        </p:spPr>
      </p:sp>
      <p:sp>
        <p:nvSpPr>
          <p:cNvPr id="199" name="Text 197"/>
          <p:cNvSpPr txBox="1"/>
          <p:nvPr/>
        </p:nvSpPr>
        <p:spPr>
          <a:xfrm>
            <a:off x="9787516" y="3785487"/>
            <a:ext cx="45029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200" name="Shape 198"/>
          <p:cNvSpPr/>
          <p:nvPr/>
        </p:nvSpPr>
        <p:spPr>
          <a:xfrm>
            <a:off x="10237812" y="3785487"/>
            <a:ext cx="1274484" cy="183138"/>
          </a:xfrm>
          <a:prstGeom prst="rect">
            <a:avLst/>
          </a:prstGeom>
          <a:solidFill>
            <a:srgbClr val="D9D9D9"/>
          </a:solidFill>
          <a:ln w="6350">
            <a:solidFill>
              <a:srgbClr val="FFFFFF"/>
            </a:solidFill>
            <a:prstDash val="solid"/>
          </a:ln>
        </p:spPr>
      </p:sp>
      <p:sp>
        <p:nvSpPr>
          <p:cNvPr id="201" name="Text 199"/>
          <p:cNvSpPr txBox="1"/>
          <p:nvPr/>
        </p:nvSpPr>
        <p:spPr>
          <a:xfrm>
            <a:off x="10237812" y="3785487"/>
            <a:ext cx="127448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40</a:t>
            </a:r>
            <a:endParaRPr lang="en-US" sz="1300" dirty="0"/>
          </a:p>
        </p:txBody>
      </p:sp>
      <p:sp>
        <p:nvSpPr>
          <p:cNvPr id="202" name="Text 200"/>
          <p:cNvSpPr txBox="1"/>
          <p:nvPr/>
        </p:nvSpPr>
        <p:spPr>
          <a:xfrm>
            <a:off x="6208776" y="3997542"/>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03" name="Shape 201"/>
          <p:cNvSpPr/>
          <p:nvPr/>
        </p:nvSpPr>
        <p:spPr>
          <a:xfrm>
            <a:off x="8357616" y="4026458"/>
            <a:ext cx="1407663" cy="183138"/>
          </a:xfrm>
          <a:prstGeom prst="rect">
            <a:avLst/>
          </a:prstGeom>
          <a:solidFill>
            <a:srgbClr val="2587C5"/>
          </a:solidFill>
          <a:ln w="6350">
            <a:solidFill>
              <a:srgbClr val="FFFFFF"/>
            </a:solidFill>
            <a:prstDash val="solid"/>
          </a:ln>
        </p:spPr>
      </p:sp>
      <p:sp>
        <p:nvSpPr>
          <p:cNvPr id="204" name="Text 202"/>
          <p:cNvSpPr txBox="1"/>
          <p:nvPr/>
        </p:nvSpPr>
        <p:spPr>
          <a:xfrm>
            <a:off x="8357616" y="4026458"/>
            <a:ext cx="1407663"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45</a:t>
            </a:r>
            <a:endParaRPr lang="en-US" sz="1300" dirty="0"/>
          </a:p>
        </p:txBody>
      </p:sp>
      <p:sp>
        <p:nvSpPr>
          <p:cNvPr id="205" name="Shape 203"/>
          <p:cNvSpPr/>
          <p:nvPr/>
        </p:nvSpPr>
        <p:spPr>
          <a:xfrm>
            <a:off x="9765279" y="4026458"/>
            <a:ext cx="1184133" cy="183138"/>
          </a:xfrm>
          <a:prstGeom prst="rect">
            <a:avLst/>
          </a:prstGeom>
          <a:solidFill>
            <a:srgbClr val="8FBEE6"/>
          </a:solidFill>
          <a:ln w="6350">
            <a:solidFill>
              <a:srgbClr val="FFFFFF"/>
            </a:solidFill>
            <a:prstDash val="solid"/>
          </a:ln>
        </p:spPr>
      </p:sp>
      <p:sp>
        <p:nvSpPr>
          <p:cNvPr id="206" name="Text 204"/>
          <p:cNvSpPr txBox="1"/>
          <p:nvPr/>
        </p:nvSpPr>
        <p:spPr>
          <a:xfrm>
            <a:off x="9765279" y="4026458"/>
            <a:ext cx="118413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38</a:t>
            </a:r>
            <a:endParaRPr lang="en-US" sz="1300" dirty="0"/>
          </a:p>
        </p:txBody>
      </p:sp>
      <p:sp>
        <p:nvSpPr>
          <p:cNvPr id="207" name="Shape 205"/>
          <p:cNvSpPr/>
          <p:nvPr/>
        </p:nvSpPr>
        <p:spPr>
          <a:xfrm>
            <a:off x="10949412" y="4026458"/>
            <a:ext cx="562884" cy="183138"/>
          </a:xfrm>
          <a:prstGeom prst="rect">
            <a:avLst/>
          </a:prstGeom>
          <a:solidFill>
            <a:srgbClr val="D9D9D9"/>
          </a:solidFill>
          <a:ln w="6350">
            <a:solidFill>
              <a:srgbClr val="FFFFFF"/>
            </a:solidFill>
            <a:prstDash val="solid"/>
          </a:ln>
        </p:spPr>
      </p:sp>
      <p:sp>
        <p:nvSpPr>
          <p:cNvPr id="208" name="Text 206"/>
          <p:cNvSpPr txBox="1"/>
          <p:nvPr/>
        </p:nvSpPr>
        <p:spPr>
          <a:xfrm>
            <a:off x="10949412" y="4026458"/>
            <a:ext cx="56288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18</a:t>
            </a:r>
            <a:endParaRPr lang="en-US" sz="1300" dirty="0"/>
          </a:p>
        </p:txBody>
      </p:sp>
      <p:sp>
        <p:nvSpPr>
          <p:cNvPr id="209" name="Text 207"/>
          <p:cNvSpPr txBox="1"/>
          <p:nvPr/>
        </p:nvSpPr>
        <p:spPr>
          <a:xfrm>
            <a:off x="6208776" y="4238513"/>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10" name="Shape 208"/>
          <p:cNvSpPr/>
          <p:nvPr/>
        </p:nvSpPr>
        <p:spPr>
          <a:xfrm>
            <a:off x="8357616" y="4267429"/>
            <a:ext cx="1272315" cy="183138"/>
          </a:xfrm>
          <a:prstGeom prst="rect">
            <a:avLst/>
          </a:prstGeom>
          <a:solidFill>
            <a:srgbClr val="2587C5"/>
          </a:solidFill>
          <a:ln w="6350">
            <a:solidFill>
              <a:srgbClr val="FFFFFF"/>
            </a:solidFill>
            <a:prstDash val="solid"/>
          </a:ln>
        </p:spPr>
      </p:sp>
      <p:sp>
        <p:nvSpPr>
          <p:cNvPr id="211" name="Text 209"/>
          <p:cNvSpPr txBox="1"/>
          <p:nvPr/>
        </p:nvSpPr>
        <p:spPr>
          <a:xfrm>
            <a:off x="8357616" y="4267429"/>
            <a:ext cx="127231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40</a:t>
            </a:r>
            <a:endParaRPr lang="en-US" sz="1300" dirty="0"/>
          </a:p>
        </p:txBody>
      </p:sp>
      <p:sp>
        <p:nvSpPr>
          <p:cNvPr id="212" name="Shape 210"/>
          <p:cNvSpPr/>
          <p:nvPr/>
        </p:nvSpPr>
        <p:spPr>
          <a:xfrm>
            <a:off x="9629931" y="4267429"/>
            <a:ext cx="1101342" cy="183138"/>
          </a:xfrm>
          <a:prstGeom prst="rect">
            <a:avLst/>
          </a:prstGeom>
          <a:solidFill>
            <a:srgbClr val="8FBEE6"/>
          </a:solidFill>
          <a:ln w="6350">
            <a:solidFill>
              <a:srgbClr val="FFFFFF"/>
            </a:solidFill>
            <a:prstDash val="solid"/>
          </a:ln>
        </p:spPr>
      </p:sp>
      <p:sp>
        <p:nvSpPr>
          <p:cNvPr id="213" name="Text 211"/>
          <p:cNvSpPr txBox="1"/>
          <p:nvPr/>
        </p:nvSpPr>
        <p:spPr>
          <a:xfrm>
            <a:off x="9629931" y="4267429"/>
            <a:ext cx="1101342"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35</a:t>
            </a:r>
            <a:endParaRPr lang="en-US" sz="1300" dirty="0"/>
          </a:p>
        </p:txBody>
      </p:sp>
      <p:sp>
        <p:nvSpPr>
          <p:cNvPr id="214" name="Shape 212"/>
          <p:cNvSpPr/>
          <p:nvPr/>
        </p:nvSpPr>
        <p:spPr>
          <a:xfrm>
            <a:off x="10731273" y="4267429"/>
            <a:ext cx="781023" cy="183138"/>
          </a:xfrm>
          <a:prstGeom prst="rect">
            <a:avLst/>
          </a:prstGeom>
          <a:solidFill>
            <a:srgbClr val="D9D9D9"/>
          </a:solidFill>
          <a:ln w="6350">
            <a:solidFill>
              <a:srgbClr val="FFFFFF"/>
            </a:solidFill>
            <a:prstDash val="solid"/>
          </a:ln>
        </p:spPr>
      </p:sp>
      <p:sp>
        <p:nvSpPr>
          <p:cNvPr id="215" name="Text 213"/>
          <p:cNvSpPr txBox="1"/>
          <p:nvPr/>
        </p:nvSpPr>
        <p:spPr>
          <a:xfrm>
            <a:off x="10731273" y="4267429"/>
            <a:ext cx="78102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25</a:t>
            </a:r>
            <a:endParaRPr lang="en-US" sz="1300" dirty="0"/>
          </a:p>
        </p:txBody>
      </p:sp>
      <p:sp>
        <p:nvSpPr>
          <p:cNvPr id="216" name="Text 214"/>
          <p:cNvSpPr txBox="1"/>
          <p:nvPr/>
        </p:nvSpPr>
        <p:spPr>
          <a:xfrm>
            <a:off x="6208776" y="4479484"/>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217" name="Shape 215"/>
          <p:cNvSpPr/>
          <p:nvPr/>
        </p:nvSpPr>
        <p:spPr>
          <a:xfrm>
            <a:off x="8357616" y="4508401"/>
            <a:ext cx="1260841" cy="183138"/>
          </a:xfrm>
          <a:prstGeom prst="rect">
            <a:avLst/>
          </a:prstGeom>
          <a:solidFill>
            <a:srgbClr val="2587C5"/>
          </a:solidFill>
          <a:ln w="6350">
            <a:solidFill>
              <a:srgbClr val="FFFFFF"/>
            </a:solidFill>
            <a:prstDash val="solid"/>
          </a:ln>
        </p:spPr>
      </p:sp>
      <p:sp>
        <p:nvSpPr>
          <p:cNvPr id="218" name="Text 216"/>
          <p:cNvSpPr txBox="1"/>
          <p:nvPr/>
        </p:nvSpPr>
        <p:spPr>
          <a:xfrm>
            <a:off x="8357616" y="4508401"/>
            <a:ext cx="1260841"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40</a:t>
            </a:r>
            <a:endParaRPr lang="en-US" sz="1300" dirty="0"/>
          </a:p>
        </p:txBody>
      </p:sp>
      <p:sp>
        <p:nvSpPr>
          <p:cNvPr id="219" name="Shape 217"/>
          <p:cNvSpPr/>
          <p:nvPr/>
        </p:nvSpPr>
        <p:spPr>
          <a:xfrm>
            <a:off x="9618457" y="4508401"/>
            <a:ext cx="1210006" cy="183138"/>
          </a:xfrm>
          <a:prstGeom prst="rect">
            <a:avLst/>
          </a:prstGeom>
          <a:solidFill>
            <a:srgbClr val="8FBEE6"/>
          </a:solidFill>
          <a:ln w="6350">
            <a:solidFill>
              <a:srgbClr val="FFFFFF"/>
            </a:solidFill>
            <a:prstDash val="solid"/>
          </a:ln>
        </p:spPr>
      </p:sp>
      <p:sp>
        <p:nvSpPr>
          <p:cNvPr id="220" name="Text 218"/>
          <p:cNvSpPr txBox="1"/>
          <p:nvPr/>
        </p:nvSpPr>
        <p:spPr>
          <a:xfrm>
            <a:off x="9618457" y="4508401"/>
            <a:ext cx="121000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38</a:t>
            </a:r>
            <a:endParaRPr lang="en-US" sz="1300" dirty="0"/>
          </a:p>
        </p:txBody>
      </p:sp>
      <p:sp>
        <p:nvSpPr>
          <p:cNvPr id="221" name="Shape 219"/>
          <p:cNvSpPr/>
          <p:nvPr/>
        </p:nvSpPr>
        <p:spPr>
          <a:xfrm>
            <a:off x="10828463" y="4508401"/>
            <a:ext cx="683833" cy="183138"/>
          </a:xfrm>
          <a:prstGeom prst="rect">
            <a:avLst/>
          </a:prstGeom>
          <a:solidFill>
            <a:srgbClr val="D9D9D9"/>
          </a:solidFill>
          <a:ln w="6350">
            <a:solidFill>
              <a:srgbClr val="FFFFFF"/>
            </a:solidFill>
            <a:prstDash val="solid"/>
          </a:ln>
        </p:spPr>
      </p:sp>
      <p:sp>
        <p:nvSpPr>
          <p:cNvPr id="222" name="Text 220"/>
          <p:cNvSpPr txBox="1"/>
          <p:nvPr/>
        </p:nvSpPr>
        <p:spPr>
          <a:xfrm>
            <a:off x="10828463" y="4508401"/>
            <a:ext cx="68383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22</a:t>
            </a:r>
            <a:endParaRPr lang="en-US" sz="1300" dirty="0"/>
          </a:p>
        </p:txBody>
      </p:sp>
      <p:sp>
        <p:nvSpPr>
          <p:cNvPr id="223" name="Text 221"/>
          <p:cNvSpPr txBox="1"/>
          <p:nvPr/>
        </p:nvSpPr>
        <p:spPr>
          <a:xfrm>
            <a:off x="6208776" y="4720456"/>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24" name="Shape 222"/>
          <p:cNvSpPr/>
          <p:nvPr/>
        </p:nvSpPr>
        <p:spPr>
          <a:xfrm>
            <a:off x="8357616" y="4749372"/>
            <a:ext cx="1237324" cy="183138"/>
          </a:xfrm>
          <a:prstGeom prst="rect">
            <a:avLst/>
          </a:prstGeom>
          <a:solidFill>
            <a:srgbClr val="2587C5"/>
          </a:solidFill>
          <a:ln w="6350">
            <a:solidFill>
              <a:srgbClr val="FFFFFF"/>
            </a:solidFill>
            <a:prstDash val="solid"/>
          </a:ln>
        </p:spPr>
      </p:sp>
      <p:sp>
        <p:nvSpPr>
          <p:cNvPr id="225" name="Text 223"/>
          <p:cNvSpPr txBox="1"/>
          <p:nvPr/>
        </p:nvSpPr>
        <p:spPr>
          <a:xfrm>
            <a:off x="8357616" y="4749372"/>
            <a:ext cx="1237324"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39</a:t>
            </a:r>
            <a:endParaRPr lang="en-US" sz="1300" dirty="0"/>
          </a:p>
        </p:txBody>
      </p:sp>
      <p:sp>
        <p:nvSpPr>
          <p:cNvPr id="226" name="Shape 224"/>
          <p:cNvSpPr/>
          <p:nvPr/>
        </p:nvSpPr>
        <p:spPr>
          <a:xfrm>
            <a:off x="9594940" y="4749372"/>
            <a:ext cx="995080" cy="183138"/>
          </a:xfrm>
          <a:prstGeom prst="rect">
            <a:avLst/>
          </a:prstGeom>
          <a:solidFill>
            <a:srgbClr val="8FBEE6"/>
          </a:solidFill>
          <a:ln w="6350">
            <a:solidFill>
              <a:srgbClr val="FFFFFF"/>
            </a:solidFill>
            <a:prstDash val="solid"/>
          </a:ln>
        </p:spPr>
      </p:sp>
      <p:sp>
        <p:nvSpPr>
          <p:cNvPr id="227" name="Text 225"/>
          <p:cNvSpPr txBox="1"/>
          <p:nvPr/>
        </p:nvSpPr>
        <p:spPr>
          <a:xfrm>
            <a:off x="9594940" y="4749372"/>
            <a:ext cx="99508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32</a:t>
            </a:r>
            <a:endParaRPr lang="en-US" sz="1300" dirty="0"/>
          </a:p>
        </p:txBody>
      </p:sp>
      <p:sp>
        <p:nvSpPr>
          <p:cNvPr id="228" name="Shape 226"/>
          <p:cNvSpPr/>
          <p:nvPr/>
        </p:nvSpPr>
        <p:spPr>
          <a:xfrm>
            <a:off x="10590020" y="4749372"/>
            <a:ext cx="922276" cy="183138"/>
          </a:xfrm>
          <a:prstGeom prst="rect">
            <a:avLst/>
          </a:prstGeom>
          <a:solidFill>
            <a:srgbClr val="D9D9D9"/>
          </a:solidFill>
          <a:ln w="6350">
            <a:solidFill>
              <a:srgbClr val="FFFFFF"/>
            </a:solidFill>
            <a:prstDash val="solid"/>
          </a:ln>
        </p:spPr>
      </p:sp>
      <p:sp>
        <p:nvSpPr>
          <p:cNvPr id="229" name="Text 227"/>
          <p:cNvSpPr txBox="1"/>
          <p:nvPr/>
        </p:nvSpPr>
        <p:spPr>
          <a:xfrm>
            <a:off x="10590020" y="4749372"/>
            <a:ext cx="92227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29</a:t>
            </a:r>
            <a:endParaRPr lang="en-US" sz="1300" dirty="0"/>
          </a:p>
        </p:txBody>
      </p:sp>
      <p:sp>
        <p:nvSpPr>
          <p:cNvPr id="230" name="Text 228"/>
          <p:cNvSpPr txBox="1"/>
          <p:nvPr/>
        </p:nvSpPr>
        <p:spPr>
          <a:xfrm>
            <a:off x="6208776" y="4961427"/>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31" name="Shape 229"/>
          <p:cNvSpPr/>
          <p:nvPr/>
        </p:nvSpPr>
        <p:spPr>
          <a:xfrm>
            <a:off x="8357616" y="4990343"/>
            <a:ext cx="1075368" cy="183138"/>
          </a:xfrm>
          <a:prstGeom prst="rect">
            <a:avLst/>
          </a:prstGeom>
          <a:solidFill>
            <a:srgbClr val="2587C5"/>
          </a:solidFill>
          <a:ln w="6350">
            <a:solidFill>
              <a:srgbClr val="FFFFFF"/>
            </a:solidFill>
            <a:prstDash val="solid"/>
          </a:ln>
        </p:spPr>
      </p:sp>
      <p:sp>
        <p:nvSpPr>
          <p:cNvPr id="232" name="Text 230"/>
          <p:cNvSpPr txBox="1"/>
          <p:nvPr/>
        </p:nvSpPr>
        <p:spPr>
          <a:xfrm>
            <a:off x="8357616" y="4990343"/>
            <a:ext cx="107536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34</a:t>
            </a:r>
            <a:endParaRPr lang="en-US" sz="1300" dirty="0"/>
          </a:p>
        </p:txBody>
      </p:sp>
      <p:sp>
        <p:nvSpPr>
          <p:cNvPr id="233" name="Shape 231"/>
          <p:cNvSpPr/>
          <p:nvPr/>
        </p:nvSpPr>
        <p:spPr>
          <a:xfrm>
            <a:off x="9432984" y="4990343"/>
            <a:ext cx="1647182" cy="183138"/>
          </a:xfrm>
          <a:prstGeom prst="rect">
            <a:avLst/>
          </a:prstGeom>
          <a:solidFill>
            <a:srgbClr val="8FBEE6"/>
          </a:solidFill>
          <a:ln w="6350">
            <a:solidFill>
              <a:srgbClr val="FFFFFF"/>
            </a:solidFill>
            <a:prstDash val="solid"/>
          </a:ln>
        </p:spPr>
      </p:sp>
      <p:sp>
        <p:nvSpPr>
          <p:cNvPr id="234" name="Text 232"/>
          <p:cNvSpPr txBox="1"/>
          <p:nvPr/>
        </p:nvSpPr>
        <p:spPr>
          <a:xfrm>
            <a:off x="9432984" y="4990343"/>
            <a:ext cx="1647182"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52</a:t>
            </a:r>
            <a:endParaRPr lang="en-US" sz="1300" dirty="0"/>
          </a:p>
        </p:txBody>
      </p:sp>
      <p:sp>
        <p:nvSpPr>
          <p:cNvPr id="235" name="Shape 233"/>
          <p:cNvSpPr/>
          <p:nvPr/>
        </p:nvSpPr>
        <p:spPr>
          <a:xfrm>
            <a:off x="11080165" y="4990343"/>
            <a:ext cx="432131" cy="183138"/>
          </a:xfrm>
          <a:prstGeom prst="rect">
            <a:avLst/>
          </a:prstGeom>
          <a:solidFill>
            <a:srgbClr val="D9D9D9"/>
          </a:solidFill>
          <a:ln w="6350">
            <a:solidFill>
              <a:srgbClr val="FFFFFF"/>
            </a:solidFill>
            <a:prstDash val="solid"/>
          </a:ln>
        </p:spPr>
      </p:sp>
      <p:sp>
        <p:nvSpPr>
          <p:cNvPr id="236" name="Text 234"/>
          <p:cNvSpPr txBox="1"/>
          <p:nvPr/>
        </p:nvSpPr>
        <p:spPr>
          <a:xfrm>
            <a:off x="11080165" y="4990343"/>
            <a:ext cx="432131"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237" name="Text 235"/>
          <p:cNvSpPr txBox="1"/>
          <p:nvPr/>
        </p:nvSpPr>
        <p:spPr>
          <a:xfrm>
            <a:off x="6208776" y="5202398"/>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238" name="Shape 236"/>
          <p:cNvSpPr/>
          <p:nvPr/>
        </p:nvSpPr>
        <p:spPr>
          <a:xfrm>
            <a:off x="8357616" y="5231315"/>
            <a:ext cx="898846" cy="183138"/>
          </a:xfrm>
          <a:prstGeom prst="rect">
            <a:avLst/>
          </a:prstGeom>
          <a:solidFill>
            <a:srgbClr val="2587C5"/>
          </a:solidFill>
          <a:ln w="6350">
            <a:solidFill>
              <a:srgbClr val="FFFFFF"/>
            </a:solidFill>
            <a:prstDash val="solid"/>
          </a:ln>
        </p:spPr>
      </p:sp>
      <p:sp>
        <p:nvSpPr>
          <p:cNvPr id="239" name="Text 237"/>
          <p:cNvSpPr txBox="1"/>
          <p:nvPr/>
        </p:nvSpPr>
        <p:spPr>
          <a:xfrm>
            <a:off x="8357616" y="5231315"/>
            <a:ext cx="89884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28</a:t>
            </a:r>
            <a:endParaRPr lang="en-US" sz="1300" dirty="0"/>
          </a:p>
        </p:txBody>
      </p:sp>
      <p:sp>
        <p:nvSpPr>
          <p:cNvPr id="240" name="Shape 238"/>
          <p:cNvSpPr/>
          <p:nvPr/>
        </p:nvSpPr>
        <p:spPr>
          <a:xfrm>
            <a:off x="9256462" y="5231315"/>
            <a:ext cx="1126586" cy="183138"/>
          </a:xfrm>
          <a:prstGeom prst="rect">
            <a:avLst/>
          </a:prstGeom>
          <a:solidFill>
            <a:srgbClr val="8FBEE6"/>
          </a:solidFill>
          <a:ln w="6350">
            <a:solidFill>
              <a:srgbClr val="FFFFFF"/>
            </a:solidFill>
            <a:prstDash val="solid"/>
          </a:ln>
        </p:spPr>
      </p:sp>
      <p:sp>
        <p:nvSpPr>
          <p:cNvPr id="241" name="Text 239"/>
          <p:cNvSpPr txBox="1"/>
          <p:nvPr/>
        </p:nvSpPr>
        <p:spPr>
          <a:xfrm>
            <a:off x="9256462" y="5231315"/>
            <a:ext cx="112658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36</a:t>
            </a:r>
            <a:endParaRPr lang="en-US" sz="1300" dirty="0"/>
          </a:p>
        </p:txBody>
      </p:sp>
      <p:sp>
        <p:nvSpPr>
          <p:cNvPr id="242" name="Shape 240"/>
          <p:cNvSpPr/>
          <p:nvPr/>
        </p:nvSpPr>
        <p:spPr>
          <a:xfrm>
            <a:off x="10383048" y="5231315"/>
            <a:ext cx="1129248" cy="183138"/>
          </a:xfrm>
          <a:prstGeom prst="rect">
            <a:avLst/>
          </a:prstGeom>
          <a:solidFill>
            <a:srgbClr val="D9D9D9"/>
          </a:solidFill>
          <a:ln w="6350">
            <a:solidFill>
              <a:srgbClr val="FFFFFF"/>
            </a:solidFill>
            <a:prstDash val="solid"/>
          </a:ln>
        </p:spPr>
      </p:sp>
      <p:sp>
        <p:nvSpPr>
          <p:cNvPr id="243" name="Text 241"/>
          <p:cNvSpPr txBox="1"/>
          <p:nvPr/>
        </p:nvSpPr>
        <p:spPr>
          <a:xfrm>
            <a:off x="10383048" y="5231315"/>
            <a:ext cx="1129248"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36</a:t>
            </a:r>
            <a:endParaRPr lang="en-US" sz="1300" dirty="0"/>
          </a:p>
        </p:txBody>
      </p:sp>
      <p:sp>
        <p:nvSpPr>
          <p:cNvPr id="244" name="Text 242"/>
          <p:cNvSpPr txBox="1"/>
          <p:nvPr/>
        </p:nvSpPr>
        <p:spPr>
          <a:xfrm>
            <a:off x="6208776" y="5443369"/>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45" name="Shape 243"/>
          <p:cNvSpPr/>
          <p:nvPr/>
        </p:nvSpPr>
        <p:spPr>
          <a:xfrm>
            <a:off x="8357616" y="5472286"/>
            <a:ext cx="880673" cy="183138"/>
          </a:xfrm>
          <a:prstGeom prst="rect">
            <a:avLst/>
          </a:prstGeom>
          <a:solidFill>
            <a:srgbClr val="2587C5"/>
          </a:solidFill>
          <a:ln w="6350">
            <a:solidFill>
              <a:srgbClr val="FFFFFF"/>
            </a:solidFill>
            <a:prstDash val="solid"/>
          </a:ln>
        </p:spPr>
      </p:sp>
      <p:sp>
        <p:nvSpPr>
          <p:cNvPr id="246" name="Text 244"/>
          <p:cNvSpPr txBox="1"/>
          <p:nvPr/>
        </p:nvSpPr>
        <p:spPr>
          <a:xfrm>
            <a:off x="8357616" y="5472286"/>
            <a:ext cx="880673"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28</a:t>
            </a:r>
            <a:endParaRPr lang="en-US" sz="1300" dirty="0"/>
          </a:p>
        </p:txBody>
      </p:sp>
      <p:sp>
        <p:nvSpPr>
          <p:cNvPr id="247" name="Shape 245"/>
          <p:cNvSpPr/>
          <p:nvPr/>
        </p:nvSpPr>
        <p:spPr>
          <a:xfrm>
            <a:off x="9238289" y="5472286"/>
            <a:ext cx="1619914" cy="183138"/>
          </a:xfrm>
          <a:prstGeom prst="rect">
            <a:avLst/>
          </a:prstGeom>
          <a:solidFill>
            <a:srgbClr val="8FBEE6"/>
          </a:solidFill>
          <a:ln w="6350">
            <a:solidFill>
              <a:srgbClr val="FFFFFF"/>
            </a:solidFill>
            <a:prstDash val="solid"/>
          </a:ln>
        </p:spPr>
      </p:sp>
      <p:sp>
        <p:nvSpPr>
          <p:cNvPr id="248" name="Text 246"/>
          <p:cNvSpPr txBox="1"/>
          <p:nvPr/>
        </p:nvSpPr>
        <p:spPr>
          <a:xfrm>
            <a:off x="9238289" y="5472286"/>
            <a:ext cx="161991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51</a:t>
            </a:r>
            <a:endParaRPr lang="en-US" sz="1300" dirty="0"/>
          </a:p>
        </p:txBody>
      </p:sp>
      <p:sp>
        <p:nvSpPr>
          <p:cNvPr id="249" name="Shape 247"/>
          <p:cNvSpPr/>
          <p:nvPr/>
        </p:nvSpPr>
        <p:spPr>
          <a:xfrm>
            <a:off x="10858202" y="5472286"/>
            <a:ext cx="654094" cy="183138"/>
          </a:xfrm>
          <a:prstGeom prst="rect">
            <a:avLst/>
          </a:prstGeom>
          <a:solidFill>
            <a:srgbClr val="D9D9D9"/>
          </a:solidFill>
          <a:ln w="6350">
            <a:solidFill>
              <a:srgbClr val="FFFFFF"/>
            </a:solidFill>
            <a:prstDash val="solid"/>
          </a:ln>
        </p:spPr>
      </p:sp>
      <p:sp>
        <p:nvSpPr>
          <p:cNvPr id="250" name="Text 248"/>
          <p:cNvSpPr txBox="1"/>
          <p:nvPr/>
        </p:nvSpPr>
        <p:spPr>
          <a:xfrm>
            <a:off x="10858202" y="5472286"/>
            <a:ext cx="65409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21</a:t>
            </a:r>
            <a:endParaRPr lang="en-US" sz="1300" dirty="0"/>
          </a:p>
        </p:txBody>
      </p:sp>
      <p:sp>
        <p:nvSpPr>
          <p:cNvPr id="251" name="Shape 249"/>
          <p:cNvSpPr/>
          <p:nvPr/>
        </p:nvSpPr>
        <p:spPr>
          <a:xfrm>
            <a:off x="457200" y="6126480"/>
            <a:ext cx="11274552" cy="615696"/>
          </a:xfrm>
          <a:prstGeom prst="rect">
            <a:avLst/>
          </a:prstGeom>
          <a:solidFill>
            <a:srgbClr val="EDF4FA"/>
          </a:solidFill>
          <a:ln/>
        </p:spPr>
      </p:sp>
      <p:sp>
        <p:nvSpPr>
          <p:cNvPr id="252" name="Text 250"/>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Customer pay is 52.5% of labor sale (52.8% in 2025), warranty 23.8%, internal 23.7%. Honda Spokane is most customer-pay at 70.3%.</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Customer Pay Share of Labor Sale</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52.8%</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52.5%</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−0.3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−0.5%</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Customer Pay Share of Labor Sale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graphicFrame>
        <p:nvGraphicFramePr>
          <p:cNvPr id="22" name="Chart 5"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6"/>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56616"/>
          </a:xfrm>
          <a:prstGeom prst="rect">
            <a:avLst/>
          </a:prstGeom>
          <a:solidFill>
            <a:srgbClr val="FBEBEA"/>
          </a:solidFill>
          <a:ln/>
        </p:spPr>
      </p:sp>
      <p:sp>
        <p:nvSpPr>
          <p:cNvPr id="30" name="Text 22"/>
          <p:cNvSpPr txBox="1"/>
          <p:nvPr/>
        </p:nvSpPr>
        <p:spPr>
          <a:xfrm>
            <a:off x="658368" y="6144768"/>
            <a:ext cx="10927080" cy="320040"/>
          </a:xfrm>
          <a:prstGeom prst="rect">
            <a:avLst/>
          </a:prstGeom>
          <a:noFill/>
          <a:ln/>
        </p:spPr>
        <p:txBody>
          <a:bodyPr wrap="square" lIns="0" tIns="0" rIns="0" bIns="0" rtlCol="0" anchor="ctr"/>
          <a:lstStyle/>
          <a:p>
            <a:pPr indent="0" marL="0">
              <a:buNone/>
            </a:pPr>
            <a:r>
              <a:rPr lang="en-US" sz="1500" b="1" dirty="0">
                <a:solidFill>
                  <a:srgbClr val="A82B26"/>
                </a:solidFill>
                <a:latin typeface="Inter" pitchFamily="34" charset="0"/>
                <a:ea typeface="Inter" pitchFamily="34" charset="-122"/>
                <a:cs typeface="Inter" pitchFamily="34" charset="-120"/>
              </a:rPr>
              <a:t>Down 0.3 pts to 52.5%, behind 2025 in five of nine months. Warranty labor rose 8.8%, internal rose 5.8%.</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Customer Pay Share of Labor Sale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3916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CUSTOMER PAY SHARE OF LABOR SALE</a:t>
            </a:r>
            <a:endParaRPr lang="en-US" sz="1500" dirty="0"/>
          </a:p>
        </p:txBody>
      </p:sp>
      <p:sp>
        <p:nvSpPr>
          <p:cNvPr id="9" name="Text 7"/>
          <p:cNvSpPr txBox="1"/>
          <p:nvPr/>
        </p:nvSpPr>
        <p:spPr>
          <a:xfrm>
            <a:off x="4831080" y="1335024"/>
            <a:ext cx="321564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A82B26"/>
                </a:solidFill>
                <a:latin typeface="Inter" pitchFamily="34" charset="0"/>
                <a:ea typeface="Inter" pitchFamily="34" charset="-122"/>
                <a:cs typeface="Inter" pitchFamily="34" charset="-120"/>
              </a:rPr>
              <a:t>−0.3 pts</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3" name="Shape 11"/>
          <p:cNvSpPr/>
          <p:nvPr/>
        </p:nvSpPr>
        <p:spPr>
          <a:xfrm>
            <a:off x="3785616" y="1911860"/>
            <a:ext cx="777240"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+10.8 pts</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7" name="Shape 15"/>
          <p:cNvSpPr/>
          <p:nvPr/>
        </p:nvSpPr>
        <p:spPr>
          <a:xfrm>
            <a:off x="3785616" y="2151755"/>
            <a:ext cx="701821"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+9.7 pts</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21" name="Shape 19"/>
          <p:cNvSpPr/>
          <p:nvPr/>
        </p:nvSpPr>
        <p:spPr>
          <a:xfrm>
            <a:off x="3785616" y="2391651"/>
            <a:ext cx="687455"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+9.5 pts</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25" name="Shape 23"/>
          <p:cNvSpPr/>
          <p:nvPr/>
        </p:nvSpPr>
        <p:spPr>
          <a:xfrm>
            <a:off x="3785616" y="2631546"/>
            <a:ext cx="667785"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+9.3 pts</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29" name="Shape 27"/>
          <p:cNvSpPr/>
          <p:nvPr/>
        </p:nvSpPr>
        <p:spPr>
          <a:xfrm>
            <a:off x="3785616" y="2871442"/>
            <a:ext cx="642759"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+8.9 pts</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33" name="Shape 31"/>
          <p:cNvSpPr/>
          <p:nvPr/>
        </p:nvSpPr>
        <p:spPr>
          <a:xfrm>
            <a:off x="3785616" y="3111337"/>
            <a:ext cx="457956"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+6.4 pts</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37" name="Shape 35"/>
          <p:cNvSpPr/>
          <p:nvPr/>
        </p:nvSpPr>
        <p:spPr>
          <a:xfrm>
            <a:off x="3785616" y="3351233"/>
            <a:ext cx="385898"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+5.4 pts</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41" name="Shape 39"/>
          <p:cNvSpPr/>
          <p:nvPr/>
        </p:nvSpPr>
        <p:spPr>
          <a:xfrm>
            <a:off x="3785616" y="3591128"/>
            <a:ext cx="311681"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+4.3 pts</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45" name="Shape 43"/>
          <p:cNvSpPr/>
          <p:nvPr/>
        </p:nvSpPr>
        <p:spPr>
          <a:xfrm>
            <a:off x="3785616" y="3831024"/>
            <a:ext cx="305606"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+4.2 pts</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49" name="Shape 47"/>
          <p:cNvSpPr/>
          <p:nvPr/>
        </p:nvSpPr>
        <p:spPr>
          <a:xfrm>
            <a:off x="3785616" y="4070920"/>
            <a:ext cx="284145"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+3.9 pts</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53" name="Shape 51"/>
          <p:cNvSpPr/>
          <p:nvPr/>
        </p:nvSpPr>
        <p:spPr>
          <a:xfrm>
            <a:off x="3785616" y="4310815"/>
            <a:ext cx="231565"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+3.2 pts</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57" name="Shape 55"/>
          <p:cNvSpPr/>
          <p:nvPr/>
        </p:nvSpPr>
        <p:spPr>
          <a:xfrm>
            <a:off x="3785616" y="4550711"/>
            <a:ext cx="181969"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+2.5 pts</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61" name="Shape 59"/>
          <p:cNvSpPr/>
          <p:nvPr/>
        </p:nvSpPr>
        <p:spPr>
          <a:xfrm>
            <a:off x="3785616" y="4790606"/>
            <a:ext cx="175356"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+2.4 pts</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65" name="Shape 63"/>
          <p:cNvSpPr/>
          <p:nvPr/>
        </p:nvSpPr>
        <p:spPr>
          <a:xfrm>
            <a:off x="3785616" y="5030502"/>
            <a:ext cx="92081"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+1.3 pts</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69" name="Shape 67"/>
          <p:cNvSpPr/>
          <p:nvPr/>
        </p:nvSpPr>
        <p:spPr>
          <a:xfrm>
            <a:off x="3785616" y="5270397"/>
            <a:ext cx="74077"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 pts</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73" name="Shape 71"/>
          <p:cNvSpPr/>
          <p:nvPr/>
        </p:nvSpPr>
        <p:spPr>
          <a:xfrm>
            <a:off x="3785616" y="5510293"/>
            <a:ext cx="54365"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+0.8 pts</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77" name="Shape 75"/>
          <p:cNvSpPr/>
          <p:nvPr/>
        </p:nvSpPr>
        <p:spPr>
          <a:xfrm>
            <a:off x="3785616" y="5750188"/>
            <a:ext cx="16625"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+0.2 pts</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81" name="Shape 79"/>
          <p:cNvSpPr/>
          <p:nvPr/>
        </p:nvSpPr>
        <p:spPr>
          <a:xfrm>
            <a:off x="9336024" y="1911860"/>
            <a:ext cx="12802" cy="110352"/>
          </a:xfrm>
          <a:prstGeom prst="rect">
            <a:avLst/>
          </a:prstGeom>
          <a:solidFill>
            <a:srgbClr val="12A566"/>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+0.1 pts</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85" name="Shape 83"/>
          <p:cNvSpPr/>
          <p:nvPr/>
        </p:nvSpPr>
        <p:spPr>
          <a:xfrm>
            <a:off x="9336024" y="2151755"/>
            <a:ext cx="12802" cy="110352"/>
          </a:xfrm>
          <a:prstGeom prst="rect">
            <a:avLst/>
          </a:prstGeom>
          <a:solidFill>
            <a:srgbClr val="12A566"/>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+0.1 pts</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89" name="Shape 87"/>
          <p:cNvSpPr/>
          <p:nvPr/>
        </p:nvSpPr>
        <p:spPr>
          <a:xfrm>
            <a:off x="9331272" y="2391651"/>
            <a:ext cx="12802" cy="110352"/>
          </a:xfrm>
          <a:prstGeom prst="rect">
            <a:avLst/>
          </a:prstGeom>
          <a:solidFill>
            <a:srgbClr val="C2352F"/>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−0.1 pts</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93" name="Shape 91"/>
          <p:cNvSpPr/>
          <p:nvPr/>
        </p:nvSpPr>
        <p:spPr>
          <a:xfrm>
            <a:off x="9318561" y="2631546"/>
            <a:ext cx="17463" cy="110352"/>
          </a:xfrm>
          <a:prstGeom prst="rect">
            <a:avLst/>
          </a:prstGeom>
          <a:solidFill>
            <a:srgbClr val="C2352F"/>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−0.2 pts</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97" name="Shape 95"/>
          <p:cNvSpPr/>
          <p:nvPr/>
        </p:nvSpPr>
        <p:spPr>
          <a:xfrm>
            <a:off x="9312447" y="2871442"/>
            <a:ext cx="23577" cy="110352"/>
          </a:xfrm>
          <a:prstGeom prst="rect">
            <a:avLst/>
          </a:prstGeom>
          <a:solidFill>
            <a:srgbClr val="C2352F"/>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−0.3 pts</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01" name="Shape 99"/>
          <p:cNvSpPr/>
          <p:nvPr/>
        </p:nvSpPr>
        <p:spPr>
          <a:xfrm>
            <a:off x="9255154" y="3111337"/>
            <a:ext cx="80870" cy="110352"/>
          </a:xfrm>
          <a:prstGeom prst="rect">
            <a:avLst/>
          </a:prstGeom>
          <a:solidFill>
            <a:srgbClr val="C2352F"/>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−1.1 pts</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05" name="Shape 103"/>
          <p:cNvSpPr/>
          <p:nvPr/>
        </p:nvSpPr>
        <p:spPr>
          <a:xfrm>
            <a:off x="9239288" y="3351233"/>
            <a:ext cx="96736" cy="110352"/>
          </a:xfrm>
          <a:prstGeom prst="rect">
            <a:avLst/>
          </a:prstGeom>
          <a:solidFill>
            <a:srgbClr val="C2352F"/>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−1.3 pts</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09" name="Shape 107"/>
          <p:cNvSpPr/>
          <p:nvPr/>
        </p:nvSpPr>
        <p:spPr>
          <a:xfrm>
            <a:off x="9234185" y="3591128"/>
            <a:ext cx="101839" cy="110352"/>
          </a:xfrm>
          <a:prstGeom prst="rect">
            <a:avLst/>
          </a:prstGeom>
          <a:solidFill>
            <a:srgbClr val="C2352F"/>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−1.4 pts</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13" name="Shape 111"/>
          <p:cNvSpPr/>
          <p:nvPr/>
        </p:nvSpPr>
        <p:spPr>
          <a:xfrm>
            <a:off x="9169807" y="3831024"/>
            <a:ext cx="166217" cy="110352"/>
          </a:xfrm>
          <a:prstGeom prst="rect">
            <a:avLst/>
          </a:prstGeom>
          <a:solidFill>
            <a:srgbClr val="C2352F"/>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−2.3 pts</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17" name="Shape 115"/>
          <p:cNvSpPr/>
          <p:nvPr/>
        </p:nvSpPr>
        <p:spPr>
          <a:xfrm>
            <a:off x="9092399" y="4070920"/>
            <a:ext cx="243625" cy="110352"/>
          </a:xfrm>
          <a:prstGeom prst="rect">
            <a:avLst/>
          </a:prstGeom>
          <a:solidFill>
            <a:srgbClr val="C2352F"/>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−3.4 pts</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21" name="Shape 119"/>
          <p:cNvSpPr/>
          <p:nvPr/>
        </p:nvSpPr>
        <p:spPr>
          <a:xfrm>
            <a:off x="9057340" y="4310815"/>
            <a:ext cx="278684"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−3.9 pts</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25" name="Shape 123"/>
          <p:cNvSpPr/>
          <p:nvPr/>
        </p:nvSpPr>
        <p:spPr>
          <a:xfrm>
            <a:off x="9043690" y="4550711"/>
            <a:ext cx="292334"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−4.1 pts</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29" name="Shape 127"/>
          <p:cNvSpPr/>
          <p:nvPr/>
        </p:nvSpPr>
        <p:spPr>
          <a:xfrm>
            <a:off x="8923753" y="4790606"/>
            <a:ext cx="412271"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−5.7 pts</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33" name="Shape 131"/>
          <p:cNvSpPr/>
          <p:nvPr/>
        </p:nvSpPr>
        <p:spPr>
          <a:xfrm>
            <a:off x="8868856" y="5030502"/>
            <a:ext cx="467168"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−6.5 pts</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37" name="Shape 135"/>
          <p:cNvSpPr/>
          <p:nvPr/>
        </p:nvSpPr>
        <p:spPr>
          <a:xfrm>
            <a:off x="8843092" y="5270397"/>
            <a:ext cx="492932"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−6.8 pts</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41" name="Shape 139"/>
          <p:cNvSpPr/>
          <p:nvPr/>
        </p:nvSpPr>
        <p:spPr>
          <a:xfrm>
            <a:off x="8752645" y="5510293"/>
            <a:ext cx="583379"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−8.1 pts</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615696"/>
          </a:xfrm>
          <a:prstGeom prst="rect">
            <a:avLst/>
          </a:prstGeom>
          <a:solidFill>
            <a:srgbClr val="FBEBEA"/>
          </a:solidFill>
          <a:ln/>
        </p:spPr>
      </p:sp>
      <p:sp>
        <p:nvSpPr>
          <p:cNvPr id="147" name="Text 145"/>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19 of 33 stores raised customer-pay share, led by Mazda at +10.8 pts to 56.6%. 14 declined; LR Reno fell most at −8.1 pts.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Customer Pay Share of Labor Sale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9" name="Shape 7"/>
          <p:cNvSpPr/>
          <p:nvPr/>
        </p:nvSpPr>
        <p:spPr>
          <a:xfrm>
            <a:off x="658368" y="2103120"/>
            <a:ext cx="3489960" cy="755294"/>
          </a:xfrm>
          <a:prstGeom prst="rect">
            <a:avLst/>
          </a:prstGeom>
          <a:solidFill>
            <a:srgbClr val="F7F7F7"/>
          </a:solidFill>
          <a:ln/>
        </p:spPr>
      </p:sp>
      <p:sp>
        <p:nvSpPr>
          <p:cNvPr id="10" name="Text 8"/>
          <p:cNvSpPr txBox="1"/>
          <p:nvPr/>
        </p:nvSpPr>
        <p:spPr>
          <a:xfrm>
            <a:off x="749808"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45.8%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56.6%</a:t>
            </a:r>
            <a:endParaRPr lang="en-US" sz="1400" dirty="0"/>
          </a:p>
        </p:txBody>
      </p:sp>
      <p:sp>
        <p:nvSpPr>
          <p:cNvPr id="12" name="Text 10"/>
          <p:cNvSpPr txBox="1"/>
          <p:nvPr/>
        </p:nvSpPr>
        <p:spPr>
          <a:xfrm>
            <a:off x="2941320"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+10.8 pts</a:t>
            </a:r>
            <a:endParaRPr lang="en-US" sz="1600" dirty="0"/>
          </a:p>
        </p:txBody>
      </p:sp>
      <p:sp>
        <p:nvSpPr>
          <p:cNvPr id="13" name="Text 11"/>
          <p:cNvSpPr txBox="1"/>
          <p:nvPr/>
        </p:nvSpPr>
        <p:spPr>
          <a:xfrm>
            <a:off x="749808"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47.2%</a:t>
            </a:r>
            <a:endParaRPr lang="en-US" sz="1400" dirty="0"/>
          </a:p>
        </p:txBody>
      </p:sp>
      <p:sp>
        <p:nvSpPr>
          <p:cNvPr id="15" name="Text 13"/>
          <p:cNvSpPr txBox="1"/>
          <p:nvPr/>
        </p:nvSpPr>
        <p:spPr>
          <a:xfrm>
            <a:off x="2941320"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+9.7 pts</a:t>
            </a:r>
            <a:endParaRPr lang="en-US" sz="1600" dirty="0"/>
          </a:p>
        </p:txBody>
      </p:sp>
      <p:sp>
        <p:nvSpPr>
          <p:cNvPr id="16" name="Shape 14"/>
          <p:cNvSpPr/>
          <p:nvPr/>
        </p:nvSpPr>
        <p:spPr>
          <a:xfrm>
            <a:off x="658368" y="3613709"/>
            <a:ext cx="3489960" cy="755294"/>
          </a:xfrm>
          <a:prstGeom prst="rect">
            <a:avLst/>
          </a:prstGeom>
          <a:solidFill>
            <a:srgbClr val="F7F7F7"/>
          </a:solidFill>
          <a:ln/>
        </p:spPr>
      </p:sp>
      <p:sp>
        <p:nvSpPr>
          <p:cNvPr id="17" name="Shape 15"/>
          <p:cNvSpPr/>
          <p:nvPr/>
        </p:nvSpPr>
        <p:spPr>
          <a:xfrm>
            <a:off x="4084320" y="3650285"/>
            <a:ext cx="64008" cy="682142"/>
          </a:xfrm>
          <a:prstGeom prst="rect">
            <a:avLst/>
          </a:prstGeom>
          <a:solidFill>
            <a:srgbClr val="12A566"/>
          </a:solidFill>
          <a:ln/>
        </p:spPr>
      </p:sp>
      <p:sp>
        <p:nvSpPr>
          <p:cNvPr id="18" name="Text 16"/>
          <p:cNvSpPr txBox="1"/>
          <p:nvPr/>
        </p:nvSpPr>
        <p:spPr>
          <a:xfrm>
            <a:off x="749808"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48.7%</a:t>
            </a:r>
            <a:endParaRPr lang="en-US" sz="1400" dirty="0"/>
          </a:p>
        </p:txBody>
      </p:sp>
      <p:sp>
        <p:nvSpPr>
          <p:cNvPr id="20" name="Text 18"/>
          <p:cNvSpPr txBox="1"/>
          <p:nvPr/>
        </p:nvSpPr>
        <p:spPr>
          <a:xfrm>
            <a:off x="2941320"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+9.5 pts</a:t>
            </a:r>
            <a:endParaRPr lang="en-US" sz="1600" dirty="0"/>
          </a:p>
        </p:txBody>
      </p:sp>
      <p:sp>
        <p:nvSpPr>
          <p:cNvPr id="21" name="Text 19"/>
          <p:cNvSpPr txBox="1"/>
          <p:nvPr/>
        </p:nvSpPr>
        <p:spPr>
          <a:xfrm>
            <a:off x="749808"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2" name="Text 20"/>
          <p:cNvSpPr txBox="1"/>
          <p:nvPr/>
        </p:nvSpPr>
        <p:spPr>
          <a:xfrm>
            <a:off x="1097280"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49.8%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59.0%</a:t>
            </a:r>
            <a:endParaRPr lang="en-US" sz="1400" dirty="0"/>
          </a:p>
        </p:txBody>
      </p:sp>
      <p:sp>
        <p:nvSpPr>
          <p:cNvPr id="23" name="Text 21"/>
          <p:cNvSpPr txBox="1"/>
          <p:nvPr/>
        </p:nvSpPr>
        <p:spPr>
          <a:xfrm>
            <a:off x="2941320"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+9.3 pts</a:t>
            </a:r>
            <a:endParaRPr lang="en-US" sz="1600" dirty="0"/>
          </a:p>
        </p:txBody>
      </p:sp>
      <p:sp>
        <p:nvSpPr>
          <p:cNvPr id="24" name="Shape 22"/>
          <p:cNvSpPr/>
          <p:nvPr/>
        </p:nvSpPr>
        <p:spPr>
          <a:xfrm>
            <a:off x="658368" y="5124298"/>
            <a:ext cx="3489960" cy="755294"/>
          </a:xfrm>
          <a:prstGeom prst="rect">
            <a:avLst/>
          </a:prstGeom>
          <a:solidFill>
            <a:srgbClr val="F7F7F7"/>
          </a:solidFill>
          <a:ln/>
        </p:spPr>
      </p:sp>
      <p:sp>
        <p:nvSpPr>
          <p:cNvPr id="25" name="Text 23"/>
          <p:cNvSpPr txBox="1"/>
          <p:nvPr/>
        </p:nvSpPr>
        <p:spPr>
          <a:xfrm>
            <a:off x="749808"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6" name="Text 24"/>
          <p:cNvSpPr txBox="1"/>
          <p:nvPr/>
        </p:nvSpPr>
        <p:spPr>
          <a:xfrm>
            <a:off x="1097280"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50.8%</a:t>
            </a:r>
            <a:endParaRPr lang="en-US" sz="1400" dirty="0"/>
          </a:p>
        </p:txBody>
      </p:sp>
      <p:sp>
        <p:nvSpPr>
          <p:cNvPr id="27" name="Text 25"/>
          <p:cNvSpPr txBox="1"/>
          <p:nvPr/>
        </p:nvSpPr>
        <p:spPr>
          <a:xfrm>
            <a:off x="2941320"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+8.9 pts</a:t>
            </a:r>
            <a:endParaRPr lang="en-US" sz="1600" dirty="0"/>
          </a:p>
        </p:txBody>
      </p:sp>
      <p:sp>
        <p:nvSpPr>
          <p:cNvPr id="28" name="Shape 26"/>
          <p:cNvSpPr/>
          <p:nvPr/>
        </p:nvSpPr>
        <p:spPr>
          <a:xfrm>
            <a:off x="4349496" y="1371600"/>
            <a:ext cx="3489960" cy="45720"/>
          </a:xfrm>
          <a:prstGeom prst="rect">
            <a:avLst/>
          </a:prstGeom>
          <a:solidFill>
            <a:srgbClr val="C2352F"/>
          </a:solidFill>
          <a:ln/>
        </p:spPr>
      </p:sp>
      <p:sp>
        <p:nvSpPr>
          <p:cNvPr id="29"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0" name="Text 28"/>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31" name="Shape 29"/>
          <p:cNvSpPr/>
          <p:nvPr/>
        </p:nvSpPr>
        <p:spPr>
          <a:xfrm>
            <a:off x="4349496" y="2103120"/>
            <a:ext cx="3489960" cy="755294"/>
          </a:xfrm>
          <a:prstGeom prst="rect">
            <a:avLst/>
          </a:prstGeom>
          <a:solidFill>
            <a:srgbClr val="F7F7F7"/>
          </a:solidFill>
          <a:ln/>
        </p:spPr>
      </p:sp>
      <p:sp>
        <p:nvSpPr>
          <p:cNvPr id="32" name="Text 30"/>
          <p:cNvSpPr txBox="1"/>
          <p:nvPr/>
        </p:nvSpPr>
        <p:spPr>
          <a:xfrm>
            <a:off x="4440936"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3" name="Text 31"/>
          <p:cNvSpPr txBox="1"/>
          <p:nvPr/>
        </p:nvSpPr>
        <p:spPr>
          <a:xfrm>
            <a:off x="4788408"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69.6%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61.5%</a:t>
            </a:r>
            <a:endParaRPr lang="en-US" sz="1400" dirty="0"/>
          </a:p>
        </p:txBody>
      </p:sp>
      <p:sp>
        <p:nvSpPr>
          <p:cNvPr id="34" name="Text 32"/>
          <p:cNvSpPr txBox="1"/>
          <p:nvPr/>
        </p:nvSpPr>
        <p:spPr>
          <a:xfrm>
            <a:off x="6632448" y="2103120"/>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−8.1 pts</a:t>
            </a:r>
            <a:endParaRPr lang="en-US" sz="1600" dirty="0"/>
          </a:p>
        </p:txBody>
      </p:sp>
      <p:sp>
        <p:nvSpPr>
          <p:cNvPr id="35" name="Text 33"/>
          <p:cNvSpPr txBox="1"/>
          <p:nvPr/>
        </p:nvSpPr>
        <p:spPr>
          <a:xfrm>
            <a:off x="4440936"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6" name="Text 34"/>
          <p:cNvSpPr txBox="1"/>
          <p:nvPr/>
        </p:nvSpPr>
        <p:spPr>
          <a:xfrm>
            <a:off x="4788408"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28.5%</a:t>
            </a:r>
            <a:endParaRPr lang="en-US" sz="1400" dirty="0"/>
          </a:p>
        </p:txBody>
      </p:sp>
      <p:sp>
        <p:nvSpPr>
          <p:cNvPr id="37" name="Text 35"/>
          <p:cNvSpPr txBox="1"/>
          <p:nvPr/>
        </p:nvSpPr>
        <p:spPr>
          <a:xfrm>
            <a:off x="6632448" y="2858414"/>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−6.8 pts</a:t>
            </a:r>
            <a:endParaRPr lang="en-US" sz="1600" dirty="0"/>
          </a:p>
        </p:txBody>
      </p:sp>
      <p:sp>
        <p:nvSpPr>
          <p:cNvPr id="38" name="Shape 36"/>
          <p:cNvSpPr/>
          <p:nvPr/>
        </p:nvSpPr>
        <p:spPr>
          <a:xfrm>
            <a:off x="4349496" y="3613709"/>
            <a:ext cx="3489960" cy="755294"/>
          </a:xfrm>
          <a:prstGeom prst="rect">
            <a:avLst/>
          </a:prstGeom>
          <a:solidFill>
            <a:srgbClr val="F7F7F7"/>
          </a:solidFill>
          <a:ln/>
        </p:spPr>
      </p:sp>
      <p:sp>
        <p:nvSpPr>
          <p:cNvPr id="39" name="Text 37"/>
          <p:cNvSpPr txBox="1"/>
          <p:nvPr/>
        </p:nvSpPr>
        <p:spPr>
          <a:xfrm>
            <a:off x="4440936"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0" name="Text 38"/>
          <p:cNvSpPr txBox="1"/>
          <p:nvPr/>
        </p:nvSpPr>
        <p:spPr>
          <a:xfrm>
            <a:off x="4788408"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63.8%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57.3%</a:t>
            </a:r>
            <a:endParaRPr lang="en-US" sz="1400" dirty="0"/>
          </a:p>
        </p:txBody>
      </p:sp>
      <p:sp>
        <p:nvSpPr>
          <p:cNvPr id="41" name="Text 39"/>
          <p:cNvSpPr txBox="1"/>
          <p:nvPr/>
        </p:nvSpPr>
        <p:spPr>
          <a:xfrm>
            <a:off x="6632448" y="3613709"/>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−6.5 pts</a:t>
            </a:r>
            <a:endParaRPr lang="en-US" sz="1600" dirty="0"/>
          </a:p>
        </p:txBody>
      </p:sp>
      <p:sp>
        <p:nvSpPr>
          <p:cNvPr id="42" name="Text 40"/>
          <p:cNvSpPr txBox="1"/>
          <p:nvPr/>
        </p:nvSpPr>
        <p:spPr>
          <a:xfrm>
            <a:off x="4440936"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3" name="Text 41"/>
          <p:cNvSpPr txBox="1"/>
          <p:nvPr/>
        </p:nvSpPr>
        <p:spPr>
          <a:xfrm>
            <a:off x="4788408"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34.1%</a:t>
            </a:r>
            <a:endParaRPr lang="en-US" sz="1400" dirty="0"/>
          </a:p>
        </p:txBody>
      </p:sp>
      <p:sp>
        <p:nvSpPr>
          <p:cNvPr id="44" name="Text 42"/>
          <p:cNvSpPr txBox="1"/>
          <p:nvPr/>
        </p:nvSpPr>
        <p:spPr>
          <a:xfrm>
            <a:off x="6632448" y="4369003"/>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−5.7 pts</a:t>
            </a:r>
            <a:endParaRPr lang="en-US" sz="1600" dirty="0"/>
          </a:p>
        </p:txBody>
      </p:sp>
      <p:sp>
        <p:nvSpPr>
          <p:cNvPr id="45" name="Shape 43"/>
          <p:cNvSpPr/>
          <p:nvPr/>
        </p:nvSpPr>
        <p:spPr>
          <a:xfrm>
            <a:off x="4349496" y="5124298"/>
            <a:ext cx="3489960" cy="755294"/>
          </a:xfrm>
          <a:prstGeom prst="rect">
            <a:avLst/>
          </a:prstGeom>
          <a:solidFill>
            <a:srgbClr val="F7F7F7"/>
          </a:solidFill>
          <a:ln/>
        </p:spPr>
      </p:sp>
      <p:sp>
        <p:nvSpPr>
          <p:cNvPr id="46" name="Text 44"/>
          <p:cNvSpPr txBox="1"/>
          <p:nvPr/>
        </p:nvSpPr>
        <p:spPr>
          <a:xfrm>
            <a:off x="4440936"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7" name="Text 45"/>
          <p:cNvSpPr txBox="1"/>
          <p:nvPr/>
        </p:nvSpPr>
        <p:spPr>
          <a:xfrm>
            <a:off x="4788408"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32.0%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27.9%</a:t>
            </a:r>
            <a:endParaRPr lang="en-US" sz="1400" dirty="0"/>
          </a:p>
        </p:txBody>
      </p:sp>
      <p:sp>
        <p:nvSpPr>
          <p:cNvPr id="48" name="Text 46"/>
          <p:cNvSpPr txBox="1"/>
          <p:nvPr/>
        </p:nvSpPr>
        <p:spPr>
          <a:xfrm>
            <a:off x="6632448" y="5124298"/>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−4.1 pts</a:t>
            </a:r>
            <a:endParaRPr lang="en-US" sz="1600" dirty="0"/>
          </a:p>
        </p:txBody>
      </p:sp>
      <p:sp>
        <p:nvSpPr>
          <p:cNvPr id="49" name="Shape 47"/>
          <p:cNvSpPr/>
          <p:nvPr/>
        </p:nvSpPr>
        <p:spPr>
          <a:xfrm>
            <a:off x="8040624" y="1371600"/>
            <a:ext cx="3489960" cy="45720"/>
          </a:xfrm>
          <a:prstGeom prst="rect">
            <a:avLst/>
          </a:prstGeom>
          <a:solidFill>
            <a:srgbClr val="2587C5"/>
          </a:solidFill>
          <a:ln/>
        </p:spPr>
      </p:sp>
      <p:sp>
        <p:nvSpPr>
          <p:cNvPr id="50" name="Text 4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1" name="Text 49"/>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2026</a:t>
            </a:r>
            <a:endParaRPr lang="en-US" sz="1200" dirty="0"/>
          </a:p>
        </p:txBody>
      </p:sp>
      <p:sp>
        <p:nvSpPr>
          <p:cNvPr id="52" name="Shape 50"/>
          <p:cNvSpPr/>
          <p:nvPr/>
        </p:nvSpPr>
        <p:spPr>
          <a:xfrm>
            <a:off x="8040624" y="2103120"/>
            <a:ext cx="3489960" cy="755294"/>
          </a:xfrm>
          <a:prstGeom prst="rect">
            <a:avLst/>
          </a:prstGeom>
          <a:solidFill>
            <a:srgbClr val="F7F7F7"/>
          </a:solidFill>
          <a:ln/>
        </p:spPr>
      </p:sp>
      <p:sp>
        <p:nvSpPr>
          <p:cNvPr id="53" name="Text 51"/>
          <p:cNvSpPr txBox="1"/>
          <p:nvPr/>
        </p:nvSpPr>
        <p:spPr>
          <a:xfrm>
            <a:off x="8132064"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4" name="Text 52"/>
          <p:cNvSpPr txBox="1"/>
          <p:nvPr/>
        </p:nvSpPr>
        <p:spPr>
          <a:xfrm>
            <a:off x="8479536"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48.9%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57.7%</a:t>
            </a:r>
            <a:endParaRPr lang="en-US" sz="1400" dirty="0"/>
          </a:p>
        </p:txBody>
      </p:sp>
      <p:sp>
        <p:nvSpPr>
          <p:cNvPr id="55" name="Text 53"/>
          <p:cNvSpPr txBox="1"/>
          <p:nvPr/>
        </p:nvSpPr>
        <p:spPr>
          <a:xfrm>
            <a:off x="10323576"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+8.9 pts</a:t>
            </a:r>
            <a:endParaRPr lang="en-US" sz="1600" dirty="0"/>
          </a:p>
        </p:txBody>
      </p:sp>
      <p:sp>
        <p:nvSpPr>
          <p:cNvPr id="56" name="Shape 54"/>
          <p:cNvSpPr/>
          <p:nvPr/>
        </p:nvSpPr>
        <p:spPr>
          <a:xfrm>
            <a:off x="11466576" y="2894990"/>
            <a:ext cx="64008" cy="682142"/>
          </a:xfrm>
          <a:prstGeom prst="rect">
            <a:avLst/>
          </a:prstGeom>
          <a:solidFill>
            <a:srgbClr val="12A566"/>
          </a:solidFill>
          <a:ln/>
        </p:spPr>
      </p:sp>
      <p:sp>
        <p:nvSpPr>
          <p:cNvPr id="57" name="Text 55"/>
          <p:cNvSpPr txBox="1"/>
          <p:nvPr/>
        </p:nvSpPr>
        <p:spPr>
          <a:xfrm>
            <a:off x="8132064"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8" name="Text 56"/>
          <p:cNvSpPr txBox="1"/>
          <p:nvPr/>
        </p:nvSpPr>
        <p:spPr>
          <a:xfrm>
            <a:off x="8479536"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45.7%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52.5%</a:t>
            </a:r>
            <a:endParaRPr lang="en-US" sz="1400" dirty="0"/>
          </a:p>
        </p:txBody>
      </p:sp>
      <p:sp>
        <p:nvSpPr>
          <p:cNvPr id="59" name="Text 57"/>
          <p:cNvSpPr txBox="1"/>
          <p:nvPr/>
        </p:nvSpPr>
        <p:spPr>
          <a:xfrm>
            <a:off x="10323576"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+6.8 pts</a:t>
            </a:r>
            <a:endParaRPr lang="en-US" sz="1600" dirty="0"/>
          </a:p>
        </p:txBody>
      </p:sp>
      <p:sp>
        <p:nvSpPr>
          <p:cNvPr id="60" name="Shape 58"/>
          <p:cNvSpPr/>
          <p:nvPr/>
        </p:nvSpPr>
        <p:spPr>
          <a:xfrm>
            <a:off x="8040624" y="3613709"/>
            <a:ext cx="3489960" cy="755294"/>
          </a:xfrm>
          <a:prstGeom prst="rect">
            <a:avLst/>
          </a:prstGeom>
          <a:solidFill>
            <a:srgbClr val="F7F7F7"/>
          </a:solidFill>
          <a:ln/>
        </p:spPr>
      </p:sp>
      <p:sp>
        <p:nvSpPr>
          <p:cNvPr id="61" name="Text 59"/>
          <p:cNvSpPr txBox="1"/>
          <p:nvPr/>
        </p:nvSpPr>
        <p:spPr>
          <a:xfrm>
            <a:off x="8132064"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2" name="Text 60"/>
          <p:cNvSpPr txBox="1"/>
          <p:nvPr/>
        </p:nvSpPr>
        <p:spPr>
          <a:xfrm>
            <a:off x="8479536"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GMC Bullhead</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42.2%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48.3%</a:t>
            </a:r>
            <a:endParaRPr lang="en-US" sz="1400" dirty="0"/>
          </a:p>
        </p:txBody>
      </p:sp>
      <p:sp>
        <p:nvSpPr>
          <p:cNvPr id="63" name="Text 61"/>
          <p:cNvSpPr txBox="1"/>
          <p:nvPr/>
        </p:nvSpPr>
        <p:spPr>
          <a:xfrm>
            <a:off x="10323576"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+6.1 pts</a:t>
            </a:r>
            <a:endParaRPr lang="en-US" sz="1600" dirty="0"/>
          </a:p>
        </p:txBody>
      </p:sp>
      <p:sp>
        <p:nvSpPr>
          <p:cNvPr id="64" name="Text 62"/>
          <p:cNvSpPr txBox="1"/>
          <p:nvPr/>
        </p:nvSpPr>
        <p:spPr>
          <a:xfrm>
            <a:off x="8132064"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5" name="Text 63"/>
          <p:cNvSpPr txBox="1"/>
          <p:nvPr/>
        </p:nvSpPr>
        <p:spPr>
          <a:xfrm>
            <a:off x="8479536"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45.7%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51.5%</a:t>
            </a:r>
            <a:endParaRPr lang="en-US" sz="1400" dirty="0"/>
          </a:p>
        </p:txBody>
      </p:sp>
      <p:sp>
        <p:nvSpPr>
          <p:cNvPr id="66" name="Text 64"/>
          <p:cNvSpPr txBox="1"/>
          <p:nvPr/>
        </p:nvSpPr>
        <p:spPr>
          <a:xfrm>
            <a:off x="10323576"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+5.8 pts</a:t>
            </a:r>
            <a:endParaRPr lang="en-US" sz="1600" dirty="0"/>
          </a:p>
        </p:txBody>
      </p:sp>
      <p:sp>
        <p:nvSpPr>
          <p:cNvPr id="67" name="Shape 65"/>
          <p:cNvSpPr/>
          <p:nvPr/>
        </p:nvSpPr>
        <p:spPr>
          <a:xfrm>
            <a:off x="8040624" y="5124298"/>
            <a:ext cx="3489960" cy="755294"/>
          </a:xfrm>
          <a:prstGeom prst="rect">
            <a:avLst/>
          </a:prstGeom>
          <a:solidFill>
            <a:srgbClr val="F7F7F7"/>
          </a:solidFill>
          <a:ln/>
        </p:spPr>
      </p:sp>
      <p:sp>
        <p:nvSpPr>
          <p:cNvPr id="68" name="Text 66"/>
          <p:cNvSpPr txBox="1"/>
          <p:nvPr/>
        </p:nvSpPr>
        <p:spPr>
          <a:xfrm>
            <a:off x="8132064"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9" name="Text 67"/>
          <p:cNvSpPr txBox="1"/>
          <p:nvPr/>
        </p:nvSpPr>
        <p:spPr>
          <a:xfrm>
            <a:off x="8479536"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36.9%</a:t>
            </a:r>
            <a:endParaRPr lang="en-US" sz="1400" dirty="0"/>
          </a:p>
        </p:txBody>
      </p:sp>
      <p:sp>
        <p:nvSpPr>
          <p:cNvPr id="70" name="Text 68"/>
          <p:cNvSpPr txBox="1"/>
          <p:nvPr/>
        </p:nvSpPr>
        <p:spPr>
          <a:xfrm>
            <a:off x="10323576"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+5.6 pts</a:t>
            </a:r>
            <a:endParaRPr lang="en-US" sz="1600" dirty="0"/>
          </a:p>
        </p:txBody>
      </p:sp>
      <p:sp>
        <p:nvSpPr>
          <p:cNvPr id="71" name="Shape 69"/>
          <p:cNvSpPr/>
          <p:nvPr/>
        </p:nvSpPr>
        <p:spPr>
          <a:xfrm>
            <a:off x="457200" y="6126480"/>
            <a:ext cx="11274552" cy="615696"/>
          </a:xfrm>
          <a:prstGeom prst="rect">
            <a:avLst/>
          </a:prstGeom>
          <a:solidFill>
            <a:srgbClr val="EDF4FA"/>
          </a:solidFill>
          <a:ln/>
        </p:spPr>
      </p:sp>
      <p:sp>
        <p:nvSpPr>
          <p:cNvPr id="72" name="Text 70"/>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Ask Mazda, VW Henderson and Acura what changed. Ask LR Reno, Hyundai Prescott and Toyota Henderson what got in the way. Ask Lexus, Acura and Chevy GMC Bullhead what they started this year.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Customer-Pay Labor by Work Type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201168" cy="201168"/>
          </a:xfrm>
          <a:prstGeom prst="rect">
            <a:avLst/>
          </a:prstGeom>
          <a:solidFill>
            <a:srgbClr val="2587C5"/>
          </a:solidFill>
          <a:ln/>
        </p:spPr>
      </p:sp>
      <p:sp>
        <p:nvSpPr>
          <p:cNvPr id="7" name="Text 5"/>
          <p:cNvSpPr txBox="1"/>
          <p:nvPr/>
        </p:nvSpPr>
        <p:spPr>
          <a:xfrm>
            <a:off x="93268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Maintenance %</a:t>
            </a:r>
            <a:endParaRPr lang="en-US" sz="1400" dirty="0"/>
          </a:p>
        </p:txBody>
      </p:sp>
      <p:sp>
        <p:nvSpPr>
          <p:cNvPr id="8" name="Shape 6"/>
          <p:cNvSpPr/>
          <p:nvPr/>
        </p:nvSpPr>
        <p:spPr>
          <a:xfrm>
            <a:off x="2624328" y="1371600"/>
            <a:ext cx="201168" cy="201168"/>
          </a:xfrm>
          <a:prstGeom prst="rect">
            <a:avLst/>
          </a:prstGeom>
          <a:solidFill>
            <a:srgbClr val="0B2C4A"/>
          </a:solidFill>
          <a:ln/>
        </p:spPr>
      </p:sp>
      <p:sp>
        <p:nvSpPr>
          <p:cNvPr id="9" name="Text 7"/>
          <p:cNvSpPr txBox="1"/>
          <p:nvPr/>
        </p:nvSpPr>
        <p:spPr>
          <a:xfrm>
            <a:off x="289864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Repair %</a:t>
            </a:r>
            <a:endParaRPr lang="en-US" sz="1400" dirty="0"/>
          </a:p>
        </p:txBody>
      </p:sp>
      <p:sp>
        <p:nvSpPr>
          <p:cNvPr id="10" name="Shape 8"/>
          <p:cNvSpPr/>
          <p:nvPr/>
        </p:nvSpPr>
        <p:spPr>
          <a:xfrm>
            <a:off x="4590288" y="1371600"/>
            <a:ext cx="201168" cy="201168"/>
          </a:xfrm>
          <a:prstGeom prst="rect">
            <a:avLst/>
          </a:prstGeom>
          <a:solidFill>
            <a:srgbClr val="D9D9D9"/>
          </a:solidFill>
          <a:ln/>
        </p:spPr>
      </p:sp>
      <p:sp>
        <p:nvSpPr>
          <p:cNvPr id="11" name="Text 9"/>
          <p:cNvSpPr txBox="1"/>
          <p:nvPr/>
        </p:nvSpPr>
        <p:spPr>
          <a:xfrm>
            <a:off x="486460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Unclassified %</a:t>
            </a:r>
            <a:endParaRPr lang="en-US" sz="1400" dirty="0"/>
          </a:p>
        </p:txBody>
      </p:sp>
      <p:sp>
        <p:nvSpPr>
          <p:cNvPr id="12" name="Shape 10"/>
          <p:cNvSpPr/>
          <p:nvPr/>
        </p:nvSpPr>
        <p:spPr>
          <a:xfrm>
            <a:off x="6675120" y="1298448"/>
            <a:ext cx="4855464" cy="384048"/>
          </a:xfrm>
          <a:prstGeom prst="rect">
            <a:avLst/>
          </a:prstGeom>
          <a:solidFill>
            <a:srgbClr val="EDF4FA"/>
          </a:solidFill>
          <a:ln/>
        </p:spPr>
      </p:sp>
      <p:sp>
        <p:nvSpPr>
          <p:cNvPr id="13" name="Text 11"/>
          <p:cNvSpPr txBox="1"/>
          <p:nvPr/>
        </p:nvSpPr>
        <p:spPr>
          <a:xfrm>
            <a:off x="6766560" y="1298448"/>
            <a:ext cx="914400" cy="38404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14" name="Shape 12"/>
          <p:cNvSpPr/>
          <p:nvPr/>
        </p:nvSpPr>
        <p:spPr>
          <a:xfrm>
            <a:off x="7726680" y="1344168"/>
            <a:ext cx="2015868" cy="292608"/>
          </a:xfrm>
          <a:prstGeom prst="rect">
            <a:avLst/>
          </a:prstGeom>
          <a:solidFill>
            <a:srgbClr val="2587C5"/>
          </a:solidFill>
          <a:ln w="6350">
            <a:solidFill>
              <a:srgbClr val="FFFFFF"/>
            </a:solidFill>
            <a:prstDash val="solid"/>
          </a:ln>
        </p:spPr>
      </p:sp>
      <p:sp>
        <p:nvSpPr>
          <p:cNvPr id="15" name="Text 13"/>
          <p:cNvSpPr txBox="1"/>
          <p:nvPr/>
        </p:nvSpPr>
        <p:spPr>
          <a:xfrm>
            <a:off x="7726680" y="1344168"/>
            <a:ext cx="2015868" cy="292608"/>
          </a:xfrm>
          <a:prstGeom prst="rect">
            <a:avLst/>
          </a:prstGeom>
          <a:noFill/>
          <a:ln/>
        </p:spPr>
        <p:txBody>
          <a:bodyPr wrap="non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54</a:t>
            </a:r>
            <a:endParaRPr lang="en-US" sz="1400" dirty="0"/>
          </a:p>
        </p:txBody>
      </p:sp>
      <p:sp>
        <p:nvSpPr>
          <p:cNvPr id="16" name="Shape 14"/>
          <p:cNvSpPr/>
          <p:nvPr/>
        </p:nvSpPr>
        <p:spPr>
          <a:xfrm>
            <a:off x="9742548" y="1344168"/>
            <a:ext cx="1132302" cy="292608"/>
          </a:xfrm>
          <a:prstGeom prst="rect">
            <a:avLst/>
          </a:prstGeom>
          <a:solidFill>
            <a:srgbClr val="0B2C4A"/>
          </a:solidFill>
          <a:ln w="6350">
            <a:solidFill>
              <a:srgbClr val="FFFFFF"/>
            </a:solidFill>
            <a:prstDash val="solid"/>
          </a:ln>
        </p:spPr>
      </p:sp>
      <p:sp>
        <p:nvSpPr>
          <p:cNvPr id="17" name="Text 15"/>
          <p:cNvSpPr txBox="1"/>
          <p:nvPr/>
        </p:nvSpPr>
        <p:spPr>
          <a:xfrm>
            <a:off x="9742548" y="1344168"/>
            <a:ext cx="1132302" cy="292608"/>
          </a:xfrm>
          <a:prstGeom prst="rect">
            <a:avLst/>
          </a:prstGeom>
          <a:noFill/>
          <a:ln/>
        </p:spPr>
        <p:txBody>
          <a:bodyPr wrap="non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31</a:t>
            </a:r>
            <a:endParaRPr lang="en-US" sz="1400" dirty="0"/>
          </a:p>
        </p:txBody>
      </p:sp>
      <p:sp>
        <p:nvSpPr>
          <p:cNvPr id="18" name="Shape 16"/>
          <p:cNvSpPr/>
          <p:nvPr/>
        </p:nvSpPr>
        <p:spPr>
          <a:xfrm>
            <a:off x="10874849" y="1344168"/>
            <a:ext cx="564295" cy="292608"/>
          </a:xfrm>
          <a:prstGeom prst="rect">
            <a:avLst/>
          </a:prstGeom>
          <a:solidFill>
            <a:srgbClr val="D9D9D9"/>
          </a:solidFill>
          <a:ln w="6350">
            <a:solidFill>
              <a:srgbClr val="FFFFFF"/>
            </a:solidFill>
            <a:prstDash val="solid"/>
          </a:ln>
        </p:spPr>
      </p:sp>
      <p:sp>
        <p:nvSpPr>
          <p:cNvPr id="19" name="Text 17"/>
          <p:cNvSpPr txBox="1"/>
          <p:nvPr/>
        </p:nvSpPr>
        <p:spPr>
          <a:xfrm>
            <a:off x="10874849" y="1344168"/>
            <a:ext cx="564295" cy="292608"/>
          </a:xfrm>
          <a:prstGeom prst="rect">
            <a:avLst/>
          </a:prstGeom>
          <a:noFill/>
          <a:ln/>
        </p:spPr>
        <p:txBody>
          <a:bodyPr wrap="none" lIns="0" tIns="0" rIns="0" bIns="0" rtlCol="0" anchor="ctr"/>
          <a:lstStyle/>
          <a:p>
            <a:pPr algn="ctr" indent="0" marL="0">
              <a:buNone/>
            </a:pPr>
            <a:r>
              <a:rPr lang="en-US" sz="1400" b="1" dirty="0">
                <a:solidFill>
                  <a:srgbClr val="1A1A1A"/>
                </a:solidFill>
                <a:latin typeface="Inter" pitchFamily="34" charset="0"/>
                <a:ea typeface="Inter" pitchFamily="34" charset="-122"/>
                <a:cs typeface="Inter" pitchFamily="34" charset="-120"/>
              </a:rPr>
              <a:t>15</a:t>
            </a:r>
            <a:endParaRPr lang="en-US" sz="1400" dirty="0"/>
          </a:p>
        </p:txBody>
      </p:sp>
      <p:sp>
        <p:nvSpPr>
          <p:cNvPr id="20" name="Text 18"/>
          <p:cNvSpPr txBox="1"/>
          <p:nvPr/>
        </p:nvSpPr>
        <p:spPr>
          <a:xfrm>
            <a:off x="658368" y="1828800"/>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21" name="Shape 19"/>
          <p:cNvSpPr/>
          <p:nvPr/>
        </p:nvSpPr>
        <p:spPr>
          <a:xfrm>
            <a:off x="2807208" y="1857717"/>
            <a:ext cx="2246132" cy="183138"/>
          </a:xfrm>
          <a:prstGeom prst="rect">
            <a:avLst/>
          </a:prstGeom>
          <a:solidFill>
            <a:srgbClr val="2587C5"/>
          </a:solidFill>
          <a:ln w="6350">
            <a:solidFill>
              <a:srgbClr val="FFFFFF"/>
            </a:solidFill>
            <a:prstDash val="solid"/>
          </a:ln>
        </p:spPr>
      </p:sp>
      <p:sp>
        <p:nvSpPr>
          <p:cNvPr id="22" name="Text 20"/>
          <p:cNvSpPr txBox="1"/>
          <p:nvPr/>
        </p:nvSpPr>
        <p:spPr>
          <a:xfrm>
            <a:off x="2807208" y="1857717"/>
            <a:ext cx="2246132"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71</a:t>
            </a:r>
            <a:endParaRPr lang="en-US" sz="1300" dirty="0"/>
          </a:p>
        </p:txBody>
      </p:sp>
      <p:sp>
        <p:nvSpPr>
          <p:cNvPr id="23" name="Shape 21"/>
          <p:cNvSpPr/>
          <p:nvPr/>
        </p:nvSpPr>
        <p:spPr>
          <a:xfrm>
            <a:off x="5053340" y="1857717"/>
            <a:ext cx="776051" cy="183138"/>
          </a:xfrm>
          <a:prstGeom prst="rect">
            <a:avLst/>
          </a:prstGeom>
          <a:solidFill>
            <a:srgbClr val="0B2C4A"/>
          </a:solidFill>
          <a:ln w="6350">
            <a:solidFill>
              <a:srgbClr val="FFFFFF"/>
            </a:solidFill>
            <a:prstDash val="solid"/>
          </a:ln>
        </p:spPr>
      </p:sp>
      <p:sp>
        <p:nvSpPr>
          <p:cNvPr id="24" name="Text 22"/>
          <p:cNvSpPr txBox="1"/>
          <p:nvPr/>
        </p:nvSpPr>
        <p:spPr>
          <a:xfrm>
            <a:off x="5053340" y="1857717"/>
            <a:ext cx="776051"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25</a:t>
            </a:r>
            <a:endParaRPr lang="en-US" sz="1300" dirty="0"/>
          </a:p>
        </p:txBody>
      </p:sp>
      <p:sp>
        <p:nvSpPr>
          <p:cNvPr id="25" name="Shape 23"/>
          <p:cNvSpPr/>
          <p:nvPr/>
        </p:nvSpPr>
        <p:spPr>
          <a:xfrm>
            <a:off x="5829391" y="1857717"/>
            <a:ext cx="132497" cy="183138"/>
          </a:xfrm>
          <a:prstGeom prst="rect">
            <a:avLst/>
          </a:prstGeom>
          <a:solidFill>
            <a:srgbClr val="D9D9D9"/>
          </a:solidFill>
          <a:ln w="6350">
            <a:solidFill>
              <a:srgbClr val="FFFFFF"/>
            </a:solidFill>
            <a:prstDash val="solid"/>
          </a:ln>
        </p:spPr>
      </p:sp>
      <p:sp>
        <p:nvSpPr>
          <p:cNvPr id="26" name="Text 24"/>
          <p:cNvSpPr txBox="1"/>
          <p:nvPr/>
        </p:nvSpPr>
        <p:spPr>
          <a:xfrm>
            <a:off x="658368" y="2069771"/>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27" name="Shape 25"/>
          <p:cNvSpPr/>
          <p:nvPr/>
        </p:nvSpPr>
        <p:spPr>
          <a:xfrm>
            <a:off x="2807208" y="2098688"/>
            <a:ext cx="2189348" cy="183138"/>
          </a:xfrm>
          <a:prstGeom prst="rect">
            <a:avLst/>
          </a:prstGeom>
          <a:solidFill>
            <a:srgbClr val="2587C5"/>
          </a:solidFill>
          <a:ln w="6350">
            <a:solidFill>
              <a:srgbClr val="FFFFFF"/>
            </a:solidFill>
            <a:prstDash val="solid"/>
          </a:ln>
        </p:spPr>
      </p:sp>
      <p:sp>
        <p:nvSpPr>
          <p:cNvPr id="28" name="Text 26"/>
          <p:cNvSpPr txBox="1"/>
          <p:nvPr/>
        </p:nvSpPr>
        <p:spPr>
          <a:xfrm>
            <a:off x="2807208" y="2098688"/>
            <a:ext cx="218934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69</a:t>
            </a:r>
            <a:endParaRPr lang="en-US" sz="1300" dirty="0"/>
          </a:p>
        </p:txBody>
      </p:sp>
      <p:sp>
        <p:nvSpPr>
          <p:cNvPr id="29" name="Shape 27"/>
          <p:cNvSpPr/>
          <p:nvPr/>
        </p:nvSpPr>
        <p:spPr>
          <a:xfrm>
            <a:off x="4996556" y="2098688"/>
            <a:ext cx="791825" cy="183138"/>
          </a:xfrm>
          <a:prstGeom prst="rect">
            <a:avLst/>
          </a:prstGeom>
          <a:solidFill>
            <a:srgbClr val="0B2C4A"/>
          </a:solidFill>
          <a:ln w="6350">
            <a:solidFill>
              <a:srgbClr val="FFFFFF"/>
            </a:solidFill>
            <a:prstDash val="solid"/>
          </a:ln>
        </p:spPr>
      </p:sp>
      <p:sp>
        <p:nvSpPr>
          <p:cNvPr id="30" name="Text 28"/>
          <p:cNvSpPr txBox="1"/>
          <p:nvPr/>
        </p:nvSpPr>
        <p:spPr>
          <a:xfrm>
            <a:off x="4996556" y="2098688"/>
            <a:ext cx="79182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25</a:t>
            </a:r>
            <a:endParaRPr lang="en-US" sz="1300" dirty="0"/>
          </a:p>
        </p:txBody>
      </p:sp>
      <p:sp>
        <p:nvSpPr>
          <p:cNvPr id="31" name="Shape 29"/>
          <p:cNvSpPr/>
          <p:nvPr/>
        </p:nvSpPr>
        <p:spPr>
          <a:xfrm>
            <a:off x="5788381" y="2098688"/>
            <a:ext cx="173507" cy="183138"/>
          </a:xfrm>
          <a:prstGeom prst="rect">
            <a:avLst/>
          </a:prstGeom>
          <a:solidFill>
            <a:srgbClr val="D9D9D9"/>
          </a:solidFill>
          <a:ln w="6350">
            <a:solidFill>
              <a:srgbClr val="FFFFFF"/>
            </a:solidFill>
            <a:prstDash val="solid"/>
          </a:ln>
        </p:spPr>
      </p:sp>
      <p:sp>
        <p:nvSpPr>
          <p:cNvPr id="32" name="Text 30"/>
          <p:cNvSpPr txBox="1"/>
          <p:nvPr/>
        </p:nvSpPr>
        <p:spPr>
          <a:xfrm>
            <a:off x="5788381" y="2098688"/>
            <a:ext cx="173507"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5</a:t>
            </a:r>
            <a:endParaRPr lang="en-US" sz="1300" dirty="0"/>
          </a:p>
        </p:txBody>
      </p:sp>
      <p:sp>
        <p:nvSpPr>
          <p:cNvPr id="33" name="Text 31"/>
          <p:cNvSpPr txBox="1"/>
          <p:nvPr/>
        </p:nvSpPr>
        <p:spPr>
          <a:xfrm>
            <a:off x="658368" y="2310743"/>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4" name="Shape 32"/>
          <p:cNvSpPr/>
          <p:nvPr/>
        </p:nvSpPr>
        <p:spPr>
          <a:xfrm>
            <a:off x="2807208" y="2339659"/>
            <a:ext cx="2145182" cy="183138"/>
          </a:xfrm>
          <a:prstGeom prst="rect">
            <a:avLst/>
          </a:prstGeom>
          <a:solidFill>
            <a:srgbClr val="2587C5"/>
          </a:solidFill>
          <a:ln w="6350">
            <a:solidFill>
              <a:srgbClr val="FFFFFF"/>
            </a:solidFill>
            <a:prstDash val="solid"/>
          </a:ln>
        </p:spPr>
      </p:sp>
      <p:sp>
        <p:nvSpPr>
          <p:cNvPr id="35" name="Text 33"/>
          <p:cNvSpPr txBox="1"/>
          <p:nvPr/>
        </p:nvSpPr>
        <p:spPr>
          <a:xfrm>
            <a:off x="2807208" y="2339659"/>
            <a:ext cx="2145182"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68</a:t>
            </a:r>
            <a:endParaRPr lang="en-US" sz="1300" dirty="0"/>
          </a:p>
        </p:txBody>
      </p:sp>
      <p:sp>
        <p:nvSpPr>
          <p:cNvPr id="36" name="Shape 34"/>
          <p:cNvSpPr/>
          <p:nvPr/>
        </p:nvSpPr>
        <p:spPr>
          <a:xfrm>
            <a:off x="4952390" y="2339659"/>
            <a:ext cx="779206" cy="183138"/>
          </a:xfrm>
          <a:prstGeom prst="rect">
            <a:avLst/>
          </a:prstGeom>
          <a:solidFill>
            <a:srgbClr val="0B2C4A"/>
          </a:solidFill>
          <a:ln w="6350">
            <a:solidFill>
              <a:srgbClr val="FFFFFF"/>
            </a:solidFill>
            <a:prstDash val="solid"/>
          </a:ln>
        </p:spPr>
      </p:sp>
      <p:sp>
        <p:nvSpPr>
          <p:cNvPr id="37" name="Text 35"/>
          <p:cNvSpPr txBox="1"/>
          <p:nvPr/>
        </p:nvSpPr>
        <p:spPr>
          <a:xfrm>
            <a:off x="4952390" y="2339659"/>
            <a:ext cx="77920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25</a:t>
            </a:r>
            <a:endParaRPr lang="en-US" sz="1300" dirty="0"/>
          </a:p>
        </p:txBody>
      </p:sp>
      <p:sp>
        <p:nvSpPr>
          <p:cNvPr id="38" name="Shape 36"/>
          <p:cNvSpPr/>
          <p:nvPr/>
        </p:nvSpPr>
        <p:spPr>
          <a:xfrm>
            <a:off x="5731596" y="2339659"/>
            <a:ext cx="230292" cy="183138"/>
          </a:xfrm>
          <a:prstGeom prst="rect">
            <a:avLst/>
          </a:prstGeom>
          <a:solidFill>
            <a:srgbClr val="D9D9D9"/>
          </a:solidFill>
          <a:ln w="6350">
            <a:solidFill>
              <a:srgbClr val="FFFFFF"/>
            </a:solidFill>
            <a:prstDash val="solid"/>
          </a:ln>
        </p:spPr>
      </p:sp>
      <p:sp>
        <p:nvSpPr>
          <p:cNvPr id="39" name="Text 37"/>
          <p:cNvSpPr txBox="1"/>
          <p:nvPr/>
        </p:nvSpPr>
        <p:spPr>
          <a:xfrm>
            <a:off x="5731596" y="2339659"/>
            <a:ext cx="230292"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7</a:t>
            </a:r>
            <a:endParaRPr lang="en-US" sz="1300" dirty="0"/>
          </a:p>
        </p:txBody>
      </p:sp>
      <p:sp>
        <p:nvSpPr>
          <p:cNvPr id="40" name="Text 38"/>
          <p:cNvSpPr txBox="1"/>
          <p:nvPr/>
        </p:nvSpPr>
        <p:spPr>
          <a:xfrm>
            <a:off x="658368" y="2551714"/>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1" name="Shape 39"/>
          <p:cNvSpPr/>
          <p:nvPr/>
        </p:nvSpPr>
        <p:spPr>
          <a:xfrm>
            <a:off x="2807208" y="2580630"/>
            <a:ext cx="2116790" cy="183138"/>
          </a:xfrm>
          <a:prstGeom prst="rect">
            <a:avLst/>
          </a:prstGeom>
          <a:solidFill>
            <a:srgbClr val="2587C5"/>
          </a:solidFill>
          <a:ln w="6350">
            <a:solidFill>
              <a:srgbClr val="FFFFFF"/>
            </a:solidFill>
            <a:prstDash val="solid"/>
          </a:ln>
        </p:spPr>
      </p:sp>
      <p:sp>
        <p:nvSpPr>
          <p:cNvPr id="42" name="Text 40"/>
          <p:cNvSpPr txBox="1"/>
          <p:nvPr/>
        </p:nvSpPr>
        <p:spPr>
          <a:xfrm>
            <a:off x="2807208" y="2580630"/>
            <a:ext cx="211679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67</a:t>
            </a:r>
            <a:endParaRPr lang="en-US" sz="1300" dirty="0"/>
          </a:p>
        </p:txBody>
      </p:sp>
      <p:sp>
        <p:nvSpPr>
          <p:cNvPr id="43" name="Shape 41"/>
          <p:cNvSpPr/>
          <p:nvPr/>
        </p:nvSpPr>
        <p:spPr>
          <a:xfrm>
            <a:off x="4923998" y="2580630"/>
            <a:ext cx="694030" cy="183138"/>
          </a:xfrm>
          <a:prstGeom prst="rect">
            <a:avLst/>
          </a:prstGeom>
          <a:solidFill>
            <a:srgbClr val="0B2C4A"/>
          </a:solidFill>
          <a:ln w="6350">
            <a:solidFill>
              <a:srgbClr val="FFFFFF"/>
            </a:solidFill>
            <a:prstDash val="solid"/>
          </a:ln>
        </p:spPr>
      </p:sp>
      <p:sp>
        <p:nvSpPr>
          <p:cNvPr id="44" name="Text 42"/>
          <p:cNvSpPr txBox="1"/>
          <p:nvPr/>
        </p:nvSpPr>
        <p:spPr>
          <a:xfrm>
            <a:off x="4923998" y="2580630"/>
            <a:ext cx="69403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22</a:t>
            </a:r>
            <a:endParaRPr lang="en-US" sz="1300" dirty="0"/>
          </a:p>
        </p:txBody>
      </p:sp>
      <p:sp>
        <p:nvSpPr>
          <p:cNvPr id="45" name="Shape 43"/>
          <p:cNvSpPr/>
          <p:nvPr/>
        </p:nvSpPr>
        <p:spPr>
          <a:xfrm>
            <a:off x="5618028" y="2580630"/>
            <a:ext cx="343860" cy="183138"/>
          </a:xfrm>
          <a:prstGeom prst="rect">
            <a:avLst/>
          </a:prstGeom>
          <a:solidFill>
            <a:srgbClr val="D9D9D9"/>
          </a:solidFill>
          <a:ln w="6350">
            <a:solidFill>
              <a:srgbClr val="FFFFFF"/>
            </a:solidFill>
            <a:prstDash val="solid"/>
          </a:ln>
        </p:spPr>
      </p:sp>
      <p:sp>
        <p:nvSpPr>
          <p:cNvPr id="46" name="Text 44"/>
          <p:cNvSpPr txBox="1"/>
          <p:nvPr/>
        </p:nvSpPr>
        <p:spPr>
          <a:xfrm>
            <a:off x="5618028" y="2580630"/>
            <a:ext cx="34386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11</a:t>
            </a:r>
            <a:endParaRPr lang="en-US" sz="1300" dirty="0"/>
          </a:p>
        </p:txBody>
      </p:sp>
      <p:sp>
        <p:nvSpPr>
          <p:cNvPr id="47" name="Text 45"/>
          <p:cNvSpPr txBox="1"/>
          <p:nvPr/>
        </p:nvSpPr>
        <p:spPr>
          <a:xfrm>
            <a:off x="658368" y="2792685"/>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48" name="Shape 46"/>
          <p:cNvSpPr/>
          <p:nvPr/>
        </p:nvSpPr>
        <p:spPr>
          <a:xfrm>
            <a:off x="2807208" y="2821602"/>
            <a:ext cx="2094708" cy="183138"/>
          </a:xfrm>
          <a:prstGeom prst="rect">
            <a:avLst/>
          </a:prstGeom>
          <a:solidFill>
            <a:srgbClr val="2587C5"/>
          </a:solidFill>
          <a:ln w="6350">
            <a:solidFill>
              <a:srgbClr val="FFFFFF"/>
            </a:solidFill>
            <a:prstDash val="solid"/>
          </a:ln>
        </p:spPr>
      </p:sp>
      <p:sp>
        <p:nvSpPr>
          <p:cNvPr id="49" name="Text 47"/>
          <p:cNvSpPr txBox="1"/>
          <p:nvPr/>
        </p:nvSpPr>
        <p:spPr>
          <a:xfrm>
            <a:off x="2807208" y="2821602"/>
            <a:ext cx="209470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66</a:t>
            </a:r>
            <a:endParaRPr lang="en-US" sz="1300" dirty="0"/>
          </a:p>
        </p:txBody>
      </p:sp>
      <p:sp>
        <p:nvSpPr>
          <p:cNvPr id="50" name="Shape 48"/>
          <p:cNvSpPr/>
          <p:nvPr/>
        </p:nvSpPr>
        <p:spPr>
          <a:xfrm>
            <a:off x="4901916" y="2821602"/>
            <a:ext cx="804443" cy="183138"/>
          </a:xfrm>
          <a:prstGeom prst="rect">
            <a:avLst/>
          </a:prstGeom>
          <a:solidFill>
            <a:srgbClr val="0B2C4A"/>
          </a:solidFill>
          <a:ln w="6350">
            <a:solidFill>
              <a:srgbClr val="FFFFFF"/>
            </a:solidFill>
            <a:prstDash val="solid"/>
          </a:ln>
        </p:spPr>
      </p:sp>
      <p:sp>
        <p:nvSpPr>
          <p:cNvPr id="51" name="Text 49"/>
          <p:cNvSpPr txBox="1"/>
          <p:nvPr/>
        </p:nvSpPr>
        <p:spPr>
          <a:xfrm>
            <a:off x="4901916" y="2821602"/>
            <a:ext cx="804443"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26</a:t>
            </a:r>
            <a:endParaRPr lang="en-US" sz="1300" dirty="0"/>
          </a:p>
        </p:txBody>
      </p:sp>
      <p:sp>
        <p:nvSpPr>
          <p:cNvPr id="52" name="Shape 50"/>
          <p:cNvSpPr/>
          <p:nvPr/>
        </p:nvSpPr>
        <p:spPr>
          <a:xfrm>
            <a:off x="5706359" y="2821602"/>
            <a:ext cx="255529" cy="183138"/>
          </a:xfrm>
          <a:prstGeom prst="rect">
            <a:avLst/>
          </a:prstGeom>
          <a:solidFill>
            <a:srgbClr val="D9D9D9"/>
          </a:solidFill>
          <a:ln w="6350">
            <a:solidFill>
              <a:srgbClr val="FFFFFF"/>
            </a:solidFill>
            <a:prstDash val="solid"/>
          </a:ln>
        </p:spPr>
      </p:sp>
      <p:sp>
        <p:nvSpPr>
          <p:cNvPr id="53" name="Text 51"/>
          <p:cNvSpPr txBox="1"/>
          <p:nvPr/>
        </p:nvSpPr>
        <p:spPr>
          <a:xfrm>
            <a:off x="5706359" y="2821602"/>
            <a:ext cx="255529"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8</a:t>
            </a:r>
            <a:endParaRPr lang="en-US" sz="1300" dirty="0"/>
          </a:p>
        </p:txBody>
      </p:sp>
      <p:sp>
        <p:nvSpPr>
          <p:cNvPr id="54" name="Text 52"/>
          <p:cNvSpPr txBox="1"/>
          <p:nvPr/>
        </p:nvSpPr>
        <p:spPr>
          <a:xfrm>
            <a:off x="658368" y="3033656"/>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55" name="Shape 53"/>
          <p:cNvSpPr/>
          <p:nvPr/>
        </p:nvSpPr>
        <p:spPr>
          <a:xfrm>
            <a:off x="2807208" y="3062573"/>
            <a:ext cx="2078934" cy="183138"/>
          </a:xfrm>
          <a:prstGeom prst="rect">
            <a:avLst/>
          </a:prstGeom>
          <a:solidFill>
            <a:srgbClr val="2587C5"/>
          </a:solidFill>
          <a:ln w="6350">
            <a:solidFill>
              <a:srgbClr val="FFFFFF"/>
            </a:solidFill>
            <a:prstDash val="solid"/>
          </a:ln>
        </p:spPr>
      </p:sp>
      <p:sp>
        <p:nvSpPr>
          <p:cNvPr id="56" name="Text 54"/>
          <p:cNvSpPr txBox="1"/>
          <p:nvPr/>
        </p:nvSpPr>
        <p:spPr>
          <a:xfrm>
            <a:off x="2807208" y="3062573"/>
            <a:ext cx="2078934"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66</a:t>
            </a:r>
            <a:endParaRPr lang="en-US" sz="1300" dirty="0"/>
          </a:p>
        </p:txBody>
      </p:sp>
      <p:sp>
        <p:nvSpPr>
          <p:cNvPr id="57" name="Shape 55"/>
          <p:cNvSpPr/>
          <p:nvPr/>
        </p:nvSpPr>
        <p:spPr>
          <a:xfrm>
            <a:off x="4886142" y="3062573"/>
            <a:ext cx="930631" cy="183138"/>
          </a:xfrm>
          <a:prstGeom prst="rect">
            <a:avLst/>
          </a:prstGeom>
          <a:solidFill>
            <a:srgbClr val="0B2C4A"/>
          </a:solidFill>
          <a:ln w="6350">
            <a:solidFill>
              <a:srgbClr val="FFFFFF"/>
            </a:solidFill>
            <a:prstDash val="solid"/>
          </a:ln>
        </p:spPr>
      </p:sp>
      <p:sp>
        <p:nvSpPr>
          <p:cNvPr id="58" name="Text 56"/>
          <p:cNvSpPr txBox="1"/>
          <p:nvPr/>
        </p:nvSpPr>
        <p:spPr>
          <a:xfrm>
            <a:off x="4886142" y="3062573"/>
            <a:ext cx="930631"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30</a:t>
            </a:r>
            <a:endParaRPr lang="en-US" sz="1300" dirty="0"/>
          </a:p>
        </p:txBody>
      </p:sp>
      <p:sp>
        <p:nvSpPr>
          <p:cNvPr id="59" name="Shape 57"/>
          <p:cNvSpPr/>
          <p:nvPr/>
        </p:nvSpPr>
        <p:spPr>
          <a:xfrm>
            <a:off x="5816773" y="3062573"/>
            <a:ext cx="145115" cy="183138"/>
          </a:xfrm>
          <a:prstGeom prst="rect">
            <a:avLst/>
          </a:prstGeom>
          <a:solidFill>
            <a:srgbClr val="D9D9D9"/>
          </a:solidFill>
          <a:ln w="6350">
            <a:solidFill>
              <a:srgbClr val="FFFFFF"/>
            </a:solidFill>
            <a:prstDash val="solid"/>
          </a:ln>
        </p:spPr>
      </p:sp>
      <p:sp>
        <p:nvSpPr>
          <p:cNvPr id="60" name="Text 58"/>
          <p:cNvSpPr txBox="1"/>
          <p:nvPr/>
        </p:nvSpPr>
        <p:spPr>
          <a:xfrm>
            <a:off x="658368" y="3274628"/>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1" name="Shape 59"/>
          <p:cNvSpPr/>
          <p:nvPr/>
        </p:nvSpPr>
        <p:spPr>
          <a:xfrm>
            <a:off x="2807208" y="3303544"/>
            <a:ext cx="2015841" cy="183138"/>
          </a:xfrm>
          <a:prstGeom prst="rect">
            <a:avLst/>
          </a:prstGeom>
          <a:solidFill>
            <a:srgbClr val="2587C5"/>
          </a:solidFill>
          <a:ln w="6350">
            <a:solidFill>
              <a:srgbClr val="FFFFFF"/>
            </a:solidFill>
            <a:prstDash val="solid"/>
          </a:ln>
        </p:spPr>
      </p:sp>
      <p:sp>
        <p:nvSpPr>
          <p:cNvPr id="62" name="Text 60"/>
          <p:cNvSpPr txBox="1"/>
          <p:nvPr/>
        </p:nvSpPr>
        <p:spPr>
          <a:xfrm>
            <a:off x="2807208" y="3303544"/>
            <a:ext cx="2015841"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64</a:t>
            </a:r>
            <a:endParaRPr lang="en-US" sz="1300" dirty="0"/>
          </a:p>
        </p:txBody>
      </p:sp>
      <p:sp>
        <p:nvSpPr>
          <p:cNvPr id="63" name="Shape 61"/>
          <p:cNvSpPr/>
          <p:nvPr/>
        </p:nvSpPr>
        <p:spPr>
          <a:xfrm>
            <a:off x="4823049" y="3303544"/>
            <a:ext cx="671947" cy="183138"/>
          </a:xfrm>
          <a:prstGeom prst="rect">
            <a:avLst/>
          </a:prstGeom>
          <a:solidFill>
            <a:srgbClr val="0B2C4A"/>
          </a:solidFill>
          <a:ln w="6350">
            <a:solidFill>
              <a:srgbClr val="FFFFFF"/>
            </a:solidFill>
            <a:prstDash val="solid"/>
          </a:ln>
        </p:spPr>
      </p:sp>
      <p:sp>
        <p:nvSpPr>
          <p:cNvPr id="64" name="Text 62"/>
          <p:cNvSpPr txBox="1"/>
          <p:nvPr/>
        </p:nvSpPr>
        <p:spPr>
          <a:xfrm>
            <a:off x="4823049" y="3303544"/>
            <a:ext cx="671947"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21</a:t>
            </a:r>
            <a:endParaRPr lang="en-US" sz="1300" dirty="0"/>
          </a:p>
        </p:txBody>
      </p:sp>
      <p:sp>
        <p:nvSpPr>
          <p:cNvPr id="65" name="Shape 63"/>
          <p:cNvSpPr/>
          <p:nvPr/>
        </p:nvSpPr>
        <p:spPr>
          <a:xfrm>
            <a:off x="5494995" y="3303544"/>
            <a:ext cx="466893" cy="183138"/>
          </a:xfrm>
          <a:prstGeom prst="rect">
            <a:avLst/>
          </a:prstGeom>
          <a:solidFill>
            <a:srgbClr val="D9D9D9"/>
          </a:solidFill>
          <a:ln w="6350">
            <a:solidFill>
              <a:srgbClr val="FFFFFF"/>
            </a:solidFill>
            <a:prstDash val="solid"/>
          </a:ln>
        </p:spPr>
      </p:sp>
      <p:sp>
        <p:nvSpPr>
          <p:cNvPr id="66" name="Text 64"/>
          <p:cNvSpPr txBox="1"/>
          <p:nvPr/>
        </p:nvSpPr>
        <p:spPr>
          <a:xfrm>
            <a:off x="5494995" y="3303544"/>
            <a:ext cx="46689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15</a:t>
            </a:r>
            <a:endParaRPr lang="en-US" sz="1300" dirty="0"/>
          </a:p>
        </p:txBody>
      </p:sp>
      <p:sp>
        <p:nvSpPr>
          <p:cNvPr id="67" name="Text 65"/>
          <p:cNvSpPr txBox="1"/>
          <p:nvPr/>
        </p:nvSpPr>
        <p:spPr>
          <a:xfrm>
            <a:off x="658368" y="3515599"/>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8" name="Shape 66"/>
          <p:cNvSpPr/>
          <p:nvPr/>
        </p:nvSpPr>
        <p:spPr>
          <a:xfrm>
            <a:off x="2807208" y="3544516"/>
            <a:ext cx="1955902" cy="183138"/>
          </a:xfrm>
          <a:prstGeom prst="rect">
            <a:avLst/>
          </a:prstGeom>
          <a:solidFill>
            <a:srgbClr val="2587C5"/>
          </a:solidFill>
          <a:ln w="6350">
            <a:solidFill>
              <a:srgbClr val="FFFFFF"/>
            </a:solidFill>
            <a:prstDash val="solid"/>
          </a:ln>
        </p:spPr>
      </p:sp>
      <p:sp>
        <p:nvSpPr>
          <p:cNvPr id="69" name="Text 67"/>
          <p:cNvSpPr txBox="1"/>
          <p:nvPr/>
        </p:nvSpPr>
        <p:spPr>
          <a:xfrm>
            <a:off x="2807208" y="3544516"/>
            <a:ext cx="1955902"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62</a:t>
            </a:r>
            <a:endParaRPr lang="en-US" sz="1300" dirty="0"/>
          </a:p>
        </p:txBody>
      </p:sp>
      <p:sp>
        <p:nvSpPr>
          <p:cNvPr id="70" name="Shape 68"/>
          <p:cNvSpPr/>
          <p:nvPr/>
        </p:nvSpPr>
        <p:spPr>
          <a:xfrm>
            <a:off x="4763110" y="3544516"/>
            <a:ext cx="807598" cy="183138"/>
          </a:xfrm>
          <a:prstGeom prst="rect">
            <a:avLst/>
          </a:prstGeom>
          <a:solidFill>
            <a:srgbClr val="0B2C4A"/>
          </a:solidFill>
          <a:ln w="6350">
            <a:solidFill>
              <a:srgbClr val="FFFFFF"/>
            </a:solidFill>
            <a:prstDash val="solid"/>
          </a:ln>
        </p:spPr>
      </p:sp>
      <p:sp>
        <p:nvSpPr>
          <p:cNvPr id="71" name="Text 69"/>
          <p:cNvSpPr txBox="1"/>
          <p:nvPr/>
        </p:nvSpPr>
        <p:spPr>
          <a:xfrm>
            <a:off x="4763110" y="3544516"/>
            <a:ext cx="80759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26</a:t>
            </a:r>
            <a:endParaRPr lang="en-US" sz="1300" dirty="0"/>
          </a:p>
        </p:txBody>
      </p:sp>
      <p:sp>
        <p:nvSpPr>
          <p:cNvPr id="72" name="Shape 70"/>
          <p:cNvSpPr/>
          <p:nvPr/>
        </p:nvSpPr>
        <p:spPr>
          <a:xfrm>
            <a:off x="5570708" y="3544516"/>
            <a:ext cx="391180" cy="183138"/>
          </a:xfrm>
          <a:prstGeom prst="rect">
            <a:avLst/>
          </a:prstGeom>
          <a:solidFill>
            <a:srgbClr val="D9D9D9"/>
          </a:solidFill>
          <a:ln w="6350">
            <a:solidFill>
              <a:srgbClr val="FFFFFF"/>
            </a:solidFill>
            <a:prstDash val="solid"/>
          </a:ln>
        </p:spPr>
      </p:sp>
      <p:sp>
        <p:nvSpPr>
          <p:cNvPr id="73" name="Text 71"/>
          <p:cNvSpPr txBox="1"/>
          <p:nvPr/>
        </p:nvSpPr>
        <p:spPr>
          <a:xfrm>
            <a:off x="5570708" y="3544516"/>
            <a:ext cx="39118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12</a:t>
            </a:r>
            <a:endParaRPr lang="en-US" sz="1300" dirty="0"/>
          </a:p>
        </p:txBody>
      </p:sp>
      <p:sp>
        <p:nvSpPr>
          <p:cNvPr id="74" name="Text 72"/>
          <p:cNvSpPr txBox="1"/>
          <p:nvPr/>
        </p:nvSpPr>
        <p:spPr>
          <a:xfrm>
            <a:off x="658368" y="3756570"/>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5" name="Shape 73"/>
          <p:cNvSpPr/>
          <p:nvPr/>
        </p:nvSpPr>
        <p:spPr>
          <a:xfrm>
            <a:off x="2807208" y="3785487"/>
            <a:ext cx="1943283" cy="183138"/>
          </a:xfrm>
          <a:prstGeom prst="rect">
            <a:avLst/>
          </a:prstGeom>
          <a:solidFill>
            <a:srgbClr val="2587C5"/>
          </a:solidFill>
          <a:ln w="6350">
            <a:solidFill>
              <a:srgbClr val="FFFFFF"/>
            </a:solidFill>
            <a:prstDash val="solid"/>
          </a:ln>
        </p:spPr>
      </p:sp>
      <p:sp>
        <p:nvSpPr>
          <p:cNvPr id="76" name="Text 74"/>
          <p:cNvSpPr txBox="1"/>
          <p:nvPr/>
        </p:nvSpPr>
        <p:spPr>
          <a:xfrm>
            <a:off x="2807208" y="3785487"/>
            <a:ext cx="1943283"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62</a:t>
            </a:r>
            <a:endParaRPr lang="en-US" sz="1300" dirty="0"/>
          </a:p>
        </p:txBody>
      </p:sp>
      <p:sp>
        <p:nvSpPr>
          <p:cNvPr id="77" name="Shape 75"/>
          <p:cNvSpPr/>
          <p:nvPr/>
        </p:nvSpPr>
        <p:spPr>
          <a:xfrm>
            <a:off x="4750491" y="3785487"/>
            <a:ext cx="413263" cy="183138"/>
          </a:xfrm>
          <a:prstGeom prst="rect">
            <a:avLst/>
          </a:prstGeom>
          <a:solidFill>
            <a:srgbClr val="0B2C4A"/>
          </a:solidFill>
          <a:ln w="6350">
            <a:solidFill>
              <a:srgbClr val="FFFFFF"/>
            </a:solidFill>
            <a:prstDash val="solid"/>
          </a:ln>
        </p:spPr>
      </p:sp>
      <p:sp>
        <p:nvSpPr>
          <p:cNvPr id="78" name="Text 76"/>
          <p:cNvSpPr txBox="1"/>
          <p:nvPr/>
        </p:nvSpPr>
        <p:spPr>
          <a:xfrm>
            <a:off x="4750491" y="3785487"/>
            <a:ext cx="413263"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13</a:t>
            </a:r>
            <a:endParaRPr lang="en-US" sz="1300" dirty="0"/>
          </a:p>
        </p:txBody>
      </p:sp>
      <p:sp>
        <p:nvSpPr>
          <p:cNvPr id="79" name="Shape 77"/>
          <p:cNvSpPr/>
          <p:nvPr/>
        </p:nvSpPr>
        <p:spPr>
          <a:xfrm>
            <a:off x="5163754" y="3785487"/>
            <a:ext cx="798134" cy="183138"/>
          </a:xfrm>
          <a:prstGeom prst="rect">
            <a:avLst/>
          </a:prstGeom>
          <a:solidFill>
            <a:srgbClr val="D9D9D9"/>
          </a:solidFill>
          <a:ln w="6350">
            <a:solidFill>
              <a:srgbClr val="FFFFFF"/>
            </a:solidFill>
            <a:prstDash val="solid"/>
          </a:ln>
        </p:spPr>
      </p:sp>
      <p:sp>
        <p:nvSpPr>
          <p:cNvPr id="80" name="Text 78"/>
          <p:cNvSpPr txBox="1"/>
          <p:nvPr/>
        </p:nvSpPr>
        <p:spPr>
          <a:xfrm>
            <a:off x="5163754" y="3785487"/>
            <a:ext cx="79813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25</a:t>
            </a:r>
            <a:endParaRPr lang="en-US" sz="1300" dirty="0"/>
          </a:p>
        </p:txBody>
      </p:sp>
      <p:sp>
        <p:nvSpPr>
          <p:cNvPr id="81" name="Text 79"/>
          <p:cNvSpPr txBox="1"/>
          <p:nvPr/>
        </p:nvSpPr>
        <p:spPr>
          <a:xfrm>
            <a:off x="658368" y="3997542"/>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2" name="Shape 80"/>
          <p:cNvSpPr/>
          <p:nvPr/>
        </p:nvSpPr>
        <p:spPr>
          <a:xfrm>
            <a:off x="2807208" y="4026458"/>
            <a:ext cx="1892808" cy="183138"/>
          </a:xfrm>
          <a:prstGeom prst="rect">
            <a:avLst/>
          </a:prstGeom>
          <a:solidFill>
            <a:srgbClr val="2587C5"/>
          </a:solidFill>
          <a:ln w="6350">
            <a:solidFill>
              <a:srgbClr val="FFFFFF"/>
            </a:solidFill>
            <a:prstDash val="solid"/>
          </a:ln>
        </p:spPr>
      </p:sp>
      <p:sp>
        <p:nvSpPr>
          <p:cNvPr id="83" name="Text 81"/>
          <p:cNvSpPr txBox="1"/>
          <p:nvPr/>
        </p:nvSpPr>
        <p:spPr>
          <a:xfrm>
            <a:off x="2807208" y="4026458"/>
            <a:ext cx="189280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60</a:t>
            </a:r>
            <a:endParaRPr lang="en-US" sz="1300" dirty="0"/>
          </a:p>
        </p:txBody>
      </p:sp>
      <p:sp>
        <p:nvSpPr>
          <p:cNvPr id="84" name="Shape 82"/>
          <p:cNvSpPr/>
          <p:nvPr/>
        </p:nvSpPr>
        <p:spPr>
          <a:xfrm>
            <a:off x="4700016" y="4026458"/>
            <a:ext cx="832836" cy="183138"/>
          </a:xfrm>
          <a:prstGeom prst="rect">
            <a:avLst/>
          </a:prstGeom>
          <a:solidFill>
            <a:srgbClr val="0B2C4A"/>
          </a:solidFill>
          <a:ln w="6350">
            <a:solidFill>
              <a:srgbClr val="FFFFFF"/>
            </a:solidFill>
            <a:prstDash val="solid"/>
          </a:ln>
        </p:spPr>
      </p:sp>
      <p:sp>
        <p:nvSpPr>
          <p:cNvPr id="85" name="Text 83"/>
          <p:cNvSpPr txBox="1"/>
          <p:nvPr/>
        </p:nvSpPr>
        <p:spPr>
          <a:xfrm>
            <a:off x="4700016" y="4026458"/>
            <a:ext cx="83283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26</a:t>
            </a:r>
            <a:endParaRPr lang="en-US" sz="1300" dirty="0"/>
          </a:p>
        </p:txBody>
      </p:sp>
      <p:sp>
        <p:nvSpPr>
          <p:cNvPr id="86" name="Shape 84"/>
          <p:cNvSpPr/>
          <p:nvPr/>
        </p:nvSpPr>
        <p:spPr>
          <a:xfrm>
            <a:off x="5532852" y="4026458"/>
            <a:ext cx="429036" cy="183138"/>
          </a:xfrm>
          <a:prstGeom prst="rect">
            <a:avLst/>
          </a:prstGeom>
          <a:solidFill>
            <a:srgbClr val="D9D9D9"/>
          </a:solidFill>
          <a:ln w="6350">
            <a:solidFill>
              <a:srgbClr val="FFFFFF"/>
            </a:solidFill>
            <a:prstDash val="solid"/>
          </a:ln>
        </p:spPr>
      </p:sp>
      <p:sp>
        <p:nvSpPr>
          <p:cNvPr id="87" name="Text 85"/>
          <p:cNvSpPr txBox="1"/>
          <p:nvPr/>
        </p:nvSpPr>
        <p:spPr>
          <a:xfrm>
            <a:off x="5532852" y="4026458"/>
            <a:ext cx="42903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88" name="Text 86"/>
          <p:cNvSpPr txBox="1"/>
          <p:nvPr/>
        </p:nvSpPr>
        <p:spPr>
          <a:xfrm>
            <a:off x="658368" y="4238513"/>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9" name="Shape 87"/>
          <p:cNvSpPr/>
          <p:nvPr/>
        </p:nvSpPr>
        <p:spPr>
          <a:xfrm>
            <a:off x="2807208" y="4267429"/>
            <a:ext cx="1883344" cy="183138"/>
          </a:xfrm>
          <a:prstGeom prst="rect">
            <a:avLst/>
          </a:prstGeom>
          <a:solidFill>
            <a:srgbClr val="2587C5"/>
          </a:solidFill>
          <a:ln w="6350">
            <a:solidFill>
              <a:srgbClr val="FFFFFF"/>
            </a:solidFill>
            <a:prstDash val="solid"/>
          </a:ln>
        </p:spPr>
      </p:sp>
      <p:sp>
        <p:nvSpPr>
          <p:cNvPr id="90" name="Text 88"/>
          <p:cNvSpPr txBox="1"/>
          <p:nvPr/>
        </p:nvSpPr>
        <p:spPr>
          <a:xfrm>
            <a:off x="2807208" y="4267429"/>
            <a:ext cx="1883344"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60</a:t>
            </a:r>
            <a:endParaRPr lang="en-US" sz="1300" dirty="0"/>
          </a:p>
        </p:txBody>
      </p:sp>
      <p:sp>
        <p:nvSpPr>
          <p:cNvPr id="91" name="Shape 89"/>
          <p:cNvSpPr/>
          <p:nvPr/>
        </p:nvSpPr>
        <p:spPr>
          <a:xfrm>
            <a:off x="4690552" y="4267429"/>
            <a:ext cx="981105" cy="183138"/>
          </a:xfrm>
          <a:prstGeom prst="rect">
            <a:avLst/>
          </a:prstGeom>
          <a:solidFill>
            <a:srgbClr val="0B2C4A"/>
          </a:solidFill>
          <a:ln w="6350">
            <a:solidFill>
              <a:srgbClr val="FFFFFF"/>
            </a:solidFill>
            <a:prstDash val="solid"/>
          </a:ln>
        </p:spPr>
      </p:sp>
      <p:sp>
        <p:nvSpPr>
          <p:cNvPr id="92" name="Text 90"/>
          <p:cNvSpPr txBox="1"/>
          <p:nvPr/>
        </p:nvSpPr>
        <p:spPr>
          <a:xfrm>
            <a:off x="4690552" y="4267429"/>
            <a:ext cx="98110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31</a:t>
            </a:r>
            <a:endParaRPr lang="en-US" sz="1300" dirty="0"/>
          </a:p>
        </p:txBody>
      </p:sp>
      <p:sp>
        <p:nvSpPr>
          <p:cNvPr id="93" name="Shape 91"/>
          <p:cNvSpPr/>
          <p:nvPr/>
        </p:nvSpPr>
        <p:spPr>
          <a:xfrm>
            <a:off x="5671657" y="4267429"/>
            <a:ext cx="290231" cy="183138"/>
          </a:xfrm>
          <a:prstGeom prst="rect">
            <a:avLst/>
          </a:prstGeom>
          <a:solidFill>
            <a:srgbClr val="D9D9D9"/>
          </a:solidFill>
          <a:ln w="6350">
            <a:solidFill>
              <a:srgbClr val="FFFFFF"/>
            </a:solidFill>
            <a:prstDash val="solid"/>
          </a:ln>
        </p:spPr>
      </p:sp>
      <p:sp>
        <p:nvSpPr>
          <p:cNvPr id="94" name="Text 92"/>
          <p:cNvSpPr txBox="1"/>
          <p:nvPr/>
        </p:nvSpPr>
        <p:spPr>
          <a:xfrm>
            <a:off x="5671657" y="4267429"/>
            <a:ext cx="290231"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9</a:t>
            </a:r>
            <a:endParaRPr lang="en-US" sz="1300" dirty="0"/>
          </a:p>
        </p:txBody>
      </p:sp>
      <p:sp>
        <p:nvSpPr>
          <p:cNvPr id="95" name="Text 93"/>
          <p:cNvSpPr txBox="1"/>
          <p:nvPr/>
        </p:nvSpPr>
        <p:spPr>
          <a:xfrm>
            <a:off x="658368" y="4479484"/>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96" name="Shape 94"/>
          <p:cNvSpPr/>
          <p:nvPr/>
        </p:nvSpPr>
        <p:spPr>
          <a:xfrm>
            <a:off x="2807208" y="4508401"/>
            <a:ext cx="1867571" cy="183138"/>
          </a:xfrm>
          <a:prstGeom prst="rect">
            <a:avLst/>
          </a:prstGeom>
          <a:solidFill>
            <a:srgbClr val="2587C5"/>
          </a:solidFill>
          <a:ln w="6350">
            <a:solidFill>
              <a:srgbClr val="FFFFFF"/>
            </a:solidFill>
            <a:prstDash val="solid"/>
          </a:ln>
        </p:spPr>
      </p:sp>
      <p:sp>
        <p:nvSpPr>
          <p:cNvPr id="97" name="Text 95"/>
          <p:cNvSpPr txBox="1"/>
          <p:nvPr/>
        </p:nvSpPr>
        <p:spPr>
          <a:xfrm>
            <a:off x="2807208" y="4508401"/>
            <a:ext cx="1867571"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98" name="Shape 96"/>
          <p:cNvSpPr/>
          <p:nvPr/>
        </p:nvSpPr>
        <p:spPr>
          <a:xfrm>
            <a:off x="4674779" y="4508401"/>
            <a:ext cx="47320" cy="183138"/>
          </a:xfrm>
          <a:prstGeom prst="rect">
            <a:avLst/>
          </a:prstGeom>
          <a:solidFill>
            <a:srgbClr val="0B2C4A"/>
          </a:solidFill>
          <a:ln w="6350">
            <a:solidFill>
              <a:srgbClr val="FFFFFF"/>
            </a:solidFill>
            <a:prstDash val="solid"/>
          </a:ln>
        </p:spPr>
      </p:sp>
      <p:sp>
        <p:nvSpPr>
          <p:cNvPr id="99" name="Shape 97"/>
          <p:cNvSpPr/>
          <p:nvPr/>
        </p:nvSpPr>
        <p:spPr>
          <a:xfrm>
            <a:off x="4722099" y="4508401"/>
            <a:ext cx="1239789" cy="183138"/>
          </a:xfrm>
          <a:prstGeom prst="rect">
            <a:avLst/>
          </a:prstGeom>
          <a:solidFill>
            <a:srgbClr val="D9D9D9"/>
          </a:solidFill>
          <a:ln w="6350">
            <a:solidFill>
              <a:srgbClr val="FFFFFF"/>
            </a:solidFill>
            <a:prstDash val="solid"/>
          </a:ln>
        </p:spPr>
      </p:sp>
      <p:sp>
        <p:nvSpPr>
          <p:cNvPr id="100" name="Text 98"/>
          <p:cNvSpPr txBox="1"/>
          <p:nvPr/>
        </p:nvSpPr>
        <p:spPr>
          <a:xfrm>
            <a:off x="4722099" y="4508401"/>
            <a:ext cx="1239789"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39</a:t>
            </a:r>
            <a:endParaRPr lang="en-US" sz="1300" dirty="0"/>
          </a:p>
        </p:txBody>
      </p:sp>
      <p:sp>
        <p:nvSpPr>
          <p:cNvPr id="101" name="Text 99"/>
          <p:cNvSpPr txBox="1"/>
          <p:nvPr/>
        </p:nvSpPr>
        <p:spPr>
          <a:xfrm>
            <a:off x="658368" y="4720456"/>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02" name="Shape 100"/>
          <p:cNvSpPr/>
          <p:nvPr/>
        </p:nvSpPr>
        <p:spPr>
          <a:xfrm>
            <a:off x="2807208" y="4749372"/>
            <a:ext cx="1861261" cy="183138"/>
          </a:xfrm>
          <a:prstGeom prst="rect">
            <a:avLst/>
          </a:prstGeom>
          <a:solidFill>
            <a:srgbClr val="2587C5"/>
          </a:solidFill>
          <a:ln w="6350">
            <a:solidFill>
              <a:srgbClr val="FFFFFF"/>
            </a:solidFill>
            <a:prstDash val="solid"/>
          </a:ln>
        </p:spPr>
      </p:sp>
      <p:sp>
        <p:nvSpPr>
          <p:cNvPr id="103" name="Text 101"/>
          <p:cNvSpPr txBox="1"/>
          <p:nvPr/>
        </p:nvSpPr>
        <p:spPr>
          <a:xfrm>
            <a:off x="2807208" y="4749372"/>
            <a:ext cx="1861261"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104" name="Shape 102"/>
          <p:cNvSpPr/>
          <p:nvPr/>
        </p:nvSpPr>
        <p:spPr>
          <a:xfrm>
            <a:off x="4668469" y="4749372"/>
            <a:ext cx="839145" cy="183138"/>
          </a:xfrm>
          <a:prstGeom prst="rect">
            <a:avLst/>
          </a:prstGeom>
          <a:solidFill>
            <a:srgbClr val="0B2C4A"/>
          </a:solidFill>
          <a:ln w="6350">
            <a:solidFill>
              <a:srgbClr val="FFFFFF"/>
            </a:solidFill>
            <a:prstDash val="solid"/>
          </a:ln>
        </p:spPr>
      </p:sp>
      <p:sp>
        <p:nvSpPr>
          <p:cNvPr id="105" name="Text 103"/>
          <p:cNvSpPr txBox="1"/>
          <p:nvPr/>
        </p:nvSpPr>
        <p:spPr>
          <a:xfrm>
            <a:off x="4668469" y="4749372"/>
            <a:ext cx="83914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27</a:t>
            </a:r>
            <a:endParaRPr lang="en-US" sz="1300" dirty="0"/>
          </a:p>
        </p:txBody>
      </p:sp>
      <p:sp>
        <p:nvSpPr>
          <p:cNvPr id="106" name="Shape 104"/>
          <p:cNvSpPr/>
          <p:nvPr/>
        </p:nvSpPr>
        <p:spPr>
          <a:xfrm>
            <a:off x="5507614" y="4749372"/>
            <a:ext cx="454274" cy="183138"/>
          </a:xfrm>
          <a:prstGeom prst="rect">
            <a:avLst/>
          </a:prstGeom>
          <a:solidFill>
            <a:srgbClr val="D9D9D9"/>
          </a:solidFill>
          <a:ln w="6350">
            <a:solidFill>
              <a:srgbClr val="FFFFFF"/>
            </a:solidFill>
            <a:prstDash val="solid"/>
          </a:ln>
        </p:spPr>
      </p:sp>
      <p:sp>
        <p:nvSpPr>
          <p:cNvPr id="107" name="Text 105"/>
          <p:cNvSpPr txBox="1"/>
          <p:nvPr/>
        </p:nvSpPr>
        <p:spPr>
          <a:xfrm>
            <a:off x="5507614" y="4749372"/>
            <a:ext cx="45427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108" name="Text 106"/>
          <p:cNvSpPr txBox="1"/>
          <p:nvPr/>
        </p:nvSpPr>
        <p:spPr>
          <a:xfrm>
            <a:off x="658368" y="4961427"/>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09" name="Shape 107"/>
          <p:cNvSpPr/>
          <p:nvPr/>
        </p:nvSpPr>
        <p:spPr>
          <a:xfrm>
            <a:off x="2807208" y="4990343"/>
            <a:ext cx="1854952" cy="183138"/>
          </a:xfrm>
          <a:prstGeom prst="rect">
            <a:avLst/>
          </a:prstGeom>
          <a:solidFill>
            <a:srgbClr val="2587C5"/>
          </a:solidFill>
          <a:ln w="6350">
            <a:solidFill>
              <a:srgbClr val="FFFFFF"/>
            </a:solidFill>
            <a:prstDash val="solid"/>
          </a:ln>
        </p:spPr>
      </p:sp>
      <p:sp>
        <p:nvSpPr>
          <p:cNvPr id="110" name="Text 108"/>
          <p:cNvSpPr txBox="1"/>
          <p:nvPr/>
        </p:nvSpPr>
        <p:spPr>
          <a:xfrm>
            <a:off x="2807208" y="4990343"/>
            <a:ext cx="1854952"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111" name="Shape 109"/>
          <p:cNvSpPr/>
          <p:nvPr/>
        </p:nvSpPr>
        <p:spPr>
          <a:xfrm>
            <a:off x="4662160" y="4990343"/>
            <a:ext cx="1015807" cy="183138"/>
          </a:xfrm>
          <a:prstGeom prst="rect">
            <a:avLst/>
          </a:prstGeom>
          <a:solidFill>
            <a:srgbClr val="0B2C4A"/>
          </a:solidFill>
          <a:ln w="6350">
            <a:solidFill>
              <a:srgbClr val="FFFFFF"/>
            </a:solidFill>
            <a:prstDash val="solid"/>
          </a:ln>
        </p:spPr>
      </p:sp>
      <p:sp>
        <p:nvSpPr>
          <p:cNvPr id="112" name="Text 110"/>
          <p:cNvSpPr txBox="1"/>
          <p:nvPr/>
        </p:nvSpPr>
        <p:spPr>
          <a:xfrm>
            <a:off x="4662160" y="4990343"/>
            <a:ext cx="1015807"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32</a:t>
            </a:r>
            <a:endParaRPr lang="en-US" sz="1300" dirty="0"/>
          </a:p>
        </p:txBody>
      </p:sp>
      <p:sp>
        <p:nvSpPr>
          <p:cNvPr id="113" name="Shape 111"/>
          <p:cNvSpPr/>
          <p:nvPr/>
        </p:nvSpPr>
        <p:spPr>
          <a:xfrm>
            <a:off x="5677967" y="4990343"/>
            <a:ext cx="283921" cy="183138"/>
          </a:xfrm>
          <a:prstGeom prst="rect">
            <a:avLst/>
          </a:prstGeom>
          <a:solidFill>
            <a:srgbClr val="D9D9D9"/>
          </a:solidFill>
          <a:ln w="6350">
            <a:solidFill>
              <a:srgbClr val="FFFFFF"/>
            </a:solidFill>
            <a:prstDash val="solid"/>
          </a:ln>
        </p:spPr>
      </p:sp>
      <p:sp>
        <p:nvSpPr>
          <p:cNvPr id="114" name="Text 112"/>
          <p:cNvSpPr txBox="1"/>
          <p:nvPr/>
        </p:nvSpPr>
        <p:spPr>
          <a:xfrm>
            <a:off x="5677967" y="4990343"/>
            <a:ext cx="283921"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9</a:t>
            </a:r>
            <a:endParaRPr lang="en-US" sz="1300" dirty="0"/>
          </a:p>
        </p:txBody>
      </p:sp>
      <p:sp>
        <p:nvSpPr>
          <p:cNvPr id="115" name="Text 113"/>
          <p:cNvSpPr txBox="1"/>
          <p:nvPr/>
        </p:nvSpPr>
        <p:spPr>
          <a:xfrm>
            <a:off x="658368" y="5202398"/>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16" name="Shape 114"/>
          <p:cNvSpPr/>
          <p:nvPr/>
        </p:nvSpPr>
        <p:spPr>
          <a:xfrm>
            <a:off x="2807208" y="5231315"/>
            <a:ext cx="1839178" cy="183138"/>
          </a:xfrm>
          <a:prstGeom prst="rect">
            <a:avLst/>
          </a:prstGeom>
          <a:solidFill>
            <a:srgbClr val="2587C5"/>
          </a:solidFill>
          <a:ln w="6350">
            <a:solidFill>
              <a:srgbClr val="FFFFFF"/>
            </a:solidFill>
            <a:prstDash val="solid"/>
          </a:ln>
        </p:spPr>
      </p:sp>
      <p:sp>
        <p:nvSpPr>
          <p:cNvPr id="117" name="Text 115"/>
          <p:cNvSpPr txBox="1"/>
          <p:nvPr/>
        </p:nvSpPr>
        <p:spPr>
          <a:xfrm>
            <a:off x="2807208" y="5231315"/>
            <a:ext cx="183917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58</a:t>
            </a:r>
            <a:endParaRPr lang="en-US" sz="1300" dirty="0"/>
          </a:p>
        </p:txBody>
      </p:sp>
      <p:sp>
        <p:nvSpPr>
          <p:cNvPr id="118" name="Shape 116"/>
          <p:cNvSpPr/>
          <p:nvPr/>
        </p:nvSpPr>
        <p:spPr>
          <a:xfrm>
            <a:off x="4646386" y="5231315"/>
            <a:ext cx="574152" cy="183138"/>
          </a:xfrm>
          <a:prstGeom prst="rect">
            <a:avLst/>
          </a:prstGeom>
          <a:solidFill>
            <a:srgbClr val="0B2C4A"/>
          </a:solidFill>
          <a:ln w="6350">
            <a:solidFill>
              <a:srgbClr val="FFFFFF"/>
            </a:solidFill>
            <a:prstDash val="solid"/>
          </a:ln>
        </p:spPr>
      </p:sp>
      <p:sp>
        <p:nvSpPr>
          <p:cNvPr id="119" name="Text 117"/>
          <p:cNvSpPr txBox="1"/>
          <p:nvPr/>
        </p:nvSpPr>
        <p:spPr>
          <a:xfrm>
            <a:off x="4646386" y="5231315"/>
            <a:ext cx="574152"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18</a:t>
            </a:r>
            <a:endParaRPr lang="en-US" sz="1300" dirty="0"/>
          </a:p>
        </p:txBody>
      </p:sp>
      <p:sp>
        <p:nvSpPr>
          <p:cNvPr id="120" name="Shape 118"/>
          <p:cNvSpPr/>
          <p:nvPr/>
        </p:nvSpPr>
        <p:spPr>
          <a:xfrm>
            <a:off x="5220538" y="5231315"/>
            <a:ext cx="741350" cy="183138"/>
          </a:xfrm>
          <a:prstGeom prst="rect">
            <a:avLst/>
          </a:prstGeom>
          <a:solidFill>
            <a:srgbClr val="D9D9D9"/>
          </a:solidFill>
          <a:ln w="6350">
            <a:solidFill>
              <a:srgbClr val="FFFFFF"/>
            </a:solidFill>
            <a:prstDash val="solid"/>
          </a:ln>
        </p:spPr>
      </p:sp>
      <p:sp>
        <p:nvSpPr>
          <p:cNvPr id="121" name="Text 119"/>
          <p:cNvSpPr txBox="1"/>
          <p:nvPr/>
        </p:nvSpPr>
        <p:spPr>
          <a:xfrm>
            <a:off x="5220538" y="5231315"/>
            <a:ext cx="74135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24</a:t>
            </a:r>
            <a:endParaRPr lang="en-US" sz="1300" dirty="0"/>
          </a:p>
        </p:txBody>
      </p:sp>
      <p:sp>
        <p:nvSpPr>
          <p:cNvPr id="122" name="Text 120"/>
          <p:cNvSpPr txBox="1"/>
          <p:nvPr/>
        </p:nvSpPr>
        <p:spPr>
          <a:xfrm>
            <a:off x="658368" y="5443369"/>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23" name="Shape 121"/>
          <p:cNvSpPr/>
          <p:nvPr/>
        </p:nvSpPr>
        <p:spPr>
          <a:xfrm>
            <a:off x="2807208" y="5472286"/>
            <a:ext cx="1791858" cy="183138"/>
          </a:xfrm>
          <a:prstGeom prst="rect">
            <a:avLst/>
          </a:prstGeom>
          <a:solidFill>
            <a:srgbClr val="2587C5"/>
          </a:solidFill>
          <a:ln w="6350">
            <a:solidFill>
              <a:srgbClr val="FFFFFF"/>
            </a:solidFill>
            <a:prstDash val="solid"/>
          </a:ln>
        </p:spPr>
      </p:sp>
      <p:sp>
        <p:nvSpPr>
          <p:cNvPr id="124" name="Text 122"/>
          <p:cNvSpPr txBox="1"/>
          <p:nvPr/>
        </p:nvSpPr>
        <p:spPr>
          <a:xfrm>
            <a:off x="2807208" y="5472286"/>
            <a:ext cx="179185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25" name="Shape 123"/>
          <p:cNvSpPr/>
          <p:nvPr/>
        </p:nvSpPr>
        <p:spPr>
          <a:xfrm>
            <a:off x="4599066" y="5472286"/>
            <a:ext cx="753969" cy="183138"/>
          </a:xfrm>
          <a:prstGeom prst="rect">
            <a:avLst/>
          </a:prstGeom>
          <a:solidFill>
            <a:srgbClr val="0B2C4A"/>
          </a:solidFill>
          <a:ln w="6350">
            <a:solidFill>
              <a:srgbClr val="FFFFFF"/>
            </a:solidFill>
            <a:prstDash val="solid"/>
          </a:ln>
        </p:spPr>
      </p:sp>
      <p:sp>
        <p:nvSpPr>
          <p:cNvPr id="126" name="Text 124"/>
          <p:cNvSpPr txBox="1"/>
          <p:nvPr/>
        </p:nvSpPr>
        <p:spPr>
          <a:xfrm>
            <a:off x="4599066" y="5472286"/>
            <a:ext cx="753969"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24</a:t>
            </a:r>
            <a:endParaRPr lang="en-US" sz="1300" dirty="0"/>
          </a:p>
        </p:txBody>
      </p:sp>
      <p:sp>
        <p:nvSpPr>
          <p:cNvPr id="127" name="Shape 125"/>
          <p:cNvSpPr/>
          <p:nvPr/>
        </p:nvSpPr>
        <p:spPr>
          <a:xfrm>
            <a:off x="5353035" y="5472286"/>
            <a:ext cx="608853" cy="183138"/>
          </a:xfrm>
          <a:prstGeom prst="rect">
            <a:avLst/>
          </a:prstGeom>
          <a:solidFill>
            <a:srgbClr val="D9D9D9"/>
          </a:solidFill>
          <a:ln w="6350">
            <a:solidFill>
              <a:srgbClr val="FFFFFF"/>
            </a:solidFill>
            <a:prstDash val="solid"/>
          </a:ln>
        </p:spPr>
      </p:sp>
      <p:sp>
        <p:nvSpPr>
          <p:cNvPr id="128" name="Text 126"/>
          <p:cNvSpPr txBox="1"/>
          <p:nvPr/>
        </p:nvSpPr>
        <p:spPr>
          <a:xfrm>
            <a:off x="5353035" y="5472286"/>
            <a:ext cx="60885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19</a:t>
            </a:r>
            <a:endParaRPr lang="en-US" sz="1300" dirty="0"/>
          </a:p>
        </p:txBody>
      </p:sp>
      <p:sp>
        <p:nvSpPr>
          <p:cNvPr id="129" name="Text 127"/>
          <p:cNvSpPr txBox="1"/>
          <p:nvPr/>
        </p:nvSpPr>
        <p:spPr>
          <a:xfrm>
            <a:off x="658368" y="5684341"/>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30" name="Shape 128"/>
          <p:cNvSpPr/>
          <p:nvPr/>
        </p:nvSpPr>
        <p:spPr>
          <a:xfrm>
            <a:off x="2807208" y="5713257"/>
            <a:ext cx="1791858" cy="183138"/>
          </a:xfrm>
          <a:prstGeom prst="rect">
            <a:avLst/>
          </a:prstGeom>
          <a:solidFill>
            <a:srgbClr val="2587C5"/>
          </a:solidFill>
          <a:ln w="6350">
            <a:solidFill>
              <a:srgbClr val="FFFFFF"/>
            </a:solidFill>
            <a:prstDash val="solid"/>
          </a:ln>
        </p:spPr>
      </p:sp>
      <p:sp>
        <p:nvSpPr>
          <p:cNvPr id="131" name="Text 129"/>
          <p:cNvSpPr txBox="1"/>
          <p:nvPr/>
        </p:nvSpPr>
        <p:spPr>
          <a:xfrm>
            <a:off x="2807208" y="5713257"/>
            <a:ext cx="179185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32" name="Shape 130"/>
          <p:cNvSpPr/>
          <p:nvPr/>
        </p:nvSpPr>
        <p:spPr>
          <a:xfrm>
            <a:off x="4599066" y="5713257"/>
            <a:ext cx="753969" cy="183138"/>
          </a:xfrm>
          <a:prstGeom prst="rect">
            <a:avLst/>
          </a:prstGeom>
          <a:solidFill>
            <a:srgbClr val="0B2C4A"/>
          </a:solidFill>
          <a:ln w="6350">
            <a:solidFill>
              <a:srgbClr val="FFFFFF"/>
            </a:solidFill>
            <a:prstDash val="solid"/>
          </a:ln>
        </p:spPr>
      </p:sp>
      <p:sp>
        <p:nvSpPr>
          <p:cNvPr id="133" name="Text 131"/>
          <p:cNvSpPr txBox="1"/>
          <p:nvPr/>
        </p:nvSpPr>
        <p:spPr>
          <a:xfrm>
            <a:off x="4599066" y="5713257"/>
            <a:ext cx="753969"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24</a:t>
            </a:r>
            <a:endParaRPr lang="en-US" sz="1300" dirty="0"/>
          </a:p>
        </p:txBody>
      </p:sp>
      <p:sp>
        <p:nvSpPr>
          <p:cNvPr id="134" name="Shape 132"/>
          <p:cNvSpPr/>
          <p:nvPr/>
        </p:nvSpPr>
        <p:spPr>
          <a:xfrm>
            <a:off x="5353035" y="5713257"/>
            <a:ext cx="608853" cy="183138"/>
          </a:xfrm>
          <a:prstGeom prst="rect">
            <a:avLst/>
          </a:prstGeom>
          <a:solidFill>
            <a:srgbClr val="D9D9D9"/>
          </a:solidFill>
          <a:ln w="6350">
            <a:solidFill>
              <a:srgbClr val="FFFFFF"/>
            </a:solidFill>
            <a:prstDash val="solid"/>
          </a:ln>
        </p:spPr>
      </p:sp>
      <p:sp>
        <p:nvSpPr>
          <p:cNvPr id="135" name="Text 133"/>
          <p:cNvSpPr txBox="1"/>
          <p:nvPr/>
        </p:nvSpPr>
        <p:spPr>
          <a:xfrm>
            <a:off x="5353035" y="5713257"/>
            <a:ext cx="60885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19</a:t>
            </a:r>
            <a:endParaRPr lang="en-US" sz="1300" dirty="0"/>
          </a:p>
        </p:txBody>
      </p:sp>
      <p:sp>
        <p:nvSpPr>
          <p:cNvPr id="136" name="Text 134"/>
          <p:cNvSpPr txBox="1"/>
          <p:nvPr/>
        </p:nvSpPr>
        <p:spPr>
          <a:xfrm>
            <a:off x="6208776" y="1828800"/>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37" name="Shape 135"/>
          <p:cNvSpPr/>
          <p:nvPr/>
        </p:nvSpPr>
        <p:spPr>
          <a:xfrm>
            <a:off x="8357616" y="1857717"/>
            <a:ext cx="1738229" cy="183138"/>
          </a:xfrm>
          <a:prstGeom prst="rect">
            <a:avLst/>
          </a:prstGeom>
          <a:solidFill>
            <a:srgbClr val="2587C5"/>
          </a:solidFill>
          <a:ln w="6350">
            <a:solidFill>
              <a:srgbClr val="FFFFFF"/>
            </a:solidFill>
            <a:prstDash val="solid"/>
          </a:ln>
        </p:spPr>
      </p:sp>
      <p:sp>
        <p:nvSpPr>
          <p:cNvPr id="138" name="Text 136"/>
          <p:cNvSpPr txBox="1"/>
          <p:nvPr/>
        </p:nvSpPr>
        <p:spPr>
          <a:xfrm>
            <a:off x="8357616" y="1857717"/>
            <a:ext cx="1738229"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139" name="Shape 137"/>
          <p:cNvSpPr/>
          <p:nvPr/>
        </p:nvSpPr>
        <p:spPr>
          <a:xfrm>
            <a:off x="10095845" y="1857717"/>
            <a:ext cx="1116757" cy="183138"/>
          </a:xfrm>
          <a:prstGeom prst="rect">
            <a:avLst/>
          </a:prstGeom>
          <a:solidFill>
            <a:srgbClr val="0B2C4A"/>
          </a:solidFill>
          <a:ln w="6350">
            <a:solidFill>
              <a:srgbClr val="FFFFFF"/>
            </a:solidFill>
            <a:prstDash val="solid"/>
          </a:ln>
        </p:spPr>
      </p:sp>
      <p:sp>
        <p:nvSpPr>
          <p:cNvPr id="140" name="Text 138"/>
          <p:cNvSpPr txBox="1"/>
          <p:nvPr/>
        </p:nvSpPr>
        <p:spPr>
          <a:xfrm>
            <a:off x="10095845" y="1857717"/>
            <a:ext cx="1116757"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35</a:t>
            </a:r>
            <a:endParaRPr lang="en-US" sz="1300" dirty="0"/>
          </a:p>
        </p:txBody>
      </p:sp>
      <p:sp>
        <p:nvSpPr>
          <p:cNvPr id="141" name="Shape 139"/>
          <p:cNvSpPr/>
          <p:nvPr/>
        </p:nvSpPr>
        <p:spPr>
          <a:xfrm>
            <a:off x="11212601" y="1857717"/>
            <a:ext cx="299695" cy="183138"/>
          </a:xfrm>
          <a:prstGeom prst="rect">
            <a:avLst/>
          </a:prstGeom>
          <a:solidFill>
            <a:srgbClr val="D9D9D9"/>
          </a:solidFill>
          <a:ln w="6350">
            <a:solidFill>
              <a:srgbClr val="FFFFFF"/>
            </a:solidFill>
            <a:prstDash val="solid"/>
          </a:ln>
        </p:spPr>
      </p:sp>
      <p:sp>
        <p:nvSpPr>
          <p:cNvPr id="142" name="Text 140"/>
          <p:cNvSpPr txBox="1"/>
          <p:nvPr/>
        </p:nvSpPr>
        <p:spPr>
          <a:xfrm>
            <a:off x="11212601" y="1857717"/>
            <a:ext cx="299695"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9</a:t>
            </a:r>
            <a:endParaRPr lang="en-US" sz="1300" dirty="0"/>
          </a:p>
        </p:txBody>
      </p:sp>
      <p:sp>
        <p:nvSpPr>
          <p:cNvPr id="143" name="Text 141"/>
          <p:cNvSpPr txBox="1"/>
          <p:nvPr/>
        </p:nvSpPr>
        <p:spPr>
          <a:xfrm>
            <a:off x="6208776" y="2069771"/>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44" name="Shape 142"/>
          <p:cNvSpPr/>
          <p:nvPr/>
        </p:nvSpPr>
        <p:spPr>
          <a:xfrm>
            <a:off x="8357616" y="2098688"/>
            <a:ext cx="1738229" cy="183138"/>
          </a:xfrm>
          <a:prstGeom prst="rect">
            <a:avLst/>
          </a:prstGeom>
          <a:solidFill>
            <a:srgbClr val="2587C5"/>
          </a:solidFill>
          <a:ln w="6350">
            <a:solidFill>
              <a:srgbClr val="FFFFFF"/>
            </a:solidFill>
            <a:prstDash val="solid"/>
          </a:ln>
        </p:spPr>
      </p:sp>
      <p:sp>
        <p:nvSpPr>
          <p:cNvPr id="145" name="Text 143"/>
          <p:cNvSpPr txBox="1"/>
          <p:nvPr/>
        </p:nvSpPr>
        <p:spPr>
          <a:xfrm>
            <a:off x="8357616" y="2098688"/>
            <a:ext cx="1738229"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146" name="Shape 144"/>
          <p:cNvSpPr/>
          <p:nvPr/>
        </p:nvSpPr>
        <p:spPr>
          <a:xfrm>
            <a:off x="10095845" y="2098688"/>
            <a:ext cx="933785" cy="183138"/>
          </a:xfrm>
          <a:prstGeom prst="rect">
            <a:avLst/>
          </a:prstGeom>
          <a:solidFill>
            <a:srgbClr val="0B2C4A"/>
          </a:solidFill>
          <a:ln w="6350">
            <a:solidFill>
              <a:srgbClr val="FFFFFF"/>
            </a:solidFill>
            <a:prstDash val="solid"/>
          </a:ln>
        </p:spPr>
      </p:sp>
      <p:sp>
        <p:nvSpPr>
          <p:cNvPr id="147" name="Text 145"/>
          <p:cNvSpPr txBox="1"/>
          <p:nvPr/>
        </p:nvSpPr>
        <p:spPr>
          <a:xfrm>
            <a:off x="10095845" y="2098688"/>
            <a:ext cx="93378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30</a:t>
            </a:r>
            <a:endParaRPr lang="en-US" sz="1300" dirty="0"/>
          </a:p>
        </p:txBody>
      </p:sp>
      <p:sp>
        <p:nvSpPr>
          <p:cNvPr id="148" name="Shape 146"/>
          <p:cNvSpPr/>
          <p:nvPr/>
        </p:nvSpPr>
        <p:spPr>
          <a:xfrm>
            <a:off x="11029630" y="2098688"/>
            <a:ext cx="482666" cy="183138"/>
          </a:xfrm>
          <a:prstGeom prst="rect">
            <a:avLst/>
          </a:prstGeom>
          <a:solidFill>
            <a:srgbClr val="D9D9D9"/>
          </a:solidFill>
          <a:ln w="6350">
            <a:solidFill>
              <a:srgbClr val="FFFFFF"/>
            </a:solidFill>
            <a:prstDash val="solid"/>
          </a:ln>
        </p:spPr>
      </p:sp>
      <p:sp>
        <p:nvSpPr>
          <p:cNvPr id="149" name="Text 147"/>
          <p:cNvSpPr txBox="1"/>
          <p:nvPr/>
        </p:nvSpPr>
        <p:spPr>
          <a:xfrm>
            <a:off x="11029630" y="2098688"/>
            <a:ext cx="48266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15</a:t>
            </a:r>
            <a:endParaRPr lang="en-US" sz="1300" dirty="0"/>
          </a:p>
        </p:txBody>
      </p:sp>
      <p:sp>
        <p:nvSpPr>
          <p:cNvPr id="150" name="Text 148"/>
          <p:cNvSpPr txBox="1"/>
          <p:nvPr/>
        </p:nvSpPr>
        <p:spPr>
          <a:xfrm>
            <a:off x="6208776" y="2310743"/>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51" name="Shape 149"/>
          <p:cNvSpPr/>
          <p:nvPr/>
        </p:nvSpPr>
        <p:spPr>
          <a:xfrm>
            <a:off x="8357616" y="2339659"/>
            <a:ext cx="1533174" cy="183138"/>
          </a:xfrm>
          <a:prstGeom prst="rect">
            <a:avLst/>
          </a:prstGeom>
          <a:solidFill>
            <a:srgbClr val="2587C5"/>
          </a:solidFill>
          <a:ln w="6350">
            <a:solidFill>
              <a:srgbClr val="FFFFFF"/>
            </a:solidFill>
            <a:prstDash val="solid"/>
          </a:ln>
        </p:spPr>
      </p:sp>
      <p:sp>
        <p:nvSpPr>
          <p:cNvPr id="152" name="Text 150"/>
          <p:cNvSpPr txBox="1"/>
          <p:nvPr/>
        </p:nvSpPr>
        <p:spPr>
          <a:xfrm>
            <a:off x="8357616" y="2339659"/>
            <a:ext cx="1533174"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49</a:t>
            </a:r>
            <a:endParaRPr lang="en-US" sz="1300" dirty="0"/>
          </a:p>
        </p:txBody>
      </p:sp>
      <p:sp>
        <p:nvSpPr>
          <p:cNvPr id="153" name="Shape 151"/>
          <p:cNvSpPr/>
          <p:nvPr/>
        </p:nvSpPr>
        <p:spPr>
          <a:xfrm>
            <a:off x="9890790" y="2339659"/>
            <a:ext cx="1306038" cy="183138"/>
          </a:xfrm>
          <a:prstGeom prst="rect">
            <a:avLst/>
          </a:prstGeom>
          <a:solidFill>
            <a:srgbClr val="0B2C4A"/>
          </a:solidFill>
          <a:ln w="6350">
            <a:solidFill>
              <a:srgbClr val="FFFFFF"/>
            </a:solidFill>
            <a:prstDash val="solid"/>
          </a:ln>
        </p:spPr>
      </p:sp>
      <p:sp>
        <p:nvSpPr>
          <p:cNvPr id="154" name="Text 152"/>
          <p:cNvSpPr txBox="1"/>
          <p:nvPr/>
        </p:nvSpPr>
        <p:spPr>
          <a:xfrm>
            <a:off x="9890790" y="2339659"/>
            <a:ext cx="130603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41</a:t>
            </a:r>
            <a:endParaRPr lang="en-US" sz="1300" dirty="0"/>
          </a:p>
        </p:txBody>
      </p:sp>
      <p:sp>
        <p:nvSpPr>
          <p:cNvPr id="155" name="Shape 153"/>
          <p:cNvSpPr/>
          <p:nvPr/>
        </p:nvSpPr>
        <p:spPr>
          <a:xfrm>
            <a:off x="11196828" y="2339659"/>
            <a:ext cx="315468" cy="183138"/>
          </a:xfrm>
          <a:prstGeom prst="rect">
            <a:avLst/>
          </a:prstGeom>
          <a:solidFill>
            <a:srgbClr val="D9D9D9"/>
          </a:solidFill>
          <a:ln w="6350">
            <a:solidFill>
              <a:srgbClr val="FFFFFF"/>
            </a:solidFill>
            <a:prstDash val="solid"/>
          </a:ln>
        </p:spPr>
      </p:sp>
      <p:sp>
        <p:nvSpPr>
          <p:cNvPr id="156" name="Text 154"/>
          <p:cNvSpPr txBox="1"/>
          <p:nvPr/>
        </p:nvSpPr>
        <p:spPr>
          <a:xfrm>
            <a:off x="11196828" y="2339659"/>
            <a:ext cx="315468"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10</a:t>
            </a:r>
            <a:endParaRPr lang="en-US" sz="1300" dirty="0"/>
          </a:p>
        </p:txBody>
      </p:sp>
      <p:sp>
        <p:nvSpPr>
          <p:cNvPr id="157" name="Text 155"/>
          <p:cNvSpPr txBox="1"/>
          <p:nvPr/>
        </p:nvSpPr>
        <p:spPr>
          <a:xfrm>
            <a:off x="6208776" y="2551714"/>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58" name="Shape 156"/>
          <p:cNvSpPr/>
          <p:nvPr/>
        </p:nvSpPr>
        <p:spPr>
          <a:xfrm>
            <a:off x="8357616" y="2580630"/>
            <a:ext cx="1384905" cy="183138"/>
          </a:xfrm>
          <a:prstGeom prst="rect">
            <a:avLst/>
          </a:prstGeom>
          <a:solidFill>
            <a:srgbClr val="2587C5"/>
          </a:solidFill>
          <a:ln w="6350">
            <a:solidFill>
              <a:srgbClr val="FFFFFF"/>
            </a:solidFill>
            <a:prstDash val="solid"/>
          </a:ln>
        </p:spPr>
      </p:sp>
      <p:sp>
        <p:nvSpPr>
          <p:cNvPr id="159" name="Text 157"/>
          <p:cNvSpPr txBox="1"/>
          <p:nvPr/>
        </p:nvSpPr>
        <p:spPr>
          <a:xfrm>
            <a:off x="8357616" y="2580630"/>
            <a:ext cx="138490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44</a:t>
            </a:r>
            <a:endParaRPr lang="en-US" sz="1300" dirty="0"/>
          </a:p>
        </p:txBody>
      </p:sp>
      <p:sp>
        <p:nvSpPr>
          <p:cNvPr id="160" name="Shape 158"/>
          <p:cNvSpPr/>
          <p:nvPr/>
        </p:nvSpPr>
        <p:spPr>
          <a:xfrm>
            <a:off x="9742521" y="2580630"/>
            <a:ext cx="1315502" cy="183138"/>
          </a:xfrm>
          <a:prstGeom prst="rect">
            <a:avLst/>
          </a:prstGeom>
          <a:solidFill>
            <a:srgbClr val="0B2C4A"/>
          </a:solidFill>
          <a:ln w="6350">
            <a:solidFill>
              <a:srgbClr val="FFFFFF"/>
            </a:solidFill>
            <a:prstDash val="solid"/>
          </a:ln>
        </p:spPr>
      </p:sp>
      <p:sp>
        <p:nvSpPr>
          <p:cNvPr id="161" name="Text 159"/>
          <p:cNvSpPr txBox="1"/>
          <p:nvPr/>
        </p:nvSpPr>
        <p:spPr>
          <a:xfrm>
            <a:off x="9742521" y="2580630"/>
            <a:ext cx="1315502"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42</a:t>
            </a:r>
            <a:endParaRPr lang="en-US" sz="1300" dirty="0"/>
          </a:p>
        </p:txBody>
      </p:sp>
      <p:sp>
        <p:nvSpPr>
          <p:cNvPr id="162" name="Shape 160"/>
          <p:cNvSpPr/>
          <p:nvPr/>
        </p:nvSpPr>
        <p:spPr>
          <a:xfrm>
            <a:off x="11058022" y="2580630"/>
            <a:ext cx="454274" cy="183138"/>
          </a:xfrm>
          <a:prstGeom prst="rect">
            <a:avLst/>
          </a:prstGeom>
          <a:solidFill>
            <a:srgbClr val="D9D9D9"/>
          </a:solidFill>
          <a:ln w="6350">
            <a:solidFill>
              <a:srgbClr val="FFFFFF"/>
            </a:solidFill>
            <a:prstDash val="solid"/>
          </a:ln>
        </p:spPr>
      </p:sp>
      <p:sp>
        <p:nvSpPr>
          <p:cNvPr id="163" name="Text 161"/>
          <p:cNvSpPr txBox="1"/>
          <p:nvPr/>
        </p:nvSpPr>
        <p:spPr>
          <a:xfrm>
            <a:off x="11058022" y="2580630"/>
            <a:ext cx="45427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164" name="Text 162"/>
          <p:cNvSpPr txBox="1"/>
          <p:nvPr/>
        </p:nvSpPr>
        <p:spPr>
          <a:xfrm>
            <a:off x="6208776" y="2792685"/>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65" name="Shape 163"/>
          <p:cNvSpPr/>
          <p:nvPr/>
        </p:nvSpPr>
        <p:spPr>
          <a:xfrm>
            <a:off x="8357616" y="2821602"/>
            <a:ext cx="1356512" cy="183138"/>
          </a:xfrm>
          <a:prstGeom prst="rect">
            <a:avLst/>
          </a:prstGeom>
          <a:solidFill>
            <a:srgbClr val="2587C5"/>
          </a:solidFill>
          <a:ln w="6350">
            <a:solidFill>
              <a:srgbClr val="FFFFFF"/>
            </a:solidFill>
            <a:prstDash val="solid"/>
          </a:ln>
        </p:spPr>
      </p:sp>
      <p:sp>
        <p:nvSpPr>
          <p:cNvPr id="166" name="Text 164"/>
          <p:cNvSpPr txBox="1"/>
          <p:nvPr/>
        </p:nvSpPr>
        <p:spPr>
          <a:xfrm>
            <a:off x="8357616" y="2821602"/>
            <a:ext cx="1356512"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43</a:t>
            </a:r>
            <a:endParaRPr lang="en-US" sz="1300" dirty="0"/>
          </a:p>
        </p:txBody>
      </p:sp>
      <p:sp>
        <p:nvSpPr>
          <p:cNvPr id="167" name="Shape 165"/>
          <p:cNvSpPr/>
          <p:nvPr/>
        </p:nvSpPr>
        <p:spPr>
          <a:xfrm>
            <a:off x="9714128" y="2821602"/>
            <a:ext cx="946404" cy="183138"/>
          </a:xfrm>
          <a:prstGeom prst="rect">
            <a:avLst/>
          </a:prstGeom>
          <a:solidFill>
            <a:srgbClr val="0B2C4A"/>
          </a:solidFill>
          <a:ln w="6350">
            <a:solidFill>
              <a:srgbClr val="FFFFFF"/>
            </a:solidFill>
            <a:prstDash val="solid"/>
          </a:ln>
        </p:spPr>
      </p:sp>
      <p:sp>
        <p:nvSpPr>
          <p:cNvPr id="168" name="Text 166"/>
          <p:cNvSpPr txBox="1"/>
          <p:nvPr/>
        </p:nvSpPr>
        <p:spPr>
          <a:xfrm>
            <a:off x="9714128" y="2821602"/>
            <a:ext cx="946404"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30</a:t>
            </a:r>
            <a:endParaRPr lang="en-US" sz="1300" dirty="0"/>
          </a:p>
        </p:txBody>
      </p:sp>
      <p:sp>
        <p:nvSpPr>
          <p:cNvPr id="169" name="Shape 167"/>
          <p:cNvSpPr/>
          <p:nvPr/>
        </p:nvSpPr>
        <p:spPr>
          <a:xfrm>
            <a:off x="10660532" y="2821602"/>
            <a:ext cx="851764" cy="183138"/>
          </a:xfrm>
          <a:prstGeom prst="rect">
            <a:avLst/>
          </a:prstGeom>
          <a:solidFill>
            <a:srgbClr val="D9D9D9"/>
          </a:solidFill>
          <a:ln w="6350">
            <a:solidFill>
              <a:srgbClr val="FFFFFF"/>
            </a:solidFill>
            <a:prstDash val="solid"/>
          </a:ln>
        </p:spPr>
      </p:sp>
      <p:sp>
        <p:nvSpPr>
          <p:cNvPr id="170" name="Text 168"/>
          <p:cNvSpPr txBox="1"/>
          <p:nvPr/>
        </p:nvSpPr>
        <p:spPr>
          <a:xfrm>
            <a:off x="10660532" y="2821602"/>
            <a:ext cx="85176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27</a:t>
            </a:r>
            <a:endParaRPr lang="en-US" sz="1300" dirty="0"/>
          </a:p>
        </p:txBody>
      </p:sp>
      <p:sp>
        <p:nvSpPr>
          <p:cNvPr id="171" name="Text 169"/>
          <p:cNvSpPr txBox="1"/>
          <p:nvPr/>
        </p:nvSpPr>
        <p:spPr>
          <a:xfrm>
            <a:off x="6208776" y="3033656"/>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72" name="Shape 170"/>
          <p:cNvSpPr/>
          <p:nvPr/>
        </p:nvSpPr>
        <p:spPr>
          <a:xfrm>
            <a:off x="8357616" y="3062573"/>
            <a:ext cx="1350203" cy="183138"/>
          </a:xfrm>
          <a:prstGeom prst="rect">
            <a:avLst/>
          </a:prstGeom>
          <a:solidFill>
            <a:srgbClr val="2587C5"/>
          </a:solidFill>
          <a:ln w="6350">
            <a:solidFill>
              <a:srgbClr val="FFFFFF"/>
            </a:solidFill>
            <a:prstDash val="solid"/>
          </a:ln>
        </p:spPr>
      </p:sp>
      <p:sp>
        <p:nvSpPr>
          <p:cNvPr id="173" name="Text 171"/>
          <p:cNvSpPr txBox="1"/>
          <p:nvPr/>
        </p:nvSpPr>
        <p:spPr>
          <a:xfrm>
            <a:off x="8357616" y="3062573"/>
            <a:ext cx="1350203"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43</a:t>
            </a:r>
            <a:endParaRPr lang="en-US" sz="1300" dirty="0"/>
          </a:p>
        </p:txBody>
      </p:sp>
      <p:sp>
        <p:nvSpPr>
          <p:cNvPr id="174" name="Shape 172"/>
          <p:cNvSpPr/>
          <p:nvPr/>
        </p:nvSpPr>
        <p:spPr>
          <a:xfrm>
            <a:off x="9707819" y="3062573"/>
            <a:ext cx="911703" cy="183138"/>
          </a:xfrm>
          <a:prstGeom prst="rect">
            <a:avLst/>
          </a:prstGeom>
          <a:solidFill>
            <a:srgbClr val="0B2C4A"/>
          </a:solidFill>
          <a:ln w="6350">
            <a:solidFill>
              <a:srgbClr val="FFFFFF"/>
            </a:solidFill>
            <a:prstDash val="solid"/>
          </a:ln>
        </p:spPr>
      </p:sp>
      <p:sp>
        <p:nvSpPr>
          <p:cNvPr id="175" name="Text 173"/>
          <p:cNvSpPr txBox="1"/>
          <p:nvPr/>
        </p:nvSpPr>
        <p:spPr>
          <a:xfrm>
            <a:off x="9707819" y="3062573"/>
            <a:ext cx="911703"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29</a:t>
            </a:r>
            <a:endParaRPr lang="en-US" sz="1300" dirty="0"/>
          </a:p>
        </p:txBody>
      </p:sp>
      <p:sp>
        <p:nvSpPr>
          <p:cNvPr id="176" name="Shape 174"/>
          <p:cNvSpPr/>
          <p:nvPr/>
        </p:nvSpPr>
        <p:spPr>
          <a:xfrm>
            <a:off x="10619522" y="3062573"/>
            <a:ext cx="892774" cy="183138"/>
          </a:xfrm>
          <a:prstGeom prst="rect">
            <a:avLst/>
          </a:prstGeom>
          <a:solidFill>
            <a:srgbClr val="D9D9D9"/>
          </a:solidFill>
          <a:ln w="6350">
            <a:solidFill>
              <a:srgbClr val="FFFFFF"/>
            </a:solidFill>
            <a:prstDash val="solid"/>
          </a:ln>
        </p:spPr>
      </p:sp>
      <p:sp>
        <p:nvSpPr>
          <p:cNvPr id="177" name="Text 175"/>
          <p:cNvSpPr txBox="1"/>
          <p:nvPr/>
        </p:nvSpPr>
        <p:spPr>
          <a:xfrm>
            <a:off x="10619522" y="3062573"/>
            <a:ext cx="89277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28</a:t>
            </a:r>
            <a:endParaRPr lang="en-US" sz="1300" dirty="0"/>
          </a:p>
        </p:txBody>
      </p:sp>
      <p:sp>
        <p:nvSpPr>
          <p:cNvPr id="178" name="Text 176"/>
          <p:cNvSpPr txBox="1"/>
          <p:nvPr/>
        </p:nvSpPr>
        <p:spPr>
          <a:xfrm>
            <a:off x="6208776" y="3274628"/>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79" name="Shape 177"/>
          <p:cNvSpPr/>
          <p:nvPr/>
        </p:nvSpPr>
        <p:spPr>
          <a:xfrm>
            <a:off x="8357616" y="3303544"/>
            <a:ext cx="1293419" cy="183138"/>
          </a:xfrm>
          <a:prstGeom prst="rect">
            <a:avLst/>
          </a:prstGeom>
          <a:solidFill>
            <a:srgbClr val="2587C5"/>
          </a:solidFill>
          <a:ln w="6350">
            <a:solidFill>
              <a:srgbClr val="FFFFFF"/>
            </a:solidFill>
            <a:prstDash val="solid"/>
          </a:ln>
        </p:spPr>
      </p:sp>
      <p:sp>
        <p:nvSpPr>
          <p:cNvPr id="180" name="Text 178"/>
          <p:cNvSpPr txBox="1"/>
          <p:nvPr/>
        </p:nvSpPr>
        <p:spPr>
          <a:xfrm>
            <a:off x="8357616" y="3303544"/>
            <a:ext cx="1293419"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41</a:t>
            </a:r>
            <a:endParaRPr lang="en-US" sz="1300" dirty="0"/>
          </a:p>
        </p:txBody>
      </p:sp>
      <p:sp>
        <p:nvSpPr>
          <p:cNvPr id="181" name="Shape 179"/>
          <p:cNvSpPr/>
          <p:nvPr/>
        </p:nvSpPr>
        <p:spPr>
          <a:xfrm>
            <a:off x="9651035" y="3303544"/>
            <a:ext cx="1618351" cy="183138"/>
          </a:xfrm>
          <a:prstGeom prst="rect">
            <a:avLst/>
          </a:prstGeom>
          <a:solidFill>
            <a:srgbClr val="0B2C4A"/>
          </a:solidFill>
          <a:ln w="6350">
            <a:solidFill>
              <a:srgbClr val="FFFFFF"/>
            </a:solidFill>
            <a:prstDash val="solid"/>
          </a:ln>
        </p:spPr>
      </p:sp>
      <p:sp>
        <p:nvSpPr>
          <p:cNvPr id="182" name="Text 180"/>
          <p:cNvSpPr txBox="1"/>
          <p:nvPr/>
        </p:nvSpPr>
        <p:spPr>
          <a:xfrm>
            <a:off x="9651035" y="3303544"/>
            <a:ext cx="1618351"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51</a:t>
            </a:r>
            <a:endParaRPr lang="en-US" sz="1300" dirty="0"/>
          </a:p>
        </p:txBody>
      </p:sp>
      <p:sp>
        <p:nvSpPr>
          <p:cNvPr id="183" name="Shape 181"/>
          <p:cNvSpPr/>
          <p:nvPr/>
        </p:nvSpPr>
        <p:spPr>
          <a:xfrm>
            <a:off x="11269386" y="3303544"/>
            <a:ext cx="242910" cy="183138"/>
          </a:xfrm>
          <a:prstGeom prst="rect">
            <a:avLst/>
          </a:prstGeom>
          <a:solidFill>
            <a:srgbClr val="D9D9D9"/>
          </a:solidFill>
          <a:ln w="6350">
            <a:solidFill>
              <a:srgbClr val="FFFFFF"/>
            </a:solidFill>
            <a:prstDash val="solid"/>
          </a:ln>
        </p:spPr>
      </p:sp>
      <p:sp>
        <p:nvSpPr>
          <p:cNvPr id="184" name="Text 182"/>
          <p:cNvSpPr txBox="1"/>
          <p:nvPr/>
        </p:nvSpPr>
        <p:spPr>
          <a:xfrm>
            <a:off x="11269386" y="3303544"/>
            <a:ext cx="24291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8</a:t>
            </a:r>
            <a:endParaRPr lang="en-US" sz="1300" dirty="0"/>
          </a:p>
        </p:txBody>
      </p:sp>
      <p:sp>
        <p:nvSpPr>
          <p:cNvPr id="185" name="Text 183"/>
          <p:cNvSpPr txBox="1"/>
          <p:nvPr/>
        </p:nvSpPr>
        <p:spPr>
          <a:xfrm>
            <a:off x="6208776" y="3515599"/>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86" name="Shape 184"/>
          <p:cNvSpPr/>
          <p:nvPr/>
        </p:nvSpPr>
        <p:spPr>
          <a:xfrm>
            <a:off x="8357616" y="3544516"/>
            <a:ext cx="1280800" cy="183138"/>
          </a:xfrm>
          <a:prstGeom prst="rect">
            <a:avLst/>
          </a:prstGeom>
          <a:solidFill>
            <a:srgbClr val="2587C5"/>
          </a:solidFill>
          <a:ln w="6350">
            <a:solidFill>
              <a:srgbClr val="FFFFFF"/>
            </a:solidFill>
            <a:prstDash val="solid"/>
          </a:ln>
        </p:spPr>
      </p:sp>
      <p:sp>
        <p:nvSpPr>
          <p:cNvPr id="187" name="Text 185"/>
          <p:cNvSpPr txBox="1"/>
          <p:nvPr/>
        </p:nvSpPr>
        <p:spPr>
          <a:xfrm>
            <a:off x="8357616" y="3544516"/>
            <a:ext cx="128080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41</a:t>
            </a:r>
            <a:endParaRPr lang="en-US" sz="1300" dirty="0"/>
          </a:p>
        </p:txBody>
      </p:sp>
      <p:sp>
        <p:nvSpPr>
          <p:cNvPr id="188" name="Shape 186"/>
          <p:cNvSpPr/>
          <p:nvPr/>
        </p:nvSpPr>
        <p:spPr>
          <a:xfrm>
            <a:off x="9638416" y="3544516"/>
            <a:ext cx="1523710" cy="183138"/>
          </a:xfrm>
          <a:prstGeom prst="rect">
            <a:avLst/>
          </a:prstGeom>
          <a:solidFill>
            <a:srgbClr val="0B2C4A"/>
          </a:solidFill>
          <a:ln w="6350">
            <a:solidFill>
              <a:srgbClr val="FFFFFF"/>
            </a:solidFill>
            <a:prstDash val="solid"/>
          </a:ln>
        </p:spPr>
      </p:sp>
      <p:sp>
        <p:nvSpPr>
          <p:cNvPr id="189" name="Text 187"/>
          <p:cNvSpPr txBox="1"/>
          <p:nvPr/>
        </p:nvSpPr>
        <p:spPr>
          <a:xfrm>
            <a:off x="9638416" y="3544516"/>
            <a:ext cx="152371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48</a:t>
            </a:r>
            <a:endParaRPr lang="en-US" sz="1300" dirty="0"/>
          </a:p>
        </p:txBody>
      </p:sp>
      <p:sp>
        <p:nvSpPr>
          <p:cNvPr id="190" name="Shape 188"/>
          <p:cNvSpPr/>
          <p:nvPr/>
        </p:nvSpPr>
        <p:spPr>
          <a:xfrm>
            <a:off x="11162127" y="3544516"/>
            <a:ext cx="350169" cy="183138"/>
          </a:xfrm>
          <a:prstGeom prst="rect">
            <a:avLst/>
          </a:prstGeom>
          <a:solidFill>
            <a:srgbClr val="D9D9D9"/>
          </a:solidFill>
          <a:ln w="6350">
            <a:solidFill>
              <a:srgbClr val="FFFFFF"/>
            </a:solidFill>
            <a:prstDash val="solid"/>
          </a:ln>
        </p:spPr>
      </p:sp>
      <p:sp>
        <p:nvSpPr>
          <p:cNvPr id="191" name="Text 189"/>
          <p:cNvSpPr txBox="1"/>
          <p:nvPr/>
        </p:nvSpPr>
        <p:spPr>
          <a:xfrm>
            <a:off x="11162127" y="3544516"/>
            <a:ext cx="350169"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11</a:t>
            </a:r>
            <a:endParaRPr lang="en-US" sz="1300" dirty="0"/>
          </a:p>
        </p:txBody>
      </p:sp>
      <p:sp>
        <p:nvSpPr>
          <p:cNvPr id="192" name="Text 190"/>
          <p:cNvSpPr txBox="1"/>
          <p:nvPr/>
        </p:nvSpPr>
        <p:spPr>
          <a:xfrm>
            <a:off x="6208776" y="3756570"/>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93" name="Shape 191"/>
          <p:cNvSpPr/>
          <p:nvPr/>
        </p:nvSpPr>
        <p:spPr>
          <a:xfrm>
            <a:off x="8357616" y="3785487"/>
            <a:ext cx="1268181" cy="183138"/>
          </a:xfrm>
          <a:prstGeom prst="rect">
            <a:avLst/>
          </a:prstGeom>
          <a:solidFill>
            <a:srgbClr val="2587C5"/>
          </a:solidFill>
          <a:ln w="6350">
            <a:solidFill>
              <a:srgbClr val="FFFFFF"/>
            </a:solidFill>
            <a:prstDash val="solid"/>
          </a:ln>
        </p:spPr>
      </p:sp>
      <p:sp>
        <p:nvSpPr>
          <p:cNvPr id="194" name="Text 192"/>
          <p:cNvSpPr txBox="1"/>
          <p:nvPr/>
        </p:nvSpPr>
        <p:spPr>
          <a:xfrm>
            <a:off x="8357616" y="3785487"/>
            <a:ext cx="1268181"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40</a:t>
            </a:r>
            <a:endParaRPr lang="en-US" sz="1300" dirty="0"/>
          </a:p>
        </p:txBody>
      </p:sp>
      <p:sp>
        <p:nvSpPr>
          <p:cNvPr id="195" name="Shape 193"/>
          <p:cNvSpPr/>
          <p:nvPr/>
        </p:nvSpPr>
        <p:spPr>
          <a:xfrm>
            <a:off x="9625797" y="3785487"/>
            <a:ext cx="1321811" cy="183138"/>
          </a:xfrm>
          <a:prstGeom prst="rect">
            <a:avLst/>
          </a:prstGeom>
          <a:solidFill>
            <a:srgbClr val="0B2C4A"/>
          </a:solidFill>
          <a:ln w="6350">
            <a:solidFill>
              <a:srgbClr val="FFFFFF"/>
            </a:solidFill>
            <a:prstDash val="solid"/>
          </a:ln>
        </p:spPr>
      </p:sp>
      <p:sp>
        <p:nvSpPr>
          <p:cNvPr id="196" name="Text 194"/>
          <p:cNvSpPr txBox="1"/>
          <p:nvPr/>
        </p:nvSpPr>
        <p:spPr>
          <a:xfrm>
            <a:off x="9625797" y="3785487"/>
            <a:ext cx="1321811"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42</a:t>
            </a:r>
            <a:endParaRPr lang="en-US" sz="1300" dirty="0"/>
          </a:p>
        </p:txBody>
      </p:sp>
      <p:sp>
        <p:nvSpPr>
          <p:cNvPr id="197" name="Shape 195"/>
          <p:cNvSpPr/>
          <p:nvPr/>
        </p:nvSpPr>
        <p:spPr>
          <a:xfrm>
            <a:off x="10947608" y="3785487"/>
            <a:ext cx="564688" cy="183138"/>
          </a:xfrm>
          <a:prstGeom prst="rect">
            <a:avLst/>
          </a:prstGeom>
          <a:solidFill>
            <a:srgbClr val="D9D9D9"/>
          </a:solidFill>
          <a:ln w="6350">
            <a:solidFill>
              <a:srgbClr val="FFFFFF"/>
            </a:solidFill>
            <a:prstDash val="solid"/>
          </a:ln>
        </p:spPr>
      </p:sp>
      <p:sp>
        <p:nvSpPr>
          <p:cNvPr id="198" name="Text 196"/>
          <p:cNvSpPr txBox="1"/>
          <p:nvPr/>
        </p:nvSpPr>
        <p:spPr>
          <a:xfrm>
            <a:off x="10947608" y="3785487"/>
            <a:ext cx="564688"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18</a:t>
            </a:r>
            <a:endParaRPr lang="en-US" sz="1300" dirty="0"/>
          </a:p>
        </p:txBody>
      </p:sp>
      <p:sp>
        <p:nvSpPr>
          <p:cNvPr id="199" name="Text 197"/>
          <p:cNvSpPr txBox="1"/>
          <p:nvPr/>
        </p:nvSpPr>
        <p:spPr>
          <a:xfrm>
            <a:off x="6208776" y="3997542"/>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200" name="Shape 198"/>
          <p:cNvSpPr/>
          <p:nvPr/>
        </p:nvSpPr>
        <p:spPr>
          <a:xfrm>
            <a:off x="8357616" y="4026458"/>
            <a:ext cx="1211397" cy="183138"/>
          </a:xfrm>
          <a:prstGeom prst="rect">
            <a:avLst/>
          </a:prstGeom>
          <a:solidFill>
            <a:srgbClr val="2587C5"/>
          </a:solidFill>
          <a:ln w="6350">
            <a:solidFill>
              <a:srgbClr val="FFFFFF"/>
            </a:solidFill>
            <a:prstDash val="solid"/>
          </a:ln>
        </p:spPr>
      </p:sp>
      <p:sp>
        <p:nvSpPr>
          <p:cNvPr id="201" name="Text 199"/>
          <p:cNvSpPr txBox="1"/>
          <p:nvPr/>
        </p:nvSpPr>
        <p:spPr>
          <a:xfrm>
            <a:off x="8357616" y="4026458"/>
            <a:ext cx="1211397"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38</a:t>
            </a:r>
            <a:endParaRPr lang="en-US" sz="1300" dirty="0"/>
          </a:p>
        </p:txBody>
      </p:sp>
      <p:sp>
        <p:nvSpPr>
          <p:cNvPr id="202" name="Shape 200"/>
          <p:cNvSpPr/>
          <p:nvPr/>
        </p:nvSpPr>
        <p:spPr>
          <a:xfrm>
            <a:off x="9569013" y="4026458"/>
            <a:ext cx="1028426" cy="183138"/>
          </a:xfrm>
          <a:prstGeom prst="rect">
            <a:avLst/>
          </a:prstGeom>
          <a:solidFill>
            <a:srgbClr val="0B2C4A"/>
          </a:solidFill>
          <a:ln w="6350">
            <a:solidFill>
              <a:srgbClr val="FFFFFF"/>
            </a:solidFill>
            <a:prstDash val="solid"/>
          </a:ln>
        </p:spPr>
      </p:sp>
      <p:sp>
        <p:nvSpPr>
          <p:cNvPr id="203" name="Text 201"/>
          <p:cNvSpPr txBox="1"/>
          <p:nvPr/>
        </p:nvSpPr>
        <p:spPr>
          <a:xfrm>
            <a:off x="9569013" y="4026458"/>
            <a:ext cx="102842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204" name="Shape 202"/>
          <p:cNvSpPr/>
          <p:nvPr/>
        </p:nvSpPr>
        <p:spPr>
          <a:xfrm>
            <a:off x="10597439" y="4026458"/>
            <a:ext cx="914857" cy="183138"/>
          </a:xfrm>
          <a:prstGeom prst="rect">
            <a:avLst/>
          </a:prstGeom>
          <a:solidFill>
            <a:srgbClr val="D9D9D9"/>
          </a:solidFill>
          <a:ln w="6350">
            <a:solidFill>
              <a:srgbClr val="FFFFFF"/>
            </a:solidFill>
            <a:prstDash val="solid"/>
          </a:ln>
        </p:spPr>
      </p:sp>
      <p:sp>
        <p:nvSpPr>
          <p:cNvPr id="205" name="Text 203"/>
          <p:cNvSpPr txBox="1"/>
          <p:nvPr/>
        </p:nvSpPr>
        <p:spPr>
          <a:xfrm>
            <a:off x="10597439" y="4026458"/>
            <a:ext cx="914857"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29</a:t>
            </a:r>
            <a:endParaRPr lang="en-US" sz="1300" dirty="0"/>
          </a:p>
        </p:txBody>
      </p:sp>
      <p:sp>
        <p:nvSpPr>
          <p:cNvPr id="206" name="Text 204"/>
          <p:cNvSpPr txBox="1"/>
          <p:nvPr/>
        </p:nvSpPr>
        <p:spPr>
          <a:xfrm>
            <a:off x="6208776" y="4238513"/>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07" name="Shape 205"/>
          <p:cNvSpPr/>
          <p:nvPr/>
        </p:nvSpPr>
        <p:spPr>
          <a:xfrm>
            <a:off x="8357616" y="4267429"/>
            <a:ext cx="1107293" cy="183138"/>
          </a:xfrm>
          <a:prstGeom prst="rect">
            <a:avLst/>
          </a:prstGeom>
          <a:solidFill>
            <a:srgbClr val="2587C5"/>
          </a:solidFill>
          <a:ln w="6350">
            <a:solidFill>
              <a:srgbClr val="FFFFFF"/>
            </a:solidFill>
            <a:prstDash val="solid"/>
          </a:ln>
        </p:spPr>
      </p:sp>
      <p:sp>
        <p:nvSpPr>
          <p:cNvPr id="208" name="Text 206"/>
          <p:cNvSpPr txBox="1"/>
          <p:nvPr/>
        </p:nvSpPr>
        <p:spPr>
          <a:xfrm>
            <a:off x="8357616" y="4267429"/>
            <a:ext cx="1107293"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35</a:t>
            </a:r>
            <a:endParaRPr lang="en-US" sz="1300" dirty="0"/>
          </a:p>
        </p:txBody>
      </p:sp>
      <p:sp>
        <p:nvSpPr>
          <p:cNvPr id="209" name="Shape 207"/>
          <p:cNvSpPr/>
          <p:nvPr/>
        </p:nvSpPr>
        <p:spPr>
          <a:xfrm>
            <a:off x="9464909" y="4267429"/>
            <a:ext cx="1192469" cy="183138"/>
          </a:xfrm>
          <a:prstGeom prst="rect">
            <a:avLst/>
          </a:prstGeom>
          <a:solidFill>
            <a:srgbClr val="0B2C4A"/>
          </a:solidFill>
          <a:ln w="6350">
            <a:solidFill>
              <a:srgbClr val="FFFFFF"/>
            </a:solidFill>
            <a:prstDash val="solid"/>
          </a:ln>
        </p:spPr>
      </p:sp>
      <p:sp>
        <p:nvSpPr>
          <p:cNvPr id="210" name="Text 208"/>
          <p:cNvSpPr txBox="1"/>
          <p:nvPr/>
        </p:nvSpPr>
        <p:spPr>
          <a:xfrm>
            <a:off x="9464909" y="4267429"/>
            <a:ext cx="1192469"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38</a:t>
            </a:r>
            <a:endParaRPr lang="en-US" sz="1300" dirty="0"/>
          </a:p>
        </p:txBody>
      </p:sp>
      <p:sp>
        <p:nvSpPr>
          <p:cNvPr id="211" name="Shape 209"/>
          <p:cNvSpPr/>
          <p:nvPr/>
        </p:nvSpPr>
        <p:spPr>
          <a:xfrm>
            <a:off x="10657378" y="4267429"/>
            <a:ext cx="854918" cy="183138"/>
          </a:xfrm>
          <a:prstGeom prst="rect">
            <a:avLst/>
          </a:prstGeom>
          <a:solidFill>
            <a:srgbClr val="D9D9D9"/>
          </a:solidFill>
          <a:ln w="6350">
            <a:solidFill>
              <a:srgbClr val="FFFFFF"/>
            </a:solidFill>
            <a:prstDash val="solid"/>
          </a:ln>
        </p:spPr>
      </p:sp>
      <p:sp>
        <p:nvSpPr>
          <p:cNvPr id="212" name="Text 210"/>
          <p:cNvSpPr txBox="1"/>
          <p:nvPr/>
        </p:nvSpPr>
        <p:spPr>
          <a:xfrm>
            <a:off x="10657378" y="4267429"/>
            <a:ext cx="854918"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27</a:t>
            </a:r>
            <a:endParaRPr lang="en-US" sz="1300" dirty="0"/>
          </a:p>
        </p:txBody>
      </p:sp>
      <p:sp>
        <p:nvSpPr>
          <p:cNvPr id="213" name="Text 211"/>
          <p:cNvSpPr txBox="1"/>
          <p:nvPr/>
        </p:nvSpPr>
        <p:spPr>
          <a:xfrm>
            <a:off x="6208776" y="4479484"/>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214" name="Shape 212"/>
          <p:cNvSpPr/>
          <p:nvPr/>
        </p:nvSpPr>
        <p:spPr>
          <a:xfrm>
            <a:off x="8357616" y="4508401"/>
            <a:ext cx="1069437" cy="183138"/>
          </a:xfrm>
          <a:prstGeom prst="rect">
            <a:avLst/>
          </a:prstGeom>
          <a:solidFill>
            <a:srgbClr val="2587C5"/>
          </a:solidFill>
          <a:ln w="6350">
            <a:solidFill>
              <a:srgbClr val="FFFFFF"/>
            </a:solidFill>
            <a:prstDash val="solid"/>
          </a:ln>
        </p:spPr>
      </p:sp>
      <p:sp>
        <p:nvSpPr>
          <p:cNvPr id="215" name="Text 213"/>
          <p:cNvSpPr txBox="1"/>
          <p:nvPr/>
        </p:nvSpPr>
        <p:spPr>
          <a:xfrm>
            <a:off x="8357616" y="4508401"/>
            <a:ext cx="1069437"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34</a:t>
            </a:r>
            <a:endParaRPr lang="en-US" sz="1300" dirty="0"/>
          </a:p>
        </p:txBody>
      </p:sp>
      <p:sp>
        <p:nvSpPr>
          <p:cNvPr id="216" name="Shape 214"/>
          <p:cNvSpPr/>
          <p:nvPr/>
        </p:nvSpPr>
        <p:spPr>
          <a:xfrm>
            <a:off x="9427053" y="4508401"/>
            <a:ext cx="82022" cy="183138"/>
          </a:xfrm>
          <a:prstGeom prst="rect">
            <a:avLst/>
          </a:prstGeom>
          <a:solidFill>
            <a:srgbClr val="0B2C4A"/>
          </a:solidFill>
          <a:ln w="6350">
            <a:solidFill>
              <a:srgbClr val="FFFFFF"/>
            </a:solidFill>
            <a:prstDash val="solid"/>
          </a:ln>
        </p:spPr>
      </p:sp>
      <p:sp>
        <p:nvSpPr>
          <p:cNvPr id="217" name="Shape 215"/>
          <p:cNvSpPr/>
          <p:nvPr/>
        </p:nvSpPr>
        <p:spPr>
          <a:xfrm>
            <a:off x="9509074" y="4508401"/>
            <a:ext cx="2003222" cy="183138"/>
          </a:xfrm>
          <a:prstGeom prst="rect">
            <a:avLst/>
          </a:prstGeom>
          <a:solidFill>
            <a:srgbClr val="D9D9D9"/>
          </a:solidFill>
          <a:ln w="6350">
            <a:solidFill>
              <a:srgbClr val="FFFFFF"/>
            </a:solidFill>
            <a:prstDash val="solid"/>
          </a:ln>
        </p:spPr>
      </p:sp>
      <p:sp>
        <p:nvSpPr>
          <p:cNvPr id="218" name="Text 216"/>
          <p:cNvSpPr txBox="1"/>
          <p:nvPr/>
        </p:nvSpPr>
        <p:spPr>
          <a:xfrm>
            <a:off x="9509074" y="4508401"/>
            <a:ext cx="2003222"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64</a:t>
            </a:r>
            <a:endParaRPr lang="en-US" sz="1300" dirty="0"/>
          </a:p>
        </p:txBody>
      </p:sp>
      <p:sp>
        <p:nvSpPr>
          <p:cNvPr id="219" name="Text 217"/>
          <p:cNvSpPr txBox="1"/>
          <p:nvPr/>
        </p:nvSpPr>
        <p:spPr>
          <a:xfrm>
            <a:off x="6208776" y="4720456"/>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20" name="Shape 218"/>
          <p:cNvSpPr/>
          <p:nvPr/>
        </p:nvSpPr>
        <p:spPr>
          <a:xfrm>
            <a:off x="8357616" y="4749372"/>
            <a:ext cx="1034735" cy="183138"/>
          </a:xfrm>
          <a:prstGeom prst="rect">
            <a:avLst/>
          </a:prstGeom>
          <a:solidFill>
            <a:srgbClr val="2587C5"/>
          </a:solidFill>
          <a:ln w="6350">
            <a:solidFill>
              <a:srgbClr val="FFFFFF"/>
            </a:solidFill>
            <a:prstDash val="solid"/>
          </a:ln>
        </p:spPr>
      </p:sp>
      <p:sp>
        <p:nvSpPr>
          <p:cNvPr id="221" name="Text 219"/>
          <p:cNvSpPr txBox="1"/>
          <p:nvPr/>
        </p:nvSpPr>
        <p:spPr>
          <a:xfrm>
            <a:off x="8357616" y="4749372"/>
            <a:ext cx="103473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222" name="Shape 220"/>
          <p:cNvSpPr/>
          <p:nvPr/>
        </p:nvSpPr>
        <p:spPr>
          <a:xfrm>
            <a:off x="9392351" y="4749372"/>
            <a:ext cx="1722455" cy="183138"/>
          </a:xfrm>
          <a:prstGeom prst="rect">
            <a:avLst/>
          </a:prstGeom>
          <a:solidFill>
            <a:srgbClr val="0B2C4A"/>
          </a:solidFill>
          <a:ln w="6350">
            <a:solidFill>
              <a:srgbClr val="FFFFFF"/>
            </a:solidFill>
            <a:prstDash val="solid"/>
          </a:ln>
        </p:spPr>
      </p:sp>
      <p:sp>
        <p:nvSpPr>
          <p:cNvPr id="223" name="Text 221"/>
          <p:cNvSpPr txBox="1"/>
          <p:nvPr/>
        </p:nvSpPr>
        <p:spPr>
          <a:xfrm>
            <a:off x="9392351" y="4749372"/>
            <a:ext cx="172245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224" name="Shape 222"/>
          <p:cNvSpPr/>
          <p:nvPr/>
        </p:nvSpPr>
        <p:spPr>
          <a:xfrm>
            <a:off x="11114806" y="4749372"/>
            <a:ext cx="397490" cy="183138"/>
          </a:xfrm>
          <a:prstGeom prst="rect">
            <a:avLst/>
          </a:prstGeom>
          <a:solidFill>
            <a:srgbClr val="D9D9D9"/>
          </a:solidFill>
          <a:ln w="6350">
            <a:solidFill>
              <a:srgbClr val="FFFFFF"/>
            </a:solidFill>
            <a:prstDash val="solid"/>
          </a:ln>
        </p:spPr>
      </p:sp>
      <p:sp>
        <p:nvSpPr>
          <p:cNvPr id="225" name="Text 223"/>
          <p:cNvSpPr txBox="1"/>
          <p:nvPr/>
        </p:nvSpPr>
        <p:spPr>
          <a:xfrm>
            <a:off x="11114806" y="4749372"/>
            <a:ext cx="39749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13</a:t>
            </a:r>
            <a:endParaRPr lang="en-US" sz="1300" dirty="0"/>
          </a:p>
        </p:txBody>
      </p:sp>
      <p:sp>
        <p:nvSpPr>
          <p:cNvPr id="226" name="Text 224"/>
          <p:cNvSpPr txBox="1"/>
          <p:nvPr/>
        </p:nvSpPr>
        <p:spPr>
          <a:xfrm>
            <a:off x="6208776" y="4961427"/>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27" name="Shape 225"/>
          <p:cNvSpPr/>
          <p:nvPr/>
        </p:nvSpPr>
        <p:spPr>
          <a:xfrm>
            <a:off x="8357616" y="4990343"/>
            <a:ext cx="1015807" cy="183138"/>
          </a:xfrm>
          <a:prstGeom prst="rect">
            <a:avLst/>
          </a:prstGeom>
          <a:solidFill>
            <a:srgbClr val="2587C5"/>
          </a:solidFill>
          <a:ln w="6350">
            <a:solidFill>
              <a:srgbClr val="FFFFFF"/>
            </a:solidFill>
            <a:prstDash val="solid"/>
          </a:ln>
        </p:spPr>
      </p:sp>
      <p:sp>
        <p:nvSpPr>
          <p:cNvPr id="228" name="Text 226"/>
          <p:cNvSpPr txBox="1"/>
          <p:nvPr/>
        </p:nvSpPr>
        <p:spPr>
          <a:xfrm>
            <a:off x="8357616" y="4990343"/>
            <a:ext cx="1015807"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32</a:t>
            </a:r>
            <a:endParaRPr lang="en-US" sz="1300" dirty="0"/>
          </a:p>
        </p:txBody>
      </p:sp>
      <p:sp>
        <p:nvSpPr>
          <p:cNvPr id="229" name="Shape 227"/>
          <p:cNvSpPr/>
          <p:nvPr/>
        </p:nvSpPr>
        <p:spPr>
          <a:xfrm>
            <a:off x="9373423" y="4990343"/>
            <a:ext cx="936940" cy="183138"/>
          </a:xfrm>
          <a:prstGeom prst="rect">
            <a:avLst/>
          </a:prstGeom>
          <a:solidFill>
            <a:srgbClr val="0B2C4A"/>
          </a:solidFill>
          <a:ln w="6350">
            <a:solidFill>
              <a:srgbClr val="FFFFFF"/>
            </a:solidFill>
            <a:prstDash val="solid"/>
          </a:ln>
        </p:spPr>
      </p:sp>
      <p:sp>
        <p:nvSpPr>
          <p:cNvPr id="230" name="Text 228"/>
          <p:cNvSpPr txBox="1"/>
          <p:nvPr/>
        </p:nvSpPr>
        <p:spPr>
          <a:xfrm>
            <a:off x="9373423" y="4990343"/>
            <a:ext cx="93694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30</a:t>
            </a:r>
            <a:endParaRPr lang="en-US" sz="1300" dirty="0"/>
          </a:p>
        </p:txBody>
      </p:sp>
      <p:sp>
        <p:nvSpPr>
          <p:cNvPr id="231" name="Shape 229"/>
          <p:cNvSpPr/>
          <p:nvPr/>
        </p:nvSpPr>
        <p:spPr>
          <a:xfrm>
            <a:off x="10310363" y="4990343"/>
            <a:ext cx="1201933" cy="183138"/>
          </a:xfrm>
          <a:prstGeom prst="rect">
            <a:avLst/>
          </a:prstGeom>
          <a:solidFill>
            <a:srgbClr val="D9D9D9"/>
          </a:solidFill>
          <a:ln w="6350">
            <a:solidFill>
              <a:srgbClr val="FFFFFF"/>
            </a:solidFill>
            <a:prstDash val="solid"/>
          </a:ln>
        </p:spPr>
      </p:sp>
      <p:sp>
        <p:nvSpPr>
          <p:cNvPr id="232" name="Text 230"/>
          <p:cNvSpPr txBox="1"/>
          <p:nvPr/>
        </p:nvSpPr>
        <p:spPr>
          <a:xfrm>
            <a:off x="10310363" y="4990343"/>
            <a:ext cx="120193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38</a:t>
            </a:r>
            <a:endParaRPr lang="en-US" sz="1300" dirty="0"/>
          </a:p>
        </p:txBody>
      </p:sp>
      <p:sp>
        <p:nvSpPr>
          <p:cNvPr id="233" name="Text 231"/>
          <p:cNvSpPr txBox="1"/>
          <p:nvPr/>
        </p:nvSpPr>
        <p:spPr>
          <a:xfrm>
            <a:off x="6208776" y="5202398"/>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234" name="Shape 232"/>
          <p:cNvSpPr/>
          <p:nvPr/>
        </p:nvSpPr>
        <p:spPr>
          <a:xfrm>
            <a:off x="8357616" y="5231315"/>
            <a:ext cx="867537" cy="183138"/>
          </a:xfrm>
          <a:prstGeom prst="rect">
            <a:avLst/>
          </a:prstGeom>
          <a:solidFill>
            <a:srgbClr val="2587C5"/>
          </a:solidFill>
          <a:ln w="6350">
            <a:solidFill>
              <a:srgbClr val="FFFFFF"/>
            </a:solidFill>
            <a:prstDash val="solid"/>
          </a:ln>
        </p:spPr>
      </p:sp>
      <p:sp>
        <p:nvSpPr>
          <p:cNvPr id="235" name="Text 233"/>
          <p:cNvSpPr txBox="1"/>
          <p:nvPr/>
        </p:nvSpPr>
        <p:spPr>
          <a:xfrm>
            <a:off x="8357616" y="5231315"/>
            <a:ext cx="867537"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28</a:t>
            </a:r>
            <a:endParaRPr lang="en-US" sz="1300" dirty="0"/>
          </a:p>
        </p:txBody>
      </p:sp>
      <p:sp>
        <p:nvSpPr>
          <p:cNvPr id="236" name="Shape 234"/>
          <p:cNvSpPr/>
          <p:nvPr/>
        </p:nvSpPr>
        <p:spPr>
          <a:xfrm>
            <a:off x="9225153" y="5231315"/>
            <a:ext cx="864382" cy="183138"/>
          </a:xfrm>
          <a:prstGeom prst="rect">
            <a:avLst/>
          </a:prstGeom>
          <a:solidFill>
            <a:srgbClr val="0B2C4A"/>
          </a:solidFill>
          <a:ln w="6350">
            <a:solidFill>
              <a:srgbClr val="FFFFFF"/>
            </a:solidFill>
            <a:prstDash val="solid"/>
          </a:ln>
        </p:spPr>
      </p:sp>
      <p:sp>
        <p:nvSpPr>
          <p:cNvPr id="237" name="Text 235"/>
          <p:cNvSpPr txBox="1"/>
          <p:nvPr/>
        </p:nvSpPr>
        <p:spPr>
          <a:xfrm>
            <a:off x="9225153" y="5231315"/>
            <a:ext cx="864382"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27</a:t>
            </a:r>
            <a:endParaRPr lang="en-US" sz="1300" dirty="0"/>
          </a:p>
        </p:txBody>
      </p:sp>
      <p:sp>
        <p:nvSpPr>
          <p:cNvPr id="238" name="Shape 236"/>
          <p:cNvSpPr/>
          <p:nvPr/>
        </p:nvSpPr>
        <p:spPr>
          <a:xfrm>
            <a:off x="10089535" y="5231315"/>
            <a:ext cx="1422761" cy="183138"/>
          </a:xfrm>
          <a:prstGeom prst="rect">
            <a:avLst/>
          </a:prstGeom>
          <a:solidFill>
            <a:srgbClr val="D9D9D9"/>
          </a:solidFill>
          <a:ln w="6350">
            <a:solidFill>
              <a:srgbClr val="FFFFFF"/>
            </a:solidFill>
            <a:prstDash val="solid"/>
          </a:ln>
        </p:spPr>
      </p:sp>
      <p:sp>
        <p:nvSpPr>
          <p:cNvPr id="239" name="Text 237"/>
          <p:cNvSpPr txBox="1"/>
          <p:nvPr/>
        </p:nvSpPr>
        <p:spPr>
          <a:xfrm>
            <a:off x="10089535" y="5231315"/>
            <a:ext cx="1422761"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45</a:t>
            </a:r>
            <a:endParaRPr lang="en-US" sz="1300" dirty="0"/>
          </a:p>
        </p:txBody>
      </p:sp>
      <p:sp>
        <p:nvSpPr>
          <p:cNvPr id="240" name="Text 238"/>
          <p:cNvSpPr txBox="1"/>
          <p:nvPr/>
        </p:nvSpPr>
        <p:spPr>
          <a:xfrm>
            <a:off x="6208776" y="5443369"/>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241" name="Shape 239"/>
          <p:cNvSpPr/>
          <p:nvPr/>
        </p:nvSpPr>
        <p:spPr>
          <a:xfrm>
            <a:off x="8357616" y="5472286"/>
            <a:ext cx="835990" cy="183138"/>
          </a:xfrm>
          <a:prstGeom prst="rect">
            <a:avLst/>
          </a:prstGeom>
          <a:solidFill>
            <a:srgbClr val="2587C5"/>
          </a:solidFill>
          <a:ln w="6350">
            <a:solidFill>
              <a:srgbClr val="FFFFFF"/>
            </a:solidFill>
            <a:prstDash val="solid"/>
          </a:ln>
        </p:spPr>
      </p:sp>
      <p:sp>
        <p:nvSpPr>
          <p:cNvPr id="242" name="Text 240"/>
          <p:cNvSpPr txBox="1"/>
          <p:nvPr/>
        </p:nvSpPr>
        <p:spPr>
          <a:xfrm>
            <a:off x="8357616" y="5472286"/>
            <a:ext cx="83599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27</a:t>
            </a:r>
            <a:endParaRPr lang="en-US" sz="1300" dirty="0"/>
          </a:p>
        </p:txBody>
      </p:sp>
      <p:sp>
        <p:nvSpPr>
          <p:cNvPr id="243" name="Shape 241"/>
          <p:cNvSpPr/>
          <p:nvPr/>
        </p:nvSpPr>
        <p:spPr>
          <a:xfrm>
            <a:off x="9193606" y="5472286"/>
            <a:ext cx="684566" cy="183138"/>
          </a:xfrm>
          <a:prstGeom prst="rect">
            <a:avLst/>
          </a:prstGeom>
          <a:solidFill>
            <a:srgbClr val="0B2C4A"/>
          </a:solidFill>
          <a:ln w="6350">
            <a:solidFill>
              <a:srgbClr val="FFFFFF"/>
            </a:solidFill>
            <a:prstDash val="solid"/>
          </a:ln>
        </p:spPr>
      </p:sp>
      <p:sp>
        <p:nvSpPr>
          <p:cNvPr id="244" name="Text 242"/>
          <p:cNvSpPr txBox="1"/>
          <p:nvPr/>
        </p:nvSpPr>
        <p:spPr>
          <a:xfrm>
            <a:off x="9193606" y="5472286"/>
            <a:ext cx="68456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22</a:t>
            </a:r>
            <a:endParaRPr lang="en-US" sz="1300" dirty="0"/>
          </a:p>
        </p:txBody>
      </p:sp>
      <p:sp>
        <p:nvSpPr>
          <p:cNvPr id="245" name="Shape 243"/>
          <p:cNvSpPr/>
          <p:nvPr/>
        </p:nvSpPr>
        <p:spPr>
          <a:xfrm>
            <a:off x="9878172" y="5472286"/>
            <a:ext cx="1634124" cy="183138"/>
          </a:xfrm>
          <a:prstGeom prst="rect">
            <a:avLst/>
          </a:prstGeom>
          <a:solidFill>
            <a:srgbClr val="D9D9D9"/>
          </a:solidFill>
          <a:ln w="6350">
            <a:solidFill>
              <a:srgbClr val="FFFFFF"/>
            </a:solidFill>
            <a:prstDash val="solid"/>
          </a:ln>
        </p:spPr>
      </p:sp>
      <p:sp>
        <p:nvSpPr>
          <p:cNvPr id="246" name="Text 244"/>
          <p:cNvSpPr txBox="1"/>
          <p:nvPr/>
        </p:nvSpPr>
        <p:spPr>
          <a:xfrm>
            <a:off x="9878172" y="5472286"/>
            <a:ext cx="163412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52</a:t>
            </a:r>
            <a:endParaRPr lang="en-US" sz="1300" dirty="0"/>
          </a:p>
        </p:txBody>
      </p:sp>
      <p:sp>
        <p:nvSpPr>
          <p:cNvPr id="247" name="Shape 245"/>
          <p:cNvSpPr/>
          <p:nvPr/>
        </p:nvSpPr>
        <p:spPr>
          <a:xfrm>
            <a:off x="457200" y="6126480"/>
            <a:ext cx="11274552" cy="615696"/>
          </a:xfrm>
          <a:prstGeom prst="rect">
            <a:avLst/>
          </a:prstGeom>
          <a:solidFill>
            <a:srgbClr val="EDF4FA"/>
          </a:solidFill>
          <a:ln/>
        </p:spPr>
      </p:sp>
      <p:sp>
        <p:nvSpPr>
          <p:cNvPr id="248" name="Text 24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Maintenance is 54.3% of customer-pay labor, repair 30.5%, and 15.2% cannot be classified from its description (19.0% in 2025).</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Unclassified Customer-Pay Labor</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379857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UNCLASSIFIED CUSTOMER-PAY LABOR</a:t>
            </a:r>
            <a:endParaRPr lang="en-US" sz="1500" dirty="0"/>
          </a:p>
        </p:txBody>
      </p:sp>
      <p:sp>
        <p:nvSpPr>
          <p:cNvPr id="9" name="Text 7"/>
          <p:cNvSpPr txBox="1"/>
          <p:nvPr/>
        </p:nvSpPr>
        <p:spPr>
          <a:xfrm>
            <a:off x="4712970" y="1335024"/>
            <a:ext cx="333375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15.2%</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3" name="Shape 11"/>
          <p:cNvSpPr/>
          <p:nvPr/>
        </p:nvSpPr>
        <p:spPr>
          <a:xfrm>
            <a:off x="3008376" y="1907062"/>
            <a:ext cx="111888" cy="119948"/>
          </a:xfrm>
          <a:prstGeom prst="rect">
            <a:avLst/>
          </a:prstGeom>
          <a:solidFill>
            <a:srgbClr val="12A566"/>
          </a:solidFill>
          <a:ln/>
        </p:spPr>
      </p:sp>
      <p:sp>
        <p:nvSpPr>
          <p:cNvPr id="14" name="Text 12"/>
          <p:cNvSpPr txBox="1"/>
          <p:nvPr/>
        </p:nvSpPr>
        <p:spPr>
          <a:xfrm>
            <a:off x="4754880"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4.2%</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7" name="Shape 15"/>
          <p:cNvSpPr/>
          <p:nvPr/>
        </p:nvSpPr>
        <p:spPr>
          <a:xfrm>
            <a:off x="3008376" y="2146957"/>
            <a:ext cx="122544" cy="119948"/>
          </a:xfrm>
          <a:prstGeom prst="rect">
            <a:avLst/>
          </a:prstGeom>
          <a:solidFill>
            <a:srgbClr val="12A566"/>
          </a:solidFill>
          <a:ln/>
        </p:spPr>
      </p:sp>
      <p:sp>
        <p:nvSpPr>
          <p:cNvPr id="18" name="Text 16"/>
          <p:cNvSpPr txBox="1"/>
          <p:nvPr/>
        </p:nvSpPr>
        <p:spPr>
          <a:xfrm>
            <a:off x="4754880"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4.6%</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21" name="Shape 19"/>
          <p:cNvSpPr/>
          <p:nvPr/>
        </p:nvSpPr>
        <p:spPr>
          <a:xfrm>
            <a:off x="3008376" y="2386853"/>
            <a:ext cx="146520" cy="119948"/>
          </a:xfrm>
          <a:prstGeom prst="rect">
            <a:avLst/>
          </a:prstGeom>
          <a:solidFill>
            <a:srgbClr val="12A566"/>
          </a:solidFill>
          <a:ln/>
        </p:spPr>
      </p:sp>
      <p:sp>
        <p:nvSpPr>
          <p:cNvPr id="22" name="Text 20"/>
          <p:cNvSpPr txBox="1"/>
          <p:nvPr/>
        </p:nvSpPr>
        <p:spPr>
          <a:xfrm>
            <a:off x="4754880"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5.5%</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25" name="Shape 23"/>
          <p:cNvSpPr/>
          <p:nvPr/>
        </p:nvSpPr>
        <p:spPr>
          <a:xfrm>
            <a:off x="3008376" y="2626748"/>
            <a:ext cx="194472" cy="119948"/>
          </a:xfrm>
          <a:prstGeom prst="rect">
            <a:avLst/>
          </a:prstGeom>
          <a:solidFill>
            <a:srgbClr val="12A566"/>
          </a:solidFill>
          <a:ln/>
        </p:spPr>
      </p:sp>
      <p:sp>
        <p:nvSpPr>
          <p:cNvPr id="26" name="Text 24"/>
          <p:cNvSpPr txBox="1"/>
          <p:nvPr/>
        </p:nvSpPr>
        <p:spPr>
          <a:xfrm>
            <a:off x="4754880" y="256677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7.3%</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29" name="Shape 27"/>
          <p:cNvSpPr/>
          <p:nvPr/>
        </p:nvSpPr>
        <p:spPr>
          <a:xfrm>
            <a:off x="3008376" y="2866644"/>
            <a:ext cx="205128" cy="119948"/>
          </a:xfrm>
          <a:prstGeom prst="rect">
            <a:avLst/>
          </a:prstGeom>
          <a:solidFill>
            <a:srgbClr val="12A566"/>
          </a:solidFill>
          <a:ln/>
        </p:spPr>
      </p:sp>
      <p:sp>
        <p:nvSpPr>
          <p:cNvPr id="30" name="Text 28"/>
          <p:cNvSpPr txBox="1"/>
          <p:nvPr/>
        </p:nvSpPr>
        <p:spPr>
          <a:xfrm>
            <a:off x="4754880" y="280667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7.7%</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33" name="Shape 31"/>
          <p:cNvSpPr/>
          <p:nvPr/>
        </p:nvSpPr>
        <p:spPr>
          <a:xfrm>
            <a:off x="3008376" y="3106540"/>
            <a:ext cx="215784" cy="119948"/>
          </a:xfrm>
          <a:prstGeom prst="rect">
            <a:avLst/>
          </a:prstGeom>
          <a:solidFill>
            <a:srgbClr val="12A566"/>
          </a:solidFill>
          <a:ln/>
        </p:spPr>
      </p:sp>
      <p:sp>
        <p:nvSpPr>
          <p:cNvPr id="34" name="Text 32"/>
          <p:cNvSpPr txBox="1"/>
          <p:nvPr/>
        </p:nvSpPr>
        <p:spPr>
          <a:xfrm>
            <a:off x="4754880" y="304656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8.1%</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37" name="Shape 35"/>
          <p:cNvSpPr/>
          <p:nvPr/>
        </p:nvSpPr>
        <p:spPr>
          <a:xfrm>
            <a:off x="3008376" y="3346435"/>
            <a:ext cx="239760" cy="119948"/>
          </a:xfrm>
          <a:prstGeom prst="rect">
            <a:avLst/>
          </a:prstGeom>
          <a:solidFill>
            <a:srgbClr val="12A566"/>
          </a:solidFill>
          <a:ln/>
        </p:spPr>
      </p:sp>
      <p:sp>
        <p:nvSpPr>
          <p:cNvPr id="38" name="Text 36"/>
          <p:cNvSpPr txBox="1"/>
          <p:nvPr/>
        </p:nvSpPr>
        <p:spPr>
          <a:xfrm>
            <a:off x="4754880" y="328646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9.0%</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1" name="Shape 39"/>
          <p:cNvSpPr/>
          <p:nvPr/>
        </p:nvSpPr>
        <p:spPr>
          <a:xfrm>
            <a:off x="3008376" y="3586331"/>
            <a:ext cx="245088" cy="119948"/>
          </a:xfrm>
          <a:prstGeom prst="rect">
            <a:avLst/>
          </a:prstGeom>
          <a:solidFill>
            <a:srgbClr val="12A566"/>
          </a:solidFill>
          <a:ln/>
        </p:spPr>
      </p:sp>
      <p:sp>
        <p:nvSpPr>
          <p:cNvPr id="42" name="Text 40"/>
          <p:cNvSpPr txBox="1"/>
          <p:nvPr/>
        </p:nvSpPr>
        <p:spPr>
          <a:xfrm>
            <a:off x="4754880" y="3526357"/>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9.2%</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45" name="Shape 43"/>
          <p:cNvSpPr/>
          <p:nvPr/>
        </p:nvSpPr>
        <p:spPr>
          <a:xfrm>
            <a:off x="3008376" y="3826226"/>
            <a:ext cx="253080" cy="119948"/>
          </a:xfrm>
          <a:prstGeom prst="rect">
            <a:avLst/>
          </a:prstGeom>
          <a:solidFill>
            <a:srgbClr val="12A566"/>
          </a:solidFill>
          <a:ln/>
        </p:spPr>
      </p:sp>
      <p:sp>
        <p:nvSpPr>
          <p:cNvPr id="46" name="Text 44"/>
          <p:cNvSpPr txBox="1"/>
          <p:nvPr/>
        </p:nvSpPr>
        <p:spPr>
          <a:xfrm>
            <a:off x="4754880" y="3766252"/>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9.5%</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49" name="Shape 47"/>
          <p:cNvSpPr/>
          <p:nvPr/>
        </p:nvSpPr>
        <p:spPr>
          <a:xfrm>
            <a:off x="3008376" y="4066122"/>
            <a:ext cx="266400" cy="119948"/>
          </a:xfrm>
          <a:prstGeom prst="rect">
            <a:avLst/>
          </a:prstGeom>
          <a:solidFill>
            <a:srgbClr val="12A566"/>
          </a:solidFill>
          <a:ln/>
        </p:spPr>
      </p:sp>
      <p:sp>
        <p:nvSpPr>
          <p:cNvPr id="50" name="Text 48"/>
          <p:cNvSpPr txBox="1"/>
          <p:nvPr/>
        </p:nvSpPr>
        <p:spPr>
          <a:xfrm>
            <a:off x="4754880" y="400614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10.0%</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53" name="Shape 51"/>
          <p:cNvSpPr/>
          <p:nvPr/>
        </p:nvSpPr>
        <p:spPr>
          <a:xfrm>
            <a:off x="3008376" y="4306017"/>
            <a:ext cx="290376" cy="119948"/>
          </a:xfrm>
          <a:prstGeom prst="rect">
            <a:avLst/>
          </a:prstGeom>
          <a:solidFill>
            <a:srgbClr val="12A566"/>
          </a:solidFill>
          <a:ln/>
        </p:spPr>
      </p:sp>
      <p:sp>
        <p:nvSpPr>
          <p:cNvPr id="54" name="Text 52"/>
          <p:cNvSpPr txBox="1"/>
          <p:nvPr/>
        </p:nvSpPr>
        <p:spPr>
          <a:xfrm>
            <a:off x="4754880" y="4246043"/>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10.9%</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57" name="Shape 55"/>
          <p:cNvSpPr/>
          <p:nvPr/>
        </p:nvSpPr>
        <p:spPr>
          <a:xfrm>
            <a:off x="3008376" y="4545913"/>
            <a:ext cx="295704" cy="119948"/>
          </a:xfrm>
          <a:prstGeom prst="rect">
            <a:avLst/>
          </a:prstGeom>
          <a:solidFill>
            <a:srgbClr val="12A566"/>
          </a:solidFill>
          <a:ln/>
        </p:spPr>
      </p:sp>
      <p:sp>
        <p:nvSpPr>
          <p:cNvPr id="58" name="Text 56"/>
          <p:cNvSpPr txBox="1"/>
          <p:nvPr/>
        </p:nvSpPr>
        <p:spPr>
          <a:xfrm>
            <a:off x="4754880" y="448593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11.1%</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61" name="Shape 59"/>
          <p:cNvSpPr/>
          <p:nvPr/>
        </p:nvSpPr>
        <p:spPr>
          <a:xfrm>
            <a:off x="3008376" y="4785808"/>
            <a:ext cx="330336" cy="119948"/>
          </a:xfrm>
          <a:prstGeom prst="rect">
            <a:avLst/>
          </a:prstGeom>
          <a:solidFill>
            <a:srgbClr val="12A566"/>
          </a:solidFill>
          <a:ln/>
        </p:spPr>
      </p:sp>
      <p:sp>
        <p:nvSpPr>
          <p:cNvPr id="62" name="Text 60"/>
          <p:cNvSpPr txBox="1"/>
          <p:nvPr/>
        </p:nvSpPr>
        <p:spPr>
          <a:xfrm>
            <a:off x="4754880" y="472583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12.4%</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65" name="Shape 63"/>
          <p:cNvSpPr/>
          <p:nvPr/>
        </p:nvSpPr>
        <p:spPr>
          <a:xfrm>
            <a:off x="3008376" y="5025704"/>
            <a:ext cx="335664" cy="119948"/>
          </a:xfrm>
          <a:prstGeom prst="rect">
            <a:avLst/>
          </a:prstGeom>
          <a:solidFill>
            <a:srgbClr val="12A566"/>
          </a:solidFill>
          <a:ln/>
        </p:spPr>
      </p:sp>
      <p:sp>
        <p:nvSpPr>
          <p:cNvPr id="66" name="Text 64"/>
          <p:cNvSpPr txBox="1"/>
          <p:nvPr/>
        </p:nvSpPr>
        <p:spPr>
          <a:xfrm>
            <a:off x="4754880" y="496573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12.6%</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69" name="Shape 67"/>
          <p:cNvSpPr/>
          <p:nvPr/>
        </p:nvSpPr>
        <p:spPr>
          <a:xfrm>
            <a:off x="3008376" y="5265599"/>
            <a:ext cx="362304" cy="119948"/>
          </a:xfrm>
          <a:prstGeom prst="rect">
            <a:avLst/>
          </a:prstGeom>
          <a:solidFill>
            <a:srgbClr val="12A566"/>
          </a:solidFill>
          <a:ln/>
        </p:spPr>
      </p:sp>
      <p:sp>
        <p:nvSpPr>
          <p:cNvPr id="70" name="Text 68"/>
          <p:cNvSpPr txBox="1"/>
          <p:nvPr/>
        </p:nvSpPr>
        <p:spPr>
          <a:xfrm>
            <a:off x="4754880" y="520562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13.6%</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73" name="Shape 71"/>
          <p:cNvSpPr/>
          <p:nvPr/>
        </p:nvSpPr>
        <p:spPr>
          <a:xfrm>
            <a:off x="3008376" y="5505495"/>
            <a:ext cx="383616" cy="119948"/>
          </a:xfrm>
          <a:prstGeom prst="rect">
            <a:avLst/>
          </a:prstGeom>
          <a:solidFill>
            <a:srgbClr val="12A566"/>
          </a:solidFill>
          <a:ln/>
        </p:spPr>
      </p:sp>
      <p:sp>
        <p:nvSpPr>
          <p:cNvPr id="74" name="Text 72"/>
          <p:cNvSpPr txBox="1"/>
          <p:nvPr/>
        </p:nvSpPr>
        <p:spPr>
          <a:xfrm>
            <a:off x="4754880" y="544552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14.4%</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77" name="Shape 75"/>
          <p:cNvSpPr/>
          <p:nvPr/>
        </p:nvSpPr>
        <p:spPr>
          <a:xfrm>
            <a:off x="3008376" y="5745390"/>
            <a:ext cx="383616" cy="119948"/>
          </a:xfrm>
          <a:prstGeom prst="rect">
            <a:avLst/>
          </a:prstGeom>
          <a:solidFill>
            <a:srgbClr val="12A566"/>
          </a:solidFill>
          <a:ln/>
        </p:spPr>
      </p:sp>
      <p:sp>
        <p:nvSpPr>
          <p:cNvPr id="78" name="Text 76"/>
          <p:cNvSpPr txBox="1"/>
          <p:nvPr/>
        </p:nvSpPr>
        <p:spPr>
          <a:xfrm>
            <a:off x="4754880" y="568541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14.4%</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81" name="Shape 79"/>
          <p:cNvSpPr/>
          <p:nvPr/>
        </p:nvSpPr>
        <p:spPr>
          <a:xfrm>
            <a:off x="8558784" y="1907062"/>
            <a:ext cx="394272" cy="119948"/>
          </a:xfrm>
          <a:prstGeom prst="rect">
            <a:avLst/>
          </a:prstGeom>
          <a:solidFill>
            <a:srgbClr val="12A566"/>
          </a:solidFill>
          <a:ln/>
        </p:spPr>
      </p:sp>
      <p:sp>
        <p:nvSpPr>
          <p:cNvPr id="82" name="Text 80"/>
          <p:cNvSpPr txBox="1"/>
          <p:nvPr/>
        </p:nvSpPr>
        <p:spPr>
          <a:xfrm>
            <a:off x="10305288"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14.8%</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85" name="Shape 83"/>
          <p:cNvSpPr/>
          <p:nvPr/>
        </p:nvSpPr>
        <p:spPr>
          <a:xfrm>
            <a:off x="8558784" y="2146957"/>
            <a:ext cx="407592" cy="119948"/>
          </a:xfrm>
          <a:prstGeom prst="rect">
            <a:avLst/>
          </a:prstGeom>
          <a:solidFill>
            <a:srgbClr val="C2352F"/>
          </a:solidFill>
          <a:ln/>
        </p:spPr>
      </p:sp>
      <p:sp>
        <p:nvSpPr>
          <p:cNvPr id="86" name="Text 84"/>
          <p:cNvSpPr txBox="1"/>
          <p:nvPr/>
        </p:nvSpPr>
        <p:spPr>
          <a:xfrm>
            <a:off x="10305288" y="208698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15.3%</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89" name="Shape 87"/>
          <p:cNvSpPr/>
          <p:nvPr/>
        </p:nvSpPr>
        <p:spPr>
          <a:xfrm>
            <a:off x="8558784" y="2386853"/>
            <a:ext cx="476856" cy="119948"/>
          </a:xfrm>
          <a:prstGeom prst="rect">
            <a:avLst/>
          </a:prstGeom>
          <a:solidFill>
            <a:srgbClr val="C2352F"/>
          </a:solidFill>
          <a:ln/>
        </p:spPr>
      </p:sp>
      <p:sp>
        <p:nvSpPr>
          <p:cNvPr id="90" name="Text 88"/>
          <p:cNvSpPr txBox="1"/>
          <p:nvPr/>
        </p:nvSpPr>
        <p:spPr>
          <a:xfrm>
            <a:off x="10305288" y="232687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17.9%</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93" name="Shape 91"/>
          <p:cNvSpPr/>
          <p:nvPr/>
        </p:nvSpPr>
        <p:spPr>
          <a:xfrm>
            <a:off x="8558784" y="2626748"/>
            <a:ext cx="514152" cy="119948"/>
          </a:xfrm>
          <a:prstGeom prst="rect">
            <a:avLst/>
          </a:prstGeom>
          <a:solidFill>
            <a:srgbClr val="C2352F"/>
          </a:solidFill>
          <a:ln/>
        </p:spPr>
      </p:sp>
      <p:sp>
        <p:nvSpPr>
          <p:cNvPr id="94" name="Text 92"/>
          <p:cNvSpPr txBox="1"/>
          <p:nvPr/>
        </p:nvSpPr>
        <p:spPr>
          <a:xfrm>
            <a:off x="10305288" y="256677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19.3%</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97" name="Shape 95"/>
          <p:cNvSpPr/>
          <p:nvPr/>
        </p:nvSpPr>
        <p:spPr>
          <a:xfrm>
            <a:off x="8558784" y="2866644"/>
            <a:ext cx="514152" cy="119948"/>
          </a:xfrm>
          <a:prstGeom prst="rect">
            <a:avLst/>
          </a:prstGeom>
          <a:solidFill>
            <a:srgbClr val="C2352F"/>
          </a:solidFill>
          <a:ln/>
        </p:spPr>
      </p:sp>
      <p:sp>
        <p:nvSpPr>
          <p:cNvPr id="98" name="Text 96"/>
          <p:cNvSpPr txBox="1"/>
          <p:nvPr/>
        </p:nvSpPr>
        <p:spPr>
          <a:xfrm>
            <a:off x="10305288" y="280667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19.3%</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01" name="Shape 99"/>
          <p:cNvSpPr/>
          <p:nvPr/>
        </p:nvSpPr>
        <p:spPr>
          <a:xfrm>
            <a:off x="8558784" y="3106540"/>
            <a:ext cx="626040" cy="119948"/>
          </a:xfrm>
          <a:prstGeom prst="rect">
            <a:avLst/>
          </a:prstGeom>
          <a:solidFill>
            <a:srgbClr val="C2352F"/>
          </a:solidFill>
          <a:ln/>
        </p:spPr>
      </p:sp>
      <p:sp>
        <p:nvSpPr>
          <p:cNvPr id="102" name="Text 100"/>
          <p:cNvSpPr txBox="1"/>
          <p:nvPr/>
        </p:nvSpPr>
        <p:spPr>
          <a:xfrm>
            <a:off x="10305288" y="304656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23.5%</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05" name="Shape 103"/>
          <p:cNvSpPr/>
          <p:nvPr/>
        </p:nvSpPr>
        <p:spPr>
          <a:xfrm>
            <a:off x="8558784" y="3346435"/>
            <a:ext cx="673992" cy="119948"/>
          </a:xfrm>
          <a:prstGeom prst="rect">
            <a:avLst/>
          </a:prstGeom>
          <a:solidFill>
            <a:srgbClr val="C2352F"/>
          </a:solidFill>
          <a:ln/>
        </p:spPr>
      </p:sp>
      <p:sp>
        <p:nvSpPr>
          <p:cNvPr id="106" name="Text 104"/>
          <p:cNvSpPr txBox="1"/>
          <p:nvPr/>
        </p:nvSpPr>
        <p:spPr>
          <a:xfrm>
            <a:off x="10305288" y="328646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25.3%</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09" name="Shape 107"/>
          <p:cNvSpPr/>
          <p:nvPr/>
        </p:nvSpPr>
        <p:spPr>
          <a:xfrm>
            <a:off x="8558784" y="3586331"/>
            <a:ext cx="719280" cy="119948"/>
          </a:xfrm>
          <a:prstGeom prst="rect">
            <a:avLst/>
          </a:prstGeom>
          <a:solidFill>
            <a:srgbClr val="C2352F"/>
          </a:solidFill>
          <a:ln/>
        </p:spPr>
      </p:sp>
      <p:sp>
        <p:nvSpPr>
          <p:cNvPr id="110" name="Text 108"/>
          <p:cNvSpPr txBox="1"/>
          <p:nvPr/>
        </p:nvSpPr>
        <p:spPr>
          <a:xfrm>
            <a:off x="10305288" y="3526357"/>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27.0%</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13" name="Shape 111"/>
          <p:cNvSpPr/>
          <p:nvPr/>
        </p:nvSpPr>
        <p:spPr>
          <a:xfrm>
            <a:off x="8558784" y="3826226"/>
            <a:ext cx="721944" cy="119948"/>
          </a:xfrm>
          <a:prstGeom prst="rect">
            <a:avLst/>
          </a:prstGeom>
          <a:solidFill>
            <a:srgbClr val="C2352F"/>
          </a:solidFill>
          <a:ln/>
        </p:spPr>
      </p:sp>
      <p:sp>
        <p:nvSpPr>
          <p:cNvPr id="114" name="Text 112"/>
          <p:cNvSpPr txBox="1"/>
          <p:nvPr/>
        </p:nvSpPr>
        <p:spPr>
          <a:xfrm>
            <a:off x="10305288"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27.1%</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17" name="Shape 115"/>
          <p:cNvSpPr/>
          <p:nvPr/>
        </p:nvSpPr>
        <p:spPr>
          <a:xfrm>
            <a:off x="8558784" y="4066122"/>
            <a:ext cx="753912" cy="119948"/>
          </a:xfrm>
          <a:prstGeom prst="rect">
            <a:avLst/>
          </a:prstGeom>
          <a:solidFill>
            <a:srgbClr val="C2352F"/>
          </a:solidFill>
          <a:ln/>
        </p:spPr>
      </p:sp>
      <p:sp>
        <p:nvSpPr>
          <p:cNvPr id="118" name="Text 116"/>
          <p:cNvSpPr txBox="1"/>
          <p:nvPr/>
        </p:nvSpPr>
        <p:spPr>
          <a:xfrm>
            <a:off x="10305288"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28.3%</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21" name="Shape 119"/>
          <p:cNvSpPr/>
          <p:nvPr/>
        </p:nvSpPr>
        <p:spPr>
          <a:xfrm>
            <a:off x="8558784" y="4306017"/>
            <a:ext cx="772560" cy="119948"/>
          </a:xfrm>
          <a:prstGeom prst="rect">
            <a:avLst/>
          </a:prstGeom>
          <a:solidFill>
            <a:srgbClr val="C2352F"/>
          </a:solidFill>
          <a:ln/>
        </p:spPr>
      </p:sp>
      <p:sp>
        <p:nvSpPr>
          <p:cNvPr id="122" name="Text 120"/>
          <p:cNvSpPr txBox="1"/>
          <p:nvPr/>
        </p:nvSpPr>
        <p:spPr>
          <a:xfrm>
            <a:off x="10305288"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29.0%</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25" name="Shape 123"/>
          <p:cNvSpPr/>
          <p:nvPr/>
        </p:nvSpPr>
        <p:spPr>
          <a:xfrm>
            <a:off x="8558784" y="4545913"/>
            <a:ext cx="1014984" cy="119948"/>
          </a:xfrm>
          <a:prstGeom prst="rect">
            <a:avLst/>
          </a:prstGeom>
          <a:solidFill>
            <a:srgbClr val="C2352F"/>
          </a:solidFill>
          <a:ln/>
        </p:spPr>
      </p:sp>
      <p:sp>
        <p:nvSpPr>
          <p:cNvPr id="126" name="Text 124"/>
          <p:cNvSpPr txBox="1"/>
          <p:nvPr/>
        </p:nvSpPr>
        <p:spPr>
          <a:xfrm>
            <a:off x="10305288"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38.1%</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29" name="Shape 127"/>
          <p:cNvSpPr/>
          <p:nvPr/>
        </p:nvSpPr>
        <p:spPr>
          <a:xfrm>
            <a:off x="8558784" y="4785808"/>
            <a:ext cx="1046952" cy="119948"/>
          </a:xfrm>
          <a:prstGeom prst="rect">
            <a:avLst/>
          </a:prstGeom>
          <a:solidFill>
            <a:srgbClr val="C2352F"/>
          </a:solidFill>
          <a:ln/>
        </p:spPr>
      </p:sp>
      <p:sp>
        <p:nvSpPr>
          <p:cNvPr id="130" name="Text 128"/>
          <p:cNvSpPr txBox="1"/>
          <p:nvPr/>
        </p:nvSpPr>
        <p:spPr>
          <a:xfrm>
            <a:off x="10305288"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39.3%</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3" name="Shape 131"/>
          <p:cNvSpPr/>
          <p:nvPr/>
        </p:nvSpPr>
        <p:spPr>
          <a:xfrm>
            <a:off x="8558784" y="5025704"/>
            <a:ext cx="1201464" cy="119948"/>
          </a:xfrm>
          <a:prstGeom prst="rect">
            <a:avLst/>
          </a:prstGeom>
          <a:solidFill>
            <a:srgbClr val="C2352F"/>
          </a:solidFill>
          <a:ln/>
        </p:spPr>
      </p:sp>
      <p:sp>
        <p:nvSpPr>
          <p:cNvPr id="134" name="Text 132"/>
          <p:cNvSpPr txBox="1"/>
          <p:nvPr/>
        </p:nvSpPr>
        <p:spPr>
          <a:xfrm>
            <a:off x="10305288"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45.1%</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37" name="Shape 135"/>
          <p:cNvSpPr/>
          <p:nvPr/>
        </p:nvSpPr>
        <p:spPr>
          <a:xfrm>
            <a:off x="8558784" y="5265599"/>
            <a:ext cx="1379952" cy="119948"/>
          </a:xfrm>
          <a:prstGeom prst="rect">
            <a:avLst/>
          </a:prstGeom>
          <a:solidFill>
            <a:srgbClr val="C2352F"/>
          </a:solidFill>
          <a:ln/>
        </p:spPr>
      </p:sp>
      <p:sp>
        <p:nvSpPr>
          <p:cNvPr id="138" name="Text 136"/>
          <p:cNvSpPr txBox="1"/>
          <p:nvPr/>
        </p:nvSpPr>
        <p:spPr>
          <a:xfrm>
            <a:off x="10305288"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51.8%</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41" name="Shape 139"/>
          <p:cNvSpPr/>
          <p:nvPr/>
        </p:nvSpPr>
        <p:spPr>
          <a:xfrm>
            <a:off x="8558784" y="5505495"/>
            <a:ext cx="1691640" cy="119948"/>
          </a:xfrm>
          <a:prstGeom prst="rect">
            <a:avLst/>
          </a:prstGeom>
          <a:solidFill>
            <a:srgbClr val="C2352F"/>
          </a:solidFill>
          <a:ln/>
        </p:spPr>
      </p:sp>
      <p:sp>
        <p:nvSpPr>
          <p:cNvPr id="142" name="Text 140"/>
          <p:cNvSpPr txBox="1"/>
          <p:nvPr/>
        </p:nvSpPr>
        <p:spPr>
          <a:xfrm>
            <a:off x="10305288"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63.5%</a:t>
            </a:r>
            <a:endParaRPr lang="en-US" sz="1200" dirty="0"/>
          </a:p>
        </p:txBody>
      </p:sp>
      <p:sp>
        <p:nvSpPr>
          <p:cNvPr id="143" name="Shape 141"/>
          <p:cNvSpPr/>
          <p:nvPr/>
        </p:nvSpPr>
        <p:spPr>
          <a:xfrm>
            <a:off x="3405989" y="1847088"/>
            <a:ext cx="14630" cy="4078224"/>
          </a:xfrm>
          <a:prstGeom prst="rect">
            <a:avLst/>
          </a:prstGeom>
          <a:solidFill>
            <a:srgbClr val="0B2C4A"/>
          </a:solidFill>
          <a:ln/>
        </p:spPr>
      </p:sp>
      <p:sp>
        <p:nvSpPr>
          <p:cNvPr id="144" name="Shape 142"/>
          <p:cNvSpPr/>
          <p:nvPr/>
        </p:nvSpPr>
        <p:spPr>
          <a:xfrm>
            <a:off x="8956397" y="1847088"/>
            <a:ext cx="14630" cy="4078224"/>
          </a:xfrm>
          <a:prstGeom prst="rect">
            <a:avLst/>
          </a:prstGeom>
          <a:solidFill>
            <a:srgbClr val="0B2C4A"/>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615696"/>
          </a:xfrm>
          <a:prstGeom prst="rect">
            <a:avLst/>
          </a:prstGeom>
          <a:solidFill>
            <a:srgbClr val="EDF4FA"/>
          </a:solidFill>
          <a:ln/>
        </p:spPr>
      </p:sp>
      <p:sp>
        <p:nvSpPr>
          <p:cNvPr id="147" name="Text 145"/>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GMC Prescott can't classify 63.5% of its customer-pay labor from the description; Honda Henderson only 4.2%. Vague op code descriptions hide what the shop sells.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2026-10-24T20:52:24Z</dcterms:created>
  <dcterms:modified xsi:type="dcterms:W3CDTF">2026-10-24T20:52:24Z</dcterms:modified>
</cp:coreProperties>
</file>