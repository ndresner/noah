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527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368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209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770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605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862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665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226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067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029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799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27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3557"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196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0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590"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28827"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1631" y="2631546"/>
            <a:ext cx="1439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4434" y="2871442"/>
            <a:ext cx="21590"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49664" y="3111337"/>
            <a:ext cx="8636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5271" y="3351233"/>
            <a:ext cx="100753"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5271" y="3591128"/>
            <a:ext cx="10075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70501" y="3831024"/>
            <a:ext cx="16552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8534" y="4070920"/>
            <a:ext cx="23749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5354" y="4310815"/>
            <a:ext cx="2806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0961" y="4550711"/>
            <a:ext cx="29506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5814" y="4790606"/>
            <a:ext cx="41021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241" y="5030502"/>
            <a:ext cx="467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6651" y="5270397"/>
            <a:ext cx="48937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3094" y="5510293"/>
            <a:ext cx="58293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Shape 40"/>
          <p:cNvSpPr/>
          <p:nvPr/>
        </p:nvSpPr>
        <p:spPr>
          <a:xfrm>
            <a:off x="7775448" y="4625035"/>
            <a:ext cx="64008" cy="755294"/>
          </a:xfrm>
          <a:prstGeom prst="rect">
            <a:avLst/>
          </a:prstGeom>
          <a:solidFill>
            <a:srgbClr val="2587C5"/>
          </a:solidFill>
          <a:ln/>
        </p:spPr>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+8.8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2026-10-29T06:37:49Z</dcterms:created>
  <dcterms:modified xsi:type="dcterms:W3CDTF">2026-10-29T06:37:49Z</dcterms:modified>
</cp:coreProperties>
</file>