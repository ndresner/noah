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Shape 40"/>
          <p:cNvSpPr/>
          <p:nvPr/>
        </p:nvSpPr>
        <p:spPr>
          <a:xfrm>
            <a:off x="7775448" y="4625035"/>
            <a:ext cx="64008" cy="755294"/>
          </a:xfrm>
          <a:prstGeom prst="rect">
            <a:avLst/>
          </a:prstGeom>
          <a:solidFill>
            <a:srgbClr val="2587C5"/>
          </a:solidFill>
          <a:ln/>
        </p:spPr>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2026-10-27T21:57:49Z</dcterms:created>
  <dcterms:modified xsi:type="dcterms:W3CDTF">2026-10-27T21:57:49Z</dcterms:modified>
</cp:coreProperties>
</file>