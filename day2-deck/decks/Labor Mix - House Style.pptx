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customer-pay share, led by Mazda at +10.8 pts to 56.6%. 14 declined; LR Reno fell most at −8.1 pts.Source: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Mazda, VW Henderson and Acura what changed. Ask LR Reno, Hyundai Prescott and Toyota Henderson what got in the way. Ask Lexus, Acura and Chevy GMC Bullhead what they started this year.Source: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GMC Prescott can't classify 63.5% of its customer-pay labor from the description; Honda Henderson only 4.2%. Vague op code descriptions hide what the shop sells.Source: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14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Shape 40"/>
          <p:cNvSpPr/>
          <p:nvPr/>
        </p:nvSpPr>
        <p:spPr>
          <a:xfrm>
            <a:off x="7775448" y="4625035"/>
            <a:ext cx="64008" cy="755294"/>
          </a:xfrm>
          <a:prstGeom prst="rect">
            <a:avLst/>
          </a:prstGeom>
          <a:solidFill>
            <a:srgbClr val="2587C5"/>
          </a:solidFill>
          <a:ln/>
        </p:spPr>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2026-10-27T23:33:42Z</dcterms:created>
  <dcterms:modified xsi:type="dcterms:W3CDTF">2026-10-27T23:33:42Z</dcterms:modified>
</cp:coreProperties>
</file>