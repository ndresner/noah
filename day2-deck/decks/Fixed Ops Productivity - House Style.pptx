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
Jan 25: 1625 fixed, 703 techs, 238 advisors, 117 managers
Feb 25: 1632 fixed, 705 techs, 237 advisors, 116 managers
Mar 25: 1629 fixed, 702 techs, 240 advisors, 116 managers
Apr 25: 1615 fixed, 695 techs, 242 advisors, 111 managers
May 25: 1623 fixed, 699 techs, 250 advisors, 111 managers
Jun 25: 1616 fixed, 695 techs, 247 advisors, 109 managers
Jul 25: 1629 fixed, 705 techs, 247 advisors, 110 managers
Aug 25: 1627 fixed, 701 techs, 251 advisors, 110 managers
Sep 25: 1616 fixed, 701 techs, 248 advisors, 107 managers
Oct 25: 1604 fixed, 688 techs, 249 advisors, 109 managers
Nov 25: 1582 fixed, 685 techs, 247 advisors, 107 managers
Dec 25: 1563 fixed, 674 techs, 249 advisors, 107 managers
Jan 26: 1530 fixed, 657 techs, 248 advisors, 106 managers
Feb 26: 1530 fixed, 670 techs, 245 advisors, 108 managers
Mar 26: 1540 fixed, 669 techs, 252 advisors, 107 managers
Apr 26: 1545 fixed, 687 techs, 250 advisors, 106 managers
May 26: 1537 fixed, 680 techs, 254 advisors, 105 managers
Jun 26: 1546 fixed, 684 techs, 250 advisors, 105 managers
Jul 26: 1548 fixed, 682 techs, 250 advisors, 106 managers
Aug 26: 1549 fixed, 684 techs, 244 advisors, 104 managers
Sep 26: 1540 fixed, 684 techs, 241 advisors, 104 managers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chart" Target="/ppt/charts/chart9.xml"/><Relationship Id="rId5" Type="http://schemas.openxmlformats.org/officeDocument/2006/relationships/chart" Target="/ppt/charts/chart10.xml"/><Relationship Id="rId6" Type="http://schemas.openxmlformats.org/officeDocument/2006/relationships/chart" Target="/ppt/charts/chart11.xml"/><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chart" Target="/ppt/charts/chart20.xml"/><Relationship Id="rId4" Type="http://schemas.openxmlformats.org/officeDocument/2006/relationships/chart" Target="/ppt/charts/chart21.xml"/><Relationship Id="rId5" Type="http://schemas.openxmlformats.org/officeDocument/2006/relationships/chart" Target="/ppt/charts/chart22.xml"/><Relationship Id="rId6" Type="http://schemas.openxmlformats.org/officeDocument/2006/relationships/chart" Target="/ppt/charts/chart23.xml"/><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chart" Target="/ppt/charts/chart25.xml"/><Relationship Id="rId3" Type="http://schemas.openxmlformats.org/officeDocument/2006/relationships/chart" Target="/ppt/charts/chart26.xml"/><Relationship Id="rId4" Type="http://schemas.openxmlformats.org/officeDocument/2006/relationships/chart" Target="/ppt/charts/chart27.xml"/><Relationship Id="rId5" Type="http://schemas.openxmlformats.org/officeDocument/2006/relationships/chart" Target="/ppt/charts/chart28.xml"/><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Shape 44"/>
          <p:cNvSpPr/>
          <p:nvPr/>
        </p:nvSpPr>
        <p:spPr>
          <a:xfrm>
            <a:off x="7775448" y="5453482"/>
            <a:ext cx="64008" cy="755294"/>
          </a:xfrm>
          <a:prstGeom prst="rect">
            <a:avLst/>
          </a:prstGeom>
          <a:solidFill>
            <a:srgbClr val="2587C5"/>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2587C5"/>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DF4FA"/>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September to September; the card is the Jan–Sep average month-end. CP &amp; W ROs fell 2.3% year to date.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2026-10-28T17:01:55Z</dcterms:created>
  <dcterms:modified xsi:type="dcterms:W3CDTF">2026-10-28T17:01:55Z</dcterms:modified>
</cp:coreProperties>
</file>