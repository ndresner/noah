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8.xml" ContentType="application/vnd.openxmlformats-officedocument.drawingml.chart+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chart" Target="/ppt/charts/chart14.xml"/><Relationship Id="rId10" Type="http://schemas.openxmlformats.org/officeDocument/2006/relationships/chart" Target="/ppt/charts/chart15.xml"/><Relationship Id="rId11" Type="http://schemas.openxmlformats.org/officeDocument/2006/relationships/chart" Target="/ppt/charts/chart16.xml"/><Relationship Id="rId12" Type="http://schemas.openxmlformats.org/officeDocument/2006/relationships/chart" Target="/ppt/charts/chart17.xml"/><Relationship Id="rId13" Type="http://schemas.openxmlformats.org/officeDocument/2006/relationships/chart" Target="/ppt/charts/chart18.xml"/><Relationship Id="rId14" Type="http://schemas.openxmlformats.org/officeDocument/2006/relationships/chart" Target="/ppt/charts/chart19.xml"/><Relationship Id="rId15" Type="http://schemas.openxmlformats.org/officeDocument/2006/relationships/chart" Target="/ppt/charts/chart20.xml"/><Relationship Id="rId16" Type="http://schemas.openxmlformats.org/officeDocument/2006/relationships/chart" Target="/ppt/charts/chart21.xml"/><Relationship Id="rId17" Type="http://schemas.openxmlformats.org/officeDocument/2006/relationships/chart" Target="/ppt/charts/chart22.xml"/><Relationship Id="rId18" Type="http://schemas.openxmlformats.org/officeDocument/2006/relationships/chart" Target="/ppt/charts/chart23.xml"/><Relationship Id="rId19" Type="http://schemas.openxmlformats.org/officeDocument/2006/relationships/chart" Target="/ppt/charts/chart24.xml"/><Relationship Id="rId20" Type="http://schemas.openxmlformats.org/officeDocument/2006/relationships/chart" Target="/ppt/charts/chart25.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chart" Target="/ppt/charts/chart30.xml"/><Relationship Id="rId6" Type="http://schemas.openxmlformats.org/officeDocument/2006/relationships/chart" Target="/ppt/charts/chart3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chart" Target="/ppt/charts/chart53.xml"/><Relationship Id="rId3" Type="http://schemas.openxmlformats.org/officeDocument/2006/relationships/chart" Target="/ppt/charts/chart54.xml"/><Relationship Id="rId4" Type="http://schemas.openxmlformats.org/officeDocument/2006/relationships/chart" Target="/ppt/charts/chart55.xml"/><Relationship Id="rId5" Type="http://schemas.openxmlformats.org/officeDocument/2006/relationships/chart" Target="/ppt/charts/chart56.xml"/><Relationship Id="rId6" Type="http://schemas.openxmlformats.org/officeDocument/2006/relationships/chart" Target="/ppt/charts/chart5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chart" Target="/ppt/charts/chart59.xml"/><Relationship Id="rId3" Type="http://schemas.openxmlformats.org/officeDocument/2006/relationships/chart" Target="/ppt/charts/chart60.xml"/><Relationship Id="rId4" Type="http://schemas.openxmlformats.org/officeDocument/2006/relationships/chart" Target="/ppt/charts/chart61.xml"/><Relationship Id="rId5" Type="http://schemas.openxmlformats.org/officeDocument/2006/relationships/chart" Target="/ppt/charts/chart62.xml"/><Relationship Id="rId6" Type="http://schemas.openxmlformats.org/officeDocument/2006/relationships/chart" Target="/ppt/charts/chart63.xml"/><Relationship Id="rId7" Type="http://schemas.openxmlformats.org/officeDocument/2006/relationships/chart" Target="/ppt/charts/chart64.xml"/><Relationship Id="rId8" Type="http://schemas.openxmlformats.org/officeDocument/2006/relationships/chart" Target="/ppt/charts/chart65.xml"/><Relationship Id="rId9" Type="http://schemas.openxmlformats.org/officeDocument/2006/relationships/chart" Target="/ppt/charts/chart66.xml"/><Relationship Id="rId10" Type="http://schemas.openxmlformats.org/officeDocument/2006/relationships/chart" Target="/ppt/charts/chart67.xml"/><Relationship Id="rId11" Type="http://schemas.openxmlformats.org/officeDocument/2006/relationships/chart" Target="/ppt/charts/chart68.xml"/><Relationship Id="rId12" Type="http://schemas.openxmlformats.org/officeDocument/2006/relationships/chart" Target="/ppt/charts/chart69.xml"/><Relationship Id="rId13" Type="http://schemas.openxmlformats.org/officeDocument/2006/relationships/chart" Target="/ppt/charts/chart70.xml"/><Relationship Id="rId14" Type="http://schemas.openxmlformats.org/officeDocument/2006/relationships/chart" Target="/ppt/charts/chart71.xml"/><Relationship Id="rId15" Type="http://schemas.openxmlformats.org/officeDocument/2006/relationships/chart" Target="/ppt/charts/chart72.xml"/><Relationship Id="rId16" Type="http://schemas.openxmlformats.org/officeDocument/2006/relationships/chart" Target="/ppt/charts/chart73.xml"/><Relationship Id="rId17" Type="http://schemas.openxmlformats.org/officeDocument/2006/relationships/chart" Target="/ppt/charts/chart74.xml"/><Relationship Id="rId18" Type="http://schemas.openxmlformats.org/officeDocument/2006/relationships/chart" Target="/ppt/charts/chart75.xml"/><Relationship Id="rId19" Type="http://schemas.openxmlformats.org/officeDocument/2006/relationships/chart" Target="/ppt/charts/chart76.xml"/><Relationship Id="rId20" Type="http://schemas.openxmlformats.org/officeDocument/2006/relationships/chart" Target="/ppt/charts/chart77.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chart" Target="/ppt/charts/chart79.xml"/><Relationship Id="rId3" Type="http://schemas.openxmlformats.org/officeDocument/2006/relationships/chart" Target="/ppt/charts/chart80.xml"/><Relationship Id="rId4" Type="http://schemas.openxmlformats.org/officeDocument/2006/relationships/chart" Target="/ppt/charts/chart81.xml"/><Relationship Id="rId5" Type="http://schemas.openxmlformats.org/officeDocument/2006/relationships/chart" Target="/ppt/charts/chart82.xml"/><Relationship Id="rId6" Type="http://schemas.openxmlformats.org/officeDocument/2006/relationships/chart" Target="/ppt/charts/chart8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84.xml"/><Relationship Id="rId2" Type="http://schemas.openxmlformats.org/officeDocument/2006/relationships/chart" Target="/ppt/charts/chart85.xml"/><Relationship Id="rId3" Type="http://schemas.openxmlformats.org/officeDocument/2006/relationships/chart" Target="/ppt/charts/chart86.xml"/><Relationship Id="rId4" Type="http://schemas.openxmlformats.org/officeDocument/2006/relationships/chart" Target="/ppt/charts/chart87.xml"/><Relationship Id="rId5" Type="http://schemas.openxmlformats.org/officeDocument/2006/relationships/chart" Target="/ppt/charts/chart88.xml"/><Relationship Id="rId6" Type="http://schemas.openxmlformats.org/officeDocument/2006/relationships/chart" Target="/ppt/charts/chart89.xml"/><Relationship Id="rId7" Type="http://schemas.openxmlformats.org/officeDocument/2006/relationships/chart" Target="/ppt/charts/chart90.xml"/><Relationship Id="rId8" Type="http://schemas.openxmlformats.org/officeDocument/2006/relationships/chart" Target="/ppt/charts/chart91.xml"/><Relationship Id="rId9" Type="http://schemas.openxmlformats.org/officeDocument/2006/relationships/chart" Target="/ppt/charts/chart92.xml"/><Relationship Id="rId10" Type="http://schemas.openxmlformats.org/officeDocument/2006/relationships/chart" Target="/ppt/charts/chart93.xml"/><Relationship Id="rId11" Type="http://schemas.openxmlformats.org/officeDocument/2006/relationships/chart" Target="/ppt/charts/chart94.xml"/><Relationship Id="rId12" Type="http://schemas.openxmlformats.org/officeDocument/2006/relationships/chart" Target="/ppt/charts/chart95.xml"/><Relationship Id="rId13" Type="http://schemas.openxmlformats.org/officeDocument/2006/relationships/chart" Target="/ppt/charts/chart96.xml"/><Relationship Id="rId14" Type="http://schemas.openxmlformats.org/officeDocument/2006/relationships/chart" Target="/ppt/charts/chart97.xml"/><Relationship Id="rId15" Type="http://schemas.openxmlformats.org/officeDocument/2006/relationships/chart" Target="/ppt/charts/chart98.xml"/><Relationship Id="rId16" Type="http://schemas.openxmlformats.org/officeDocument/2006/relationships/chart" Target="/ppt/charts/chart99.xml"/><Relationship Id="rId17" Type="http://schemas.openxmlformats.org/officeDocument/2006/relationships/chart" Target="/ppt/charts/chart100.xml"/><Relationship Id="rId18" Type="http://schemas.openxmlformats.org/officeDocument/2006/relationships/chart" Target="/ppt/charts/chart101.xml"/><Relationship Id="rId19" Type="http://schemas.openxmlformats.org/officeDocument/2006/relationships/chart" Target="/ppt/charts/chart102.xml"/><Relationship Id="rId20" Type="http://schemas.openxmlformats.org/officeDocument/2006/relationships/chart" Target="/ppt/charts/chart103.xml"/><Relationship Id="rId21" Type="http://schemas.openxmlformats.org/officeDocument/2006/relationships/slideLayout" Target="../slideLayouts/slideLayout1.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4.xml"/><Relationship Id="rId2" Type="http://schemas.openxmlformats.org/officeDocument/2006/relationships/chart" Target="/ppt/charts/chart105.xml"/><Relationship Id="rId3" Type="http://schemas.openxmlformats.org/officeDocument/2006/relationships/chart" Target="/ppt/charts/chart106.xml"/><Relationship Id="rId4" Type="http://schemas.openxmlformats.org/officeDocument/2006/relationships/chart" Target="/ppt/charts/chart107.xml"/><Relationship Id="rId5" Type="http://schemas.openxmlformats.org/officeDocument/2006/relationships/chart" Target="/ppt/charts/chart10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7"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2"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3"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8"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4"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79"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9"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2026-10-29T02:28:36Z</dcterms:created>
  <dcterms:modified xsi:type="dcterms:W3CDTF">2026-10-29T02:28:36Z</dcterms:modified>
</cp:coreProperties>
</file>