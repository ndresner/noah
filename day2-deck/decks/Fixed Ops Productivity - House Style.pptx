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503240" cy="110266"/>
          </a:xfrm>
          <a:prstGeom prst="rect">
            <a:avLst/>
          </a:prstGeom>
          <a:solidFill>
            <a:srgbClr val="12A566"/>
          </a:solidFill>
          <a:ln/>
        </p:spPr>
      </p:sp>
      <p:sp>
        <p:nvSpPr>
          <p:cNvPr id="15" name="Shape 13"/>
          <p:cNvSpPr/>
          <p:nvPr/>
        </p:nvSpPr>
        <p:spPr>
          <a:xfrm>
            <a:off x="4043549"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447357" cy="110266"/>
          </a:xfrm>
          <a:prstGeom prst="rect">
            <a:avLst/>
          </a:prstGeom>
          <a:solidFill>
            <a:srgbClr val="12A566"/>
          </a:solidFill>
          <a:ln/>
        </p:spPr>
      </p:sp>
      <p:sp>
        <p:nvSpPr>
          <p:cNvPr id="20" name="Shape 18"/>
          <p:cNvSpPr/>
          <p:nvPr/>
        </p:nvSpPr>
        <p:spPr>
          <a:xfrm>
            <a:off x="4043549"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373578" cy="110266"/>
          </a:xfrm>
          <a:prstGeom prst="rect">
            <a:avLst/>
          </a:prstGeom>
          <a:solidFill>
            <a:srgbClr val="12A566"/>
          </a:solidFill>
          <a:ln/>
        </p:spPr>
      </p:sp>
      <p:sp>
        <p:nvSpPr>
          <p:cNvPr id="25" name="Shape 23"/>
          <p:cNvSpPr/>
          <p:nvPr/>
        </p:nvSpPr>
        <p:spPr>
          <a:xfrm>
            <a:off x="4043549"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343443" cy="110266"/>
          </a:xfrm>
          <a:prstGeom prst="rect">
            <a:avLst/>
          </a:prstGeom>
          <a:solidFill>
            <a:srgbClr val="12A566"/>
          </a:solidFill>
          <a:ln/>
        </p:spPr>
      </p:sp>
      <p:sp>
        <p:nvSpPr>
          <p:cNvPr id="30" name="Shape 28"/>
          <p:cNvSpPr/>
          <p:nvPr/>
        </p:nvSpPr>
        <p:spPr>
          <a:xfrm>
            <a:off x="4043549"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341602" cy="110266"/>
          </a:xfrm>
          <a:prstGeom prst="rect">
            <a:avLst/>
          </a:prstGeom>
          <a:solidFill>
            <a:srgbClr val="12A566"/>
          </a:solidFill>
          <a:ln/>
        </p:spPr>
      </p:sp>
      <p:sp>
        <p:nvSpPr>
          <p:cNvPr id="35" name="Shape 33"/>
          <p:cNvSpPr/>
          <p:nvPr/>
        </p:nvSpPr>
        <p:spPr>
          <a:xfrm>
            <a:off x="4043549"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333815" cy="110266"/>
          </a:xfrm>
          <a:prstGeom prst="rect">
            <a:avLst/>
          </a:prstGeom>
          <a:solidFill>
            <a:srgbClr val="12A566"/>
          </a:solidFill>
          <a:ln/>
        </p:spPr>
      </p:sp>
      <p:sp>
        <p:nvSpPr>
          <p:cNvPr id="40" name="Shape 38"/>
          <p:cNvSpPr/>
          <p:nvPr/>
        </p:nvSpPr>
        <p:spPr>
          <a:xfrm>
            <a:off x="4043549"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164283" cy="110266"/>
          </a:xfrm>
          <a:prstGeom prst="rect">
            <a:avLst/>
          </a:prstGeom>
          <a:solidFill>
            <a:srgbClr val="12A566"/>
          </a:solidFill>
          <a:ln/>
        </p:spPr>
      </p:sp>
      <p:sp>
        <p:nvSpPr>
          <p:cNvPr id="45" name="Shape 43"/>
          <p:cNvSpPr/>
          <p:nvPr/>
        </p:nvSpPr>
        <p:spPr>
          <a:xfrm>
            <a:off x="4043549"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658471" cy="110266"/>
          </a:xfrm>
          <a:prstGeom prst="rect">
            <a:avLst/>
          </a:prstGeom>
          <a:solidFill>
            <a:srgbClr val="12A566"/>
          </a:solidFill>
          <a:ln/>
        </p:spPr>
      </p:sp>
      <p:sp>
        <p:nvSpPr>
          <p:cNvPr id="51" name="Shape 49"/>
          <p:cNvSpPr/>
          <p:nvPr/>
        </p:nvSpPr>
        <p:spPr>
          <a:xfrm>
            <a:off x="4043549"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636341" cy="110266"/>
          </a:xfrm>
          <a:prstGeom prst="rect">
            <a:avLst/>
          </a:prstGeom>
          <a:solidFill>
            <a:srgbClr val="12A566"/>
          </a:solidFill>
          <a:ln/>
        </p:spPr>
      </p:sp>
      <p:sp>
        <p:nvSpPr>
          <p:cNvPr id="57" name="Shape 55"/>
          <p:cNvSpPr/>
          <p:nvPr/>
        </p:nvSpPr>
        <p:spPr>
          <a:xfrm>
            <a:off x="4043549"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134268" cy="110266"/>
          </a:xfrm>
          <a:prstGeom prst="rect">
            <a:avLst/>
          </a:prstGeom>
          <a:solidFill>
            <a:srgbClr val="12A566"/>
          </a:solidFill>
          <a:ln/>
        </p:spPr>
      </p:sp>
      <p:sp>
        <p:nvSpPr>
          <p:cNvPr id="62" name="Shape 60"/>
          <p:cNvSpPr/>
          <p:nvPr/>
        </p:nvSpPr>
        <p:spPr>
          <a:xfrm>
            <a:off x="4043549"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095681" cy="110266"/>
          </a:xfrm>
          <a:prstGeom prst="rect">
            <a:avLst/>
          </a:prstGeom>
          <a:solidFill>
            <a:srgbClr val="12A566"/>
          </a:solidFill>
          <a:ln/>
        </p:spPr>
      </p:sp>
      <p:sp>
        <p:nvSpPr>
          <p:cNvPr id="67" name="Shape 65"/>
          <p:cNvSpPr/>
          <p:nvPr/>
        </p:nvSpPr>
        <p:spPr>
          <a:xfrm>
            <a:off x="4043549"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073173" cy="110266"/>
          </a:xfrm>
          <a:prstGeom prst="rect">
            <a:avLst/>
          </a:prstGeom>
          <a:solidFill>
            <a:srgbClr val="12A566"/>
          </a:solidFill>
          <a:ln/>
        </p:spPr>
      </p:sp>
      <p:sp>
        <p:nvSpPr>
          <p:cNvPr id="72" name="Shape 70"/>
          <p:cNvSpPr/>
          <p:nvPr/>
        </p:nvSpPr>
        <p:spPr>
          <a:xfrm>
            <a:off x="4043549"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070012" cy="110266"/>
          </a:xfrm>
          <a:prstGeom prst="rect">
            <a:avLst/>
          </a:prstGeom>
          <a:solidFill>
            <a:srgbClr val="12A566"/>
          </a:solidFill>
          <a:ln/>
        </p:spPr>
      </p:sp>
      <p:sp>
        <p:nvSpPr>
          <p:cNvPr id="77" name="Shape 75"/>
          <p:cNvSpPr/>
          <p:nvPr/>
        </p:nvSpPr>
        <p:spPr>
          <a:xfrm>
            <a:off x="4043549"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057284" cy="110266"/>
          </a:xfrm>
          <a:prstGeom prst="rect">
            <a:avLst/>
          </a:prstGeom>
          <a:solidFill>
            <a:srgbClr val="12A566"/>
          </a:solidFill>
          <a:ln/>
        </p:spPr>
      </p:sp>
      <p:sp>
        <p:nvSpPr>
          <p:cNvPr id="82" name="Shape 80"/>
          <p:cNvSpPr/>
          <p:nvPr/>
        </p:nvSpPr>
        <p:spPr>
          <a:xfrm>
            <a:off x="4043549"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042010" cy="110266"/>
          </a:xfrm>
          <a:prstGeom prst="rect">
            <a:avLst/>
          </a:prstGeom>
          <a:solidFill>
            <a:srgbClr val="C2352F"/>
          </a:solidFill>
          <a:ln/>
        </p:spPr>
      </p:sp>
      <p:sp>
        <p:nvSpPr>
          <p:cNvPr id="87" name="Shape 85"/>
          <p:cNvSpPr/>
          <p:nvPr/>
        </p:nvSpPr>
        <p:spPr>
          <a:xfrm>
            <a:off x="4043549"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021645" cy="110266"/>
          </a:xfrm>
          <a:prstGeom prst="rect">
            <a:avLst/>
          </a:prstGeom>
          <a:solidFill>
            <a:srgbClr val="C2352F"/>
          </a:solidFill>
          <a:ln/>
        </p:spPr>
      </p:sp>
      <p:sp>
        <p:nvSpPr>
          <p:cNvPr id="92" name="Shape 90"/>
          <p:cNvSpPr/>
          <p:nvPr/>
        </p:nvSpPr>
        <p:spPr>
          <a:xfrm>
            <a:off x="4043549"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981754" cy="110266"/>
          </a:xfrm>
          <a:prstGeom prst="rect">
            <a:avLst/>
          </a:prstGeom>
          <a:solidFill>
            <a:srgbClr val="C2352F"/>
          </a:solidFill>
          <a:ln/>
        </p:spPr>
      </p:sp>
      <p:sp>
        <p:nvSpPr>
          <p:cNvPr id="97" name="Shape 95"/>
          <p:cNvSpPr/>
          <p:nvPr/>
        </p:nvSpPr>
        <p:spPr>
          <a:xfrm>
            <a:off x="4043549"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373312" cy="110266"/>
          </a:xfrm>
          <a:prstGeom prst="rect">
            <a:avLst/>
          </a:prstGeom>
          <a:solidFill>
            <a:srgbClr val="12A566"/>
          </a:solidFill>
          <a:ln/>
        </p:spPr>
      </p:sp>
      <p:sp>
        <p:nvSpPr>
          <p:cNvPr id="103" name="Shape 101"/>
          <p:cNvSpPr/>
          <p:nvPr/>
        </p:nvSpPr>
        <p:spPr>
          <a:xfrm>
            <a:off x="9593957"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943933" cy="110266"/>
          </a:xfrm>
          <a:prstGeom prst="rect">
            <a:avLst/>
          </a:prstGeom>
          <a:solidFill>
            <a:srgbClr val="C2352F"/>
          </a:solidFill>
          <a:ln/>
        </p:spPr>
      </p:sp>
      <p:sp>
        <p:nvSpPr>
          <p:cNvPr id="108" name="Shape 106"/>
          <p:cNvSpPr/>
          <p:nvPr/>
        </p:nvSpPr>
        <p:spPr>
          <a:xfrm>
            <a:off x="9593957"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912089" cy="110266"/>
          </a:xfrm>
          <a:prstGeom prst="rect">
            <a:avLst/>
          </a:prstGeom>
          <a:solidFill>
            <a:srgbClr val="C2352F"/>
          </a:solidFill>
          <a:ln/>
        </p:spPr>
      </p:sp>
      <p:sp>
        <p:nvSpPr>
          <p:cNvPr id="113" name="Shape 111"/>
          <p:cNvSpPr/>
          <p:nvPr/>
        </p:nvSpPr>
        <p:spPr>
          <a:xfrm>
            <a:off x="9593957"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848886" cy="110266"/>
          </a:xfrm>
          <a:prstGeom prst="rect">
            <a:avLst/>
          </a:prstGeom>
          <a:solidFill>
            <a:srgbClr val="C2352F"/>
          </a:solidFill>
          <a:ln/>
        </p:spPr>
      </p:sp>
      <p:sp>
        <p:nvSpPr>
          <p:cNvPr id="118" name="Shape 116"/>
          <p:cNvSpPr/>
          <p:nvPr/>
        </p:nvSpPr>
        <p:spPr>
          <a:xfrm>
            <a:off x="9593957"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823202" cy="110266"/>
          </a:xfrm>
          <a:prstGeom prst="rect">
            <a:avLst/>
          </a:prstGeom>
          <a:solidFill>
            <a:srgbClr val="C2352F"/>
          </a:solidFill>
          <a:ln/>
        </p:spPr>
      </p:sp>
      <p:sp>
        <p:nvSpPr>
          <p:cNvPr id="123" name="Shape 121"/>
          <p:cNvSpPr/>
          <p:nvPr/>
        </p:nvSpPr>
        <p:spPr>
          <a:xfrm>
            <a:off x="9593957"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1136397" cy="110266"/>
          </a:xfrm>
          <a:prstGeom prst="rect">
            <a:avLst/>
          </a:prstGeom>
          <a:solidFill>
            <a:srgbClr val="12A566"/>
          </a:solidFill>
          <a:ln/>
        </p:spPr>
      </p:sp>
      <p:sp>
        <p:nvSpPr>
          <p:cNvPr id="129" name="Shape 127"/>
          <p:cNvSpPr/>
          <p:nvPr/>
        </p:nvSpPr>
        <p:spPr>
          <a:xfrm>
            <a:off x="9593957"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759533" cy="110266"/>
          </a:xfrm>
          <a:prstGeom prst="rect">
            <a:avLst/>
          </a:prstGeom>
          <a:solidFill>
            <a:srgbClr val="C2352F"/>
          </a:solidFill>
          <a:ln/>
        </p:spPr>
      </p:sp>
      <p:sp>
        <p:nvSpPr>
          <p:cNvPr id="134" name="Shape 132"/>
          <p:cNvSpPr/>
          <p:nvPr/>
        </p:nvSpPr>
        <p:spPr>
          <a:xfrm>
            <a:off x="9593957"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1062404" cy="110266"/>
          </a:xfrm>
          <a:prstGeom prst="rect">
            <a:avLst/>
          </a:prstGeom>
          <a:solidFill>
            <a:srgbClr val="12A566"/>
          </a:solidFill>
          <a:ln/>
        </p:spPr>
      </p:sp>
      <p:sp>
        <p:nvSpPr>
          <p:cNvPr id="140" name="Shape 138"/>
          <p:cNvSpPr/>
          <p:nvPr/>
        </p:nvSpPr>
        <p:spPr>
          <a:xfrm>
            <a:off x="9593957"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729747" cy="110266"/>
          </a:xfrm>
          <a:prstGeom prst="rect">
            <a:avLst/>
          </a:prstGeom>
          <a:solidFill>
            <a:srgbClr val="C2352F"/>
          </a:solidFill>
          <a:ln/>
        </p:spPr>
      </p:sp>
      <p:sp>
        <p:nvSpPr>
          <p:cNvPr id="145" name="Shape 143"/>
          <p:cNvSpPr/>
          <p:nvPr/>
        </p:nvSpPr>
        <p:spPr>
          <a:xfrm>
            <a:off x="9593957"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09976" cy="110266"/>
          </a:xfrm>
          <a:prstGeom prst="rect">
            <a:avLst/>
          </a:prstGeom>
          <a:solidFill>
            <a:srgbClr val="C2352F"/>
          </a:solidFill>
          <a:ln/>
        </p:spPr>
      </p:sp>
      <p:sp>
        <p:nvSpPr>
          <p:cNvPr id="150" name="Shape 148"/>
          <p:cNvSpPr/>
          <p:nvPr/>
        </p:nvSpPr>
        <p:spPr>
          <a:xfrm>
            <a:off x="9593957"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03612" cy="110266"/>
          </a:xfrm>
          <a:prstGeom prst="rect">
            <a:avLst/>
          </a:prstGeom>
          <a:solidFill>
            <a:srgbClr val="C2352F"/>
          </a:solidFill>
          <a:ln/>
        </p:spPr>
      </p:sp>
      <p:sp>
        <p:nvSpPr>
          <p:cNvPr id="155" name="Shape 153"/>
          <p:cNvSpPr/>
          <p:nvPr/>
        </p:nvSpPr>
        <p:spPr>
          <a:xfrm>
            <a:off x="9593957"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692411" cy="110266"/>
          </a:xfrm>
          <a:prstGeom prst="rect">
            <a:avLst/>
          </a:prstGeom>
          <a:solidFill>
            <a:srgbClr val="C2352F"/>
          </a:solidFill>
          <a:ln/>
        </p:spPr>
      </p:sp>
      <p:sp>
        <p:nvSpPr>
          <p:cNvPr id="160" name="Shape 158"/>
          <p:cNvSpPr/>
          <p:nvPr/>
        </p:nvSpPr>
        <p:spPr>
          <a:xfrm>
            <a:off x="9593957"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949294" cy="110266"/>
          </a:xfrm>
          <a:prstGeom prst="rect">
            <a:avLst/>
          </a:prstGeom>
          <a:solidFill>
            <a:srgbClr val="C2352F"/>
          </a:solidFill>
          <a:ln/>
        </p:spPr>
      </p:sp>
      <p:sp>
        <p:nvSpPr>
          <p:cNvPr id="166" name="Shape 164"/>
          <p:cNvSpPr/>
          <p:nvPr/>
        </p:nvSpPr>
        <p:spPr>
          <a:xfrm>
            <a:off x="9593957"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762245" cy="110266"/>
          </a:xfrm>
          <a:prstGeom prst="rect">
            <a:avLst/>
          </a:prstGeom>
          <a:solidFill>
            <a:srgbClr val="C2352F"/>
          </a:solidFill>
          <a:ln/>
        </p:spPr>
      </p:sp>
      <p:sp>
        <p:nvSpPr>
          <p:cNvPr id="172" name="Shape 170"/>
          <p:cNvSpPr/>
          <p:nvPr/>
        </p:nvSpPr>
        <p:spPr>
          <a:xfrm>
            <a:off x="9593957"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728956" cy="110266"/>
          </a:xfrm>
          <a:prstGeom prst="rect">
            <a:avLst/>
          </a:prstGeom>
          <a:solidFill>
            <a:srgbClr val="C2352F"/>
          </a:solidFill>
          <a:ln/>
        </p:spPr>
      </p:sp>
      <p:sp>
        <p:nvSpPr>
          <p:cNvPr id="178" name="Shape 176"/>
          <p:cNvSpPr/>
          <p:nvPr/>
        </p:nvSpPr>
        <p:spPr>
          <a:xfrm>
            <a:off x="9593957"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605092" cy="110266"/>
          </a:xfrm>
          <a:prstGeom prst="rect">
            <a:avLst/>
          </a:prstGeom>
          <a:solidFill>
            <a:srgbClr val="C2352F"/>
          </a:solidFill>
          <a:ln/>
        </p:spPr>
      </p:sp>
      <p:sp>
        <p:nvSpPr>
          <p:cNvPr id="184" name="Shape 182"/>
          <p:cNvSpPr/>
          <p:nvPr/>
        </p:nvSpPr>
        <p:spPr>
          <a:xfrm>
            <a:off x="9593957"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584948" cy="110266"/>
          </a:xfrm>
          <a:prstGeom prst="rect">
            <a:avLst/>
          </a:prstGeom>
          <a:solidFill>
            <a:srgbClr val="12A566"/>
          </a:solidFill>
          <a:ln/>
        </p:spPr>
      </p:sp>
      <p:sp>
        <p:nvSpPr>
          <p:cNvPr id="15" name="Shape 13"/>
          <p:cNvSpPr/>
          <p:nvPr/>
        </p:nvSpPr>
        <p:spPr>
          <a:xfrm>
            <a:off x="416132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531944" cy="110266"/>
          </a:xfrm>
          <a:prstGeom prst="rect">
            <a:avLst/>
          </a:prstGeom>
          <a:solidFill>
            <a:srgbClr val="12A566"/>
          </a:solidFill>
          <a:ln/>
        </p:spPr>
      </p:sp>
      <p:sp>
        <p:nvSpPr>
          <p:cNvPr id="20" name="Shape 18"/>
          <p:cNvSpPr/>
          <p:nvPr/>
        </p:nvSpPr>
        <p:spPr>
          <a:xfrm>
            <a:off x="416132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488739" cy="110266"/>
          </a:xfrm>
          <a:prstGeom prst="rect">
            <a:avLst/>
          </a:prstGeom>
          <a:solidFill>
            <a:srgbClr val="12A566"/>
          </a:solidFill>
          <a:ln/>
        </p:spPr>
      </p:sp>
      <p:sp>
        <p:nvSpPr>
          <p:cNvPr id="25" name="Shape 23"/>
          <p:cNvSpPr/>
          <p:nvPr/>
        </p:nvSpPr>
        <p:spPr>
          <a:xfrm>
            <a:off x="416132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465284" cy="110266"/>
          </a:xfrm>
          <a:prstGeom prst="rect">
            <a:avLst/>
          </a:prstGeom>
          <a:solidFill>
            <a:srgbClr val="12A566"/>
          </a:solidFill>
          <a:ln/>
        </p:spPr>
      </p:sp>
      <p:sp>
        <p:nvSpPr>
          <p:cNvPr id="30" name="Shape 28"/>
          <p:cNvSpPr/>
          <p:nvPr/>
        </p:nvSpPr>
        <p:spPr>
          <a:xfrm>
            <a:off x="416132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453454" cy="110266"/>
          </a:xfrm>
          <a:prstGeom prst="rect">
            <a:avLst/>
          </a:prstGeom>
          <a:solidFill>
            <a:srgbClr val="12A566"/>
          </a:solidFill>
          <a:ln/>
        </p:spPr>
      </p:sp>
      <p:sp>
        <p:nvSpPr>
          <p:cNvPr id="35" name="Shape 33"/>
          <p:cNvSpPr/>
          <p:nvPr/>
        </p:nvSpPr>
        <p:spPr>
          <a:xfrm>
            <a:off x="416132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392914" cy="110266"/>
          </a:xfrm>
          <a:prstGeom prst="rect">
            <a:avLst/>
          </a:prstGeom>
          <a:solidFill>
            <a:srgbClr val="12A566"/>
          </a:solidFill>
          <a:ln/>
        </p:spPr>
      </p:sp>
      <p:sp>
        <p:nvSpPr>
          <p:cNvPr id="40" name="Shape 38"/>
          <p:cNvSpPr/>
          <p:nvPr/>
        </p:nvSpPr>
        <p:spPr>
          <a:xfrm>
            <a:off x="416132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382090" cy="110266"/>
          </a:xfrm>
          <a:prstGeom prst="rect">
            <a:avLst/>
          </a:prstGeom>
          <a:solidFill>
            <a:srgbClr val="12A566"/>
          </a:solidFill>
          <a:ln/>
        </p:spPr>
      </p:sp>
      <p:sp>
        <p:nvSpPr>
          <p:cNvPr id="45" name="Shape 43"/>
          <p:cNvSpPr/>
          <p:nvPr/>
        </p:nvSpPr>
        <p:spPr>
          <a:xfrm>
            <a:off x="416132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290776" cy="110266"/>
          </a:xfrm>
          <a:prstGeom prst="rect">
            <a:avLst/>
          </a:prstGeom>
          <a:solidFill>
            <a:srgbClr val="12A566"/>
          </a:solidFill>
          <a:ln/>
        </p:spPr>
      </p:sp>
      <p:sp>
        <p:nvSpPr>
          <p:cNvPr id="50" name="Shape 48"/>
          <p:cNvSpPr/>
          <p:nvPr/>
        </p:nvSpPr>
        <p:spPr>
          <a:xfrm>
            <a:off x="416132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250314" cy="110266"/>
          </a:xfrm>
          <a:prstGeom prst="rect">
            <a:avLst/>
          </a:prstGeom>
          <a:solidFill>
            <a:srgbClr val="12A566"/>
          </a:solidFill>
          <a:ln/>
        </p:spPr>
      </p:sp>
      <p:sp>
        <p:nvSpPr>
          <p:cNvPr id="55" name="Shape 53"/>
          <p:cNvSpPr/>
          <p:nvPr/>
        </p:nvSpPr>
        <p:spPr>
          <a:xfrm>
            <a:off x="416132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249903" cy="110266"/>
          </a:xfrm>
          <a:prstGeom prst="rect">
            <a:avLst/>
          </a:prstGeom>
          <a:solidFill>
            <a:srgbClr val="12A566"/>
          </a:solidFill>
          <a:ln/>
        </p:spPr>
      </p:sp>
      <p:sp>
        <p:nvSpPr>
          <p:cNvPr id="60" name="Shape 58"/>
          <p:cNvSpPr/>
          <p:nvPr/>
        </p:nvSpPr>
        <p:spPr>
          <a:xfrm>
            <a:off x="416132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249400" cy="110266"/>
          </a:xfrm>
          <a:prstGeom prst="rect">
            <a:avLst/>
          </a:prstGeom>
          <a:solidFill>
            <a:srgbClr val="12A566"/>
          </a:solidFill>
          <a:ln/>
        </p:spPr>
      </p:sp>
      <p:sp>
        <p:nvSpPr>
          <p:cNvPr id="65" name="Shape 63"/>
          <p:cNvSpPr/>
          <p:nvPr/>
        </p:nvSpPr>
        <p:spPr>
          <a:xfrm>
            <a:off x="416132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244020" cy="110266"/>
          </a:xfrm>
          <a:prstGeom prst="rect">
            <a:avLst/>
          </a:prstGeom>
          <a:solidFill>
            <a:srgbClr val="12A566"/>
          </a:solidFill>
          <a:ln/>
        </p:spPr>
      </p:sp>
      <p:sp>
        <p:nvSpPr>
          <p:cNvPr id="70" name="Shape 68"/>
          <p:cNvSpPr/>
          <p:nvPr/>
        </p:nvSpPr>
        <p:spPr>
          <a:xfrm>
            <a:off x="416132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237592" cy="110266"/>
          </a:xfrm>
          <a:prstGeom prst="rect">
            <a:avLst/>
          </a:prstGeom>
          <a:solidFill>
            <a:srgbClr val="12A566"/>
          </a:solidFill>
          <a:ln/>
        </p:spPr>
      </p:sp>
      <p:sp>
        <p:nvSpPr>
          <p:cNvPr id="75" name="Shape 73"/>
          <p:cNvSpPr/>
          <p:nvPr/>
        </p:nvSpPr>
        <p:spPr>
          <a:xfrm>
            <a:off x="416132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15849" cy="110266"/>
          </a:xfrm>
          <a:prstGeom prst="rect">
            <a:avLst/>
          </a:prstGeom>
          <a:solidFill>
            <a:srgbClr val="12A566"/>
          </a:solidFill>
          <a:ln/>
        </p:spPr>
      </p:sp>
      <p:sp>
        <p:nvSpPr>
          <p:cNvPr id="80" name="Shape 78"/>
          <p:cNvSpPr/>
          <p:nvPr/>
        </p:nvSpPr>
        <p:spPr>
          <a:xfrm>
            <a:off x="416132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146869" cy="110266"/>
          </a:xfrm>
          <a:prstGeom prst="rect">
            <a:avLst/>
          </a:prstGeom>
          <a:solidFill>
            <a:srgbClr val="C2352F"/>
          </a:solidFill>
          <a:ln/>
        </p:spPr>
      </p:sp>
      <p:sp>
        <p:nvSpPr>
          <p:cNvPr id="85" name="Shape 83"/>
          <p:cNvSpPr/>
          <p:nvPr/>
        </p:nvSpPr>
        <p:spPr>
          <a:xfrm>
            <a:off x="416132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22936" cy="110266"/>
          </a:xfrm>
          <a:prstGeom prst="rect">
            <a:avLst/>
          </a:prstGeom>
          <a:solidFill>
            <a:srgbClr val="C2352F"/>
          </a:solidFill>
          <a:ln/>
        </p:spPr>
      </p:sp>
      <p:sp>
        <p:nvSpPr>
          <p:cNvPr id="90" name="Shape 88"/>
          <p:cNvSpPr/>
          <p:nvPr/>
        </p:nvSpPr>
        <p:spPr>
          <a:xfrm>
            <a:off x="416132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13406" cy="110266"/>
          </a:xfrm>
          <a:prstGeom prst="rect">
            <a:avLst/>
          </a:prstGeom>
          <a:solidFill>
            <a:srgbClr val="C2352F"/>
          </a:solidFill>
          <a:ln/>
        </p:spPr>
      </p:sp>
      <p:sp>
        <p:nvSpPr>
          <p:cNvPr id="95" name="Shape 93"/>
          <p:cNvSpPr/>
          <p:nvPr/>
        </p:nvSpPr>
        <p:spPr>
          <a:xfrm>
            <a:off x="416132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658471" cy="110266"/>
          </a:xfrm>
          <a:prstGeom prst="rect">
            <a:avLst/>
          </a:prstGeom>
          <a:solidFill>
            <a:srgbClr val="12A566"/>
          </a:solidFill>
          <a:ln/>
        </p:spPr>
      </p:sp>
      <p:sp>
        <p:nvSpPr>
          <p:cNvPr id="101" name="Shape 99"/>
          <p:cNvSpPr/>
          <p:nvPr/>
        </p:nvSpPr>
        <p:spPr>
          <a:xfrm>
            <a:off x="9711734"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631155" cy="110266"/>
          </a:xfrm>
          <a:prstGeom prst="rect">
            <a:avLst/>
          </a:prstGeom>
          <a:solidFill>
            <a:srgbClr val="12A566"/>
          </a:solidFill>
          <a:ln/>
        </p:spPr>
      </p:sp>
      <p:sp>
        <p:nvSpPr>
          <p:cNvPr id="107" name="Shape 105"/>
          <p:cNvSpPr/>
          <p:nvPr/>
        </p:nvSpPr>
        <p:spPr>
          <a:xfrm>
            <a:off x="9711734"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940756" cy="110266"/>
          </a:xfrm>
          <a:prstGeom prst="rect">
            <a:avLst/>
          </a:prstGeom>
          <a:solidFill>
            <a:srgbClr val="C2352F"/>
          </a:solidFill>
          <a:ln/>
        </p:spPr>
      </p:sp>
      <p:sp>
        <p:nvSpPr>
          <p:cNvPr id="112" name="Shape 110"/>
          <p:cNvSpPr/>
          <p:nvPr/>
        </p:nvSpPr>
        <p:spPr>
          <a:xfrm>
            <a:off x="971173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00750" cy="110266"/>
          </a:xfrm>
          <a:prstGeom prst="rect">
            <a:avLst/>
          </a:prstGeom>
          <a:solidFill>
            <a:srgbClr val="C2352F"/>
          </a:solidFill>
          <a:ln/>
        </p:spPr>
      </p:sp>
      <p:sp>
        <p:nvSpPr>
          <p:cNvPr id="117" name="Shape 115"/>
          <p:cNvSpPr/>
          <p:nvPr/>
        </p:nvSpPr>
        <p:spPr>
          <a:xfrm>
            <a:off x="971173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880007" cy="110266"/>
          </a:xfrm>
          <a:prstGeom prst="rect">
            <a:avLst/>
          </a:prstGeom>
          <a:solidFill>
            <a:srgbClr val="C2352F"/>
          </a:solidFill>
          <a:ln/>
        </p:spPr>
      </p:sp>
      <p:sp>
        <p:nvSpPr>
          <p:cNvPr id="122" name="Shape 120"/>
          <p:cNvSpPr/>
          <p:nvPr/>
        </p:nvSpPr>
        <p:spPr>
          <a:xfrm>
            <a:off x="971173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32284" cy="110266"/>
          </a:xfrm>
          <a:prstGeom prst="rect">
            <a:avLst/>
          </a:prstGeom>
          <a:solidFill>
            <a:srgbClr val="C2352F"/>
          </a:solidFill>
          <a:ln/>
        </p:spPr>
      </p:sp>
      <p:sp>
        <p:nvSpPr>
          <p:cNvPr id="127" name="Shape 125"/>
          <p:cNvSpPr/>
          <p:nvPr/>
        </p:nvSpPr>
        <p:spPr>
          <a:xfrm>
            <a:off x="971173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08680" cy="110266"/>
          </a:xfrm>
          <a:prstGeom prst="rect">
            <a:avLst/>
          </a:prstGeom>
          <a:solidFill>
            <a:srgbClr val="C2352F"/>
          </a:solidFill>
          <a:ln/>
        </p:spPr>
      </p:sp>
      <p:sp>
        <p:nvSpPr>
          <p:cNvPr id="132" name="Shape 130"/>
          <p:cNvSpPr/>
          <p:nvPr/>
        </p:nvSpPr>
        <p:spPr>
          <a:xfrm>
            <a:off x="971173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1292169" cy="110266"/>
          </a:xfrm>
          <a:prstGeom prst="rect">
            <a:avLst/>
          </a:prstGeom>
          <a:solidFill>
            <a:srgbClr val="12A566"/>
          </a:solidFill>
          <a:ln/>
        </p:spPr>
      </p:sp>
      <p:sp>
        <p:nvSpPr>
          <p:cNvPr id="138" name="Shape 136"/>
          <p:cNvSpPr/>
          <p:nvPr/>
        </p:nvSpPr>
        <p:spPr>
          <a:xfrm>
            <a:off x="9711734"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763360" cy="110266"/>
          </a:xfrm>
          <a:prstGeom prst="rect">
            <a:avLst/>
          </a:prstGeom>
          <a:solidFill>
            <a:srgbClr val="C2352F"/>
          </a:solidFill>
          <a:ln/>
        </p:spPr>
      </p:sp>
      <p:sp>
        <p:nvSpPr>
          <p:cNvPr id="143" name="Shape 141"/>
          <p:cNvSpPr/>
          <p:nvPr/>
        </p:nvSpPr>
        <p:spPr>
          <a:xfrm>
            <a:off x="971173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1269367" cy="110266"/>
          </a:xfrm>
          <a:prstGeom prst="rect">
            <a:avLst/>
          </a:prstGeom>
          <a:solidFill>
            <a:srgbClr val="12A566"/>
          </a:solidFill>
          <a:ln/>
        </p:spPr>
      </p:sp>
      <p:sp>
        <p:nvSpPr>
          <p:cNvPr id="149" name="Shape 147"/>
          <p:cNvSpPr/>
          <p:nvPr/>
        </p:nvSpPr>
        <p:spPr>
          <a:xfrm>
            <a:off x="9711734"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690045" cy="110266"/>
          </a:xfrm>
          <a:prstGeom prst="rect">
            <a:avLst/>
          </a:prstGeom>
          <a:solidFill>
            <a:srgbClr val="C2352F"/>
          </a:solidFill>
          <a:ln/>
        </p:spPr>
      </p:sp>
      <p:sp>
        <p:nvSpPr>
          <p:cNvPr id="154" name="Shape 152"/>
          <p:cNvSpPr/>
          <p:nvPr/>
        </p:nvSpPr>
        <p:spPr>
          <a:xfrm>
            <a:off x="971173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1120679" cy="110266"/>
          </a:xfrm>
          <a:prstGeom prst="rect">
            <a:avLst/>
          </a:prstGeom>
          <a:solidFill>
            <a:srgbClr val="C2352F"/>
          </a:solidFill>
          <a:ln/>
        </p:spPr>
      </p:sp>
      <p:sp>
        <p:nvSpPr>
          <p:cNvPr id="160" name="Shape 158"/>
          <p:cNvSpPr/>
          <p:nvPr/>
        </p:nvSpPr>
        <p:spPr>
          <a:xfrm>
            <a:off x="9711734"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982182" cy="110266"/>
          </a:xfrm>
          <a:prstGeom prst="rect">
            <a:avLst/>
          </a:prstGeom>
          <a:solidFill>
            <a:srgbClr val="C2352F"/>
          </a:solidFill>
          <a:ln/>
        </p:spPr>
      </p:sp>
      <p:sp>
        <p:nvSpPr>
          <p:cNvPr id="166" name="Shape 164"/>
          <p:cNvSpPr/>
          <p:nvPr/>
        </p:nvSpPr>
        <p:spPr>
          <a:xfrm>
            <a:off x="9711734"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981891" cy="110266"/>
          </a:xfrm>
          <a:prstGeom prst="rect">
            <a:avLst/>
          </a:prstGeom>
          <a:solidFill>
            <a:srgbClr val="C2352F"/>
          </a:solidFill>
          <a:ln/>
        </p:spPr>
      </p:sp>
      <p:sp>
        <p:nvSpPr>
          <p:cNvPr id="172" name="Shape 170"/>
          <p:cNvSpPr/>
          <p:nvPr/>
        </p:nvSpPr>
        <p:spPr>
          <a:xfrm>
            <a:off x="9711734"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981057" cy="110266"/>
          </a:xfrm>
          <a:prstGeom prst="rect">
            <a:avLst/>
          </a:prstGeom>
          <a:solidFill>
            <a:srgbClr val="C2352F"/>
          </a:solidFill>
          <a:ln/>
        </p:spPr>
      </p:sp>
      <p:sp>
        <p:nvSpPr>
          <p:cNvPr id="178" name="Shape 176"/>
          <p:cNvSpPr/>
          <p:nvPr/>
        </p:nvSpPr>
        <p:spPr>
          <a:xfrm>
            <a:off x="9711734"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910335" cy="110266"/>
          </a:xfrm>
          <a:prstGeom prst="rect">
            <a:avLst/>
          </a:prstGeom>
          <a:solidFill>
            <a:srgbClr val="C2352F"/>
          </a:solidFill>
          <a:ln/>
        </p:spPr>
      </p:sp>
      <p:sp>
        <p:nvSpPr>
          <p:cNvPr id="184" name="Shape 182"/>
          <p:cNvSpPr/>
          <p:nvPr/>
        </p:nvSpPr>
        <p:spPr>
          <a:xfrm>
            <a:off x="971173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58471" cy="110266"/>
          </a:xfrm>
          <a:prstGeom prst="rect">
            <a:avLst/>
          </a:prstGeom>
          <a:solidFill>
            <a:srgbClr val="12A566"/>
          </a:solidFill>
          <a:ln/>
        </p:spPr>
      </p:sp>
      <p:sp>
        <p:nvSpPr>
          <p:cNvPr id="15" name="Shape 13"/>
          <p:cNvSpPr/>
          <p:nvPr/>
        </p:nvSpPr>
        <p:spPr>
          <a:xfrm>
            <a:off x="3675864"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41954" cy="110266"/>
          </a:xfrm>
          <a:prstGeom prst="rect">
            <a:avLst/>
          </a:prstGeom>
          <a:solidFill>
            <a:srgbClr val="12A566"/>
          </a:solidFill>
          <a:ln/>
        </p:spPr>
      </p:sp>
      <p:sp>
        <p:nvSpPr>
          <p:cNvPr id="20" name="Shape 18"/>
          <p:cNvSpPr/>
          <p:nvPr/>
        </p:nvSpPr>
        <p:spPr>
          <a:xfrm>
            <a:off x="3675864"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13250" cy="110266"/>
          </a:xfrm>
          <a:prstGeom prst="rect">
            <a:avLst/>
          </a:prstGeom>
          <a:solidFill>
            <a:srgbClr val="12A566"/>
          </a:solidFill>
          <a:ln/>
        </p:spPr>
      </p:sp>
      <p:sp>
        <p:nvSpPr>
          <p:cNvPr id="25" name="Shape 23"/>
          <p:cNvSpPr/>
          <p:nvPr/>
        </p:nvSpPr>
        <p:spPr>
          <a:xfrm>
            <a:off x="3675864"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66361" cy="110266"/>
          </a:xfrm>
          <a:prstGeom prst="rect">
            <a:avLst/>
          </a:prstGeom>
          <a:solidFill>
            <a:srgbClr val="12A566"/>
          </a:solidFill>
          <a:ln/>
        </p:spPr>
      </p:sp>
      <p:sp>
        <p:nvSpPr>
          <p:cNvPr id="30" name="Shape 28"/>
          <p:cNvSpPr/>
          <p:nvPr/>
        </p:nvSpPr>
        <p:spPr>
          <a:xfrm>
            <a:off x="3675864"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58457" cy="110266"/>
          </a:xfrm>
          <a:prstGeom prst="rect">
            <a:avLst/>
          </a:prstGeom>
          <a:solidFill>
            <a:srgbClr val="12A566"/>
          </a:solidFill>
          <a:ln/>
        </p:spPr>
      </p:sp>
      <p:sp>
        <p:nvSpPr>
          <p:cNvPr id="35" name="Shape 33"/>
          <p:cNvSpPr/>
          <p:nvPr/>
        </p:nvSpPr>
        <p:spPr>
          <a:xfrm>
            <a:off x="3675864"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08517" cy="110266"/>
          </a:xfrm>
          <a:prstGeom prst="rect">
            <a:avLst/>
          </a:prstGeom>
          <a:solidFill>
            <a:srgbClr val="12A566"/>
          </a:solidFill>
          <a:ln/>
        </p:spPr>
      </p:sp>
      <p:sp>
        <p:nvSpPr>
          <p:cNvPr id="40" name="Shape 38"/>
          <p:cNvSpPr/>
          <p:nvPr/>
        </p:nvSpPr>
        <p:spPr>
          <a:xfrm>
            <a:off x="3675864"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1208610" cy="110266"/>
          </a:xfrm>
          <a:prstGeom prst="rect">
            <a:avLst/>
          </a:prstGeom>
          <a:solidFill>
            <a:srgbClr val="12A566"/>
          </a:solidFill>
          <a:ln/>
        </p:spPr>
      </p:sp>
      <p:sp>
        <p:nvSpPr>
          <p:cNvPr id="46" name="Shape 44"/>
          <p:cNvSpPr/>
          <p:nvPr/>
        </p:nvSpPr>
        <p:spPr>
          <a:xfrm>
            <a:off x="3675864"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693414" cy="110266"/>
          </a:xfrm>
          <a:prstGeom prst="rect">
            <a:avLst/>
          </a:prstGeom>
          <a:solidFill>
            <a:srgbClr val="12A566"/>
          </a:solidFill>
          <a:ln/>
        </p:spPr>
      </p:sp>
      <p:sp>
        <p:nvSpPr>
          <p:cNvPr id="51" name="Shape 49"/>
          <p:cNvSpPr/>
          <p:nvPr/>
        </p:nvSpPr>
        <p:spPr>
          <a:xfrm>
            <a:off x="3675864"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47677" cy="110266"/>
          </a:xfrm>
          <a:prstGeom prst="rect">
            <a:avLst/>
          </a:prstGeom>
          <a:solidFill>
            <a:srgbClr val="C2352F"/>
          </a:solidFill>
          <a:ln/>
        </p:spPr>
      </p:sp>
      <p:sp>
        <p:nvSpPr>
          <p:cNvPr id="56" name="Shape 54"/>
          <p:cNvSpPr/>
          <p:nvPr/>
        </p:nvSpPr>
        <p:spPr>
          <a:xfrm>
            <a:off x="3675864"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36291" cy="110266"/>
          </a:xfrm>
          <a:prstGeom prst="rect">
            <a:avLst/>
          </a:prstGeom>
          <a:solidFill>
            <a:srgbClr val="C2352F"/>
          </a:solidFill>
          <a:ln/>
        </p:spPr>
      </p:sp>
      <p:sp>
        <p:nvSpPr>
          <p:cNvPr id="61" name="Shape 59"/>
          <p:cNvSpPr/>
          <p:nvPr/>
        </p:nvSpPr>
        <p:spPr>
          <a:xfrm>
            <a:off x="3675864"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10998" cy="110266"/>
          </a:xfrm>
          <a:prstGeom prst="rect">
            <a:avLst/>
          </a:prstGeom>
          <a:solidFill>
            <a:srgbClr val="C2352F"/>
          </a:solidFill>
          <a:ln/>
        </p:spPr>
      </p:sp>
      <p:sp>
        <p:nvSpPr>
          <p:cNvPr id="66" name="Shape 64"/>
          <p:cNvSpPr/>
          <p:nvPr/>
        </p:nvSpPr>
        <p:spPr>
          <a:xfrm>
            <a:off x="3675864"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599576" cy="110266"/>
          </a:xfrm>
          <a:prstGeom prst="rect">
            <a:avLst/>
          </a:prstGeom>
          <a:solidFill>
            <a:srgbClr val="C2352F"/>
          </a:solidFill>
          <a:ln/>
        </p:spPr>
      </p:sp>
      <p:sp>
        <p:nvSpPr>
          <p:cNvPr id="71" name="Shape 69"/>
          <p:cNvSpPr/>
          <p:nvPr/>
        </p:nvSpPr>
        <p:spPr>
          <a:xfrm>
            <a:off x="3675864"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902480" cy="110266"/>
          </a:xfrm>
          <a:prstGeom prst="rect">
            <a:avLst/>
          </a:prstGeom>
          <a:solidFill>
            <a:srgbClr val="12A566"/>
          </a:solidFill>
          <a:ln/>
        </p:spPr>
      </p:sp>
      <p:sp>
        <p:nvSpPr>
          <p:cNvPr id="77" name="Shape 75"/>
          <p:cNvSpPr/>
          <p:nvPr/>
        </p:nvSpPr>
        <p:spPr>
          <a:xfrm>
            <a:off x="3675864"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77815" cy="110266"/>
          </a:xfrm>
          <a:prstGeom prst="rect">
            <a:avLst/>
          </a:prstGeom>
          <a:solidFill>
            <a:srgbClr val="C2352F"/>
          </a:solidFill>
          <a:ln/>
        </p:spPr>
      </p:sp>
      <p:sp>
        <p:nvSpPr>
          <p:cNvPr id="82" name="Shape 80"/>
          <p:cNvSpPr/>
          <p:nvPr/>
        </p:nvSpPr>
        <p:spPr>
          <a:xfrm>
            <a:off x="3675864"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70170" cy="110266"/>
          </a:xfrm>
          <a:prstGeom prst="rect">
            <a:avLst/>
          </a:prstGeom>
          <a:solidFill>
            <a:srgbClr val="C2352F"/>
          </a:solidFill>
          <a:ln/>
        </p:spPr>
      </p:sp>
      <p:sp>
        <p:nvSpPr>
          <p:cNvPr id="87" name="Shape 85"/>
          <p:cNvSpPr/>
          <p:nvPr/>
        </p:nvSpPr>
        <p:spPr>
          <a:xfrm>
            <a:off x="3675864"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819371" cy="110266"/>
          </a:xfrm>
          <a:prstGeom prst="rect">
            <a:avLst/>
          </a:prstGeom>
          <a:solidFill>
            <a:srgbClr val="12A566"/>
          </a:solidFill>
          <a:ln/>
        </p:spPr>
      </p:sp>
      <p:sp>
        <p:nvSpPr>
          <p:cNvPr id="93" name="Shape 91"/>
          <p:cNvSpPr/>
          <p:nvPr/>
        </p:nvSpPr>
        <p:spPr>
          <a:xfrm>
            <a:off x="3675864"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30626" cy="110266"/>
          </a:xfrm>
          <a:prstGeom prst="rect">
            <a:avLst/>
          </a:prstGeom>
          <a:solidFill>
            <a:srgbClr val="C2352F"/>
          </a:solidFill>
          <a:ln/>
        </p:spPr>
      </p:sp>
      <p:sp>
        <p:nvSpPr>
          <p:cNvPr id="98" name="Shape 96"/>
          <p:cNvSpPr/>
          <p:nvPr/>
        </p:nvSpPr>
        <p:spPr>
          <a:xfrm>
            <a:off x="3675864"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00448" cy="110266"/>
          </a:xfrm>
          <a:prstGeom prst="rect">
            <a:avLst/>
          </a:prstGeom>
          <a:solidFill>
            <a:srgbClr val="C2352F"/>
          </a:solidFill>
          <a:ln/>
        </p:spPr>
      </p:sp>
      <p:sp>
        <p:nvSpPr>
          <p:cNvPr id="103" name="Shape 101"/>
          <p:cNvSpPr/>
          <p:nvPr/>
        </p:nvSpPr>
        <p:spPr>
          <a:xfrm>
            <a:off x="9226272"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85961" cy="110266"/>
          </a:xfrm>
          <a:prstGeom prst="rect">
            <a:avLst/>
          </a:prstGeom>
          <a:solidFill>
            <a:srgbClr val="C2352F"/>
          </a:solidFill>
          <a:ln/>
        </p:spPr>
      </p:sp>
      <p:sp>
        <p:nvSpPr>
          <p:cNvPr id="108" name="Shape 106"/>
          <p:cNvSpPr/>
          <p:nvPr/>
        </p:nvSpPr>
        <p:spPr>
          <a:xfrm>
            <a:off x="9226272"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717480" cy="110266"/>
          </a:xfrm>
          <a:prstGeom prst="rect">
            <a:avLst/>
          </a:prstGeom>
          <a:solidFill>
            <a:srgbClr val="12A566"/>
          </a:solidFill>
          <a:ln/>
        </p:spPr>
      </p:sp>
      <p:sp>
        <p:nvSpPr>
          <p:cNvPr id="114" name="Shape 112"/>
          <p:cNvSpPr/>
          <p:nvPr/>
        </p:nvSpPr>
        <p:spPr>
          <a:xfrm>
            <a:off x="9226272"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707906" cy="110266"/>
          </a:xfrm>
          <a:prstGeom prst="rect">
            <a:avLst/>
          </a:prstGeom>
          <a:solidFill>
            <a:srgbClr val="12A566"/>
          </a:solidFill>
          <a:ln/>
        </p:spPr>
      </p:sp>
      <p:sp>
        <p:nvSpPr>
          <p:cNvPr id="120" name="Shape 118"/>
          <p:cNvSpPr/>
          <p:nvPr/>
        </p:nvSpPr>
        <p:spPr>
          <a:xfrm>
            <a:off x="9226272"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42919" cy="110266"/>
          </a:xfrm>
          <a:prstGeom prst="rect">
            <a:avLst/>
          </a:prstGeom>
          <a:solidFill>
            <a:srgbClr val="C2352F"/>
          </a:solidFill>
          <a:ln/>
        </p:spPr>
      </p:sp>
      <p:sp>
        <p:nvSpPr>
          <p:cNvPr id="125" name="Shape 123"/>
          <p:cNvSpPr/>
          <p:nvPr/>
        </p:nvSpPr>
        <p:spPr>
          <a:xfrm>
            <a:off x="9226272"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41477" cy="110266"/>
          </a:xfrm>
          <a:prstGeom prst="rect">
            <a:avLst/>
          </a:prstGeom>
          <a:solidFill>
            <a:srgbClr val="C2352F"/>
          </a:solidFill>
          <a:ln/>
        </p:spPr>
      </p:sp>
      <p:sp>
        <p:nvSpPr>
          <p:cNvPr id="130" name="Shape 128"/>
          <p:cNvSpPr/>
          <p:nvPr/>
        </p:nvSpPr>
        <p:spPr>
          <a:xfrm>
            <a:off x="9226272"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619947" cy="110266"/>
          </a:xfrm>
          <a:prstGeom prst="rect">
            <a:avLst/>
          </a:prstGeom>
          <a:solidFill>
            <a:srgbClr val="C2352F"/>
          </a:solidFill>
          <a:ln/>
        </p:spPr>
      </p:sp>
      <p:sp>
        <p:nvSpPr>
          <p:cNvPr id="136" name="Shape 134"/>
          <p:cNvSpPr/>
          <p:nvPr/>
        </p:nvSpPr>
        <p:spPr>
          <a:xfrm>
            <a:off x="9226272"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77230" cy="110266"/>
          </a:xfrm>
          <a:prstGeom prst="rect">
            <a:avLst/>
          </a:prstGeom>
          <a:solidFill>
            <a:srgbClr val="C2352F"/>
          </a:solidFill>
          <a:ln/>
        </p:spPr>
      </p:sp>
      <p:sp>
        <p:nvSpPr>
          <p:cNvPr id="141" name="Shape 139"/>
          <p:cNvSpPr/>
          <p:nvPr/>
        </p:nvSpPr>
        <p:spPr>
          <a:xfrm>
            <a:off x="9226272"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73849" cy="110266"/>
          </a:xfrm>
          <a:prstGeom prst="rect">
            <a:avLst/>
          </a:prstGeom>
          <a:solidFill>
            <a:srgbClr val="C2352F"/>
          </a:solidFill>
          <a:ln/>
        </p:spPr>
      </p:sp>
      <p:sp>
        <p:nvSpPr>
          <p:cNvPr id="146" name="Shape 144"/>
          <p:cNvSpPr/>
          <p:nvPr/>
        </p:nvSpPr>
        <p:spPr>
          <a:xfrm>
            <a:off x="9226272"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57077" cy="110266"/>
          </a:xfrm>
          <a:prstGeom prst="rect">
            <a:avLst/>
          </a:prstGeom>
          <a:solidFill>
            <a:srgbClr val="C2352F"/>
          </a:solidFill>
          <a:ln/>
        </p:spPr>
      </p:sp>
      <p:sp>
        <p:nvSpPr>
          <p:cNvPr id="151" name="Shape 149"/>
          <p:cNvSpPr/>
          <p:nvPr/>
        </p:nvSpPr>
        <p:spPr>
          <a:xfrm>
            <a:off x="9226272"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29917" cy="110266"/>
          </a:xfrm>
          <a:prstGeom prst="rect">
            <a:avLst/>
          </a:prstGeom>
          <a:solidFill>
            <a:srgbClr val="C2352F"/>
          </a:solidFill>
          <a:ln/>
        </p:spPr>
      </p:sp>
      <p:sp>
        <p:nvSpPr>
          <p:cNvPr id="156" name="Shape 154"/>
          <p:cNvSpPr/>
          <p:nvPr/>
        </p:nvSpPr>
        <p:spPr>
          <a:xfrm>
            <a:off x="9226272"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488532" cy="110266"/>
          </a:xfrm>
          <a:prstGeom prst="rect">
            <a:avLst/>
          </a:prstGeom>
          <a:solidFill>
            <a:srgbClr val="C2352F"/>
          </a:solidFill>
          <a:ln/>
        </p:spPr>
      </p:sp>
      <p:sp>
        <p:nvSpPr>
          <p:cNvPr id="162" name="Shape 160"/>
          <p:cNvSpPr/>
          <p:nvPr/>
        </p:nvSpPr>
        <p:spPr>
          <a:xfrm>
            <a:off x="9226272"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2404" cy="110266"/>
          </a:xfrm>
          <a:prstGeom prst="rect">
            <a:avLst/>
          </a:prstGeom>
          <a:solidFill>
            <a:srgbClr val="C2352F"/>
          </a:solidFill>
          <a:ln/>
        </p:spPr>
      </p:sp>
      <p:sp>
        <p:nvSpPr>
          <p:cNvPr id="167" name="Shape 165"/>
          <p:cNvSpPr/>
          <p:nvPr/>
        </p:nvSpPr>
        <p:spPr>
          <a:xfrm>
            <a:off x="9226272"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49232" cy="110266"/>
          </a:xfrm>
          <a:prstGeom prst="rect">
            <a:avLst/>
          </a:prstGeom>
          <a:solidFill>
            <a:srgbClr val="C2352F"/>
          </a:solidFill>
          <a:ln/>
        </p:spPr>
      </p:sp>
      <p:sp>
        <p:nvSpPr>
          <p:cNvPr id="172" name="Shape 170"/>
          <p:cNvSpPr/>
          <p:nvPr/>
        </p:nvSpPr>
        <p:spPr>
          <a:xfrm>
            <a:off x="9226272"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349030" cy="110266"/>
          </a:xfrm>
          <a:prstGeom prst="rect">
            <a:avLst/>
          </a:prstGeom>
          <a:solidFill>
            <a:srgbClr val="C2352F"/>
          </a:solidFill>
          <a:ln/>
        </p:spPr>
      </p:sp>
      <p:sp>
        <p:nvSpPr>
          <p:cNvPr id="178" name="Shape 176"/>
          <p:cNvSpPr/>
          <p:nvPr/>
        </p:nvSpPr>
        <p:spPr>
          <a:xfrm>
            <a:off x="9226272"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291998" cy="110266"/>
          </a:xfrm>
          <a:prstGeom prst="rect">
            <a:avLst/>
          </a:prstGeom>
          <a:solidFill>
            <a:srgbClr val="C2352F"/>
          </a:solidFill>
          <a:ln/>
        </p:spPr>
      </p:sp>
      <p:sp>
        <p:nvSpPr>
          <p:cNvPr id="184" name="Shape 182"/>
          <p:cNvSpPr/>
          <p:nvPr/>
        </p:nvSpPr>
        <p:spPr>
          <a:xfrm>
            <a:off x="9226272"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2026-10-23T18:49:48Z</dcterms:created>
  <dcterms:modified xsi:type="dcterms:W3CDTF">2026-10-23T18:49:48Z</dcterms:modified>
</cp:coreProperties>
</file>