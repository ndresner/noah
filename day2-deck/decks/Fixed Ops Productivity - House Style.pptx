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chart" Target="/ppt/charts/chart20.xml"/><Relationship Id="rId4" Type="http://schemas.openxmlformats.org/officeDocument/2006/relationships/chart" Target="/ppt/charts/chart21.xml"/><Relationship Id="rId5" Type="http://schemas.openxmlformats.org/officeDocument/2006/relationships/chart" Target="/ppt/charts/chart22.xml"/><Relationship Id="rId6" Type="http://schemas.openxmlformats.org/officeDocument/2006/relationships/chart" Target="/ppt/charts/chart23.xml"/><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chart" Target="/ppt/charts/chart28.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2026-10-24T20:52:27Z</dcterms:created>
  <dcterms:modified xsi:type="dcterms:W3CDTF">2026-10-24T20:52:27Z</dcterms:modified>
</cp:coreProperties>
</file>