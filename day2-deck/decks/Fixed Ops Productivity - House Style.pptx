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chart" Target="/ppt/charts/chart8.xml"/><Relationship Id="rId5" Type="http://schemas.openxmlformats.org/officeDocument/2006/relationships/chart" Target="/ppt/charts/chart9.xml"/><Relationship Id="rId6" Type="http://schemas.openxmlformats.org/officeDocument/2006/relationships/chart" Target="/ppt/charts/chart10.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chart" Target="/ppt/charts/chart22.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chart" Target="/ppt/charts/chart25.xml"/><Relationship Id="rId4" Type="http://schemas.openxmlformats.org/officeDocument/2006/relationships/chart" Target="/ppt/charts/chart26.xm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2026-10-22T19:36:26Z</dcterms:created>
  <dcterms:modified xsi:type="dcterms:W3CDTF">2026-10-22T19:36:26Z</dcterms:modified>
</cp:coreProperties>
</file>