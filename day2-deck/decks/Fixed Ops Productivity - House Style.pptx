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8.xml" ContentType="application/vnd.openxmlformats-officedocument.drawingml.chart+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8.xml" ContentType="application/vnd.openxmlformats-officedocument.drawingml.chart+xml"/>
  <Override PartName="/ppt/charts/chart79.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Relationships xmlns="http://schemas.openxmlformats.org/package/2006/relationships"><Relationship Id="rId1" Type="http://schemas.openxmlformats.org/officeDocument/2006/relationships/package" Target="../embeddings/Microsoft_Excel_Worksheet10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8524.888437499998</c:v>
                </c:pt>
                <c:pt idx="1">
                  <c:v>8524.888437499998</c:v>
                </c:pt>
                <c:pt idx="2">
                  <c:v>8524.888437499998</c:v>
                </c:pt>
                <c:pt idx="3">
                  <c:v>8524.888437499998</c:v>
                </c:pt>
                <c:pt idx="4">
                  <c:v>8524.888437499998</c:v>
                </c:pt>
                <c:pt idx="5">
                  <c:v>8524.888437499998</c:v>
                </c:pt>
                <c:pt idx="6">
                  <c:v>8524.888437499998</c:v>
                </c:pt>
                <c:pt idx="7">
                  <c:v>8524.888437499998</c:v>
                </c:pt>
                <c:pt idx="8">
                  <c:v>8524.888437499998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14023.628358208958</c:v>
                </c:pt>
                <c:pt idx="1">
                  <c:v>14023.628358208958</c:v>
                </c:pt>
                <c:pt idx="2">
                  <c:v>14023.628358208958</c:v>
                </c:pt>
                <c:pt idx="3">
                  <c:v>14023.628358208958</c:v>
                </c:pt>
                <c:pt idx="4">
                  <c:v>14023.628358208958</c:v>
                </c:pt>
                <c:pt idx="5">
                  <c:v>14023.628358208958</c:v>
                </c:pt>
                <c:pt idx="6">
                  <c:v>14023.628358208958</c:v>
                </c:pt>
                <c:pt idx="7">
                  <c:v>14023.628358208958</c:v>
                </c:pt>
                <c:pt idx="8">
                  <c:v>14023.628358208958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c:v>
                </c:pt>
                <c:pt idx="1">
                  <c:v>119.8</c:v>
                </c:pt>
                <c:pt idx="2">
                  <c:v>121.2</c:v>
                </c:pt>
                <c:pt idx="3">
                  <c:v>118.6</c:v>
                </c:pt>
                <c:pt idx="4">
                  <c:v>154.25</c:v>
                </c:pt>
                <c:pt idx="5">
                  <c:v>141.75</c:v>
                </c:pt>
                <c:pt idx="6">
                  <c:v>152</c:v>
                </c:pt>
                <c:pt idx="7">
                  <c:v>159.5</c:v>
                </c:pt>
                <c:pt idx="8">
                  <c:v>132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153.33333333333334</c:v>
                </c:pt>
                <c:pt idx="1">
                  <c:v>168.33333333333334</c:v>
                </c:pt>
                <c:pt idx="2">
                  <c:v>187</c:v>
                </c:pt>
                <c:pt idx="3">
                  <c:v>195</c:v>
                </c:pt>
                <c:pt idx="4">
                  <c:v>185.66666666666666</c:v>
                </c:pt>
                <c:pt idx="5">
                  <c:v>196.33333333333334</c:v>
                </c:pt>
                <c:pt idx="6">
                  <c:v>191</c:v>
                </c:pt>
                <c:pt idx="7">
                  <c:v>180.66666666666666</c:v>
                </c:pt>
                <c:pt idx="8">
                  <c:v>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55200000000002"/>
          <c:min val="112.38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c:v>
                </c:pt>
                <c:pt idx="1">
                  <c:v>116.66666666666667</c:v>
                </c:pt>
                <c:pt idx="2">
                  <c:v>106.66666666666667</c:v>
                </c:pt>
                <c:pt idx="3">
                  <c:v>111.66666666666667</c:v>
                </c:pt>
                <c:pt idx="4">
                  <c:v>103</c:v>
                </c:pt>
                <c:pt idx="5">
                  <c:v>103.33333333333333</c:v>
                </c:pt>
                <c:pt idx="6">
                  <c:v>125.33333333333333</c:v>
                </c:pt>
                <c:pt idx="7">
                  <c:v>132</c:v>
                </c:pt>
                <c:pt idx="8">
                  <c:v>142.66666666666666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132</c:v>
                </c:pt>
                <c:pt idx="1">
                  <c:v>140.66666666666666</c:v>
                </c:pt>
                <c:pt idx="2">
                  <c:v>142.66666666666666</c:v>
                </c:pt>
                <c:pt idx="3">
                  <c:v>148.33333333333334</c:v>
                </c:pt>
                <c:pt idx="4">
                  <c:v>160.33333333333334</c:v>
                </c:pt>
                <c:pt idx="5">
                  <c:v>184</c:v>
                </c:pt>
                <c:pt idx="6">
                  <c:v>177.66666666666666</c:v>
                </c:pt>
                <c:pt idx="7">
                  <c:v>147.33333333333334</c:v>
                </c:pt>
                <c:pt idx="8">
                  <c:v>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0.48"/>
          <c:min val="9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216.375</c:v>
                </c:pt>
                <c:pt idx="1">
                  <c:v>183</c:v>
                </c:pt>
                <c:pt idx="2">
                  <c:v>197.5</c:v>
                </c:pt>
                <c:pt idx="3">
                  <c:v>223.375</c:v>
                </c:pt>
                <c:pt idx="4">
                  <c:v>219.625</c:v>
                </c:pt>
                <c:pt idx="5">
                  <c:v>238.14285714285714</c:v>
                </c:pt>
                <c:pt idx="6">
                  <c:v>254.85714285714286</c:v>
                </c:pt>
                <c:pt idx="7">
                  <c:v>246</c:v>
                </c:pt>
                <c:pt idx="8">
                  <c:v>225.28571428571428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243.28571428571428</c:v>
                </c:pt>
                <c:pt idx="1">
                  <c:v>206.42857142857142</c:v>
                </c:pt>
                <c:pt idx="2">
                  <c:v>265.85714285714283</c:v>
                </c:pt>
                <c:pt idx="3">
                  <c:v>245.57142857142858</c:v>
                </c:pt>
                <c:pt idx="4">
                  <c:v>252</c:v>
                </c:pt>
                <c:pt idx="5">
                  <c:v>273.7142857142857</c:v>
                </c:pt>
                <c:pt idx="6">
                  <c:v>273.2857142857143</c:v>
                </c:pt>
                <c:pt idx="7">
                  <c:v>255.71428571428572</c:v>
                </c:pt>
                <c:pt idx="8">
                  <c:v>261.85714285714283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9714285714286"/>
          <c:min val="175.742857142857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c:v>
                </c:pt>
                <c:pt idx="1">
                  <c:v>164</c:v>
                </c:pt>
                <c:pt idx="2">
                  <c:v>194.33333333333334</c:v>
                </c:pt>
                <c:pt idx="3">
                  <c:v>178</c:v>
                </c:pt>
                <c:pt idx="4">
                  <c:v>189.75</c:v>
                </c:pt>
                <c:pt idx="5">
                  <c:v>174.75</c:v>
                </c:pt>
                <c:pt idx="6">
                  <c:v>189.75</c:v>
                </c:pt>
                <c:pt idx="7">
                  <c:v>160.75</c:v>
                </c:pt>
                <c:pt idx="8">
                  <c:v>129.25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197.33333333333334</c:v>
                </c:pt>
                <c:pt idx="1">
                  <c:v>176</c:v>
                </c:pt>
                <c:pt idx="2">
                  <c:v>208.66666666666666</c:v>
                </c:pt>
                <c:pt idx="3">
                  <c:v>212</c:v>
                </c:pt>
                <c:pt idx="4">
                  <c:v>179.66666666666666</c:v>
                </c:pt>
                <c:pt idx="5">
                  <c:v>204.66666666666666</c:v>
                </c:pt>
                <c:pt idx="6">
                  <c:v>196.33333333333334</c:v>
                </c:pt>
                <c:pt idx="7">
                  <c:v>186</c:v>
                </c:pt>
                <c:pt idx="8">
                  <c:v>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8.62"/>
          <c:min val="12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153.28571428571428</c:v>
                </c:pt>
                <c:pt idx="1">
                  <c:v>145.42857142857142</c:v>
                </c:pt>
                <c:pt idx="2">
                  <c:v>169</c:v>
                </c:pt>
                <c:pt idx="3">
                  <c:v>149.14285714285714</c:v>
                </c:pt>
                <c:pt idx="4">
                  <c:v>152.57142857142858</c:v>
                </c:pt>
                <c:pt idx="5">
                  <c:v>188.83333333333334</c:v>
                </c:pt>
                <c:pt idx="6">
                  <c:v>185.5</c:v>
                </c:pt>
                <c:pt idx="7">
                  <c:v>191.83333333333334</c:v>
                </c:pt>
                <c:pt idx="8">
                  <c:v>165.66666666666666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187.8</c:v>
                </c:pt>
                <c:pt idx="1">
                  <c:v>165.6</c:v>
                </c:pt>
                <c:pt idx="2">
                  <c:v>201.2</c:v>
                </c:pt>
                <c:pt idx="3">
                  <c:v>164.66666666666666</c:v>
                </c:pt>
                <c:pt idx="4">
                  <c:v>153.66666666666666</c:v>
                </c:pt>
                <c:pt idx="5">
                  <c:v>187.33333333333334</c:v>
                </c:pt>
                <c:pt idx="6">
                  <c:v>202.2</c:v>
                </c:pt>
                <c:pt idx="7">
                  <c:v>198.8</c:v>
                </c:pt>
                <c:pt idx="8">
                  <c:v>169.16666666666666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4171428571427"/>
          <c:min val="140.886857142857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318</c:v>
                </c:pt>
                <c:pt idx="1">
                  <c:v>290.5</c:v>
                </c:pt>
                <c:pt idx="2">
                  <c:v>337.6666666666667</c:v>
                </c:pt>
                <c:pt idx="3">
                  <c:v>343.3333333333333</c:v>
                </c:pt>
                <c:pt idx="4">
                  <c:v>333</c:v>
                </c:pt>
                <c:pt idx="5">
                  <c:v>323</c:v>
                </c:pt>
                <c:pt idx="6">
                  <c:v>294.7142857142857</c:v>
                </c:pt>
                <c:pt idx="7">
                  <c:v>267</c:v>
                </c:pt>
                <c:pt idx="8">
                  <c:v>242.75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240.875</c:v>
                </c:pt>
                <c:pt idx="1">
                  <c:v>225.25</c:v>
                </c:pt>
                <c:pt idx="2">
                  <c:v>249.875</c:v>
                </c:pt>
                <c:pt idx="3">
                  <c:v>267.125</c:v>
                </c:pt>
                <c:pt idx="4">
                  <c:v>225.66666666666666</c:v>
                </c:pt>
                <c:pt idx="5">
                  <c:v>245.33333333333334</c:v>
                </c:pt>
                <c:pt idx="6">
                  <c:v>246.77777777777777</c:v>
                </c:pt>
                <c:pt idx="7">
                  <c:v>225.55555555555554</c:v>
                </c:pt>
                <c:pt idx="8">
                  <c:v>270.5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2.78"/>
          <c:min val="215.8033333333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c:v>
                </c:pt>
                <c:pt idx="1">
                  <c:v>185.5</c:v>
                </c:pt>
                <c:pt idx="2">
                  <c:v>188</c:v>
                </c:pt>
                <c:pt idx="3">
                  <c:v>205</c:v>
                </c:pt>
                <c:pt idx="4">
                  <c:v>189</c:v>
                </c:pt>
                <c:pt idx="5">
                  <c:v>200</c:v>
                </c:pt>
                <c:pt idx="6">
                  <c:v>213</c:v>
                </c:pt>
                <c:pt idx="7">
                  <c:v>186</c:v>
                </c:pt>
                <c:pt idx="8">
                  <c:v>178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168.5</c:v>
                </c:pt>
                <c:pt idx="1">
                  <c:v>136</c:v>
                </c:pt>
                <c:pt idx="2">
                  <c:v>168.5</c:v>
                </c:pt>
                <c:pt idx="3">
                  <c:v>126</c:v>
                </c:pt>
                <c:pt idx="4">
                  <c:v>112.66666666666667</c:v>
                </c:pt>
                <c:pt idx="5">
                  <c:v>136.33333333333334</c:v>
                </c:pt>
                <c:pt idx="6">
                  <c:v>114.33333333333333</c:v>
                </c:pt>
                <c:pt idx="7">
                  <c:v>172.5</c:v>
                </c:pt>
                <c:pt idx="8">
                  <c:v>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14666666666668"/>
          <c:min val="103.5200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181.33333333333334</c:v>
                </c:pt>
                <c:pt idx="1">
                  <c:v>163.5</c:v>
                </c:pt>
                <c:pt idx="2">
                  <c:v>177.66666666666666</c:v>
                </c:pt>
                <c:pt idx="3">
                  <c:v>182.33333333333334</c:v>
                </c:pt>
                <c:pt idx="4">
                  <c:v>158.42857142857142</c:v>
                </c:pt>
                <c:pt idx="5">
                  <c:v>159.57142857142858</c:v>
                </c:pt>
                <c:pt idx="6">
                  <c:v>159</c:v>
                </c:pt>
                <c:pt idx="7">
                  <c:v>171</c:v>
                </c:pt>
                <c:pt idx="8">
                  <c:v>150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134.25</c:v>
                </c:pt>
                <c:pt idx="1">
                  <c:v>112.25</c:v>
                </c:pt>
                <c:pt idx="2">
                  <c:v>133.77777777777777</c:v>
                </c:pt>
                <c:pt idx="3">
                  <c:v>117.11111111111111</c:v>
                </c:pt>
                <c:pt idx="4">
                  <c:v>117.55555555555556</c:v>
                </c:pt>
                <c:pt idx="5">
                  <c:v>116</c:v>
                </c:pt>
                <c:pt idx="6">
                  <c:v>122</c:v>
                </c:pt>
                <c:pt idx="7">
                  <c:v>131.125</c:v>
                </c:pt>
                <c:pt idx="8">
                  <c:v>122.625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94"/>
          <c:min val="106.643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186</c:v>
                </c:pt>
                <c:pt idx="1">
                  <c:v>202</c:v>
                </c:pt>
                <c:pt idx="2">
                  <c:v>201.33333333333334</c:v>
                </c:pt>
                <c:pt idx="3">
                  <c:v>227</c:v>
                </c:pt>
                <c:pt idx="4">
                  <c:v>230</c:v>
                </c:pt>
                <c:pt idx="5">
                  <c:v>267</c:v>
                </c:pt>
                <c:pt idx="6">
                  <c:v>199.5</c:v>
                </c:pt>
                <c:pt idx="7">
                  <c:v>170.25</c:v>
                </c:pt>
                <c:pt idx="8">
                  <c:v>161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165</c:v>
                </c:pt>
                <c:pt idx="1">
                  <c:v>135.25</c:v>
                </c:pt>
                <c:pt idx="2">
                  <c:v>169.75</c:v>
                </c:pt>
                <c:pt idx="3">
                  <c:v>166.25</c:v>
                </c:pt>
                <c:pt idx="4">
                  <c:v>175.75</c:v>
                </c:pt>
                <c:pt idx="5">
                  <c:v>166.75</c:v>
                </c:pt>
                <c:pt idx="6">
                  <c:v>155.25</c:v>
                </c:pt>
                <c:pt idx="7">
                  <c:v>163.75</c:v>
                </c:pt>
                <c:pt idx="8">
                  <c:v>150.25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7.54"/>
          <c:min val="124.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c:v>
                </c:pt>
                <c:pt idx="1">
                  <c:v>263</c:v>
                </c:pt>
                <c:pt idx="2">
                  <c:v>272.6666666666667</c:v>
                </c:pt>
                <c:pt idx="3">
                  <c:v>297.6666666666667</c:v>
                </c:pt>
                <c:pt idx="4">
                  <c:v>294.3333333333333</c:v>
                </c:pt>
                <c:pt idx="5">
                  <c:v>275.3333333333333</c:v>
                </c:pt>
                <c:pt idx="6">
                  <c:v>285.6666666666667</c:v>
                </c:pt>
                <c:pt idx="7">
                  <c:v>201</c:v>
                </c:pt>
                <c:pt idx="8">
                  <c:v>202.25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217.25</c:v>
                </c:pt>
                <c:pt idx="1">
                  <c:v>203.25</c:v>
                </c:pt>
                <c:pt idx="2">
                  <c:v>237.75</c:v>
                </c:pt>
                <c:pt idx="3">
                  <c:v>236.25</c:v>
                </c:pt>
                <c:pt idx="4">
                  <c:v>213.5</c:v>
                </c:pt>
                <c:pt idx="5">
                  <c:v>235.75</c:v>
                </c:pt>
                <c:pt idx="6">
                  <c:v>244.25</c:v>
                </c:pt>
                <c:pt idx="7">
                  <c:v>218.25</c:v>
                </c:pt>
                <c:pt idx="8">
                  <c:v>214.75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5.40000000000003"/>
          <c:min val="193.2666666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117.41176470588235</c:v>
                </c:pt>
                <c:pt idx="1">
                  <c:v>117.41176470588235</c:v>
                </c:pt>
                <c:pt idx="2">
                  <c:v>117.41176470588235</c:v>
                </c:pt>
                <c:pt idx="3">
                  <c:v>117.41176470588235</c:v>
                </c:pt>
                <c:pt idx="4">
                  <c:v>117.41176470588235</c:v>
                </c:pt>
                <c:pt idx="5">
                  <c:v>117.41176470588235</c:v>
                </c:pt>
                <c:pt idx="6">
                  <c:v>117.41176470588235</c:v>
                </c:pt>
                <c:pt idx="7">
                  <c:v>117.41176470588235</c:v>
                </c:pt>
                <c:pt idx="8">
                  <c:v>117.41176470588235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c:v>
                </c:pt>
                <c:pt idx="1">
                  <c:v>119.4</c:v>
                </c:pt>
                <c:pt idx="2">
                  <c:v>119.16666666666667</c:v>
                </c:pt>
                <c:pt idx="3">
                  <c:v>127</c:v>
                </c:pt>
                <c:pt idx="4">
                  <c:v>126.16666666666667</c:v>
                </c:pt>
                <c:pt idx="5">
                  <c:v>189</c:v>
                </c:pt>
                <c:pt idx="6">
                  <c:v>157.6</c:v>
                </c:pt>
                <c:pt idx="7">
                  <c:v>172.6</c:v>
                </c:pt>
                <c:pt idx="8">
                  <c:v>198.75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165.43589743589743</c:v>
                </c:pt>
                <c:pt idx="1">
                  <c:v>165.43589743589743</c:v>
                </c:pt>
                <c:pt idx="2">
                  <c:v>165.43589743589743</c:v>
                </c:pt>
                <c:pt idx="3">
                  <c:v>165.43589743589743</c:v>
                </c:pt>
                <c:pt idx="4">
                  <c:v>165.43589743589743</c:v>
                </c:pt>
                <c:pt idx="5">
                  <c:v>165.43589743589743</c:v>
                </c:pt>
                <c:pt idx="6">
                  <c:v>165.43589743589743</c:v>
                </c:pt>
                <c:pt idx="7">
                  <c:v>165.43589743589743</c:v>
                </c:pt>
                <c:pt idx="8">
                  <c:v>165.43589743589743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c:v>
                </c:pt>
                <c:pt idx="1">
                  <c:v>155.07692307692307</c:v>
                </c:pt>
                <c:pt idx="2">
                  <c:v>170.23076923076923</c:v>
                </c:pt>
                <c:pt idx="3">
                  <c:v>164.53846153846155</c:v>
                </c:pt>
                <c:pt idx="4">
                  <c:v>193.58333333333334</c:v>
                </c:pt>
                <c:pt idx="5">
                  <c:v>201.75</c:v>
                </c:pt>
                <c:pt idx="6">
                  <c:v>193.75</c:v>
                </c:pt>
                <c:pt idx="7">
                  <c:v>213.16666666666666</c:v>
                </c:pt>
                <c:pt idx="8">
                  <c:v>203.5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211.2</c:v>
                </c:pt>
                <c:pt idx="1">
                  <c:v>211.2</c:v>
                </c:pt>
                <c:pt idx="2">
                  <c:v>211.2</c:v>
                </c:pt>
                <c:pt idx="3">
                  <c:v>211.2</c:v>
                </c:pt>
                <c:pt idx="4">
                  <c:v>211.2</c:v>
                </c:pt>
                <c:pt idx="5">
                  <c:v>211.2</c:v>
                </c:pt>
                <c:pt idx="6">
                  <c:v>211.2</c:v>
                </c:pt>
                <c:pt idx="7">
                  <c:v>211.2</c:v>
                </c:pt>
                <c:pt idx="8">
                  <c:v>211.2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227.6</c:v>
                </c:pt>
                <c:pt idx="1">
                  <c:v>187</c:v>
                </c:pt>
                <c:pt idx="2">
                  <c:v>219</c:v>
                </c:pt>
                <c:pt idx="3">
                  <c:v>220</c:v>
                </c:pt>
                <c:pt idx="4">
                  <c:v>225.8</c:v>
                </c:pt>
                <c:pt idx="5">
                  <c:v>242.8</c:v>
                </c:pt>
                <c:pt idx="6">
                  <c:v>243</c:v>
                </c:pt>
                <c:pt idx="7">
                  <c:v>225.8</c:v>
                </c:pt>
                <c:pt idx="8">
                  <c:v>241.8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160.8</c:v>
                </c:pt>
                <c:pt idx="1">
                  <c:v>160.8</c:v>
                </c:pt>
                <c:pt idx="2">
                  <c:v>160.8</c:v>
                </c:pt>
                <c:pt idx="3">
                  <c:v>160.8</c:v>
                </c:pt>
                <c:pt idx="4">
                  <c:v>160.8</c:v>
                </c:pt>
                <c:pt idx="5">
                  <c:v>160.8</c:v>
                </c:pt>
                <c:pt idx="6">
                  <c:v>160.8</c:v>
                </c:pt>
                <c:pt idx="7">
                  <c:v>160.8</c:v>
                </c:pt>
                <c:pt idx="8">
                  <c:v>160.8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158.6</c:v>
                </c:pt>
                <c:pt idx="1">
                  <c:v>150.6</c:v>
                </c:pt>
                <c:pt idx="2">
                  <c:v>173.2</c:v>
                </c:pt>
                <c:pt idx="3">
                  <c:v>157.2</c:v>
                </c:pt>
                <c:pt idx="4">
                  <c:v>155.2</c:v>
                </c:pt>
                <c:pt idx="5">
                  <c:v>188.4</c:v>
                </c:pt>
                <c:pt idx="6">
                  <c:v>171.83333333333334</c:v>
                </c:pt>
                <c:pt idx="7">
                  <c:v>197.16666666666666</c:v>
                </c:pt>
                <c:pt idx="8">
                  <c:v>190.8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161.58333333333334</c:v>
                </c:pt>
                <c:pt idx="1">
                  <c:v>161.58333333333334</c:v>
                </c:pt>
                <c:pt idx="2">
                  <c:v>161.58333333333334</c:v>
                </c:pt>
                <c:pt idx="3">
                  <c:v>161.58333333333334</c:v>
                </c:pt>
                <c:pt idx="4">
                  <c:v>161.58333333333334</c:v>
                </c:pt>
                <c:pt idx="5">
                  <c:v>161.58333333333334</c:v>
                </c:pt>
                <c:pt idx="6">
                  <c:v>161.58333333333334</c:v>
                </c:pt>
                <c:pt idx="7">
                  <c:v>161.58333333333334</c:v>
                </c:pt>
                <c:pt idx="8">
                  <c:v>161.58333333333334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c:v>
                </c:pt>
                <c:pt idx="1">
                  <c:v>157</c:v>
                </c:pt>
                <c:pt idx="2">
                  <c:v>163</c:v>
                </c:pt>
                <c:pt idx="3">
                  <c:v>226</c:v>
                </c:pt>
                <c:pt idx="4">
                  <c:v>165.5</c:v>
                </c:pt>
                <c:pt idx="5">
                  <c:v>178.75</c:v>
                </c:pt>
                <c:pt idx="6">
                  <c:v>177</c:v>
                </c:pt>
                <c:pt idx="7">
                  <c:v>216</c:v>
                </c:pt>
                <c:pt idx="8">
                  <c:v>175.5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26.142857142857142</c:v>
                </c:pt>
                <c:pt idx="1">
                  <c:v>26.923076923076923</c:v>
                </c:pt>
                <c:pt idx="2">
                  <c:v>26.666666666666668</c:v>
                </c:pt>
                <c:pt idx="3">
                  <c:v>25.76923076923077</c:v>
                </c:pt>
                <c:pt idx="4">
                  <c:v>23.76923076923077</c:v>
                </c:pt>
                <c:pt idx="5">
                  <c:v>20.666666666666668</c:v>
                </c:pt>
                <c:pt idx="6">
                  <c:v>22.11764705882353</c:v>
                </c:pt>
                <c:pt idx="7">
                  <c:v>23.294117647058822</c:v>
                </c:pt>
                <c:pt idx="8">
                  <c:v>26.75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929523809523815"/>
          <c:min val="19.165714285714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22.22222222222222</c:v>
                </c:pt>
                <c:pt idx="1">
                  <c:v>22.074626865671643</c:v>
                </c:pt>
                <c:pt idx="2">
                  <c:v>23.88235294117647</c:v>
                </c:pt>
                <c:pt idx="3">
                  <c:v>25.14516129032258</c:v>
                </c:pt>
                <c:pt idx="4">
                  <c:v>23.95</c:v>
                </c:pt>
                <c:pt idx="5">
                  <c:v>23.65</c:v>
                </c:pt>
                <c:pt idx="6">
                  <c:v>24.06779661016949</c:v>
                </c:pt>
                <c:pt idx="7">
                  <c:v>27.593220338983052</c:v>
                </c:pt>
                <c:pt idx="8">
                  <c:v>23.892857142857142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31.53191489361702</c:v>
                </c:pt>
                <c:pt idx="1">
                  <c:v>27.5</c:v>
                </c:pt>
                <c:pt idx="2">
                  <c:v>31.076923076923077</c:v>
                </c:pt>
                <c:pt idx="3">
                  <c:v>30.352941176470587</c:v>
                </c:pt>
                <c:pt idx="4">
                  <c:v>25.5</c:v>
                </c:pt>
                <c:pt idx="5">
                  <c:v>28.403846153846153</c:v>
                </c:pt>
                <c:pt idx="6">
                  <c:v>29</c:v>
                </c:pt>
                <c:pt idx="7">
                  <c:v>27.80392156862745</c:v>
                </c:pt>
                <c:pt idx="8">
                  <c:v>28.666666666666668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288497935852654"/>
          <c:min val="21.318043823436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27.833333333333332</c:v>
                </c:pt>
                <c:pt idx="1">
                  <c:v>22.04</c:v>
                </c:pt>
                <c:pt idx="2">
                  <c:v>27.26086956521739</c:v>
                </c:pt>
                <c:pt idx="3">
                  <c:v>30</c:v>
                </c:pt>
                <c:pt idx="4">
                  <c:v>25.625</c:v>
                </c:pt>
                <c:pt idx="5">
                  <c:v>29.608695652173914</c:v>
                </c:pt>
                <c:pt idx="6">
                  <c:v>25.192307692307693</c:v>
                </c:pt>
                <c:pt idx="7">
                  <c:v>27.583333333333332</c:v>
                </c:pt>
                <c:pt idx="8">
                  <c:v>26.73913043478261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31.38095238095238</c:v>
                </c:pt>
                <c:pt idx="1">
                  <c:v>28.545454545454547</c:v>
                </c:pt>
                <c:pt idx="2">
                  <c:v>29.636363636363637</c:v>
                </c:pt>
                <c:pt idx="3">
                  <c:v>26.076923076923077</c:v>
                </c:pt>
                <c:pt idx="4">
                  <c:v>30.09090909090909</c:v>
                </c:pt>
                <c:pt idx="5">
                  <c:v>34.04761904761905</c:v>
                </c:pt>
                <c:pt idx="6">
                  <c:v>33.714285714285715</c:v>
                </c:pt>
                <c:pt idx="7">
                  <c:v>30.857142857142858</c:v>
                </c:pt>
                <c:pt idx="8">
                  <c:v>31.90909090909091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008228571428575"/>
          <c:min val="21.0793904761904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33.54838709677419</c:v>
                </c:pt>
                <c:pt idx="1">
                  <c:v>33.86666666666667</c:v>
                </c:pt>
                <c:pt idx="2">
                  <c:v>31.774193548387096</c:v>
                </c:pt>
                <c:pt idx="3">
                  <c:v>35.2</c:v>
                </c:pt>
                <c:pt idx="4">
                  <c:v>30.612903225806452</c:v>
                </c:pt>
                <c:pt idx="5">
                  <c:v>36.48148148148148</c:v>
                </c:pt>
                <c:pt idx="6">
                  <c:v>32.464285714285715</c:v>
                </c:pt>
                <c:pt idx="7">
                  <c:v>33.51724137931034</c:v>
                </c:pt>
                <c:pt idx="8">
                  <c:v>31.666666666666668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16.24137931034483</c:v>
                </c:pt>
                <c:pt idx="1">
                  <c:v>14.147540983606557</c:v>
                </c:pt>
                <c:pt idx="2">
                  <c:v>15.6</c:v>
                </c:pt>
                <c:pt idx="3">
                  <c:v>16.879310344827587</c:v>
                </c:pt>
                <c:pt idx="4">
                  <c:v>16.05263157894737</c:v>
                </c:pt>
                <c:pt idx="5">
                  <c:v>16.54385964912281</c:v>
                </c:pt>
                <c:pt idx="6">
                  <c:v>15.60344827586207</c:v>
                </c:pt>
                <c:pt idx="7">
                  <c:v>15.857142857142858</c:v>
                </c:pt>
                <c:pt idx="8">
                  <c:v>16.589285714285715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18.372549019607842</c:v>
                </c:pt>
                <c:pt idx="1">
                  <c:v>17.632653061224488</c:v>
                </c:pt>
                <c:pt idx="2">
                  <c:v>21.395833333333332</c:v>
                </c:pt>
                <c:pt idx="3">
                  <c:v>19.916666666666668</c:v>
                </c:pt>
                <c:pt idx="4">
                  <c:v>18.4375</c:v>
                </c:pt>
                <c:pt idx="5">
                  <c:v>19.145833333333332</c:v>
                </c:pt>
                <c:pt idx="6">
                  <c:v>20.520833333333332</c:v>
                </c:pt>
                <c:pt idx="7">
                  <c:v>18.958333333333332</c:v>
                </c:pt>
                <c:pt idx="8">
                  <c:v>18.416666666666668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975696721311476"/>
          <c:min val="13.567677595628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48.588235294117645</c:v>
                </c:pt>
                <c:pt idx="1">
                  <c:v>47.294117647058826</c:v>
                </c:pt>
                <c:pt idx="2">
                  <c:v>51.470588235294116</c:v>
                </c:pt>
                <c:pt idx="3">
                  <c:v>46.94444444444444</c:v>
                </c:pt>
                <c:pt idx="4">
                  <c:v>46.833333333333336</c:v>
                </c:pt>
                <c:pt idx="5">
                  <c:v>50.1764705882353</c:v>
                </c:pt>
                <c:pt idx="6">
                  <c:v>48.8235294117647</c:v>
                </c:pt>
                <c:pt idx="7">
                  <c:v>40.611111111111114</c:v>
                </c:pt>
                <c:pt idx="8">
                  <c:v>38.5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39.35</c:v>
                </c:pt>
                <c:pt idx="1">
                  <c:v>39.476190476190474</c:v>
                </c:pt>
                <c:pt idx="2">
                  <c:v>39.27272727272727</c:v>
                </c:pt>
                <c:pt idx="3">
                  <c:v>44.857142857142854</c:v>
                </c:pt>
                <c:pt idx="4">
                  <c:v>39.3</c:v>
                </c:pt>
                <c:pt idx="5">
                  <c:v>40.5</c:v>
                </c:pt>
                <c:pt idx="6">
                  <c:v>40.08695652173913</c:v>
                </c:pt>
                <c:pt idx="7">
                  <c:v>36.43478260869565</c:v>
                </c:pt>
                <c:pt idx="8">
                  <c:v>39.65217391304348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67345268542199"/>
          <c:min val="35.23191815856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37.333333333333336</c:v>
                </c:pt>
                <c:pt idx="1">
                  <c:v>30.545454545454547</c:v>
                </c:pt>
                <c:pt idx="2">
                  <c:v>37.81818181818182</c:v>
                </c:pt>
                <c:pt idx="3">
                  <c:v>35.30434782608695</c:v>
                </c:pt>
                <c:pt idx="4">
                  <c:v>35.40909090909091</c:v>
                </c:pt>
                <c:pt idx="5">
                  <c:v>39.333333333333336</c:v>
                </c:pt>
                <c:pt idx="6">
                  <c:v>45</c:v>
                </c:pt>
                <c:pt idx="7">
                  <c:v>43.80952380952381</c:v>
                </c:pt>
                <c:pt idx="8">
                  <c:v>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29.73913043478261</c:v>
                </c:pt>
                <c:pt idx="1">
                  <c:v>27.136363636363637</c:v>
                </c:pt>
                <c:pt idx="2">
                  <c:v>32.5</c:v>
                </c:pt>
                <c:pt idx="3">
                  <c:v>33.130434782608695</c:v>
                </c:pt>
                <c:pt idx="4">
                  <c:v>34.40909090909091</c:v>
                </c:pt>
                <c:pt idx="5">
                  <c:v>37.8</c:v>
                </c:pt>
                <c:pt idx="6">
                  <c:v>34.26086956521739</c:v>
                </c:pt>
                <c:pt idx="7">
                  <c:v>33.19230769230769</c:v>
                </c:pt>
                <c:pt idx="8">
                  <c:v>30.576923076923077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42909090909091"/>
          <c:min val="25.7072727272727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41.27272727272727</c:v>
                </c:pt>
                <c:pt idx="1">
                  <c:v>30.916666666666668</c:v>
                </c:pt>
                <c:pt idx="2">
                  <c:v>31.333333333333332</c:v>
                </c:pt>
                <c:pt idx="3">
                  <c:v>37.27272727272727</c:v>
                </c:pt>
                <c:pt idx="4">
                  <c:v>34.36363636363637</c:v>
                </c:pt>
                <c:pt idx="5">
                  <c:v>33.333333333333336</c:v>
                </c:pt>
                <c:pt idx="6">
                  <c:v>42.6</c:v>
                </c:pt>
                <c:pt idx="7">
                  <c:v>33.81818181818182</c:v>
                </c:pt>
                <c:pt idx="8">
                  <c:v>32.36363636363637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30.636363636363637</c:v>
                </c:pt>
                <c:pt idx="1">
                  <c:v>27.2</c:v>
                </c:pt>
                <c:pt idx="2">
                  <c:v>33.7</c:v>
                </c:pt>
                <c:pt idx="3">
                  <c:v>31.5</c:v>
                </c:pt>
                <c:pt idx="4">
                  <c:v>28.166666666666668</c:v>
                </c:pt>
                <c:pt idx="5">
                  <c:v>34.083333333333336</c:v>
                </c:pt>
                <c:pt idx="6">
                  <c:v>31.181818181818183</c:v>
                </c:pt>
                <c:pt idx="7">
                  <c:v>34.5</c:v>
                </c:pt>
                <c:pt idx="8">
                  <c:v>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32"/>
          <c:min val="25.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36.66990291262136</c:v>
                </c:pt>
                <c:pt idx="1">
                  <c:v>33.88461538461539</c:v>
                </c:pt>
                <c:pt idx="2">
                  <c:v>38.21904761904762</c:v>
                </c:pt>
                <c:pt idx="3">
                  <c:v>33.12380952380953</c:v>
                </c:pt>
                <c:pt idx="4">
                  <c:v>33.180952380952384</c:v>
                </c:pt>
                <c:pt idx="5">
                  <c:v>33.59615384615385</c:v>
                </c:pt>
                <c:pt idx="6">
                  <c:v>34.21153846153846</c:v>
                </c:pt>
                <c:pt idx="7">
                  <c:v>35.20952380952381</c:v>
                </c:pt>
                <c:pt idx="8">
                  <c:v>30.60952380952381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32.42574257425743</c:v>
                </c:pt>
                <c:pt idx="1">
                  <c:v>27.06122448979592</c:v>
                </c:pt>
                <c:pt idx="2">
                  <c:v>32.8</c:v>
                </c:pt>
                <c:pt idx="3">
                  <c:v>30.4020618556701</c:v>
                </c:pt>
                <c:pt idx="4">
                  <c:v>30.97</c:v>
                </c:pt>
                <c:pt idx="5">
                  <c:v>32.24271844660194</c:v>
                </c:pt>
                <c:pt idx="6">
                  <c:v>32.407766990291265</c:v>
                </c:pt>
                <c:pt idx="7">
                  <c:v>32.61616161616162</c:v>
                </c:pt>
                <c:pt idx="8">
                  <c:v>31.852941176470587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11167346938776"/>
          <c:min val="26.168598639455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21.32</c:v>
                </c:pt>
                <c:pt idx="1">
                  <c:v>20.565217391304348</c:v>
                </c:pt>
                <c:pt idx="2">
                  <c:v>26.347826086956523</c:v>
                </c:pt>
                <c:pt idx="3">
                  <c:v>26.916666666666668</c:v>
                </c:pt>
                <c:pt idx="4">
                  <c:v>28.727272727272727</c:v>
                </c:pt>
                <c:pt idx="5">
                  <c:v>24.91304347826087</c:v>
                </c:pt>
                <c:pt idx="6">
                  <c:v>31</c:v>
                </c:pt>
                <c:pt idx="7">
                  <c:v>26.115384615384617</c:v>
                </c:pt>
                <c:pt idx="8">
                  <c:v>26.77777777777778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23.074074074074073</c:v>
                </c:pt>
                <c:pt idx="1">
                  <c:v>21.037037037037038</c:v>
                </c:pt>
                <c:pt idx="2">
                  <c:v>23.51851851851852</c:v>
                </c:pt>
                <c:pt idx="3">
                  <c:v>25.77777777777778</c:v>
                </c:pt>
                <c:pt idx="4">
                  <c:v>24.384615384615383</c:v>
                </c:pt>
                <c:pt idx="5">
                  <c:v>25.321428571428573</c:v>
                </c:pt>
                <c:pt idx="6">
                  <c:v>26.296296296296298</c:v>
                </c:pt>
                <c:pt idx="7">
                  <c:v>25.25</c:v>
                </c:pt>
                <c:pt idx="8">
                  <c:v>25.321428571428573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83478260869565"/>
          <c:min val="19.730434782608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29.893617021276597</c:v>
                </c:pt>
                <c:pt idx="1">
                  <c:v>29.893617021276597</c:v>
                </c:pt>
                <c:pt idx="2">
                  <c:v>29.893617021276597</c:v>
                </c:pt>
                <c:pt idx="3">
                  <c:v>29.893617021276597</c:v>
                </c:pt>
                <c:pt idx="4">
                  <c:v>29.893617021276597</c:v>
                </c:pt>
                <c:pt idx="5">
                  <c:v>29.893617021276597</c:v>
                </c:pt>
                <c:pt idx="6">
                  <c:v>29.893617021276597</c:v>
                </c:pt>
                <c:pt idx="7">
                  <c:v>29.893617021276597</c:v>
                </c:pt>
                <c:pt idx="8">
                  <c:v>29.893617021276597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18.843749999999996</c:v>
                </c:pt>
                <c:pt idx="1">
                  <c:v>18.843749999999996</c:v>
                </c:pt>
                <c:pt idx="2">
                  <c:v>18.843749999999996</c:v>
                </c:pt>
                <c:pt idx="3">
                  <c:v>18.843749999999996</c:v>
                </c:pt>
                <c:pt idx="4">
                  <c:v>18.843749999999996</c:v>
                </c:pt>
                <c:pt idx="5">
                  <c:v>18.843749999999996</c:v>
                </c:pt>
                <c:pt idx="6">
                  <c:v>18.843749999999996</c:v>
                </c:pt>
                <c:pt idx="7">
                  <c:v>18.843749999999996</c:v>
                </c:pt>
                <c:pt idx="8">
                  <c:v>18.843749999999996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18.441860465116278</c:v>
                </c:pt>
                <c:pt idx="1">
                  <c:v>17.928571428571427</c:v>
                </c:pt>
                <c:pt idx="2">
                  <c:v>20.13953488372093</c:v>
                </c:pt>
                <c:pt idx="3">
                  <c:v>19.170731707317074</c:v>
                </c:pt>
                <c:pt idx="4">
                  <c:v>20.42105263157895</c:v>
                </c:pt>
                <c:pt idx="5">
                  <c:v>24.789473684210527</c:v>
                </c:pt>
                <c:pt idx="6">
                  <c:v>25.775</c:v>
                </c:pt>
                <c:pt idx="7">
                  <c:v>32.861111111111114</c:v>
                </c:pt>
                <c:pt idx="8">
                  <c:v>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27.08695652173913</c:v>
                </c:pt>
                <c:pt idx="1">
                  <c:v>27.08695652173913</c:v>
                </c:pt>
                <c:pt idx="2">
                  <c:v>27.08695652173913</c:v>
                </c:pt>
                <c:pt idx="3">
                  <c:v>27.08695652173913</c:v>
                </c:pt>
                <c:pt idx="4">
                  <c:v>27.08695652173913</c:v>
                </c:pt>
                <c:pt idx="5">
                  <c:v>27.08695652173913</c:v>
                </c:pt>
                <c:pt idx="6">
                  <c:v>27.08695652173913</c:v>
                </c:pt>
                <c:pt idx="7">
                  <c:v>27.08695652173913</c:v>
                </c:pt>
                <c:pt idx="8">
                  <c:v>27.08695652173913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32.91836734693877</c:v>
                </c:pt>
                <c:pt idx="1">
                  <c:v>32.91836734693877</c:v>
                </c:pt>
                <c:pt idx="2">
                  <c:v>32.91836734693877</c:v>
                </c:pt>
                <c:pt idx="3">
                  <c:v>32.91836734693877</c:v>
                </c:pt>
                <c:pt idx="4">
                  <c:v>32.91836734693877</c:v>
                </c:pt>
                <c:pt idx="5">
                  <c:v>32.91836734693877</c:v>
                </c:pt>
                <c:pt idx="6">
                  <c:v>32.91836734693877</c:v>
                </c:pt>
                <c:pt idx="7">
                  <c:v>32.91836734693877</c:v>
                </c:pt>
                <c:pt idx="8">
                  <c:v>32.91836734693877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33.68181818181818</c:v>
                </c:pt>
                <c:pt idx="1">
                  <c:v>30.545454545454547</c:v>
                </c:pt>
                <c:pt idx="2">
                  <c:v>34.578125</c:v>
                </c:pt>
                <c:pt idx="3">
                  <c:v>31.925373134328357</c:v>
                </c:pt>
                <c:pt idx="4">
                  <c:v>35.738461538461536</c:v>
                </c:pt>
                <c:pt idx="5">
                  <c:v>36.68181818181818</c:v>
                </c:pt>
                <c:pt idx="6">
                  <c:v>35.22727272727273</c:v>
                </c:pt>
                <c:pt idx="7">
                  <c:v>38.75757575757576</c:v>
                </c:pt>
                <c:pt idx="8">
                  <c:v>38.15625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13.142857142857142</c:v>
                </c:pt>
                <c:pt idx="1">
                  <c:v>13.142857142857142</c:v>
                </c:pt>
                <c:pt idx="2">
                  <c:v>13.142857142857142</c:v>
                </c:pt>
                <c:pt idx="3">
                  <c:v>13.142857142857142</c:v>
                </c:pt>
                <c:pt idx="4">
                  <c:v>13.142857142857142</c:v>
                </c:pt>
                <c:pt idx="5">
                  <c:v>13.142857142857142</c:v>
                </c:pt>
                <c:pt idx="6">
                  <c:v>13.142857142857142</c:v>
                </c:pt>
                <c:pt idx="7">
                  <c:v>13.142857142857142</c:v>
                </c:pt>
                <c:pt idx="8">
                  <c:v>13.142857142857142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14.117647058823529</c:v>
                </c:pt>
                <c:pt idx="1">
                  <c:v>12.6</c:v>
                </c:pt>
                <c:pt idx="2">
                  <c:v>12.647058823529411</c:v>
                </c:pt>
                <c:pt idx="3">
                  <c:v>13.764705882352942</c:v>
                </c:pt>
                <c:pt idx="4">
                  <c:v>11.647058823529411</c:v>
                </c:pt>
                <c:pt idx="5">
                  <c:v>16.8125</c:v>
                </c:pt>
                <c:pt idx="6">
                  <c:v>16.375</c:v>
                </c:pt>
                <c:pt idx="7">
                  <c:v>20</c:v>
                </c:pt>
                <c:pt idx="8">
                  <c:v>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788.25</c:v>
                </c:pt>
                <c:pt idx="1">
                  <c:v>743</c:v>
                </c:pt>
                <c:pt idx="2">
                  <c:v>799.875</c:v>
                </c:pt>
                <c:pt idx="3">
                  <c:v>809.375</c:v>
                </c:pt>
                <c:pt idx="4">
                  <c:v>793.75</c:v>
                </c:pt>
                <c:pt idx="5">
                  <c:v>918.4285714285714</c:v>
                </c:pt>
                <c:pt idx="6">
                  <c:v>949.8571428571429</c:v>
                </c:pt>
                <c:pt idx="7">
                  <c:v>917.4285714285714</c:v>
                </c:pt>
                <c:pt idx="8">
                  <c:v>876.7142857142857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4.22"/>
          <c:min val="706.6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477</c:v>
                </c:pt>
                <c:pt idx="1">
                  <c:v>435.75</c:v>
                </c:pt>
                <c:pt idx="2">
                  <c:v>506.5</c:v>
                </c:pt>
                <c:pt idx="3">
                  <c:v>515</c:v>
                </c:pt>
                <c:pt idx="4">
                  <c:v>499.5</c:v>
                </c:pt>
                <c:pt idx="5">
                  <c:v>484.5</c:v>
                </c:pt>
                <c:pt idx="6">
                  <c:v>515.75</c:v>
                </c:pt>
                <c:pt idx="7">
                  <c:v>623</c:v>
                </c:pt>
                <c:pt idx="8">
                  <c:v>647.3333333333334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642.3333333333334</c:v>
                </c:pt>
                <c:pt idx="1">
                  <c:v>600.6666666666666</c:v>
                </c:pt>
                <c:pt idx="2">
                  <c:v>666.3333333333334</c:v>
                </c:pt>
                <c:pt idx="3">
                  <c:v>712.3333333333334</c:v>
                </c:pt>
                <c:pt idx="4">
                  <c:v>677</c:v>
                </c:pt>
                <c:pt idx="5">
                  <c:v>736</c:v>
                </c:pt>
                <c:pt idx="6">
                  <c:v>740.3333333333334</c:v>
                </c:pt>
                <c:pt idx="7">
                  <c:v>676.6666666666666</c:v>
                </c:pt>
                <c:pt idx="8">
                  <c:v>721.3333333333334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64.7"/>
          <c:min val="411.38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544.3333333333334</c:v>
                </c:pt>
                <c:pt idx="1">
                  <c:v>496.3333333333333</c:v>
                </c:pt>
                <c:pt idx="2">
                  <c:v>512.3333333333334</c:v>
                </c:pt>
                <c:pt idx="3">
                  <c:v>563.3333333333334</c:v>
                </c:pt>
                <c:pt idx="4">
                  <c:v>527.3333333333334</c:v>
                </c:pt>
                <c:pt idx="5">
                  <c:v>567</c:v>
                </c:pt>
                <c:pt idx="6">
                  <c:v>579</c:v>
                </c:pt>
                <c:pt idx="7">
                  <c:v>512</c:v>
                </c:pt>
                <c:pt idx="8">
                  <c:v>519.3333333333334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432.75</c:v>
                </c:pt>
                <c:pt idx="1">
                  <c:v>366</c:v>
                </c:pt>
                <c:pt idx="2">
                  <c:v>395</c:v>
                </c:pt>
                <c:pt idx="3">
                  <c:v>446.75</c:v>
                </c:pt>
                <c:pt idx="4">
                  <c:v>439.25</c:v>
                </c:pt>
                <c:pt idx="5">
                  <c:v>555.6666666666666</c:v>
                </c:pt>
                <c:pt idx="6">
                  <c:v>594.6666666666666</c:v>
                </c:pt>
                <c:pt idx="7">
                  <c:v>574</c:v>
                </c:pt>
                <c:pt idx="8">
                  <c:v>525.6666666666666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567.6666666666666</c:v>
                </c:pt>
                <c:pt idx="1">
                  <c:v>481.6666666666667</c:v>
                </c:pt>
                <c:pt idx="2">
                  <c:v>620.3333333333334</c:v>
                </c:pt>
                <c:pt idx="3">
                  <c:v>573</c:v>
                </c:pt>
                <c:pt idx="4">
                  <c:v>588</c:v>
                </c:pt>
                <c:pt idx="5">
                  <c:v>638.6666666666666</c:v>
                </c:pt>
                <c:pt idx="6">
                  <c:v>637.6666666666666</c:v>
                </c:pt>
                <c:pt idx="7">
                  <c:v>596.6666666666666</c:v>
                </c:pt>
                <c:pt idx="8">
                  <c:v>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0.4799999999999"/>
          <c:min val="344.186666666666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639</c:v>
                </c:pt>
                <c:pt idx="1">
                  <c:v>652</c:v>
                </c:pt>
                <c:pt idx="2">
                  <c:v>692.5</c:v>
                </c:pt>
                <c:pt idx="3">
                  <c:v>612.75</c:v>
                </c:pt>
                <c:pt idx="4">
                  <c:v>615.5</c:v>
                </c:pt>
                <c:pt idx="5">
                  <c:v>627.75</c:v>
                </c:pt>
                <c:pt idx="6">
                  <c:v>661.5</c:v>
                </c:pt>
                <c:pt idx="7">
                  <c:v>640</c:v>
                </c:pt>
                <c:pt idx="8">
                  <c:v>713.6666666666666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1.86"/>
          <c:min val="593.55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896</c:v>
                </c:pt>
                <c:pt idx="1">
                  <c:v>672</c:v>
                </c:pt>
                <c:pt idx="2">
                  <c:v>832</c:v>
                </c:pt>
                <c:pt idx="3">
                  <c:v>812</c:v>
                </c:pt>
                <c:pt idx="4">
                  <c:v>779</c:v>
                </c:pt>
                <c:pt idx="5">
                  <c:v>826</c:v>
                </c:pt>
                <c:pt idx="6">
                  <c:v>990</c:v>
                </c:pt>
                <c:pt idx="7">
                  <c:v>920</c:v>
                </c:pt>
                <c:pt idx="8">
                  <c:v>840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684</c:v>
                </c:pt>
                <c:pt idx="1">
                  <c:v>597</c:v>
                </c:pt>
                <c:pt idx="2">
                  <c:v>715</c:v>
                </c:pt>
                <c:pt idx="3">
                  <c:v>762</c:v>
                </c:pt>
                <c:pt idx="4">
                  <c:v>757</c:v>
                </c:pt>
                <c:pt idx="5">
                  <c:v>756</c:v>
                </c:pt>
                <c:pt idx="6">
                  <c:v>394</c:v>
                </c:pt>
                <c:pt idx="7">
                  <c:v>431.5</c:v>
                </c:pt>
                <c:pt idx="8">
                  <c:v>397.5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37.68"/>
          <c:min val="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346.6666666666667</c:v>
                </c:pt>
                <c:pt idx="1">
                  <c:v>508</c:v>
                </c:pt>
                <c:pt idx="2">
                  <c:v>492.5</c:v>
                </c:pt>
                <c:pt idx="3">
                  <c:v>528</c:v>
                </c:pt>
                <c:pt idx="4">
                  <c:v>474.5</c:v>
                </c:pt>
                <c:pt idx="5">
                  <c:v>492.5</c:v>
                </c:pt>
                <c:pt idx="6">
                  <c:v>303</c:v>
                </c:pt>
                <c:pt idx="7">
                  <c:v>324</c:v>
                </c:pt>
                <c:pt idx="8">
                  <c:v>316.6666666666667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322.3333333333333</c:v>
                </c:pt>
                <c:pt idx="1">
                  <c:v>277.6666666666667</c:v>
                </c:pt>
                <c:pt idx="2">
                  <c:v>336.6666666666667</c:v>
                </c:pt>
                <c:pt idx="3">
                  <c:v>315.3333333333333</c:v>
                </c:pt>
                <c:pt idx="4">
                  <c:v>313</c:v>
                </c:pt>
                <c:pt idx="5">
                  <c:v>323.6666666666667</c:v>
                </c:pt>
                <c:pt idx="6">
                  <c:v>307</c:v>
                </c:pt>
                <c:pt idx="7">
                  <c:v>283</c:v>
                </c:pt>
                <c:pt idx="8">
                  <c:v>296.3333333333333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48.0266666666666"/>
          <c:min val="257.640000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c:v>
                </c:pt>
                <c:pt idx="1">
                  <c:v>412</c:v>
                </c:pt>
                <c:pt idx="2">
                  <c:v>461</c:v>
                </c:pt>
                <c:pt idx="3">
                  <c:v>444.3333333333333</c:v>
                </c:pt>
                <c:pt idx="4">
                  <c:v>454.6666666666667</c:v>
                </c:pt>
                <c:pt idx="5">
                  <c:v>398.6666666666667</c:v>
                </c:pt>
                <c:pt idx="6">
                  <c:v>433</c:v>
                </c:pt>
                <c:pt idx="7">
                  <c:v>410</c:v>
                </c:pt>
                <c:pt idx="8">
                  <c:v>597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379.3333333333333</c:v>
                </c:pt>
                <c:pt idx="1">
                  <c:v>311.6666666666667</c:v>
                </c:pt>
                <c:pt idx="2">
                  <c:v>365</c:v>
                </c:pt>
                <c:pt idx="3">
                  <c:v>366.6666666666667</c:v>
                </c:pt>
                <c:pt idx="4">
                  <c:v>376.3333333333333</c:v>
                </c:pt>
                <c:pt idx="5">
                  <c:v>404.6666666666667</c:v>
                </c:pt>
                <c:pt idx="6">
                  <c:v>405</c:v>
                </c:pt>
                <c:pt idx="7">
                  <c:v>376.3333333333333</c:v>
                </c:pt>
                <c:pt idx="8">
                  <c:v>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9.8266666666667"/>
          <c:min val="288.840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472.125</c:v>
                </c:pt>
                <c:pt idx="1">
                  <c:v>440.5</c:v>
                </c:pt>
                <c:pt idx="2">
                  <c:v>501.625</c:v>
                </c:pt>
                <c:pt idx="3">
                  <c:v>434.75</c:v>
                </c:pt>
                <c:pt idx="4">
                  <c:v>435.5</c:v>
                </c:pt>
                <c:pt idx="5">
                  <c:v>436.75</c:v>
                </c:pt>
                <c:pt idx="6">
                  <c:v>444.75</c:v>
                </c:pt>
                <c:pt idx="7">
                  <c:v>462.125</c:v>
                </c:pt>
                <c:pt idx="8">
                  <c:v>401.75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409.375</c:v>
                </c:pt>
                <c:pt idx="1">
                  <c:v>331.5</c:v>
                </c:pt>
                <c:pt idx="2">
                  <c:v>389.5</c:v>
                </c:pt>
                <c:pt idx="3">
                  <c:v>368.625</c:v>
                </c:pt>
                <c:pt idx="4">
                  <c:v>387.125</c:v>
                </c:pt>
                <c:pt idx="5">
                  <c:v>415.125</c:v>
                </c:pt>
                <c:pt idx="6">
                  <c:v>417.25</c:v>
                </c:pt>
                <c:pt idx="7">
                  <c:v>403.625</c:v>
                </c:pt>
                <c:pt idx="8">
                  <c:v>406.125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5.235"/>
          <c:min val="31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369.75</c:v>
                </c:pt>
                <c:pt idx="2">
                  <c:v>406</c:v>
                </c:pt>
                <c:pt idx="3">
                  <c:v>389.75</c:v>
                </c:pt>
                <c:pt idx="4">
                  <c:v>479</c:v>
                </c:pt>
                <c:pt idx="5">
                  <c:v>473</c:v>
                </c:pt>
                <c:pt idx="6">
                  <c:v>473.3333333333333</c:v>
                </c:pt>
                <c:pt idx="7">
                  <c:v>407</c:v>
                </c:pt>
                <c:pt idx="8">
                  <c:v>334.5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494</c:v>
                </c:pt>
                <c:pt idx="1">
                  <c:v>343.75</c:v>
                </c:pt>
                <c:pt idx="2">
                  <c:v>404</c:v>
                </c:pt>
                <c:pt idx="3">
                  <c:v>387</c:v>
                </c:pt>
                <c:pt idx="4">
                  <c:v>344.25</c:v>
                </c:pt>
                <c:pt idx="5">
                  <c:v>369.25</c:v>
                </c:pt>
                <c:pt idx="6">
                  <c:v>301.6</c:v>
                </c:pt>
                <c:pt idx="7">
                  <c:v>283.6</c:v>
                </c:pt>
                <c:pt idx="8">
                  <c:v>309.6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0.832"/>
          <c:min val="266.768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515.1111111111112</c:v>
                </c:pt>
                <c:pt idx="1">
                  <c:v>515.1111111111112</c:v>
                </c:pt>
                <c:pt idx="2">
                  <c:v>515.1111111111112</c:v>
                </c:pt>
                <c:pt idx="3">
                  <c:v>515.1111111111112</c:v>
                </c:pt>
                <c:pt idx="4">
                  <c:v>515.1111111111112</c:v>
                </c:pt>
                <c:pt idx="5">
                  <c:v>515.1111111111112</c:v>
                </c:pt>
                <c:pt idx="6">
                  <c:v>515.1111111111112</c:v>
                </c:pt>
                <c:pt idx="7">
                  <c:v>515.1111111111112</c:v>
                </c:pt>
                <c:pt idx="8">
                  <c:v>515.1111111111112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899.1904761904763</c:v>
                </c:pt>
                <c:pt idx="1">
                  <c:v>899.1904761904763</c:v>
                </c:pt>
                <c:pt idx="2">
                  <c:v>899.1904761904763</c:v>
                </c:pt>
                <c:pt idx="3">
                  <c:v>899.1904761904763</c:v>
                </c:pt>
                <c:pt idx="4">
                  <c:v>899.1904761904763</c:v>
                </c:pt>
                <c:pt idx="5">
                  <c:v>899.1904761904763</c:v>
                </c:pt>
                <c:pt idx="6">
                  <c:v>899.1904761904763</c:v>
                </c:pt>
                <c:pt idx="7">
                  <c:v>899.1904761904763</c:v>
                </c:pt>
                <c:pt idx="8">
                  <c:v>899.1904761904763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157.66666666666666</c:v>
                </c:pt>
                <c:pt idx="1">
                  <c:v>157.66666666666666</c:v>
                </c:pt>
                <c:pt idx="2">
                  <c:v>157.66666666666666</c:v>
                </c:pt>
                <c:pt idx="3">
                  <c:v>157.66666666666666</c:v>
                </c:pt>
                <c:pt idx="4">
                  <c:v>157.66666666666666</c:v>
                </c:pt>
                <c:pt idx="5">
                  <c:v>157.66666666666666</c:v>
                </c:pt>
                <c:pt idx="6">
                  <c:v>157.66666666666666</c:v>
                </c:pt>
                <c:pt idx="7">
                  <c:v>157.66666666666666</c:v>
                </c:pt>
                <c:pt idx="8">
                  <c:v>157.66666666666666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168.5</c:v>
                </c:pt>
                <c:pt idx="1">
                  <c:v>136</c:v>
                </c:pt>
                <c:pt idx="2">
                  <c:v>168.5</c:v>
                </c:pt>
                <c:pt idx="3">
                  <c:v>189</c:v>
                </c:pt>
                <c:pt idx="4">
                  <c:v>169</c:v>
                </c:pt>
                <c:pt idx="5">
                  <c:v>204.5</c:v>
                </c:pt>
                <c:pt idx="6">
                  <c:v>343</c:v>
                </c:pt>
                <c:pt idx="7">
                  <c:v>345</c:v>
                </c:pt>
                <c:pt idx="8">
                  <c:v>290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141.88235294117646</c:v>
                </c:pt>
                <c:pt idx="1">
                  <c:v>141.88235294117646</c:v>
                </c:pt>
                <c:pt idx="2">
                  <c:v>141.88235294117646</c:v>
                </c:pt>
                <c:pt idx="3">
                  <c:v>141.88235294117646</c:v>
                </c:pt>
                <c:pt idx="4">
                  <c:v>141.88235294117646</c:v>
                </c:pt>
                <c:pt idx="5">
                  <c:v>141.88235294117646</c:v>
                </c:pt>
                <c:pt idx="6">
                  <c:v>141.88235294117646</c:v>
                </c:pt>
                <c:pt idx="7">
                  <c:v>141.88235294117646</c:v>
                </c:pt>
                <c:pt idx="8">
                  <c:v>141.88235294117646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132.16666666666666</c:v>
                </c:pt>
                <c:pt idx="1">
                  <c:v>125.5</c:v>
                </c:pt>
                <c:pt idx="2">
                  <c:v>173.2</c:v>
                </c:pt>
                <c:pt idx="3">
                  <c:v>157.2</c:v>
                </c:pt>
                <c:pt idx="4">
                  <c:v>194</c:v>
                </c:pt>
                <c:pt idx="5">
                  <c:v>235.5</c:v>
                </c:pt>
                <c:pt idx="6">
                  <c:v>257.75</c:v>
                </c:pt>
                <c:pt idx="7">
                  <c:v>295.75</c:v>
                </c:pt>
                <c:pt idx="8">
                  <c:v>238.5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716.8888888888888</c:v>
                </c:pt>
                <c:pt idx="1">
                  <c:v>716.8888888888888</c:v>
                </c:pt>
                <c:pt idx="2">
                  <c:v>716.8888888888888</c:v>
                </c:pt>
                <c:pt idx="3">
                  <c:v>716.8888888888888</c:v>
                </c:pt>
                <c:pt idx="4">
                  <c:v>716.8888888888888</c:v>
                </c:pt>
                <c:pt idx="5">
                  <c:v>716.8888888888888</c:v>
                </c:pt>
                <c:pt idx="6">
                  <c:v>716.8888888888888</c:v>
                </c:pt>
                <c:pt idx="7">
                  <c:v>716.8888888888888</c:v>
                </c:pt>
                <c:pt idx="8">
                  <c:v>716.8888888888888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chart" Target="/ppt/charts/chart12.xml"/><Relationship Id="rId8" Type="http://schemas.openxmlformats.org/officeDocument/2006/relationships/chart" Target="/ppt/charts/chart13.xml"/><Relationship Id="rId9" Type="http://schemas.openxmlformats.org/officeDocument/2006/relationships/chart" Target="/ppt/charts/chart14.xml"/><Relationship Id="rId10" Type="http://schemas.openxmlformats.org/officeDocument/2006/relationships/chart" Target="/ppt/charts/chart15.xml"/><Relationship Id="rId11" Type="http://schemas.openxmlformats.org/officeDocument/2006/relationships/chart" Target="/ppt/charts/chart16.xml"/><Relationship Id="rId12" Type="http://schemas.openxmlformats.org/officeDocument/2006/relationships/chart" Target="/ppt/charts/chart17.xml"/><Relationship Id="rId13" Type="http://schemas.openxmlformats.org/officeDocument/2006/relationships/chart" Target="/ppt/charts/chart18.xml"/><Relationship Id="rId14" Type="http://schemas.openxmlformats.org/officeDocument/2006/relationships/chart" Target="/ppt/charts/chart19.xml"/><Relationship Id="rId15" Type="http://schemas.openxmlformats.org/officeDocument/2006/relationships/chart" Target="/ppt/charts/chart20.xml"/><Relationship Id="rId16" Type="http://schemas.openxmlformats.org/officeDocument/2006/relationships/chart" Target="/ppt/charts/chart21.xml"/><Relationship Id="rId17" Type="http://schemas.openxmlformats.org/officeDocument/2006/relationships/chart" Target="/ppt/charts/chart22.xml"/><Relationship Id="rId18" Type="http://schemas.openxmlformats.org/officeDocument/2006/relationships/chart" Target="/ppt/charts/chart23.xml"/><Relationship Id="rId19" Type="http://schemas.openxmlformats.org/officeDocument/2006/relationships/chart" Target="/ppt/charts/chart24.xml"/><Relationship Id="rId20" Type="http://schemas.openxmlformats.org/officeDocument/2006/relationships/chart" Target="/ppt/charts/chart25.xml"/><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chart" Target="/ppt/charts/chart27.xml"/><Relationship Id="rId3" Type="http://schemas.openxmlformats.org/officeDocument/2006/relationships/chart" Target="/ppt/charts/chart28.xml"/><Relationship Id="rId4" Type="http://schemas.openxmlformats.org/officeDocument/2006/relationships/chart" Target="/ppt/charts/chart29.xml"/><Relationship Id="rId5" Type="http://schemas.openxmlformats.org/officeDocument/2006/relationships/chart" Target="/ppt/charts/chart30.xml"/><Relationship Id="rId6" Type="http://schemas.openxmlformats.org/officeDocument/2006/relationships/chart" Target="/ppt/charts/chart31.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chart" Target="/ppt/charts/chart37.xml"/><Relationship Id="rId7" Type="http://schemas.openxmlformats.org/officeDocument/2006/relationships/chart" Target="/ppt/charts/chart38.xml"/><Relationship Id="rId8" Type="http://schemas.openxmlformats.org/officeDocument/2006/relationships/chart" Target="/ppt/charts/chart39.xml"/><Relationship Id="rId9" Type="http://schemas.openxmlformats.org/officeDocument/2006/relationships/chart" Target="/ppt/charts/chart40.xml"/><Relationship Id="rId10" Type="http://schemas.openxmlformats.org/officeDocument/2006/relationships/chart" Target="/ppt/charts/chart41.xml"/><Relationship Id="rId11" Type="http://schemas.openxmlformats.org/officeDocument/2006/relationships/chart" Target="/ppt/charts/chart42.xml"/><Relationship Id="rId12" Type="http://schemas.openxmlformats.org/officeDocument/2006/relationships/chart" Target="/ppt/charts/chart43.xml"/><Relationship Id="rId13" Type="http://schemas.openxmlformats.org/officeDocument/2006/relationships/chart" Target="/ppt/charts/chart44.xml"/><Relationship Id="rId14" Type="http://schemas.openxmlformats.org/officeDocument/2006/relationships/chart" Target="/ppt/charts/chart45.xml"/><Relationship Id="rId15" Type="http://schemas.openxmlformats.org/officeDocument/2006/relationships/chart" Target="/ppt/charts/chart46.xml"/><Relationship Id="rId16" Type="http://schemas.openxmlformats.org/officeDocument/2006/relationships/chart" Target="/ppt/charts/chart47.xml"/><Relationship Id="rId17" Type="http://schemas.openxmlformats.org/officeDocument/2006/relationships/chart" Target="/ppt/charts/chart48.xml"/><Relationship Id="rId18" Type="http://schemas.openxmlformats.org/officeDocument/2006/relationships/chart" Target="/ppt/charts/chart49.xml"/><Relationship Id="rId19" Type="http://schemas.openxmlformats.org/officeDocument/2006/relationships/chart" Target="/ppt/charts/chart50.xml"/><Relationship Id="rId20" Type="http://schemas.openxmlformats.org/officeDocument/2006/relationships/chart" Target="/ppt/charts/chart51.xml"/><Relationship Id="rId21" Type="http://schemas.openxmlformats.org/officeDocument/2006/relationships/slideLayout" Target="../slideLayouts/slideLayout1.xml"/><Relationship Id="rId2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2.xml"/><Relationship Id="rId2" Type="http://schemas.openxmlformats.org/officeDocument/2006/relationships/chart" Target="/ppt/charts/chart53.xml"/><Relationship Id="rId3" Type="http://schemas.openxmlformats.org/officeDocument/2006/relationships/chart" Target="/ppt/charts/chart54.xml"/><Relationship Id="rId4" Type="http://schemas.openxmlformats.org/officeDocument/2006/relationships/chart" Target="/ppt/charts/chart55.xml"/><Relationship Id="rId5" Type="http://schemas.openxmlformats.org/officeDocument/2006/relationships/chart" Target="/ppt/charts/chart56.xml"/><Relationship Id="rId6" Type="http://schemas.openxmlformats.org/officeDocument/2006/relationships/chart" Target="/ppt/charts/chart5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chart" Target="/ppt/charts/chart59.xml"/><Relationship Id="rId3" Type="http://schemas.openxmlformats.org/officeDocument/2006/relationships/chart" Target="/ppt/charts/chart60.xml"/><Relationship Id="rId4" Type="http://schemas.openxmlformats.org/officeDocument/2006/relationships/chart" Target="/ppt/charts/chart61.xml"/><Relationship Id="rId5" Type="http://schemas.openxmlformats.org/officeDocument/2006/relationships/chart" Target="/ppt/charts/chart62.xml"/><Relationship Id="rId6" Type="http://schemas.openxmlformats.org/officeDocument/2006/relationships/chart" Target="/ppt/charts/chart63.xml"/><Relationship Id="rId7" Type="http://schemas.openxmlformats.org/officeDocument/2006/relationships/chart" Target="/ppt/charts/chart64.xml"/><Relationship Id="rId8" Type="http://schemas.openxmlformats.org/officeDocument/2006/relationships/chart" Target="/ppt/charts/chart65.xml"/><Relationship Id="rId9" Type="http://schemas.openxmlformats.org/officeDocument/2006/relationships/chart" Target="/ppt/charts/chart66.xml"/><Relationship Id="rId10" Type="http://schemas.openxmlformats.org/officeDocument/2006/relationships/chart" Target="/ppt/charts/chart67.xml"/><Relationship Id="rId11" Type="http://schemas.openxmlformats.org/officeDocument/2006/relationships/chart" Target="/ppt/charts/chart68.xml"/><Relationship Id="rId12" Type="http://schemas.openxmlformats.org/officeDocument/2006/relationships/chart" Target="/ppt/charts/chart69.xml"/><Relationship Id="rId13" Type="http://schemas.openxmlformats.org/officeDocument/2006/relationships/chart" Target="/ppt/charts/chart70.xml"/><Relationship Id="rId14" Type="http://schemas.openxmlformats.org/officeDocument/2006/relationships/chart" Target="/ppt/charts/chart71.xml"/><Relationship Id="rId15" Type="http://schemas.openxmlformats.org/officeDocument/2006/relationships/chart" Target="/ppt/charts/chart72.xml"/><Relationship Id="rId16" Type="http://schemas.openxmlformats.org/officeDocument/2006/relationships/chart" Target="/ppt/charts/chart73.xml"/><Relationship Id="rId17" Type="http://schemas.openxmlformats.org/officeDocument/2006/relationships/chart" Target="/ppt/charts/chart74.xml"/><Relationship Id="rId18" Type="http://schemas.openxmlformats.org/officeDocument/2006/relationships/chart" Target="/ppt/charts/chart75.xml"/><Relationship Id="rId19" Type="http://schemas.openxmlformats.org/officeDocument/2006/relationships/chart" Target="/ppt/charts/chart76.xml"/><Relationship Id="rId20" Type="http://schemas.openxmlformats.org/officeDocument/2006/relationships/chart" Target="/ppt/charts/chart77.xml"/><Relationship Id="rId21" Type="http://schemas.openxmlformats.org/officeDocument/2006/relationships/slideLayout" Target="../slideLayouts/slideLayout1.xml"/><Relationship Id="rId2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8.xml"/><Relationship Id="rId2" Type="http://schemas.openxmlformats.org/officeDocument/2006/relationships/chart" Target="/ppt/charts/chart79.xml"/><Relationship Id="rId3" Type="http://schemas.openxmlformats.org/officeDocument/2006/relationships/chart" Target="/ppt/charts/chart80.xml"/><Relationship Id="rId4" Type="http://schemas.openxmlformats.org/officeDocument/2006/relationships/chart" Target="/ppt/charts/chart81.xml"/><Relationship Id="rId5" Type="http://schemas.openxmlformats.org/officeDocument/2006/relationships/chart" Target="/ppt/charts/chart82.xml"/><Relationship Id="rId6" Type="http://schemas.openxmlformats.org/officeDocument/2006/relationships/chart" Target="/ppt/charts/chart83.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84.xml"/><Relationship Id="rId2" Type="http://schemas.openxmlformats.org/officeDocument/2006/relationships/chart" Target="/ppt/charts/chart85.xml"/><Relationship Id="rId3" Type="http://schemas.openxmlformats.org/officeDocument/2006/relationships/chart" Target="/ppt/charts/chart86.xml"/><Relationship Id="rId4" Type="http://schemas.openxmlformats.org/officeDocument/2006/relationships/chart" Target="/ppt/charts/chart87.xml"/><Relationship Id="rId5" Type="http://schemas.openxmlformats.org/officeDocument/2006/relationships/chart" Target="/ppt/charts/chart88.xml"/><Relationship Id="rId6" Type="http://schemas.openxmlformats.org/officeDocument/2006/relationships/chart" Target="/ppt/charts/chart89.xml"/><Relationship Id="rId7" Type="http://schemas.openxmlformats.org/officeDocument/2006/relationships/chart" Target="/ppt/charts/chart90.xml"/><Relationship Id="rId8" Type="http://schemas.openxmlformats.org/officeDocument/2006/relationships/chart" Target="/ppt/charts/chart91.xml"/><Relationship Id="rId9" Type="http://schemas.openxmlformats.org/officeDocument/2006/relationships/chart" Target="/ppt/charts/chart92.xml"/><Relationship Id="rId10" Type="http://schemas.openxmlformats.org/officeDocument/2006/relationships/chart" Target="/ppt/charts/chart93.xml"/><Relationship Id="rId11" Type="http://schemas.openxmlformats.org/officeDocument/2006/relationships/chart" Target="/ppt/charts/chart94.xml"/><Relationship Id="rId12" Type="http://schemas.openxmlformats.org/officeDocument/2006/relationships/chart" Target="/ppt/charts/chart95.xml"/><Relationship Id="rId13" Type="http://schemas.openxmlformats.org/officeDocument/2006/relationships/chart" Target="/ppt/charts/chart96.xml"/><Relationship Id="rId14" Type="http://schemas.openxmlformats.org/officeDocument/2006/relationships/chart" Target="/ppt/charts/chart97.xml"/><Relationship Id="rId15" Type="http://schemas.openxmlformats.org/officeDocument/2006/relationships/chart" Target="/ppt/charts/chart98.xml"/><Relationship Id="rId16" Type="http://schemas.openxmlformats.org/officeDocument/2006/relationships/chart" Target="/ppt/charts/chart99.xml"/><Relationship Id="rId17" Type="http://schemas.openxmlformats.org/officeDocument/2006/relationships/chart" Target="/ppt/charts/chart100.xml"/><Relationship Id="rId18" Type="http://schemas.openxmlformats.org/officeDocument/2006/relationships/chart" Target="/ppt/charts/chart101.xml"/><Relationship Id="rId19" Type="http://schemas.openxmlformats.org/officeDocument/2006/relationships/chart" Target="/ppt/charts/chart102.xml"/><Relationship Id="rId20" Type="http://schemas.openxmlformats.org/officeDocument/2006/relationships/chart" Target="/ppt/charts/chart103.xml"/><Relationship Id="rId21" Type="http://schemas.openxmlformats.org/officeDocument/2006/relationships/slideLayout" Target="../slideLayouts/slideLayout1.xml"/><Relationship Id="rId2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04.xml"/><Relationship Id="rId2" Type="http://schemas.openxmlformats.org/officeDocument/2006/relationships/chart" Target="/ppt/charts/chart105.xml"/><Relationship Id="rId3" Type="http://schemas.openxmlformats.org/officeDocument/2006/relationships/chart" Target="/ppt/charts/chart106.xml"/><Relationship Id="rId4" Type="http://schemas.openxmlformats.org/officeDocument/2006/relationships/chart" Target="/ppt/charts/chart107.xml"/><Relationship Id="rId5" Type="http://schemas.openxmlformats.org/officeDocument/2006/relationships/chart" Target="/ppt/charts/chart108.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Shape 43"/>
          <p:cNvSpPr/>
          <p:nvPr/>
        </p:nvSpPr>
        <p:spPr>
          <a:xfrm>
            <a:off x="7775448" y="5394960"/>
            <a:ext cx="64008" cy="813816"/>
          </a:xfrm>
          <a:prstGeom prst="rect">
            <a:avLst/>
          </a:prstGeom>
          <a:solidFill>
            <a:srgbClr val="2587C5"/>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5"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6"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7"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81"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2"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2587C5"/>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16"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graphicFrame>
        <p:nvGraphicFramePr>
          <p:cNvPr id="21"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25"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graphicFrame>
        <p:nvGraphicFramePr>
          <p:cNvPr id="30"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graphicFrame>
        <p:nvGraphicFramePr>
          <p:cNvPr id="37"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41"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graphicFrame>
        <p:nvGraphicFramePr>
          <p:cNvPr id="46"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graphicFrame>
        <p:nvGraphicFramePr>
          <p:cNvPr id="50"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graphicFrame>
        <p:nvGraphicFramePr>
          <p:cNvPr id="5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62"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3"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graphicFrame>
        <p:nvGraphicFramePr>
          <p:cNvPr id="67"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68"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graphicFrame>
        <p:nvGraphicFramePr>
          <p:cNvPr id="73"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4"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graphicFrame>
        <p:nvGraphicFramePr>
          <p:cNvPr id="78"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79"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84"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5"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graphicFrame>
        <p:nvGraphicFramePr>
          <p:cNvPr id="27"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32"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graphicFrame>
        <p:nvGraphicFramePr>
          <p:cNvPr id="39"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graphicFrame>
        <p:nvGraphicFramePr>
          <p:cNvPr id="43"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graphicFrame>
        <p:nvGraphicFramePr>
          <p:cNvPr id="48"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graphicFrame>
        <p:nvGraphicFramePr>
          <p:cNvPr id="52"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graphicFrame>
        <p:nvGraphicFramePr>
          <p:cNvPr id="5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graphicFrame>
        <p:nvGraphicFramePr>
          <p:cNvPr id="65"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6"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graphicFrame>
        <p:nvGraphicFramePr>
          <p:cNvPr id="7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12A566"/>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graphicFrame>
        <p:nvGraphicFramePr>
          <p:cNvPr id="77"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8"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graphicFrame>
        <p:nvGraphicFramePr>
          <p:cNvPr id="82"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3"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graphicFrame>
        <p:nvGraphicFramePr>
          <p:cNvPr id="8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Shape 16"/>
          <p:cNvSpPr/>
          <p:nvPr/>
        </p:nvSpPr>
        <p:spPr>
          <a:xfrm>
            <a:off x="4084320" y="3621024"/>
            <a:ext cx="64008" cy="813816"/>
          </a:xfrm>
          <a:prstGeom prst="rect">
            <a:avLst/>
          </a:prstGeom>
          <a:solidFill>
            <a:srgbClr val="12A566"/>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graphicFrame>
        <p:nvGraphicFramePr>
          <p:cNvPr id="23"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graphicFrame>
        <p:nvGraphicFramePr>
          <p:cNvPr id="27"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Shape 24"/>
          <p:cNvSpPr/>
          <p:nvPr/>
        </p:nvSpPr>
        <p:spPr>
          <a:xfrm>
            <a:off x="4084320" y="5394960"/>
            <a:ext cx="64008" cy="813816"/>
          </a:xfrm>
          <a:prstGeom prst="rect">
            <a:avLst/>
          </a:prstGeom>
          <a:solidFill>
            <a:srgbClr val="12A566"/>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graphicFrame>
        <p:nvGraphicFramePr>
          <p:cNvPr id="33"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graphicFrame>
        <p:nvGraphicFramePr>
          <p:cNvPr id="40"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44"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graphicFrame>
        <p:nvGraphicFramePr>
          <p:cNvPr id="49"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graphicFrame>
        <p:nvGraphicFramePr>
          <p:cNvPr id="53"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graphicFrame>
        <p:nvGraphicFramePr>
          <p:cNvPr id="58"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Shape 51"/>
          <p:cNvSpPr/>
          <p:nvPr/>
        </p:nvSpPr>
        <p:spPr>
          <a:xfrm>
            <a:off x="11466576" y="1847088"/>
            <a:ext cx="64008" cy="813816"/>
          </a:xfrm>
          <a:prstGeom prst="rect">
            <a:avLst/>
          </a:prstGeom>
          <a:solidFill>
            <a:srgbClr val="12A566"/>
          </a:solidFill>
          <a:ln/>
        </p:spPr>
      </p:sp>
      <p:sp>
        <p:nvSpPr>
          <p:cNvPr id="64" name="Text 5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5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graphicFrame>
        <p:nvGraphicFramePr>
          <p:cNvPr id="66"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7"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8" name="Text 54"/>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69" name="Shape 55"/>
          <p:cNvSpPr/>
          <p:nvPr/>
        </p:nvSpPr>
        <p:spPr>
          <a:xfrm>
            <a:off x="11466576" y="2734056"/>
            <a:ext cx="64008" cy="813816"/>
          </a:xfrm>
          <a:prstGeom prst="rect">
            <a:avLst/>
          </a:prstGeom>
          <a:solidFill>
            <a:srgbClr val="12A566"/>
          </a:solidFill>
          <a:ln/>
        </p:spPr>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graphicFrame>
        <p:nvGraphicFramePr>
          <p:cNvPr id="72"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3"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Text 6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7" name="Text 6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graphicFrame>
        <p:nvGraphicFramePr>
          <p:cNvPr id="78"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9"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80" name="Text 62"/>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83"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4"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graphicFrame>
        <p:nvGraphicFramePr>
          <p:cNvPr id="90"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91"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2026-10-29T06:37:53Z</dcterms:created>
  <dcterms:modified xsi:type="dcterms:W3CDTF">2026-10-29T06:37:53Z</dcterms:modified>
</cp:coreProperties>
</file>