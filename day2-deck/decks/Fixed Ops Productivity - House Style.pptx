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
Jan 25: 1625 fixed, 703 techs, 238 advisors, 117 managers
Feb 25: 1632 fixed, 705 techs, 237 advisors, 116 managers
Mar 25: 1629 fixed, 702 techs, 240 advisors, 116 managers
Apr 25: 1615 fixed, 695 techs, 242 advisors, 111 managers
May 25: 1623 fixed, 699 techs, 250 advisors, 111 managers
Jun 25: 1616 fixed, 695 techs, 247 advisors, 109 managers
Jul 25: 1629 fixed, 705 techs, 247 advisors, 110 managers
Aug 25: 1627 fixed, 701 techs, 251 advisors, 110 managers
Sep 25: 1616 fixed, 701 techs, 248 advisors, 107 managers
Oct 25: 1604 fixed, 688 techs, 249 advisors, 109 managers
Nov 25: 1582 fixed, 685 techs, 247 advisors, 107 managers
Dec 25: 1563 fixed, 674 techs, 249 advisors, 107 managers
Jan 26: 1530 fixed, 657 techs, 248 advisors, 106 managers
Feb 26: 1530 fixed, 670 techs, 245 advisors, 108 managers
Mar 26: 1540 fixed, 669 techs, 252 advisors, 107 managers
Apr 26: 1545 fixed, 687 techs, 250 advisors, 106 managers
May 26: 1537 fixed, 680 techs, 254 advisors, 105 managers
Jun 26: 1546 fixed, 684 techs, 250 advisors, 105 managers
Jul 26: 1548 fixed, 682 techs, 250 advisors, 106 managers
Aug 26: 1549 fixed, 684 techs, 244 advisors, 104 managers
Sep 26: 1540 fixed, 684 techs, 241 advisors, 104 managers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chart" Target="/ppt/charts/chart9.xml"/><Relationship Id="rId5" Type="http://schemas.openxmlformats.org/officeDocument/2006/relationships/chart" Target="/ppt/charts/chart10.xml"/><Relationship Id="rId6" Type="http://schemas.openxmlformats.org/officeDocument/2006/relationships/chart" Target="/ppt/charts/chart11.xml"/><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chart" Target="/ppt/charts/chart20.xml"/><Relationship Id="rId4" Type="http://schemas.openxmlformats.org/officeDocument/2006/relationships/chart" Target="/ppt/charts/chart21.xml"/><Relationship Id="rId5" Type="http://schemas.openxmlformats.org/officeDocument/2006/relationships/chart" Target="/ppt/charts/chart22.xml"/><Relationship Id="rId6" Type="http://schemas.openxmlformats.org/officeDocument/2006/relationships/chart" Target="/ppt/charts/chart23.xml"/><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chart" Target="/ppt/charts/chart25.xml"/><Relationship Id="rId3" Type="http://schemas.openxmlformats.org/officeDocument/2006/relationships/chart" Target="/ppt/charts/chart26.xml"/><Relationship Id="rId4" Type="http://schemas.openxmlformats.org/officeDocument/2006/relationships/chart" Target="/ppt/charts/chart27.xml"/><Relationship Id="rId5" Type="http://schemas.openxmlformats.org/officeDocument/2006/relationships/chart" Target="/ppt/charts/chart28.xml"/><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12441"/>
            <a:ext cx="1691640" cy="130705"/>
          </a:xfrm>
          <a:prstGeom prst="rect">
            <a:avLst/>
          </a:prstGeom>
          <a:solidFill>
            <a:srgbClr val="12A566"/>
          </a:solidFill>
          <a:ln/>
        </p:spPr>
      </p:sp>
      <p:sp>
        <p:nvSpPr>
          <p:cNvPr id="14" name="Text 12"/>
          <p:cNvSpPr txBox="1"/>
          <p:nvPr/>
        </p:nvSpPr>
        <p:spPr>
          <a:xfrm>
            <a:off x="4754880"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73852"/>
            <a:ext cx="1337457" cy="130705"/>
          </a:xfrm>
          <a:prstGeom prst="rect">
            <a:avLst/>
          </a:prstGeom>
          <a:solidFill>
            <a:srgbClr val="12A566"/>
          </a:solidFill>
          <a:ln/>
        </p:spPr>
      </p:sp>
      <p:sp>
        <p:nvSpPr>
          <p:cNvPr id="18" name="Text 16"/>
          <p:cNvSpPr txBox="1"/>
          <p:nvPr/>
        </p:nvSpPr>
        <p:spPr>
          <a:xfrm>
            <a:off x="4754880"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435262"/>
            <a:ext cx="1317240" cy="130705"/>
          </a:xfrm>
          <a:prstGeom prst="rect">
            <a:avLst/>
          </a:prstGeom>
          <a:solidFill>
            <a:srgbClr val="12A566"/>
          </a:solidFill>
          <a:ln/>
        </p:spPr>
      </p:sp>
      <p:sp>
        <p:nvSpPr>
          <p:cNvPr id="22" name="Text 20"/>
          <p:cNvSpPr txBox="1"/>
          <p:nvPr/>
        </p:nvSpPr>
        <p:spPr>
          <a:xfrm>
            <a:off x="4754880"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96673"/>
            <a:ext cx="1308608" cy="130705"/>
          </a:xfrm>
          <a:prstGeom prst="rect">
            <a:avLst/>
          </a:prstGeom>
          <a:solidFill>
            <a:srgbClr val="12A566"/>
          </a:solidFill>
          <a:ln/>
        </p:spPr>
      </p:sp>
      <p:sp>
        <p:nvSpPr>
          <p:cNvPr id="26" name="Text 24"/>
          <p:cNvSpPr txBox="1"/>
          <p:nvPr/>
        </p:nvSpPr>
        <p:spPr>
          <a:xfrm>
            <a:off x="4754880"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958084"/>
            <a:ext cx="1219968" cy="130705"/>
          </a:xfrm>
          <a:prstGeom prst="rect">
            <a:avLst/>
          </a:prstGeom>
          <a:solidFill>
            <a:srgbClr val="12A566"/>
          </a:solidFill>
          <a:ln/>
        </p:spPr>
      </p:sp>
      <p:sp>
        <p:nvSpPr>
          <p:cNvPr id="30" name="Text 28"/>
          <p:cNvSpPr txBox="1"/>
          <p:nvPr/>
        </p:nvSpPr>
        <p:spPr>
          <a:xfrm>
            <a:off x="4754880" y="289273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219495"/>
            <a:ext cx="1158109" cy="130705"/>
          </a:xfrm>
          <a:prstGeom prst="rect">
            <a:avLst/>
          </a:prstGeom>
          <a:solidFill>
            <a:srgbClr val="12A566"/>
          </a:solidFill>
          <a:ln/>
        </p:spPr>
      </p:sp>
      <p:sp>
        <p:nvSpPr>
          <p:cNvPr id="34" name="Text 32"/>
          <p:cNvSpPr txBox="1"/>
          <p:nvPr/>
        </p:nvSpPr>
        <p:spPr>
          <a:xfrm>
            <a:off x="4754880" y="3154142"/>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480906"/>
            <a:ext cx="1151261" cy="130705"/>
          </a:xfrm>
          <a:prstGeom prst="rect">
            <a:avLst/>
          </a:prstGeom>
          <a:solidFill>
            <a:srgbClr val="12A566"/>
          </a:solidFill>
          <a:ln/>
        </p:spPr>
      </p:sp>
      <p:sp>
        <p:nvSpPr>
          <p:cNvPr id="38" name="Text 36"/>
          <p:cNvSpPr txBox="1"/>
          <p:nvPr/>
        </p:nvSpPr>
        <p:spPr>
          <a:xfrm>
            <a:off x="4754880" y="3415553"/>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742316"/>
            <a:ext cx="1121653" cy="130705"/>
          </a:xfrm>
          <a:prstGeom prst="rect">
            <a:avLst/>
          </a:prstGeom>
          <a:solidFill>
            <a:srgbClr val="12A566"/>
          </a:solidFill>
          <a:ln/>
        </p:spPr>
      </p:sp>
      <p:sp>
        <p:nvSpPr>
          <p:cNvPr id="42" name="Text 40"/>
          <p:cNvSpPr txBox="1"/>
          <p:nvPr/>
        </p:nvSpPr>
        <p:spPr>
          <a:xfrm>
            <a:off x="4754880" y="3676964"/>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4003727"/>
            <a:ext cx="1097901" cy="130705"/>
          </a:xfrm>
          <a:prstGeom prst="rect">
            <a:avLst/>
          </a:prstGeom>
          <a:solidFill>
            <a:srgbClr val="12A566"/>
          </a:solidFill>
          <a:ln/>
        </p:spPr>
      </p:sp>
      <p:sp>
        <p:nvSpPr>
          <p:cNvPr id="46" name="Text 44"/>
          <p:cNvSpPr txBox="1"/>
          <p:nvPr/>
        </p:nvSpPr>
        <p:spPr>
          <a:xfrm>
            <a:off x="4754880" y="393837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265138"/>
            <a:ext cx="1075517" cy="130705"/>
          </a:xfrm>
          <a:prstGeom prst="rect">
            <a:avLst/>
          </a:prstGeom>
          <a:solidFill>
            <a:srgbClr val="12A566"/>
          </a:solidFill>
          <a:ln/>
        </p:spPr>
      </p:sp>
      <p:sp>
        <p:nvSpPr>
          <p:cNvPr id="50" name="Text 48"/>
          <p:cNvSpPr txBox="1"/>
          <p:nvPr/>
        </p:nvSpPr>
        <p:spPr>
          <a:xfrm>
            <a:off x="4754880" y="419978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526549"/>
            <a:ext cx="1053034" cy="130705"/>
          </a:xfrm>
          <a:prstGeom prst="rect">
            <a:avLst/>
          </a:prstGeom>
          <a:solidFill>
            <a:srgbClr val="12A566"/>
          </a:solidFill>
          <a:ln/>
        </p:spPr>
      </p:sp>
      <p:sp>
        <p:nvSpPr>
          <p:cNvPr id="54" name="Text 52"/>
          <p:cNvSpPr txBox="1"/>
          <p:nvPr/>
        </p:nvSpPr>
        <p:spPr>
          <a:xfrm>
            <a:off x="4754880" y="4461196"/>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787960"/>
            <a:ext cx="1028227" cy="130705"/>
          </a:xfrm>
          <a:prstGeom prst="rect">
            <a:avLst/>
          </a:prstGeom>
          <a:solidFill>
            <a:srgbClr val="12A566"/>
          </a:solidFill>
          <a:ln/>
        </p:spPr>
      </p:sp>
      <p:sp>
        <p:nvSpPr>
          <p:cNvPr id="58" name="Text 56"/>
          <p:cNvSpPr txBox="1"/>
          <p:nvPr/>
        </p:nvSpPr>
        <p:spPr>
          <a:xfrm>
            <a:off x="4754880" y="4722607"/>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5049371"/>
            <a:ext cx="1022027" cy="130705"/>
          </a:xfrm>
          <a:prstGeom prst="rect">
            <a:avLst/>
          </a:prstGeom>
          <a:solidFill>
            <a:srgbClr val="12A566"/>
          </a:solidFill>
          <a:ln/>
        </p:spPr>
      </p:sp>
      <p:sp>
        <p:nvSpPr>
          <p:cNvPr id="62" name="Text 60"/>
          <p:cNvSpPr txBox="1"/>
          <p:nvPr/>
        </p:nvSpPr>
        <p:spPr>
          <a:xfrm>
            <a:off x="4754880" y="498401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310781"/>
            <a:ext cx="958239" cy="130705"/>
          </a:xfrm>
          <a:prstGeom prst="rect">
            <a:avLst/>
          </a:prstGeom>
          <a:solidFill>
            <a:srgbClr val="C2352F"/>
          </a:solidFill>
          <a:ln/>
        </p:spPr>
      </p:sp>
      <p:sp>
        <p:nvSpPr>
          <p:cNvPr id="66" name="Text 64"/>
          <p:cNvSpPr txBox="1"/>
          <p:nvPr/>
        </p:nvSpPr>
        <p:spPr>
          <a:xfrm>
            <a:off x="4754880"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572192"/>
            <a:ext cx="928293" cy="130705"/>
          </a:xfrm>
          <a:prstGeom prst="rect">
            <a:avLst/>
          </a:prstGeom>
          <a:solidFill>
            <a:srgbClr val="C2352F"/>
          </a:solidFill>
          <a:ln/>
        </p:spPr>
      </p:sp>
      <p:sp>
        <p:nvSpPr>
          <p:cNvPr id="70" name="Text 68"/>
          <p:cNvSpPr txBox="1"/>
          <p:nvPr/>
        </p:nvSpPr>
        <p:spPr>
          <a:xfrm>
            <a:off x="4754880"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833603"/>
            <a:ext cx="928044" cy="130705"/>
          </a:xfrm>
          <a:prstGeom prst="rect">
            <a:avLst/>
          </a:prstGeom>
          <a:solidFill>
            <a:srgbClr val="C2352F"/>
          </a:solidFill>
          <a:ln/>
        </p:spPr>
      </p:sp>
      <p:sp>
        <p:nvSpPr>
          <p:cNvPr id="74" name="Text 72"/>
          <p:cNvSpPr txBox="1"/>
          <p:nvPr/>
        </p:nvSpPr>
        <p:spPr>
          <a:xfrm>
            <a:off x="4754880"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6095014"/>
            <a:ext cx="901400" cy="130705"/>
          </a:xfrm>
          <a:prstGeom prst="rect">
            <a:avLst/>
          </a:prstGeom>
          <a:solidFill>
            <a:srgbClr val="C2352F"/>
          </a:solidFill>
          <a:ln/>
        </p:spPr>
      </p:sp>
      <p:sp>
        <p:nvSpPr>
          <p:cNvPr id="78" name="Text 76"/>
          <p:cNvSpPr txBox="1"/>
          <p:nvPr/>
        </p:nvSpPr>
        <p:spPr>
          <a:xfrm>
            <a:off x="4754880" y="602966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12441"/>
            <a:ext cx="891506" cy="130705"/>
          </a:xfrm>
          <a:prstGeom prst="rect">
            <a:avLst/>
          </a:prstGeom>
          <a:solidFill>
            <a:srgbClr val="C2352F"/>
          </a:solidFill>
          <a:ln/>
        </p:spPr>
      </p:sp>
      <p:sp>
        <p:nvSpPr>
          <p:cNvPr id="82" name="Text 80"/>
          <p:cNvSpPr txBox="1"/>
          <p:nvPr/>
        </p:nvSpPr>
        <p:spPr>
          <a:xfrm>
            <a:off x="10305288" y="184708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73852"/>
            <a:ext cx="872721" cy="130705"/>
          </a:xfrm>
          <a:prstGeom prst="rect">
            <a:avLst/>
          </a:prstGeom>
          <a:solidFill>
            <a:srgbClr val="C2352F"/>
          </a:solidFill>
          <a:ln/>
        </p:spPr>
      </p:sp>
      <p:sp>
        <p:nvSpPr>
          <p:cNvPr id="86" name="Text 84"/>
          <p:cNvSpPr txBox="1"/>
          <p:nvPr/>
        </p:nvSpPr>
        <p:spPr>
          <a:xfrm>
            <a:off x="10305288" y="210849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435262"/>
            <a:ext cx="868263" cy="130705"/>
          </a:xfrm>
          <a:prstGeom prst="rect">
            <a:avLst/>
          </a:prstGeom>
          <a:solidFill>
            <a:srgbClr val="C2352F"/>
          </a:solidFill>
          <a:ln/>
        </p:spPr>
      </p:sp>
      <p:sp>
        <p:nvSpPr>
          <p:cNvPr id="90" name="Text 88"/>
          <p:cNvSpPr txBox="1"/>
          <p:nvPr/>
        </p:nvSpPr>
        <p:spPr>
          <a:xfrm>
            <a:off x="10305288" y="236991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96673"/>
            <a:ext cx="865684" cy="130705"/>
          </a:xfrm>
          <a:prstGeom prst="rect">
            <a:avLst/>
          </a:prstGeom>
          <a:solidFill>
            <a:srgbClr val="C2352F"/>
          </a:solidFill>
          <a:ln/>
        </p:spPr>
      </p:sp>
      <p:sp>
        <p:nvSpPr>
          <p:cNvPr id="94" name="Text 92"/>
          <p:cNvSpPr txBox="1"/>
          <p:nvPr/>
        </p:nvSpPr>
        <p:spPr>
          <a:xfrm>
            <a:off x="10305288" y="263132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958084"/>
            <a:ext cx="862196" cy="130705"/>
          </a:xfrm>
          <a:prstGeom prst="rect">
            <a:avLst/>
          </a:prstGeom>
          <a:solidFill>
            <a:srgbClr val="C2352F"/>
          </a:solidFill>
          <a:ln/>
        </p:spPr>
      </p:sp>
      <p:sp>
        <p:nvSpPr>
          <p:cNvPr id="98" name="Text 96"/>
          <p:cNvSpPr txBox="1"/>
          <p:nvPr/>
        </p:nvSpPr>
        <p:spPr>
          <a:xfrm>
            <a:off x="10305288" y="289273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219495"/>
            <a:ext cx="838650" cy="130705"/>
          </a:xfrm>
          <a:prstGeom prst="rect">
            <a:avLst/>
          </a:prstGeom>
          <a:solidFill>
            <a:srgbClr val="C2352F"/>
          </a:solidFill>
          <a:ln/>
        </p:spPr>
      </p:sp>
      <p:sp>
        <p:nvSpPr>
          <p:cNvPr id="102" name="Text 100"/>
          <p:cNvSpPr txBox="1"/>
          <p:nvPr/>
        </p:nvSpPr>
        <p:spPr>
          <a:xfrm>
            <a:off x="10305288" y="3154142"/>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480906"/>
            <a:ext cx="832186" cy="130705"/>
          </a:xfrm>
          <a:prstGeom prst="rect">
            <a:avLst/>
          </a:prstGeom>
          <a:solidFill>
            <a:srgbClr val="C2352F"/>
          </a:solidFill>
          <a:ln/>
        </p:spPr>
      </p:sp>
      <p:sp>
        <p:nvSpPr>
          <p:cNvPr id="106" name="Text 104"/>
          <p:cNvSpPr txBox="1"/>
          <p:nvPr/>
        </p:nvSpPr>
        <p:spPr>
          <a:xfrm>
            <a:off x="10305288" y="3415553"/>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742316"/>
            <a:ext cx="802409" cy="130705"/>
          </a:xfrm>
          <a:prstGeom prst="rect">
            <a:avLst/>
          </a:prstGeom>
          <a:solidFill>
            <a:srgbClr val="C2352F"/>
          </a:solidFill>
          <a:ln/>
        </p:spPr>
      </p:sp>
      <p:sp>
        <p:nvSpPr>
          <p:cNvPr id="110" name="Text 108"/>
          <p:cNvSpPr txBox="1"/>
          <p:nvPr/>
        </p:nvSpPr>
        <p:spPr>
          <a:xfrm>
            <a:off x="10305288"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4003727"/>
            <a:ext cx="796340" cy="130705"/>
          </a:xfrm>
          <a:prstGeom prst="rect">
            <a:avLst/>
          </a:prstGeom>
          <a:solidFill>
            <a:srgbClr val="C2352F"/>
          </a:solidFill>
          <a:ln/>
        </p:spPr>
      </p:sp>
      <p:sp>
        <p:nvSpPr>
          <p:cNvPr id="114" name="Text 112"/>
          <p:cNvSpPr txBox="1"/>
          <p:nvPr/>
        </p:nvSpPr>
        <p:spPr>
          <a:xfrm>
            <a:off x="10305288"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265138"/>
            <a:ext cx="790518" cy="130705"/>
          </a:xfrm>
          <a:prstGeom prst="rect">
            <a:avLst/>
          </a:prstGeom>
          <a:solidFill>
            <a:srgbClr val="C2352F"/>
          </a:solidFill>
          <a:ln/>
        </p:spPr>
      </p:sp>
      <p:sp>
        <p:nvSpPr>
          <p:cNvPr id="118" name="Text 116"/>
          <p:cNvSpPr txBox="1"/>
          <p:nvPr/>
        </p:nvSpPr>
        <p:spPr>
          <a:xfrm>
            <a:off x="10305288"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526549"/>
            <a:ext cx="778288" cy="130705"/>
          </a:xfrm>
          <a:prstGeom prst="rect">
            <a:avLst/>
          </a:prstGeom>
          <a:solidFill>
            <a:srgbClr val="C2352F"/>
          </a:solidFill>
          <a:ln/>
        </p:spPr>
      </p:sp>
      <p:sp>
        <p:nvSpPr>
          <p:cNvPr id="122" name="Text 120"/>
          <p:cNvSpPr txBox="1"/>
          <p:nvPr/>
        </p:nvSpPr>
        <p:spPr>
          <a:xfrm>
            <a:off x="10305288"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787960"/>
            <a:ext cx="749257" cy="130705"/>
          </a:xfrm>
          <a:prstGeom prst="rect">
            <a:avLst/>
          </a:prstGeom>
          <a:solidFill>
            <a:srgbClr val="C2352F"/>
          </a:solidFill>
          <a:ln/>
        </p:spPr>
      </p:sp>
      <p:sp>
        <p:nvSpPr>
          <p:cNvPr id="126" name="Text 124"/>
          <p:cNvSpPr txBox="1"/>
          <p:nvPr/>
        </p:nvSpPr>
        <p:spPr>
          <a:xfrm>
            <a:off x="10305288"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5049371"/>
            <a:ext cx="717653" cy="130705"/>
          </a:xfrm>
          <a:prstGeom prst="rect">
            <a:avLst/>
          </a:prstGeom>
          <a:solidFill>
            <a:srgbClr val="C2352F"/>
          </a:solidFill>
          <a:ln/>
        </p:spPr>
      </p:sp>
      <p:sp>
        <p:nvSpPr>
          <p:cNvPr id="130" name="Text 128"/>
          <p:cNvSpPr txBox="1"/>
          <p:nvPr/>
        </p:nvSpPr>
        <p:spPr>
          <a:xfrm>
            <a:off x="10305288"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310781"/>
            <a:ext cx="712241" cy="130705"/>
          </a:xfrm>
          <a:prstGeom prst="rect">
            <a:avLst/>
          </a:prstGeom>
          <a:solidFill>
            <a:srgbClr val="C2352F"/>
          </a:solidFill>
          <a:ln/>
        </p:spPr>
      </p:sp>
      <p:sp>
        <p:nvSpPr>
          <p:cNvPr id="134" name="Text 132"/>
          <p:cNvSpPr txBox="1"/>
          <p:nvPr/>
        </p:nvSpPr>
        <p:spPr>
          <a:xfrm>
            <a:off x="10305288"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572192"/>
            <a:ext cx="684854" cy="130705"/>
          </a:xfrm>
          <a:prstGeom prst="rect">
            <a:avLst/>
          </a:prstGeom>
          <a:solidFill>
            <a:srgbClr val="C2352F"/>
          </a:solidFill>
          <a:ln/>
        </p:spPr>
      </p:sp>
      <p:sp>
        <p:nvSpPr>
          <p:cNvPr id="138" name="Text 136"/>
          <p:cNvSpPr txBox="1"/>
          <p:nvPr/>
        </p:nvSpPr>
        <p:spPr>
          <a:xfrm>
            <a:off x="10305288"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833603"/>
            <a:ext cx="659710" cy="130705"/>
          </a:xfrm>
          <a:prstGeom prst="rect">
            <a:avLst/>
          </a:prstGeom>
          <a:solidFill>
            <a:srgbClr val="C2352F"/>
          </a:solidFill>
          <a:ln/>
        </p:spPr>
      </p:sp>
      <p:sp>
        <p:nvSpPr>
          <p:cNvPr id="142" name="Text 140"/>
          <p:cNvSpPr txBox="1"/>
          <p:nvPr/>
        </p:nvSpPr>
        <p:spPr>
          <a:xfrm>
            <a:off x="10305288"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443984"/>
          </a:xfrm>
          <a:prstGeom prst="rect">
            <a:avLst/>
          </a:prstGeom>
          <a:solidFill>
            <a:srgbClr val="0B2C4A"/>
          </a:solidFill>
          <a:ln/>
        </p:spPr>
      </p:sp>
      <p:sp>
        <p:nvSpPr>
          <p:cNvPr id="144" name="Shape 142"/>
          <p:cNvSpPr/>
          <p:nvPr/>
        </p:nvSpPr>
        <p:spPr>
          <a:xfrm>
            <a:off x="9533332" y="1847088"/>
            <a:ext cx="14630" cy="4443984"/>
          </a:xfrm>
          <a:prstGeom prst="rect">
            <a:avLst/>
          </a:prstGeom>
          <a:solidFill>
            <a:srgbClr val="0B2C4A"/>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7669"/>
            <a:ext cx="777240" cy="120249"/>
          </a:xfrm>
          <a:prstGeom prst="rect">
            <a:avLst/>
          </a:prstGeom>
          <a:solidFill>
            <a:srgbClr val="12A566"/>
          </a:solidFill>
          <a:ln/>
        </p:spPr>
      </p:sp>
      <p:sp>
        <p:nvSpPr>
          <p:cNvPr id="14" name="Text 12"/>
          <p:cNvSpPr txBox="1"/>
          <p:nvPr/>
        </p:nvSpPr>
        <p:spPr>
          <a:xfrm>
            <a:off x="4617720"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79080"/>
            <a:ext cx="548170" cy="120249"/>
          </a:xfrm>
          <a:prstGeom prst="rect">
            <a:avLst/>
          </a:prstGeom>
          <a:solidFill>
            <a:srgbClr val="12A566"/>
          </a:solidFill>
          <a:ln/>
        </p:spPr>
      </p:sp>
      <p:sp>
        <p:nvSpPr>
          <p:cNvPr id="18" name="Text 16"/>
          <p:cNvSpPr txBox="1"/>
          <p:nvPr/>
        </p:nvSpPr>
        <p:spPr>
          <a:xfrm>
            <a:off x="4617720"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440491"/>
            <a:ext cx="475660" cy="120249"/>
          </a:xfrm>
          <a:prstGeom prst="rect">
            <a:avLst/>
          </a:prstGeom>
          <a:solidFill>
            <a:srgbClr val="12A566"/>
          </a:solidFill>
          <a:ln/>
        </p:spPr>
      </p:sp>
      <p:sp>
        <p:nvSpPr>
          <p:cNvPr id="22" name="Text 20"/>
          <p:cNvSpPr txBox="1"/>
          <p:nvPr/>
        </p:nvSpPr>
        <p:spPr>
          <a:xfrm>
            <a:off x="4617720"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701901"/>
            <a:ext cx="450223" cy="120249"/>
          </a:xfrm>
          <a:prstGeom prst="rect">
            <a:avLst/>
          </a:prstGeom>
          <a:solidFill>
            <a:srgbClr val="12A566"/>
          </a:solidFill>
          <a:ln/>
        </p:spPr>
      </p:sp>
      <p:sp>
        <p:nvSpPr>
          <p:cNvPr id="26" name="Text 24"/>
          <p:cNvSpPr txBox="1"/>
          <p:nvPr/>
        </p:nvSpPr>
        <p:spPr>
          <a:xfrm>
            <a:off x="4617720"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963312"/>
            <a:ext cx="440887" cy="120249"/>
          </a:xfrm>
          <a:prstGeom prst="rect">
            <a:avLst/>
          </a:prstGeom>
          <a:solidFill>
            <a:srgbClr val="12A566"/>
          </a:solidFill>
          <a:ln/>
        </p:spPr>
      </p:sp>
      <p:sp>
        <p:nvSpPr>
          <p:cNvPr id="30" name="Text 28"/>
          <p:cNvSpPr txBox="1"/>
          <p:nvPr/>
        </p:nvSpPr>
        <p:spPr>
          <a:xfrm>
            <a:off x="4617720"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224723"/>
            <a:ext cx="427536" cy="120249"/>
          </a:xfrm>
          <a:prstGeom prst="rect">
            <a:avLst/>
          </a:prstGeom>
          <a:solidFill>
            <a:srgbClr val="12A566"/>
          </a:solidFill>
          <a:ln/>
        </p:spPr>
      </p:sp>
      <p:sp>
        <p:nvSpPr>
          <p:cNvPr id="34" name="Text 32"/>
          <p:cNvSpPr txBox="1"/>
          <p:nvPr/>
        </p:nvSpPr>
        <p:spPr>
          <a:xfrm>
            <a:off x="4617720"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486134"/>
            <a:ext cx="390960" cy="120249"/>
          </a:xfrm>
          <a:prstGeom prst="rect">
            <a:avLst/>
          </a:prstGeom>
          <a:solidFill>
            <a:srgbClr val="12A566"/>
          </a:solidFill>
          <a:ln/>
        </p:spPr>
      </p:sp>
      <p:sp>
        <p:nvSpPr>
          <p:cNvPr id="38" name="Text 36"/>
          <p:cNvSpPr txBox="1"/>
          <p:nvPr/>
        </p:nvSpPr>
        <p:spPr>
          <a:xfrm>
            <a:off x="4617720"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747545"/>
            <a:ext cx="330873" cy="120249"/>
          </a:xfrm>
          <a:prstGeom prst="rect">
            <a:avLst/>
          </a:prstGeom>
          <a:solidFill>
            <a:srgbClr val="12A566"/>
          </a:solidFill>
          <a:ln/>
        </p:spPr>
      </p:sp>
      <p:sp>
        <p:nvSpPr>
          <p:cNvPr id="42" name="Text 40"/>
          <p:cNvSpPr txBox="1"/>
          <p:nvPr/>
        </p:nvSpPr>
        <p:spPr>
          <a:xfrm>
            <a:off x="4617720"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4008956"/>
            <a:ext cx="319451" cy="120249"/>
          </a:xfrm>
          <a:prstGeom prst="rect">
            <a:avLst/>
          </a:prstGeom>
          <a:solidFill>
            <a:srgbClr val="12A566"/>
          </a:solidFill>
          <a:ln/>
        </p:spPr>
      </p:sp>
      <p:sp>
        <p:nvSpPr>
          <p:cNvPr id="46" name="Text 44"/>
          <p:cNvSpPr txBox="1"/>
          <p:nvPr/>
        </p:nvSpPr>
        <p:spPr>
          <a:xfrm>
            <a:off x="4617720"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270366"/>
            <a:ext cx="307782" cy="120249"/>
          </a:xfrm>
          <a:prstGeom prst="rect">
            <a:avLst/>
          </a:prstGeom>
          <a:solidFill>
            <a:srgbClr val="12A566"/>
          </a:solidFill>
          <a:ln/>
        </p:spPr>
      </p:sp>
      <p:sp>
        <p:nvSpPr>
          <p:cNvPr id="50" name="Text 48"/>
          <p:cNvSpPr txBox="1"/>
          <p:nvPr/>
        </p:nvSpPr>
        <p:spPr>
          <a:xfrm>
            <a:off x="4617720"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531777"/>
            <a:ext cx="299645" cy="120249"/>
          </a:xfrm>
          <a:prstGeom prst="rect">
            <a:avLst/>
          </a:prstGeom>
          <a:solidFill>
            <a:srgbClr val="12A566"/>
          </a:solidFill>
          <a:ln/>
        </p:spPr>
      </p:sp>
      <p:sp>
        <p:nvSpPr>
          <p:cNvPr id="54" name="Text 52"/>
          <p:cNvSpPr txBox="1"/>
          <p:nvPr/>
        </p:nvSpPr>
        <p:spPr>
          <a:xfrm>
            <a:off x="4617720"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793188"/>
            <a:ext cx="276949" cy="120249"/>
          </a:xfrm>
          <a:prstGeom prst="rect">
            <a:avLst/>
          </a:prstGeom>
          <a:solidFill>
            <a:srgbClr val="12A566"/>
          </a:solidFill>
          <a:ln/>
        </p:spPr>
      </p:sp>
      <p:sp>
        <p:nvSpPr>
          <p:cNvPr id="58" name="Text 56"/>
          <p:cNvSpPr txBox="1"/>
          <p:nvPr/>
        </p:nvSpPr>
        <p:spPr>
          <a:xfrm>
            <a:off x="4617720" y="4722607"/>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5054599"/>
            <a:ext cx="274963" cy="120249"/>
          </a:xfrm>
          <a:prstGeom prst="rect">
            <a:avLst/>
          </a:prstGeom>
          <a:solidFill>
            <a:srgbClr val="12A566"/>
          </a:solidFill>
          <a:ln/>
        </p:spPr>
      </p:sp>
      <p:sp>
        <p:nvSpPr>
          <p:cNvPr id="62" name="Text 60"/>
          <p:cNvSpPr txBox="1"/>
          <p:nvPr/>
        </p:nvSpPr>
        <p:spPr>
          <a:xfrm>
            <a:off x="4617720" y="498401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316010"/>
            <a:ext cx="236325" cy="120249"/>
          </a:xfrm>
          <a:prstGeom prst="rect">
            <a:avLst/>
          </a:prstGeom>
          <a:solidFill>
            <a:srgbClr val="12A566"/>
          </a:solidFill>
          <a:ln/>
        </p:spPr>
      </p:sp>
      <p:sp>
        <p:nvSpPr>
          <p:cNvPr id="66" name="Text 64"/>
          <p:cNvSpPr txBox="1"/>
          <p:nvPr/>
        </p:nvSpPr>
        <p:spPr>
          <a:xfrm>
            <a:off x="4617720" y="524542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577420"/>
            <a:ext cx="220225" cy="120249"/>
          </a:xfrm>
          <a:prstGeom prst="rect">
            <a:avLst/>
          </a:prstGeom>
          <a:solidFill>
            <a:srgbClr val="12A566"/>
          </a:solidFill>
          <a:ln/>
        </p:spPr>
      </p:sp>
      <p:sp>
        <p:nvSpPr>
          <p:cNvPr id="70" name="Text 68"/>
          <p:cNvSpPr txBox="1"/>
          <p:nvPr/>
        </p:nvSpPr>
        <p:spPr>
          <a:xfrm>
            <a:off x="4617720" y="550684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838831"/>
            <a:ext cx="205895" cy="120249"/>
          </a:xfrm>
          <a:prstGeom prst="rect">
            <a:avLst/>
          </a:prstGeom>
          <a:solidFill>
            <a:srgbClr val="12A566"/>
          </a:solidFill>
          <a:ln/>
        </p:spPr>
      </p:sp>
      <p:sp>
        <p:nvSpPr>
          <p:cNvPr id="74" name="Text 72"/>
          <p:cNvSpPr txBox="1"/>
          <p:nvPr/>
        </p:nvSpPr>
        <p:spPr>
          <a:xfrm>
            <a:off x="4617720" y="576825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6100242"/>
            <a:ext cx="201986" cy="120249"/>
          </a:xfrm>
          <a:prstGeom prst="rect">
            <a:avLst/>
          </a:prstGeom>
          <a:solidFill>
            <a:srgbClr val="12A566"/>
          </a:solidFill>
          <a:ln/>
        </p:spPr>
      </p:sp>
      <p:sp>
        <p:nvSpPr>
          <p:cNvPr id="78" name="Text 76"/>
          <p:cNvSpPr txBox="1"/>
          <p:nvPr/>
        </p:nvSpPr>
        <p:spPr>
          <a:xfrm>
            <a:off x="4617720" y="602966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7669"/>
            <a:ext cx="197582" cy="120249"/>
          </a:xfrm>
          <a:prstGeom prst="rect">
            <a:avLst/>
          </a:prstGeom>
          <a:solidFill>
            <a:srgbClr val="12A566"/>
          </a:solidFill>
          <a:ln/>
        </p:spPr>
      </p:sp>
      <p:sp>
        <p:nvSpPr>
          <p:cNvPr id="82" name="Text 80"/>
          <p:cNvSpPr txBox="1"/>
          <p:nvPr/>
        </p:nvSpPr>
        <p:spPr>
          <a:xfrm>
            <a:off x="10168128"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79080"/>
            <a:ext cx="184443" cy="120249"/>
          </a:xfrm>
          <a:prstGeom prst="rect">
            <a:avLst/>
          </a:prstGeom>
          <a:solidFill>
            <a:srgbClr val="12A566"/>
          </a:solidFill>
          <a:ln/>
        </p:spPr>
      </p:sp>
      <p:sp>
        <p:nvSpPr>
          <p:cNvPr id="86" name="Text 84"/>
          <p:cNvSpPr txBox="1"/>
          <p:nvPr/>
        </p:nvSpPr>
        <p:spPr>
          <a:xfrm>
            <a:off x="10168128"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440491"/>
            <a:ext cx="173399" cy="120249"/>
          </a:xfrm>
          <a:prstGeom prst="rect">
            <a:avLst/>
          </a:prstGeom>
          <a:solidFill>
            <a:srgbClr val="12A566"/>
          </a:solidFill>
          <a:ln/>
        </p:spPr>
      </p:sp>
      <p:sp>
        <p:nvSpPr>
          <p:cNvPr id="90" name="Text 88"/>
          <p:cNvSpPr txBox="1"/>
          <p:nvPr/>
        </p:nvSpPr>
        <p:spPr>
          <a:xfrm>
            <a:off x="10168128"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701901"/>
            <a:ext cx="172997" cy="120249"/>
          </a:xfrm>
          <a:prstGeom prst="rect">
            <a:avLst/>
          </a:prstGeom>
          <a:solidFill>
            <a:srgbClr val="12A566"/>
          </a:solidFill>
          <a:ln/>
        </p:spPr>
      </p:sp>
      <p:sp>
        <p:nvSpPr>
          <p:cNvPr id="94" name="Text 92"/>
          <p:cNvSpPr txBox="1"/>
          <p:nvPr/>
        </p:nvSpPr>
        <p:spPr>
          <a:xfrm>
            <a:off x="10168128"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963312"/>
            <a:ext cx="172188" cy="120249"/>
          </a:xfrm>
          <a:prstGeom prst="rect">
            <a:avLst/>
          </a:prstGeom>
          <a:solidFill>
            <a:srgbClr val="12A566"/>
          </a:solidFill>
          <a:ln/>
        </p:spPr>
      </p:sp>
      <p:sp>
        <p:nvSpPr>
          <p:cNvPr id="98" name="Text 96"/>
          <p:cNvSpPr txBox="1"/>
          <p:nvPr/>
        </p:nvSpPr>
        <p:spPr>
          <a:xfrm>
            <a:off x="10168128"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224723"/>
            <a:ext cx="164612" cy="120249"/>
          </a:xfrm>
          <a:prstGeom prst="rect">
            <a:avLst/>
          </a:prstGeom>
          <a:solidFill>
            <a:srgbClr val="12A566"/>
          </a:solidFill>
          <a:ln/>
        </p:spPr>
      </p:sp>
      <p:sp>
        <p:nvSpPr>
          <p:cNvPr id="102" name="Text 100"/>
          <p:cNvSpPr txBox="1"/>
          <p:nvPr/>
        </p:nvSpPr>
        <p:spPr>
          <a:xfrm>
            <a:off x="10168128"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486134"/>
            <a:ext cx="136163" cy="120249"/>
          </a:xfrm>
          <a:prstGeom prst="rect">
            <a:avLst/>
          </a:prstGeom>
          <a:solidFill>
            <a:srgbClr val="12A566"/>
          </a:solidFill>
          <a:ln/>
        </p:spPr>
      </p:sp>
      <p:sp>
        <p:nvSpPr>
          <p:cNvPr id="106" name="Text 104"/>
          <p:cNvSpPr txBox="1"/>
          <p:nvPr/>
        </p:nvSpPr>
        <p:spPr>
          <a:xfrm>
            <a:off x="10168128"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747545"/>
            <a:ext cx="126601" cy="120249"/>
          </a:xfrm>
          <a:prstGeom prst="rect">
            <a:avLst/>
          </a:prstGeom>
          <a:solidFill>
            <a:srgbClr val="12A566"/>
          </a:solidFill>
          <a:ln/>
        </p:spPr>
      </p:sp>
      <p:sp>
        <p:nvSpPr>
          <p:cNvPr id="110" name="Text 108"/>
          <p:cNvSpPr txBox="1"/>
          <p:nvPr/>
        </p:nvSpPr>
        <p:spPr>
          <a:xfrm>
            <a:off x="10168128"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4008956"/>
            <a:ext cx="78291" cy="120249"/>
          </a:xfrm>
          <a:prstGeom prst="rect">
            <a:avLst/>
          </a:prstGeom>
          <a:solidFill>
            <a:srgbClr val="12A566"/>
          </a:solidFill>
          <a:ln/>
        </p:spPr>
      </p:sp>
      <p:sp>
        <p:nvSpPr>
          <p:cNvPr id="114" name="Text 112"/>
          <p:cNvSpPr txBox="1"/>
          <p:nvPr/>
        </p:nvSpPr>
        <p:spPr>
          <a:xfrm>
            <a:off x="10168128"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270366"/>
            <a:ext cx="34218" cy="120249"/>
          </a:xfrm>
          <a:prstGeom prst="rect">
            <a:avLst/>
          </a:prstGeom>
          <a:solidFill>
            <a:srgbClr val="12A566"/>
          </a:solidFill>
          <a:ln/>
        </p:spPr>
      </p:sp>
      <p:sp>
        <p:nvSpPr>
          <p:cNvPr id="118" name="Text 116"/>
          <p:cNvSpPr txBox="1"/>
          <p:nvPr/>
        </p:nvSpPr>
        <p:spPr>
          <a:xfrm>
            <a:off x="10168128"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531777"/>
            <a:ext cx="12802" cy="120249"/>
          </a:xfrm>
          <a:prstGeom prst="rect">
            <a:avLst/>
          </a:prstGeom>
          <a:solidFill>
            <a:srgbClr val="C2352F"/>
          </a:solidFill>
          <a:ln/>
        </p:spPr>
      </p:sp>
      <p:sp>
        <p:nvSpPr>
          <p:cNvPr id="122" name="Text 120"/>
          <p:cNvSpPr txBox="1"/>
          <p:nvPr/>
        </p:nvSpPr>
        <p:spPr>
          <a:xfrm>
            <a:off x="10168128" y="4461196"/>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793188"/>
            <a:ext cx="22705" cy="120249"/>
          </a:xfrm>
          <a:prstGeom prst="rect">
            <a:avLst/>
          </a:prstGeom>
          <a:solidFill>
            <a:srgbClr val="C2352F"/>
          </a:solidFill>
          <a:ln/>
        </p:spPr>
      </p:sp>
      <p:sp>
        <p:nvSpPr>
          <p:cNvPr id="126" name="Text 124"/>
          <p:cNvSpPr txBox="1"/>
          <p:nvPr/>
        </p:nvSpPr>
        <p:spPr>
          <a:xfrm>
            <a:off x="10168128" y="4722607"/>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5054599"/>
            <a:ext cx="77328" cy="120249"/>
          </a:xfrm>
          <a:prstGeom prst="rect">
            <a:avLst/>
          </a:prstGeom>
          <a:solidFill>
            <a:srgbClr val="C2352F"/>
          </a:solidFill>
          <a:ln/>
        </p:spPr>
      </p:sp>
      <p:sp>
        <p:nvSpPr>
          <p:cNvPr id="130" name="Text 128"/>
          <p:cNvSpPr txBox="1"/>
          <p:nvPr/>
        </p:nvSpPr>
        <p:spPr>
          <a:xfrm>
            <a:off x="10168128" y="498401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316010"/>
            <a:ext cx="94400" cy="120249"/>
          </a:xfrm>
          <a:prstGeom prst="rect">
            <a:avLst/>
          </a:prstGeom>
          <a:solidFill>
            <a:srgbClr val="C2352F"/>
          </a:solidFill>
          <a:ln/>
        </p:spPr>
      </p:sp>
      <p:sp>
        <p:nvSpPr>
          <p:cNvPr id="134" name="Text 132"/>
          <p:cNvSpPr txBox="1"/>
          <p:nvPr/>
        </p:nvSpPr>
        <p:spPr>
          <a:xfrm>
            <a:off x="10168128" y="524542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577420"/>
            <a:ext cx="229963" cy="120249"/>
          </a:xfrm>
          <a:prstGeom prst="rect">
            <a:avLst/>
          </a:prstGeom>
          <a:solidFill>
            <a:srgbClr val="C2352F"/>
          </a:solidFill>
          <a:ln/>
        </p:spPr>
      </p:sp>
      <p:sp>
        <p:nvSpPr>
          <p:cNvPr id="138" name="Text 136"/>
          <p:cNvSpPr txBox="1"/>
          <p:nvPr/>
        </p:nvSpPr>
        <p:spPr>
          <a:xfrm>
            <a:off x="10168128" y="550684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838831"/>
            <a:ext cx="246546" cy="120249"/>
          </a:xfrm>
          <a:prstGeom prst="rect">
            <a:avLst/>
          </a:prstGeom>
          <a:solidFill>
            <a:srgbClr val="C2352F"/>
          </a:solidFill>
          <a:ln/>
        </p:spPr>
      </p:sp>
      <p:sp>
        <p:nvSpPr>
          <p:cNvPr id="142" name="Text 140"/>
          <p:cNvSpPr txBox="1"/>
          <p:nvPr/>
        </p:nvSpPr>
        <p:spPr>
          <a:xfrm>
            <a:off x="10168128" y="576825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443984"/>
          </a:xfrm>
          <a:prstGeom prst="rect">
            <a:avLst/>
          </a:prstGeom>
          <a:solidFill>
            <a:srgbClr val="9AA3AD"/>
          </a:solidFill>
          <a:ln/>
        </p:spPr>
      </p:sp>
      <p:sp>
        <p:nvSpPr>
          <p:cNvPr id="144" name="Shape 142"/>
          <p:cNvSpPr/>
          <p:nvPr/>
        </p:nvSpPr>
        <p:spPr>
          <a:xfrm>
            <a:off x="9330538" y="1847088"/>
            <a:ext cx="10973" cy="4443984"/>
          </a:xfrm>
          <a:prstGeom prst="rect">
            <a:avLst/>
          </a:prstGeom>
          <a:solidFill>
            <a:srgbClr val="9AA3AD"/>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968142"/>
            <a:ext cx="64008" cy="755294"/>
          </a:xfrm>
          <a:prstGeom prst="rect">
            <a:avLst/>
          </a:prstGeom>
          <a:solidFill>
            <a:srgbClr val="12A566"/>
          </a:solidFill>
          <a:ln/>
        </p:spPr>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7669"/>
            <a:ext cx="525241" cy="120249"/>
          </a:xfrm>
          <a:prstGeom prst="rect">
            <a:avLst/>
          </a:prstGeom>
          <a:solidFill>
            <a:srgbClr val="12A566"/>
          </a:solidFill>
          <a:ln/>
        </p:spPr>
      </p:sp>
      <p:sp>
        <p:nvSpPr>
          <p:cNvPr id="14" name="Text 12"/>
          <p:cNvSpPr txBox="1"/>
          <p:nvPr/>
        </p:nvSpPr>
        <p:spPr>
          <a:xfrm>
            <a:off x="4617720"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79080"/>
            <a:ext cx="467524" cy="120249"/>
          </a:xfrm>
          <a:prstGeom prst="rect">
            <a:avLst/>
          </a:prstGeom>
          <a:solidFill>
            <a:srgbClr val="12A566"/>
          </a:solidFill>
          <a:ln/>
        </p:spPr>
      </p:sp>
      <p:sp>
        <p:nvSpPr>
          <p:cNvPr id="18" name="Text 16"/>
          <p:cNvSpPr txBox="1"/>
          <p:nvPr/>
        </p:nvSpPr>
        <p:spPr>
          <a:xfrm>
            <a:off x="4617720"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440491"/>
            <a:ext cx="415619" cy="120249"/>
          </a:xfrm>
          <a:prstGeom prst="rect">
            <a:avLst/>
          </a:prstGeom>
          <a:solidFill>
            <a:srgbClr val="12A566"/>
          </a:solidFill>
          <a:ln/>
        </p:spPr>
      </p:sp>
      <p:sp>
        <p:nvSpPr>
          <p:cNvPr id="22" name="Text 20"/>
          <p:cNvSpPr txBox="1"/>
          <p:nvPr/>
        </p:nvSpPr>
        <p:spPr>
          <a:xfrm>
            <a:off x="4617720"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701901"/>
            <a:ext cx="265194" cy="120249"/>
          </a:xfrm>
          <a:prstGeom prst="rect">
            <a:avLst/>
          </a:prstGeom>
          <a:solidFill>
            <a:srgbClr val="12A566"/>
          </a:solidFill>
          <a:ln/>
        </p:spPr>
      </p:sp>
      <p:sp>
        <p:nvSpPr>
          <p:cNvPr id="26" name="Text 24"/>
          <p:cNvSpPr txBox="1"/>
          <p:nvPr/>
        </p:nvSpPr>
        <p:spPr>
          <a:xfrm>
            <a:off x="4617720"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963312"/>
            <a:ext cx="190549" cy="120249"/>
          </a:xfrm>
          <a:prstGeom prst="rect">
            <a:avLst/>
          </a:prstGeom>
          <a:solidFill>
            <a:srgbClr val="12A566"/>
          </a:solidFill>
          <a:ln/>
        </p:spPr>
      </p:sp>
      <p:sp>
        <p:nvSpPr>
          <p:cNvPr id="30" name="Text 28"/>
          <p:cNvSpPr txBox="1"/>
          <p:nvPr/>
        </p:nvSpPr>
        <p:spPr>
          <a:xfrm>
            <a:off x="4617720"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224723"/>
            <a:ext cx="179531" cy="120249"/>
          </a:xfrm>
          <a:prstGeom prst="rect">
            <a:avLst/>
          </a:prstGeom>
          <a:solidFill>
            <a:srgbClr val="12A566"/>
          </a:solidFill>
          <a:ln/>
        </p:spPr>
      </p:sp>
      <p:sp>
        <p:nvSpPr>
          <p:cNvPr id="34" name="Text 32"/>
          <p:cNvSpPr txBox="1"/>
          <p:nvPr/>
        </p:nvSpPr>
        <p:spPr>
          <a:xfrm>
            <a:off x="4617720"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486134"/>
            <a:ext cx="174904" cy="120249"/>
          </a:xfrm>
          <a:prstGeom prst="rect">
            <a:avLst/>
          </a:prstGeom>
          <a:solidFill>
            <a:srgbClr val="12A566"/>
          </a:solidFill>
          <a:ln/>
        </p:spPr>
      </p:sp>
      <p:sp>
        <p:nvSpPr>
          <p:cNvPr id="38" name="Text 36"/>
          <p:cNvSpPr txBox="1"/>
          <p:nvPr/>
        </p:nvSpPr>
        <p:spPr>
          <a:xfrm>
            <a:off x="4617720"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747545"/>
            <a:ext cx="157180" cy="120249"/>
          </a:xfrm>
          <a:prstGeom prst="rect">
            <a:avLst/>
          </a:prstGeom>
          <a:solidFill>
            <a:srgbClr val="12A566"/>
          </a:solidFill>
          <a:ln/>
        </p:spPr>
      </p:sp>
      <p:sp>
        <p:nvSpPr>
          <p:cNvPr id="42" name="Text 40"/>
          <p:cNvSpPr txBox="1"/>
          <p:nvPr/>
        </p:nvSpPr>
        <p:spPr>
          <a:xfrm>
            <a:off x="4617720"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4008956"/>
            <a:ext cx="146799" cy="120249"/>
          </a:xfrm>
          <a:prstGeom prst="rect">
            <a:avLst/>
          </a:prstGeom>
          <a:solidFill>
            <a:srgbClr val="12A566"/>
          </a:solidFill>
          <a:ln/>
        </p:spPr>
      </p:sp>
      <p:sp>
        <p:nvSpPr>
          <p:cNvPr id="46" name="Text 44"/>
          <p:cNvSpPr txBox="1"/>
          <p:nvPr/>
        </p:nvSpPr>
        <p:spPr>
          <a:xfrm>
            <a:off x="4617720"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270366"/>
            <a:ext cx="136967" cy="120249"/>
          </a:xfrm>
          <a:prstGeom prst="rect">
            <a:avLst/>
          </a:prstGeom>
          <a:solidFill>
            <a:srgbClr val="12A566"/>
          </a:solidFill>
          <a:ln/>
        </p:spPr>
      </p:sp>
      <p:sp>
        <p:nvSpPr>
          <p:cNvPr id="50" name="Text 48"/>
          <p:cNvSpPr txBox="1"/>
          <p:nvPr/>
        </p:nvSpPr>
        <p:spPr>
          <a:xfrm>
            <a:off x="4617720"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531777"/>
            <a:ext cx="76979" cy="120249"/>
          </a:xfrm>
          <a:prstGeom prst="rect">
            <a:avLst/>
          </a:prstGeom>
          <a:solidFill>
            <a:srgbClr val="12A566"/>
          </a:solidFill>
          <a:ln/>
        </p:spPr>
      </p:sp>
      <p:sp>
        <p:nvSpPr>
          <p:cNvPr id="54" name="Text 52"/>
          <p:cNvSpPr txBox="1"/>
          <p:nvPr/>
        </p:nvSpPr>
        <p:spPr>
          <a:xfrm>
            <a:off x="4617720"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793188"/>
            <a:ext cx="75062" cy="120249"/>
          </a:xfrm>
          <a:prstGeom prst="rect">
            <a:avLst/>
          </a:prstGeom>
          <a:solidFill>
            <a:srgbClr val="12A566"/>
          </a:solidFill>
          <a:ln/>
        </p:spPr>
      </p:sp>
      <p:sp>
        <p:nvSpPr>
          <p:cNvPr id="58" name="Text 56"/>
          <p:cNvSpPr txBox="1"/>
          <p:nvPr/>
        </p:nvSpPr>
        <p:spPr>
          <a:xfrm>
            <a:off x="4617720" y="4722607"/>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5054599"/>
            <a:ext cx="60320" cy="120249"/>
          </a:xfrm>
          <a:prstGeom prst="rect">
            <a:avLst/>
          </a:prstGeom>
          <a:solidFill>
            <a:srgbClr val="12A566"/>
          </a:solidFill>
          <a:ln/>
        </p:spPr>
      </p:sp>
      <p:sp>
        <p:nvSpPr>
          <p:cNvPr id="62" name="Text 60"/>
          <p:cNvSpPr txBox="1"/>
          <p:nvPr/>
        </p:nvSpPr>
        <p:spPr>
          <a:xfrm>
            <a:off x="4617720" y="498401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316010"/>
            <a:ext cx="35578" cy="120249"/>
          </a:xfrm>
          <a:prstGeom prst="rect">
            <a:avLst/>
          </a:prstGeom>
          <a:solidFill>
            <a:srgbClr val="12A566"/>
          </a:solidFill>
          <a:ln/>
        </p:spPr>
      </p:sp>
      <p:sp>
        <p:nvSpPr>
          <p:cNvPr id="66" name="Text 64"/>
          <p:cNvSpPr txBox="1"/>
          <p:nvPr/>
        </p:nvSpPr>
        <p:spPr>
          <a:xfrm>
            <a:off x="4617720" y="524542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577420"/>
            <a:ext cx="21435" cy="120249"/>
          </a:xfrm>
          <a:prstGeom prst="rect">
            <a:avLst/>
          </a:prstGeom>
          <a:solidFill>
            <a:srgbClr val="12A566"/>
          </a:solidFill>
          <a:ln/>
        </p:spPr>
      </p:sp>
      <p:sp>
        <p:nvSpPr>
          <p:cNvPr id="70" name="Text 68"/>
          <p:cNvSpPr txBox="1"/>
          <p:nvPr/>
        </p:nvSpPr>
        <p:spPr>
          <a:xfrm>
            <a:off x="4617720" y="550684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838831"/>
            <a:ext cx="12802" cy="120249"/>
          </a:xfrm>
          <a:prstGeom prst="rect">
            <a:avLst/>
          </a:prstGeom>
          <a:solidFill>
            <a:srgbClr val="12A566"/>
          </a:solidFill>
          <a:ln/>
        </p:spPr>
      </p:sp>
      <p:sp>
        <p:nvSpPr>
          <p:cNvPr id="74" name="Text 72"/>
          <p:cNvSpPr txBox="1"/>
          <p:nvPr/>
        </p:nvSpPr>
        <p:spPr>
          <a:xfrm>
            <a:off x="4617720" y="576825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6100242"/>
            <a:ext cx="12802" cy="120249"/>
          </a:xfrm>
          <a:prstGeom prst="rect">
            <a:avLst/>
          </a:prstGeom>
          <a:solidFill>
            <a:srgbClr val="12A566"/>
          </a:solidFill>
          <a:ln/>
        </p:spPr>
      </p:sp>
      <p:sp>
        <p:nvSpPr>
          <p:cNvPr id="78" name="Text 76"/>
          <p:cNvSpPr txBox="1"/>
          <p:nvPr/>
        </p:nvSpPr>
        <p:spPr>
          <a:xfrm>
            <a:off x="4617720" y="602966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7669"/>
            <a:ext cx="29140" cy="120249"/>
          </a:xfrm>
          <a:prstGeom prst="rect">
            <a:avLst/>
          </a:prstGeom>
          <a:solidFill>
            <a:srgbClr val="C2352F"/>
          </a:solidFill>
          <a:ln/>
        </p:spPr>
      </p:sp>
      <p:sp>
        <p:nvSpPr>
          <p:cNvPr id="82" name="Text 80"/>
          <p:cNvSpPr txBox="1"/>
          <p:nvPr/>
        </p:nvSpPr>
        <p:spPr>
          <a:xfrm>
            <a:off x="10168128" y="184708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79080"/>
            <a:ext cx="119319" cy="120249"/>
          </a:xfrm>
          <a:prstGeom prst="rect">
            <a:avLst/>
          </a:prstGeom>
          <a:solidFill>
            <a:srgbClr val="C2352F"/>
          </a:solidFill>
          <a:ln/>
        </p:spPr>
      </p:sp>
      <p:sp>
        <p:nvSpPr>
          <p:cNvPr id="86" name="Text 84"/>
          <p:cNvSpPr txBox="1"/>
          <p:nvPr/>
        </p:nvSpPr>
        <p:spPr>
          <a:xfrm>
            <a:off x="10168128" y="210849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440491"/>
            <a:ext cx="180317" cy="120249"/>
          </a:xfrm>
          <a:prstGeom prst="rect">
            <a:avLst/>
          </a:prstGeom>
          <a:solidFill>
            <a:srgbClr val="C2352F"/>
          </a:solidFill>
          <a:ln/>
        </p:spPr>
      </p:sp>
      <p:sp>
        <p:nvSpPr>
          <p:cNvPr id="90" name="Text 88"/>
          <p:cNvSpPr txBox="1"/>
          <p:nvPr/>
        </p:nvSpPr>
        <p:spPr>
          <a:xfrm>
            <a:off x="10168128" y="236991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701901"/>
            <a:ext cx="191124" cy="120249"/>
          </a:xfrm>
          <a:prstGeom prst="rect">
            <a:avLst/>
          </a:prstGeom>
          <a:solidFill>
            <a:srgbClr val="C2352F"/>
          </a:solidFill>
          <a:ln/>
        </p:spPr>
      </p:sp>
      <p:sp>
        <p:nvSpPr>
          <p:cNvPr id="94" name="Text 92"/>
          <p:cNvSpPr txBox="1"/>
          <p:nvPr/>
        </p:nvSpPr>
        <p:spPr>
          <a:xfrm>
            <a:off x="10168128" y="263132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963312"/>
            <a:ext cx="222655" cy="120249"/>
          </a:xfrm>
          <a:prstGeom prst="rect">
            <a:avLst/>
          </a:prstGeom>
          <a:solidFill>
            <a:srgbClr val="C2352F"/>
          </a:solidFill>
          <a:ln/>
        </p:spPr>
      </p:sp>
      <p:sp>
        <p:nvSpPr>
          <p:cNvPr id="98" name="Text 96"/>
          <p:cNvSpPr txBox="1"/>
          <p:nvPr/>
        </p:nvSpPr>
        <p:spPr>
          <a:xfrm>
            <a:off x="10168128" y="2892731"/>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224723"/>
            <a:ext cx="266723" cy="120249"/>
          </a:xfrm>
          <a:prstGeom prst="rect">
            <a:avLst/>
          </a:prstGeom>
          <a:solidFill>
            <a:srgbClr val="C2352F"/>
          </a:solidFill>
          <a:ln/>
        </p:spPr>
      </p:sp>
      <p:sp>
        <p:nvSpPr>
          <p:cNvPr id="102" name="Text 100"/>
          <p:cNvSpPr txBox="1"/>
          <p:nvPr/>
        </p:nvSpPr>
        <p:spPr>
          <a:xfrm>
            <a:off x="10168128" y="3154142"/>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486134"/>
            <a:ext cx="285012" cy="120249"/>
          </a:xfrm>
          <a:prstGeom prst="rect">
            <a:avLst/>
          </a:prstGeom>
          <a:solidFill>
            <a:srgbClr val="C2352F"/>
          </a:solidFill>
          <a:ln/>
        </p:spPr>
      </p:sp>
      <p:sp>
        <p:nvSpPr>
          <p:cNvPr id="106" name="Text 104"/>
          <p:cNvSpPr txBox="1"/>
          <p:nvPr/>
        </p:nvSpPr>
        <p:spPr>
          <a:xfrm>
            <a:off x="10168128" y="3415553"/>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747545"/>
            <a:ext cx="372394" cy="120249"/>
          </a:xfrm>
          <a:prstGeom prst="rect">
            <a:avLst/>
          </a:prstGeom>
          <a:solidFill>
            <a:srgbClr val="C2352F"/>
          </a:solidFill>
          <a:ln/>
        </p:spPr>
      </p:sp>
      <p:sp>
        <p:nvSpPr>
          <p:cNvPr id="110" name="Text 108"/>
          <p:cNvSpPr txBox="1"/>
          <p:nvPr/>
        </p:nvSpPr>
        <p:spPr>
          <a:xfrm>
            <a:off x="10168128" y="3676964"/>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4008956"/>
            <a:ext cx="388162" cy="120249"/>
          </a:xfrm>
          <a:prstGeom prst="rect">
            <a:avLst/>
          </a:prstGeom>
          <a:solidFill>
            <a:srgbClr val="C2352F"/>
          </a:solidFill>
          <a:ln/>
        </p:spPr>
      </p:sp>
      <p:sp>
        <p:nvSpPr>
          <p:cNvPr id="114" name="Text 112"/>
          <p:cNvSpPr txBox="1"/>
          <p:nvPr/>
        </p:nvSpPr>
        <p:spPr>
          <a:xfrm>
            <a:off x="10168128" y="393837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270366"/>
            <a:ext cx="394619" cy="120249"/>
          </a:xfrm>
          <a:prstGeom prst="rect">
            <a:avLst/>
          </a:prstGeom>
          <a:solidFill>
            <a:srgbClr val="C2352F"/>
          </a:solidFill>
          <a:ln/>
        </p:spPr>
      </p:sp>
      <p:sp>
        <p:nvSpPr>
          <p:cNvPr id="118" name="Text 116"/>
          <p:cNvSpPr txBox="1"/>
          <p:nvPr/>
        </p:nvSpPr>
        <p:spPr>
          <a:xfrm>
            <a:off x="10168128" y="419978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531777"/>
            <a:ext cx="430870" cy="120249"/>
          </a:xfrm>
          <a:prstGeom prst="rect">
            <a:avLst/>
          </a:prstGeom>
          <a:solidFill>
            <a:srgbClr val="C2352F"/>
          </a:solidFill>
          <a:ln/>
        </p:spPr>
      </p:sp>
      <p:sp>
        <p:nvSpPr>
          <p:cNvPr id="122" name="Text 120"/>
          <p:cNvSpPr txBox="1"/>
          <p:nvPr/>
        </p:nvSpPr>
        <p:spPr>
          <a:xfrm>
            <a:off x="10168128" y="4461196"/>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793188"/>
            <a:ext cx="472111" cy="120249"/>
          </a:xfrm>
          <a:prstGeom prst="rect">
            <a:avLst/>
          </a:prstGeom>
          <a:solidFill>
            <a:srgbClr val="C2352F"/>
          </a:solidFill>
          <a:ln/>
        </p:spPr>
      </p:sp>
      <p:sp>
        <p:nvSpPr>
          <p:cNvPr id="126" name="Text 124"/>
          <p:cNvSpPr txBox="1"/>
          <p:nvPr/>
        </p:nvSpPr>
        <p:spPr>
          <a:xfrm>
            <a:off x="10168128" y="4722607"/>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5054599"/>
            <a:ext cx="537299" cy="120249"/>
          </a:xfrm>
          <a:prstGeom prst="rect">
            <a:avLst/>
          </a:prstGeom>
          <a:solidFill>
            <a:srgbClr val="C2352F"/>
          </a:solidFill>
          <a:ln/>
        </p:spPr>
      </p:sp>
      <p:sp>
        <p:nvSpPr>
          <p:cNvPr id="130" name="Text 128"/>
          <p:cNvSpPr txBox="1"/>
          <p:nvPr/>
        </p:nvSpPr>
        <p:spPr>
          <a:xfrm>
            <a:off x="10168128" y="498401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316010"/>
            <a:ext cx="574363" cy="120249"/>
          </a:xfrm>
          <a:prstGeom prst="rect">
            <a:avLst/>
          </a:prstGeom>
          <a:solidFill>
            <a:srgbClr val="C2352F"/>
          </a:solidFill>
          <a:ln/>
        </p:spPr>
      </p:sp>
      <p:sp>
        <p:nvSpPr>
          <p:cNvPr id="134" name="Text 132"/>
          <p:cNvSpPr txBox="1"/>
          <p:nvPr/>
        </p:nvSpPr>
        <p:spPr>
          <a:xfrm>
            <a:off x="10168128" y="524542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577420"/>
            <a:ext cx="769040" cy="120249"/>
          </a:xfrm>
          <a:prstGeom prst="rect">
            <a:avLst/>
          </a:prstGeom>
          <a:solidFill>
            <a:srgbClr val="C2352F"/>
          </a:solidFill>
          <a:ln/>
        </p:spPr>
      </p:sp>
      <p:sp>
        <p:nvSpPr>
          <p:cNvPr id="138" name="Text 136"/>
          <p:cNvSpPr txBox="1"/>
          <p:nvPr/>
        </p:nvSpPr>
        <p:spPr>
          <a:xfrm>
            <a:off x="10168128" y="550684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838831"/>
            <a:ext cx="777240" cy="120249"/>
          </a:xfrm>
          <a:prstGeom prst="rect">
            <a:avLst/>
          </a:prstGeom>
          <a:solidFill>
            <a:srgbClr val="C2352F"/>
          </a:solidFill>
          <a:ln/>
        </p:spPr>
      </p:sp>
      <p:sp>
        <p:nvSpPr>
          <p:cNvPr id="142" name="Text 140"/>
          <p:cNvSpPr txBox="1"/>
          <p:nvPr/>
        </p:nvSpPr>
        <p:spPr>
          <a:xfrm>
            <a:off x="10168128" y="576825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443984"/>
          </a:xfrm>
          <a:prstGeom prst="rect">
            <a:avLst/>
          </a:prstGeom>
          <a:solidFill>
            <a:srgbClr val="9AA3AD"/>
          </a:solidFill>
          <a:ln/>
        </p:spPr>
      </p:sp>
      <p:sp>
        <p:nvSpPr>
          <p:cNvPr id="144" name="Shape 142"/>
          <p:cNvSpPr/>
          <p:nvPr/>
        </p:nvSpPr>
        <p:spPr>
          <a:xfrm>
            <a:off x="9330538" y="1847088"/>
            <a:ext cx="10973" cy="4443984"/>
          </a:xfrm>
          <a:prstGeom prst="rect">
            <a:avLst/>
          </a:prstGeom>
          <a:solidFill>
            <a:srgbClr val="9AA3AD"/>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7669"/>
            <a:ext cx="777240" cy="120249"/>
          </a:xfrm>
          <a:prstGeom prst="rect">
            <a:avLst/>
          </a:prstGeom>
          <a:solidFill>
            <a:srgbClr val="12A566"/>
          </a:solidFill>
          <a:ln/>
        </p:spPr>
      </p:sp>
      <p:sp>
        <p:nvSpPr>
          <p:cNvPr id="14" name="Text 12"/>
          <p:cNvSpPr txBox="1"/>
          <p:nvPr/>
        </p:nvSpPr>
        <p:spPr>
          <a:xfrm>
            <a:off x="4617720"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79080"/>
            <a:ext cx="544934" cy="120249"/>
          </a:xfrm>
          <a:prstGeom prst="rect">
            <a:avLst/>
          </a:prstGeom>
          <a:solidFill>
            <a:srgbClr val="12A566"/>
          </a:solidFill>
          <a:ln/>
        </p:spPr>
      </p:sp>
      <p:sp>
        <p:nvSpPr>
          <p:cNvPr id="18" name="Text 16"/>
          <p:cNvSpPr txBox="1"/>
          <p:nvPr/>
        </p:nvSpPr>
        <p:spPr>
          <a:xfrm>
            <a:off x="4617720"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440491"/>
            <a:ext cx="430045" cy="120249"/>
          </a:xfrm>
          <a:prstGeom prst="rect">
            <a:avLst/>
          </a:prstGeom>
          <a:solidFill>
            <a:srgbClr val="12A566"/>
          </a:solidFill>
          <a:ln/>
        </p:spPr>
      </p:sp>
      <p:sp>
        <p:nvSpPr>
          <p:cNvPr id="22" name="Text 20"/>
          <p:cNvSpPr txBox="1"/>
          <p:nvPr/>
        </p:nvSpPr>
        <p:spPr>
          <a:xfrm>
            <a:off x="4617720"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701901"/>
            <a:ext cx="412371" cy="120249"/>
          </a:xfrm>
          <a:prstGeom prst="rect">
            <a:avLst/>
          </a:prstGeom>
          <a:solidFill>
            <a:srgbClr val="12A566"/>
          </a:solidFill>
          <a:ln/>
        </p:spPr>
      </p:sp>
      <p:sp>
        <p:nvSpPr>
          <p:cNvPr id="26" name="Text 24"/>
          <p:cNvSpPr txBox="1"/>
          <p:nvPr/>
        </p:nvSpPr>
        <p:spPr>
          <a:xfrm>
            <a:off x="4617720"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963312"/>
            <a:ext cx="368727" cy="120249"/>
          </a:xfrm>
          <a:prstGeom prst="rect">
            <a:avLst/>
          </a:prstGeom>
          <a:solidFill>
            <a:srgbClr val="12A566"/>
          </a:solidFill>
          <a:ln/>
        </p:spPr>
      </p:sp>
      <p:sp>
        <p:nvSpPr>
          <p:cNvPr id="30" name="Text 28"/>
          <p:cNvSpPr txBox="1"/>
          <p:nvPr/>
        </p:nvSpPr>
        <p:spPr>
          <a:xfrm>
            <a:off x="4617720"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224723"/>
            <a:ext cx="313981" cy="120249"/>
          </a:xfrm>
          <a:prstGeom prst="rect">
            <a:avLst/>
          </a:prstGeom>
          <a:solidFill>
            <a:srgbClr val="12A566"/>
          </a:solidFill>
          <a:ln/>
        </p:spPr>
      </p:sp>
      <p:sp>
        <p:nvSpPr>
          <p:cNvPr id="34" name="Text 32"/>
          <p:cNvSpPr txBox="1"/>
          <p:nvPr/>
        </p:nvSpPr>
        <p:spPr>
          <a:xfrm>
            <a:off x="4617720"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486134"/>
            <a:ext cx="246169" cy="120249"/>
          </a:xfrm>
          <a:prstGeom prst="rect">
            <a:avLst/>
          </a:prstGeom>
          <a:solidFill>
            <a:srgbClr val="12A566"/>
          </a:solidFill>
          <a:ln/>
        </p:spPr>
      </p:sp>
      <p:sp>
        <p:nvSpPr>
          <p:cNvPr id="38" name="Text 36"/>
          <p:cNvSpPr txBox="1"/>
          <p:nvPr/>
        </p:nvSpPr>
        <p:spPr>
          <a:xfrm>
            <a:off x="4617720"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747545"/>
            <a:ext cx="243244" cy="120249"/>
          </a:xfrm>
          <a:prstGeom prst="rect">
            <a:avLst/>
          </a:prstGeom>
          <a:solidFill>
            <a:srgbClr val="12A566"/>
          </a:solidFill>
          <a:ln/>
        </p:spPr>
      </p:sp>
      <p:sp>
        <p:nvSpPr>
          <p:cNvPr id="42" name="Text 40"/>
          <p:cNvSpPr txBox="1"/>
          <p:nvPr/>
        </p:nvSpPr>
        <p:spPr>
          <a:xfrm>
            <a:off x="4617720"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4008956"/>
            <a:ext cx="202065" cy="120249"/>
          </a:xfrm>
          <a:prstGeom prst="rect">
            <a:avLst/>
          </a:prstGeom>
          <a:solidFill>
            <a:srgbClr val="12A566"/>
          </a:solidFill>
          <a:ln/>
        </p:spPr>
      </p:sp>
      <p:sp>
        <p:nvSpPr>
          <p:cNvPr id="46" name="Text 44"/>
          <p:cNvSpPr txBox="1"/>
          <p:nvPr/>
        </p:nvSpPr>
        <p:spPr>
          <a:xfrm>
            <a:off x="4617720"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270366"/>
            <a:ext cx="178519" cy="120249"/>
          </a:xfrm>
          <a:prstGeom prst="rect">
            <a:avLst/>
          </a:prstGeom>
          <a:solidFill>
            <a:srgbClr val="12A566"/>
          </a:solidFill>
          <a:ln/>
        </p:spPr>
      </p:sp>
      <p:sp>
        <p:nvSpPr>
          <p:cNvPr id="50" name="Text 48"/>
          <p:cNvSpPr txBox="1"/>
          <p:nvPr/>
        </p:nvSpPr>
        <p:spPr>
          <a:xfrm>
            <a:off x="4617720"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531777"/>
            <a:ext cx="170934" cy="120249"/>
          </a:xfrm>
          <a:prstGeom prst="rect">
            <a:avLst/>
          </a:prstGeom>
          <a:solidFill>
            <a:srgbClr val="12A566"/>
          </a:solidFill>
          <a:ln/>
        </p:spPr>
      </p:sp>
      <p:sp>
        <p:nvSpPr>
          <p:cNvPr id="54" name="Text 52"/>
          <p:cNvSpPr txBox="1"/>
          <p:nvPr/>
        </p:nvSpPr>
        <p:spPr>
          <a:xfrm>
            <a:off x="4617720"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793188"/>
            <a:ext cx="116180" cy="120249"/>
          </a:xfrm>
          <a:prstGeom prst="rect">
            <a:avLst/>
          </a:prstGeom>
          <a:solidFill>
            <a:srgbClr val="12A566"/>
          </a:solidFill>
          <a:ln/>
        </p:spPr>
      </p:sp>
      <p:sp>
        <p:nvSpPr>
          <p:cNvPr id="58" name="Text 56"/>
          <p:cNvSpPr txBox="1"/>
          <p:nvPr/>
        </p:nvSpPr>
        <p:spPr>
          <a:xfrm>
            <a:off x="4617720" y="4722607"/>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5054599"/>
            <a:ext cx="109258" cy="120249"/>
          </a:xfrm>
          <a:prstGeom prst="rect">
            <a:avLst/>
          </a:prstGeom>
          <a:solidFill>
            <a:srgbClr val="12A566"/>
          </a:solidFill>
          <a:ln/>
        </p:spPr>
      </p:sp>
      <p:sp>
        <p:nvSpPr>
          <p:cNvPr id="62" name="Text 60"/>
          <p:cNvSpPr txBox="1"/>
          <p:nvPr/>
        </p:nvSpPr>
        <p:spPr>
          <a:xfrm>
            <a:off x="4617720" y="498401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316010"/>
            <a:ext cx="99898" cy="120249"/>
          </a:xfrm>
          <a:prstGeom prst="rect">
            <a:avLst/>
          </a:prstGeom>
          <a:solidFill>
            <a:srgbClr val="12A566"/>
          </a:solidFill>
          <a:ln/>
        </p:spPr>
      </p:sp>
      <p:sp>
        <p:nvSpPr>
          <p:cNvPr id="66" name="Text 64"/>
          <p:cNvSpPr txBox="1"/>
          <p:nvPr/>
        </p:nvSpPr>
        <p:spPr>
          <a:xfrm>
            <a:off x="4617720" y="524542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577420"/>
            <a:ext cx="89782" cy="120249"/>
          </a:xfrm>
          <a:prstGeom prst="rect">
            <a:avLst/>
          </a:prstGeom>
          <a:solidFill>
            <a:srgbClr val="12A566"/>
          </a:solidFill>
          <a:ln/>
        </p:spPr>
      </p:sp>
      <p:sp>
        <p:nvSpPr>
          <p:cNvPr id="70" name="Text 68"/>
          <p:cNvSpPr txBox="1"/>
          <p:nvPr/>
        </p:nvSpPr>
        <p:spPr>
          <a:xfrm>
            <a:off x="4617720" y="550684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838831"/>
            <a:ext cx="81310" cy="120249"/>
          </a:xfrm>
          <a:prstGeom prst="rect">
            <a:avLst/>
          </a:prstGeom>
          <a:solidFill>
            <a:srgbClr val="12A566"/>
          </a:solidFill>
          <a:ln/>
        </p:spPr>
      </p:sp>
      <p:sp>
        <p:nvSpPr>
          <p:cNvPr id="74" name="Text 72"/>
          <p:cNvSpPr txBox="1"/>
          <p:nvPr/>
        </p:nvSpPr>
        <p:spPr>
          <a:xfrm>
            <a:off x="4617720" y="576825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6100242"/>
            <a:ext cx="73463" cy="120249"/>
          </a:xfrm>
          <a:prstGeom prst="rect">
            <a:avLst/>
          </a:prstGeom>
          <a:solidFill>
            <a:srgbClr val="12A566"/>
          </a:solidFill>
          <a:ln/>
        </p:spPr>
      </p:sp>
      <p:sp>
        <p:nvSpPr>
          <p:cNvPr id="78" name="Text 76"/>
          <p:cNvSpPr txBox="1"/>
          <p:nvPr/>
        </p:nvSpPr>
        <p:spPr>
          <a:xfrm>
            <a:off x="4617720" y="602966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7669"/>
            <a:ext cx="61540" cy="120249"/>
          </a:xfrm>
          <a:prstGeom prst="rect">
            <a:avLst/>
          </a:prstGeom>
          <a:solidFill>
            <a:srgbClr val="12A566"/>
          </a:solidFill>
          <a:ln/>
        </p:spPr>
      </p:sp>
      <p:sp>
        <p:nvSpPr>
          <p:cNvPr id="82" name="Text 80"/>
          <p:cNvSpPr txBox="1"/>
          <p:nvPr/>
        </p:nvSpPr>
        <p:spPr>
          <a:xfrm>
            <a:off x="10168128"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79080"/>
            <a:ext cx="55474" cy="120249"/>
          </a:xfrm>
          <a:prstGeom prst="rect">
            <a:avLst/>
          </a:prstGeom>
          <a:solidFill>
            <a:srgbClr val="12A566"/>
          </a:solidFill>
          <a:ln/>
        </p:spPr>
      </p:sp>
      <p:sp>
        <p:nvSpPr>
          <p:cNvPr id="86" name="Text 84"/>
          <p:cNvSpPr txBox="1"/>
          <p:nvPr/>
        </p:nvSpPr>
        <p:spPr>
          <a:xfrm>
            <a:off x="10168128"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440491"/>
            <a:ext cx="45730" cy="120249"/>
          </a:xfrm>
          <a:prstGeom prst="rect">
            <a:avLst/>
          </a:prstGeom>
          <a:solidFill>
            <a:srgbClr val="12A566"/>
          </a:solidFill>
          <a:ln/>
        </p:spPr>
      </p:sp>
      <p:sp>
        <p:nvSpPr>
          <p:cNvPr id="90" name="Text 88"/>
          <p:cNvSpPr txBox="1"/>
          <p:nvPr/>
        </p:nvSpPr>
        <p:spPr>
          <a:xfrm>
            <a:off x="10168128"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701901"/>
            <a:ext cx="33279" cy="120249"/>
          </a:xfrm>
          <a:prstGeom prst="rect">
            <a:avLst/>
          </a:prstGeom>
          <a:solidFill>
            <a:srgbClr val="12A566"/>
          </a:solidFill>
          <a:ln/>
        </p:spPr>
      </p:sp>
      <p:sp>
        <p:nvSpPr>
          <p:cNvPr id="94" name="Text 92"/>
          <p:cNvSpPr txBox="1"/>
          <p:nvPr/>
        </p:nvSpPr>
        <p:spPr>
          <a:xfrm>
            <a:off x="10168128"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963312"/>
            <a:ext cx="28318" cy="120249"/>
          </a:xfrm>
          <a:prstGeom prst="rect">
            <a:avLst/>
          </a:prstGeom>
          <a:solidFill>
            <a:srgbClr val="12A566"/>
          </a:solidFill>
          <a:ln/>
        </p:spPr>
      </p:sp>
      <p:sp>
        <p:nvSpPr>
          <p:cNvPr id="98" name="Text 96"/>
          <p:cNvSpPr txBox="1"/>
          <p:nvPr/>
        </p:nvSpPr>
        <p:spPr>
          <a:xfrm>
            <a:off x="10168128"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224723"/>
            <a:ext cx="12802" cy="120249"/>
          </a:xfrm>
          <a:prstGeom prst="rect">
            <a:avLst/>
          </a:prstGeom>
          <a:solidFill>
            <a:srgbClr val="C2352F"/>
          </a:solidFill>
          <a:ln/>
        </p:spPr>
      </p:sp>
      <p:sp>
        <p:nvSpPr>
          <p:cNvPr id="102" name="Text 100"/>
          <p:cNvSpPr txBox="1"/>
          <p:nvPr/>
        </p:nvSpPr>
        <p:spPr>
          <a:xfrm>
            <a:off x="10168128" y="3154142"/>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486134"/>
            <a:ext cx="15821" cy="120249"/>
          </a:xfrm>
          <a:prstGeom prst="rect">
            <a:avLst/>
          </a:prstGeom>
          <a:solidFill>
            <a:srgbClr val="C2352F"/>
          </a:solidFill>
          <a:ln/>
        </p:spPr>
      </p:sp>
      <p:sp>
        <p:nvSpPr>
          <p:cNvPr id="106" name="Text 104"/>
          <p:cNvSpPr txBox="1"/>
          <p:nvPr/>
        </p:nvSpPr>
        <p:spPr>
          <a:xfrm>
            <a:off x="10168128" y="3415553"/>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747545"/>
            <a:ext cx="19711" cy="120249"/>
          </a:xfrm>
          <a:prstGeom prst="rect">
            <a:avLst/>
          </a:prstGeom>
          <a:solidFill>
            <a:srgbClr val="C2352F"/>
          </a:solidFill>
          <a:ln/>
        </p:spPr>
      </p:sp>
      <p:sp>
        <p:nvSpPr>
          <p:cNvPr id="110" name="Text 108"/>
          <p:cNvSpPr txBox="1"/>
          <p:nvPr/>
        </p:nvSpPr>
        <p:spPr>
          <a:xfrm>
            <a:off x="10168128" y="3676964"/>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4008956"/>
            <a:ext cx="114347" cy="120249"/>
          </a:xfrm>
          <a:prstGeom prst="rect">
            <a:avLst/>
          </a:prstGeom>
          <a:solidFill>
            <a:srgbClr val="C2352F"/>
          </a:solidFill>
          <a:ln/>
        </p:spPr>
      </p:sp>
      <p:sp>
        <p:nvSpPr>
          <p:cNvPr id="114" name="Text 112"/>
          <p:cNvSpPr txBox="1"/>
          <p:nvPr/>
        </p:nvSpPr>
        <p:spPr>
          <a:xfrm>
            <a:off x="10168128" y="393837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270366"/>
            <a:ext cx="123311" cy="120249"/>
          </a:xfrm>
          <a:prstGeom prst="rect">
            <a:avLst/>
          </a:prstGeom>
          <a:solidFill>
            <a:srgbClr val="C2352F"/>
          </a:solidFill>
          <a:ln/>
        </p:spPr>
      </p:sp>
      <p:sp>
        <p:nvSpPr>
          <p:cNvPr id="118" name="Text 116"/>
          <p:cNvSpPr txBox="1"/>
          <p:nvPr/>
        </p:nvSpPr>
        <p:spPr>
          <a:xfrm>
            <a:off x="10168128" y="419978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531777"/>
            <a:ext cx="135020" cy="120249"/>
          </a:xfrm>
          <a:prstGeom prst="rect">
            <a:avLst/>
          </a:prstGeom>
          <a:solidFill>
            <a:srgbClr val="C2352F"/>
          </a:solidFill>
          <a:ln/>
        </p:spPr>
      </p:sp>
      <p:sp>
        <p:nvSpPr>
          <p:cNvPr id="122" name="Text 120"/>
          <p:cNvSpPr txBox="1"/>
          <p:nvPr/>
        </p:nvSpPr>
        <p:spPr>
          <a:xfrm>
            <a:off x="10168128" y="4461196"/>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793188"/>
            <a:ext cx="155096" cy="120249"/>
          </a:xfrm>
          <a:prstGeom prst="rect">
            <a:avLst/>
          </a:prstGeom>
          <a:solidFill>
            <a:srgbClr val="C2352F"/>
          </a:solidFill>
          <a:ln/>
        </p:spPr>
      </p:sp>
      <p:sp>
        <p:nvSpPr>
          <p:cNvPr id="126" name="Text 124"/>
          <p:cNvSpPr txBox="1"/>
          <p:nvPr/>
        </p:nvSpPr>
        <p:spPr>
          <a:xfrm>
            <a:off x="10168128" y="4722607"/>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5054599"/>
            <a:ext cx="324073" cy="120249"/>
          </a:xfrm>
          <a:prstGeom prst="rect">
            <a:avLst/>
          </a:prstGeom>
          <a:solidFill>
            <a:srgbClr val="C2352F"/>
          </a:solidFill>
          <a:ln/>
        </p:spPr>
      </p:sp>
      <p:sp>
        <p:nvSpPr>
          <p:cNvPr id="130" name="Text 128"/>
          <p:cNvSpPr txBox="1"/>
          <p:nvPr/>
        </p:nvSpPr>
        <p:spPr>
          <a:xfrm>
            <a:off x="10168128" y="498401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316010"/>
            <a:ext cx="448763" cy="120249"/>
          </a:xfrm>
          <a:prstGeom prst="rect">
            <a:avLst/>
          </a:prstGeom>
          <a:solidFill>
            <a:srgbClr val="C2352F"/>
          </a:solidFill>
          <a:ln/>
        </p:spPr>
      </p:sp>
      <p:sp>
        <p:nvSpPr>
          <p:cNvPr id="134" name="Text 132"/>
          <p:cNvSpPr txBox="1"/>
          <p:nvPr/>
        </p:nvSpPr>
        <p:spPr>
          <a:xfrm>
            <a:off x="10168128" y="524542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577420"/>
            <a:ext cx="652493" cy="120249"/>
          </a:xfrm>
          <a:prstGeom prst="rect">
            <a:avLst/>
          </a:prstGeom>
          <a:solidFill>
            <a:srgbClr val="C2352F"/>
          </a:solidFill>
          <a:ln/>
        </p:spPr>
      </p:sp>
      <p:sp>
        <p:nvSpPr>
          <p:cNvPr id="138" name="Text 136"/>
          <p:cNvSpPr txBox="1"/>
          <p:nvPr/>
        </p:nvSpPr>
        <p:spPr>
          <a:xfrm>
            <a:off x="10168128" y="550684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838831"/>
            <a:ext cx="741157" cy="120249"/>
          </a:xfrm>
          <a:prstGeom prst="rect">
            <a:avLst/>
          </a:prstGeom>
          <a:solidFill>
            <a:srgbClr val="C2352F"/>
          </a:solidFill>
          <a:ln/>
        </p:spPr>
      </p:sp>
      <p:sp>
        <p:nvSpPr>
          <p:cNvPr id="142" name="Text 140"/>
          <p:cNvSpPr txBox="1"/>
          <p:nvPr/>
        </p:nvSpPr>
        <p:spPr>
          <a:xfrm>
            <a:off x="10168128" y="576825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443984"/>
          </a:xfrm>
          <a:prstGeom prst="rect">
            <a:avLst/>
          </a:prstGeom>
          <a:solidFill>
            <a:srgbClr val="9AA3AD"/>
          </a:solidFill>
          <a:ln/>
        </p:spPr>
      </p:sp>
      <p:sp>
        <p:nvSpPr>
          <p:cNvPr id="144" name="Shape 142"/>
          <p:cNvSpPr/>
          <p:nvPr/>
        </p:nvSpPr>
        <p:spPr>
          <a:xfrm>
            <a:off x="9330538" y="1847088"/>
            <a:ext cx="10973" cy="4443984"/>
          </a:xfrm>
          <a:prstGeom prst="rect">
            <a:avLst/>
          </a:prstGeom>
          <a:solidFill>
            <a:srgbClr val="9AA3AD"/>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7669"/>
            <a:ext cx="503191" cy="120249"/>
          </a:xfrm>
          <a:prstGeom prst="rect">
            <a:avLst/>
          </a:prstGeom>
          <a:solidFill>
            <a:srgbClr val="12A566"/>
          </a:solidFill>
          <a:ln/>
        </p:spPr>
      </p:sp>
      <p:sp>
        <p:nvSpPr>
          <p:cNvPr id="14" name="Text 12"/>
          <p:cNvSpPr txBox="1"/>
          <p:nvPr/>
        </p:nvSpPr>
        <p:spPr>
          <a:xfrm>
            <a:off x="4617720"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79080"/>
            <a:ext cx="469619" cy="120249"/>
          </a:xfrm>
          <a:prstGeom prst="rect">
            <a:avLst/>
          </a:prstGeom>
          <a:solidFill>
            <a:srgbClr val="12A566"/>
          </a:solidFill>
          <a:ln/>
        </p:spPr>
      </p:sp>
      <p:sp>
        <p:nvSpPr>
          <p:cNvPr id="18" name="Text 16"/>
          <p:cNvSpPr txBox="1"/>
          <p:nvPr/>
        </p:nvSpPr>
        <p:spPr>
          <a:xfrm>
            <a:off x="4617720"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440491"/>
            <a:ext cx="335572" cy="120249"/>
          </a:xfrm>
          <a:prstGeom prst="rect">
            <a:avLst/>
          </a:prstGeom>
          <a:solidFill>
            <a:srgbClr val="12A566"/>
          </a:solidFill>
          <a:ln/>
        </p:spPr>
      </p:sp>
      <p:sp>
        <p:nvSpPr>
          <p:cNvPr id="22" name="Text 20"/>
          <p:cNvSpPr txBox="1"/>
          <p:nvPr/>
        </p:nvSpPr>
        <p:spPr>
          <a:xfrm>
            <a:off x="4617720"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701901"/>
            <a:ext cx="330812" cy="120249"/>
          </a:xfrm>
          <a:prstGeom prst="rect">
            <a:avLst/>
          </a:prstGeom>
          <a:solidFill>
            <a:srgbClr val="12A566"/>
          </a:solidFill>
          <a:ln/>
        </p:spPr>
      </p:sp>
      <p:sp>
        <p:nvSpPr>
          <p:cNvPr id="26" name="Text 24"/>
          <p:cNvSpPr txBox="1"/>
          <p:nvPr/>
        </p:nvSpPr>
        <p:spPr>
          <a:xfrm>
            <a:off x="4617720"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963312"/>
            <a:ext cx="322124" cy="120249"/>
          </a:xfrm>
          <a:prstGeom prst="rect">
            <a:avLst/>
          </a:prstGeom>
          <a:solidFill>
            <a:srgbClr val="12A566"/>
          </a:solidFill>
          <a:ln/>
        </p:spPr>
      </p:sp>
      <p:sp>
        <p:nvSpPr>
          <p:cNvPr id="30" name="Text 28"/>
          <p:cNvSpPr txBox="1"/>
          <p:nvPr/>
        </p:nvSpPr>
        <p:spPr>
          <a:xfrm>
            <a:off x="4617720"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224723"/>
            <a:ext cx="146890" cy="120249"/>
          </a:xfrm>
          <a:prstGeom prst="rect">
            <a:avLst/>
          </a:prstGeom>
          <a:solidFill>
            <a:srgbClr val="12A566"/>
          </a:solidFill>
          <a:ln/>
        </p:spPr>
      </p:sp>
      <p:sp>
        <p:nvSpPr>
          <p:cNvPr id="34" name="Text 32"/>
          <p:cNvSpPr txBox="1"/>
          <p:nvPr/>
        </p:nvSpPr>
        <p:spPr>
          <a:xfrm>
            <a:off x="4617720"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486134"/>
            <a:ext cx="132129" cy="120249"/>
          </a:xfrm>
          <a:prstGeom prst="rect">
            <a:avLst/>
          </a:prstGeom>
          <a:solidFill>
            <a:srgbClr val="12A566"/>
          </a:solidFill>
          <a:ln/>
        </p:spPr>
      </p:sp>
      <p:sp>
        <p:nvSpPr>
          <p:cNvPr id="38" name="Text 36"/>
          <p:cNvSpPr txBox="1"/>
          <p:nvPr/>
        </p:nvSpPr>
        <p:spPr>
          <a:xfrm>
            <a:off x="4617720"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747545"/>
            <a:ext cx="129359" cy="120249"/>
          </a:xfrm>
          <a:prstGeom prst="rect">
            <a:avLst/>
          </a:prstGeom>
          <a:solidFill>
            <a:srgbClr val="12A566"/>
          </a:solidFill>
          <a:ln/>
        </p:spPr>
      </p:sp>
      <p:sp>
        <p:nvSpPr>
          <p:cNvPr id="42" name="Text 40"/>
          <p:cNvSpPr txBox="1"/>
          <p:nvPr/>
        </p:nvSpPr>
        <p:spPr>
          <a:xfrm>
            <a:off x="4617720"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4008956"/>
            <a:ext cx="122411" cy="120249"/>
          </a:xfrm>
          <a:prstGeom prst="rect">
            <a:avLst/>
          </a:prstGeom>
          <a:solidFill>
            <a:srgbClr val="12A566"/>
          </a:solidFill>
          <a:ln/>
        </p:spPr>
      </p:sp>
      <p:sp>
        <p:nvSpPr>
          <p:cNvPr id="46" name="Text 44"/>
          <p:cNvSpPr txBox="1"/>
          <p:nvPr/>
        </p:nvSpPr>
        <p:spPr>
          <a:xfrm>
            <a:off x="4617720"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270366"/>
            <a:ext cx="105953" cy="120249"/>
          </a:xfrm>
          <a:prstGeom prst="rect">
            <a:avLst/>
          </a:prstGeom>
          <a:solidFill>
            <a:srgbClr val="12A566"/>
          </a:solidFill>
          <a:ln/>
        </p:spPr>
      </p:sp>
      <p:sp>
        <p:nvSpPr>
          <p:cNvPr id="50" name="Text 48"/>
          <p:cNvSpPr txBox="1"/>
          <p:nvPr/>
        </p:nvSpPr>
        <p:spPr>
          <a:xfrm>
            <a:off x="4617720"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531777"/>
            <a:ext cx="63458" cy="120249"/>
          </a:xfrm>
          <a:prstGeom prst="rect">
            <a:avLst/>
          </a:prstGeom>
          <a:solidFill>
            <a:srgbClr val="12A566"/>
          </a:solidFill>
          <a:ln/>
        </p:spPr>
      </p:sp>
      <p:sp>
        <p:nvSpPr>
          <p:cNvPr id="54" name="Text 52"/>
          <p:cNvSpPr txBox="1"/>
          <p:nvPr/>
        </p:nvSpPr>
        <p:spPr>
          <a:xfrm>
            <a:off x="4617720"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793188"/>
            <a:ext cx="48093" cy="120249"/>
          </a:xfrm>
          <a:prstGeom prst="rect">
            <a:avLst/>
          </a:prstGeom>
          <a:solidFill>
            <a:srgbClr val="12A566"/>
          </a:solidFill>
          <a:ln/>
        </p:spPr>
      </p:sp>
      <p:sp>
        <p:nvSpPr>
          <p:cNvPr id="58" name="Text 56"/>
          <p:cNvSpPr txBox="1"/>
          <p:nvPr/>
        </p:nvSpPr>
        <p:spPr>
          <a:xfrm>
            <a:off x="4617720" y="4722607"/>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5054599"/>
            <a:ext cx="39795" cy="120249"/>
          </a:xfrm>
          <a:prstGeom prst="rect">
            <a:avLst/>
          </a:prstGeom>
          <a:solidFill>
            <a:srgbClr val="12A566"/>
          </a:solidFill>
          <a:ln/>
        </p:spPr>
      </p:sp>
      <p:sp>
        <p:nvSpPr>
          <p:cNvPr id="62" name="Text 60"/>
          <p:cNvSpPr txBox="1"/>
          <p:nvPr/>
        </p:nvSpPr>
        <p:spPr>
          <a:xfrm>
            <a:off x="4617720" y="498401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316010"/>
            <a:ext cx="29040" cy="120249"/>
          </a:xfrm>
          <a:prstGeom prst="rect">
            <a:avLst/>
          </a:prstGeom>
          <a:solidFill>
            <a:srgbClr val="12A566"/>
          </a:solidFill>
          <a:ln/>
        </p:spPr>
      </p:sp>
      <p:sp>
        <p:nvSpPr>
          <p:cNvPr id="66" name="Text 64"/>
          <p:cNvSpPr txBox="1"/>
          <p:nvPr/>
        </p:nvSpPr>
        <p:spPr>
          <a:xfrm>
            <a:off x="4617720" y="524542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577420"/>
            <a:ext cx="28477" cy="120249"/>
          </a:xfrm>
          <a:prstGeom prst="rect">
            <a:avLst/>
          </a:prstGeom>
          <a:solidFill>
            <a:srgbClr val="12A566"/>
          </a:solidFill>
          <a:ln/>
        </p:spPr>
      </p:sp>
      <p:sp>
        <p:nvSpPr>
          <p:cNvPr id="70" name="Text 68"/>
          <p:cNvSpPr txBox="1"/>
          <p:nvPr/>
        </p:nvSpPr>
        <p:spPr>
          <a:xfrm>
            <a:off x="4617720" y="550684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838831"/>
            <a:ext cx="14904" cy="120249"/>
          </a:xfrm>
          <a:prstGeom prst="rect">
            <a:avLst/>
          </a:prstGeom>
          <a:solidFill>
            <a:srgbClr val="12A566"/>
          </a:solidFill>
          <a:ln/>
        </p:spPr>
      </p:sp>
      <p:sp>
        <p:nvSpPr>
          <p:cNvPr id="74" name="Text 72"/>
          <p:cNvSpPr txBox="1"/>
          <p:nvPr/>
        </p:nvSpPr>
        <p:spPr>
          <a:xfrm>
            <a:off x="4617720" y="576825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6100242"/>
            <a:ext cx="12802" cy="120249"/>
          </a:xfrm>
          <a:prstGeom prst="rect">
            <a:avLst/>
          </a:prstGeom>
          <a:solidFill>
            <a:srgbClr val="12A566"/>
          </a:solidFill>
          <a:ln/>
        </p:spPr>
      </p:sp>
      <p:sp>
        <p:nvSpPr>
          <p:cNvPr id="78" name="Text 76"/>
          <p:cNvSpPr txBox="1"/>
          <p:nvPr/>
        </p:nvSpPr>
        <p:spPr>
          <a:xfrm>
            <a:off x="4617720" y="602966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7669"/>
            <a:ext cx="12802" cy="120249"/>
          </a:xfrm>
          <a:prstGeom prst="rect">
            <a:avLst/>
          </a:prstGeom>
          <a:solidFill>
            <a:srgbClr val="12A566"/>
          </a:solidFill>
          <a:ln/>
        </p:spPr>
      </p:sp>
      <p:sp>
        <p:nvSpPr>
          <p:cNvPr id="82" name="Text 80"/>
          <p:cNvSpPr txBox="1"/>
          <p:nvPr/>
        </p:nvSpPr>
        <p:spPr>
          <a:xfrm>
            <a:off x="10168128"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79080"/>
            <a:ext cx="12802" cy="120249"/>
          </a:xfrm>
          <a:prstGeom prst="rect">
            <a:avLst/>
          </a:prstGeom>
          <a:solidFill>
            <a:srgbClr val="12A566"/>
          </a:solidFill>
          <a:ln/>
        </p:spPr>
      </p:sp>
      <p:sp>
        <p:nvSpPr>
          <p:cNvPr id="86" name="Text 84"/>
          <p:cNvSpPr txBox="1"/>
          <p:nvPr/>
        </p:nvSpPr>
        <p:spPr>
          <a:xfrm>
            <a:off x="10168128"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440491"/>
            <a:ext cx="12802" cy="120249"/>
          </a:xfrm>
          <a:prstGeom prst="rect">
            <a:avLst/>
          </a:prstGeom>
          <a:solidFill>
            <a:srgbClr val="12A566"/>
          </a:solidFill>
          <a:ln/>
        </p:spPr>
      </p:sp>
      <p:sp>
        <p:nvSpPr>
          <p:cNvPr id="90" name="Text 88"/>
          <p:cNvSpPr txBox="1"/>
          <p:nvPr/>
        </p:nvSpPr>
        <p:spPr>
          <a:xfrm>
            <a:off x="10168128"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701901"/>
            <a:ext cx="12802" cy="120249"/>
          </a:xfrm>
          <a:prstGeom prst="rect">
            <a:avLst/>
          </a:prstGeom>
          <a:solidFill>
            <a:srgbClr val="12A566"/>
          </a:solidFill>
          <a:ln/>
        </p:spPr>
      </p:sp>
      <p:sp>
        <p:nvSpPr>
          <p:cNvPr id="94" name="Text 92"/>
          <p:cNvSpPr txBox="1"/>
          <p:nvPr/>
        </p:nvSpPr>
        <p:spPr>
          <a:xfrm>
            <a:off x="10168128"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963312"/>
            <a:ext cx="12802" cy="120249"/>
          </a:xfrm>
          <a:prstGeom prst="rect">
            <a:avLst/>
          </a:prstGeom>
          <a:solidFill>
            <a:srgbClr val="12A566"/>
          </a:solidFill>
          <a:ln/>
        </p:spPr>
      </p:sp>
      <p:sp>
        <p:nvSpPr>
          <p:cNvPr id="98" name="Text 96"/>
          <p:cNvSpPr txBox="1"/>
          <p:nvPr/>
        </p:nvSpPr>
        <p:spPr>
          <a:xfrm>
            <a:off x="10168128"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224723"/>
            <a:ext cx="14230" cy="120249"/>
          </a:xfrm>
          <a:prstGeom prst="rect">
            <a:avLst/>
          </a:prstGeom>
          <a:solidFill>
            <a:srgbClr val="C2352F"/>
          </a:solidFill>
          <a:ln/>
        </p:spPr>
      </p:sp>
      <p:sp>
        <p:nvSpPr>
          <p:cNvPr id="102" name="Text 100"/>
          <p:cNvSpPr txBox="1"/>
          <p:nvPr/>
        </p:nvSpPr>
        <p:spPr>
          <a:xfrm>
            <a:off x="10168128" y="3154142"/>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486134"/>
            <a:ext cx="75728" cy="120249"/>
          </a:xfrm>
          <a:prstGeom prst="rect">
            <a:avLst/>
          </a:prstGeom>
          <a:solidFill>
            <a:srgbClr val="C2352F"/>
          </a:solidFill>
          <a:ln/>
        </p:spPr>
      </p:sp>
      <p:sp>
        <p:nvSpPr>
          <p:cNvPr id="106" name="Text 104"/>
          <p:cNvSpPr txBox="1"/>
          <p:nvPr/>
        </p:nvSpPr>
        <p:spPr>
          <a:xfrm>
            <a:off x="10168128" y="3415553"/>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747545"/>
            <a:ext cx="77286" cy="120249"/>
          </a:xfrm>
          <a:prstGeom prst="rect">
            <a:avLst/>
          </a:prstGeom>
          <a:solidFill>
            <a:srgbClr val="C2352F"/>
          </a:solidFill>
          <a:ln/>
        </p:spPr>
      </p:sp>
      <p:sp>
        <p:nvSpPr>
          <p:cNvPr id="110" name="Text 108"/>
          <p:cNvSpPr txBox="1"/>
          <p:nvPr/>
        </p:nvSpPr>
        <p:spPr>
          <a:xfrm>
            <a:off x="10168128" y="3676964"/>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4008956"/>
            <a:ext cx="78976" cy="120249"/>
          </a:xfrm>
          <a:prstGeom prst="rect">
            <a:avLst/>
          </a:prstGeom>
          <a:solidFill>
            <a:srgbClr val="C2352F"/>
          </a:solidFill>
          <a:ln/>
        </p:spPr>
      </p:sp>
      <p:sp>
        <p:nvSpPr>
          <p:cNvPr id="114" name="Text 112"/>
          <p:cNvSpPr txBox="1"/>
          <p:nvPr/>
        </p:nvSpPr>
        <p:spPr>
          <a:xfrm>
            <a:off x="10168128" y="393837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270366"/>
            <a:ext cx="89109" cy="120249"/>
          </a:xfrm>
          <a:prstGeom prst="rect">
            <a:avLst/>
          </a:prstGeom>
          <a:solidFill>
            <a:srgbClr val="C2352F"/>
          </a:solidFill>
          <a:ln/>
        </p:spPr>
      </p:sp>
      <p:sp>
        <p:nvSpPr>
          <p:cNvPr id="118" name="Text 116"/>
          <p:cNvSpPr txBox="1"/>
          <p:nvPr/>
        </p:nvSpPr>
        <p:spPr>
          <a:xfrm>
            <a:off x="10168128" y="419978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531777"/>
            <a:ext cx="97312" cy="120249"/>
          </a:xfrm>
          <a:prstGeom prst="rect">
            <a:avLst/>
          </a:prstGeom>
          <a:solidFill>
            <a:srgbClr val="C2352F"/>
          </a:solidFill>
          <a:ln/>
        </p:spPr>
      </p:sp>
      <p:sp>
        <p:nvSpPr>
          <p:cNvPr id="122" name="Text 120"/>
          <p:cNvSpPr txBox="1"/>
          <p:nvPr/>
        </p:nvSpPr>
        <p:spPr>
          <a:xfrm>
            <a:off x="10168128" y="4461196"/>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793188"/>
            <a:ext cx="143435" cy="120249"/>
          </a:xfrm>
          <a:prstGeom prst="rect">
            <a:avLst/>
          </a:prstGeom>
          <a:solidFill>
            <a:srgbClr val="C2352F"/>
          </a:solidFill>
          <a:ln/>
        </p:spPr>
      </p:sp>
      <p:sp>
        <p:nvSpPr>
          <p:cNvPr id="126" name="Text 124"/>
          <p:cNvSpPr txBox="1"/>
          <p:nvPr/>
        </p:nvSpPr>
        <p:spPr>
          <a:xfrm>
            <a:off x="10168128" y="4722607"/>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5054599"/>
            <a:ext cx="154150" cy="120249"/>
          </a:xfrm>
          <a:prstGeom prst="rect">
            <a:avLst/>
          </a:prstGeom>
          <a:solidFill>
            <a:srgbClr val="C2352F"/>
          </a:solidFill>
          <a:ln/>
        </p:spPr>
      </p:sp>
      <p:sp>
        <p:nvSpPr>
          <p:cNvPr id="130" name="Text 128"/>
          <p:cNvSpPr txBox="1"/>
          <p:nvPr/>
        </p:nvSpPr>
        <p:spPr>
          <a:xfrm>
            <a:off x="10168128" y="498401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316010"/>
            <a:ext cx="198221" cy="120249"/>
          </a:xfrm>
          <a:prstGeom prst="rect">
            <a:avLst/>
          </a:prstGeom>
          <a:solidFill>
            <a:srgbClr val="C2352F"/>
          </a:solidFill>
          <a:ln/>
        </p:spPr>
      </p:sp>
      <p:sp>
        <p:nvSpPr>
          <p:cNvPr id="134" name="Text 132"/>
          <p:cNvSpPr txBox="1"/>
          <p:nvPr/>
        </p:nvSpPr>
        <p:spPr>
          <a:xfrm>
            <a:off x="10168128" y="524542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577420"/>
            <a:ext cx="261317" cy="120249"/>
          </a:xfrm>
          <a:prstGeom prst="rect">
            <a:avLst/>
          </a:prstGeom>
          <a:solidFill>
            <a:srgbClr val="C2352F"/>
          </a:solidFill>
          <a:ln/>
        </p:spPr>
      </p:sp>
      <p:sp>
        <p:nvSpPr>
          <p:cNvPr id="138" name="Text 136"/>
          <p:cNvSpPr txBox="1"/>
          <p:nvPr/>
        </p:nvSpPr>
        <p:spPr>
          <a:xfrm>
            <a:off x="10168128" y="550684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838831"/>
            <a:ext cx="777240" cy="120249"/>
          </a:xfrm>
          <a:prstGeom prst="rect">
            <a:avLst/>
          </a:prstGeom>
          <a:solidFill>
            <a:srgbClr val="C2352F"/>
          </a:solidFill>
          <a:ln/>
        </p:spPr>
      </p:sp>
      <p:sp>
        <p:nvSpPr>
          <p:cNvPr id="142" name="Text 140"/>
          <p:cNvSpPr txBox="1"/>
          <p:nvPr/>
        </p:nvSpPr>
        <p:spPr>
          <a:xfrm>
            <a:off x="10168128" y="576825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443984"/>
          </a:xfrm>
          <a:prstGeom prst="rect">
            <a:avLst/>
          </a:prstGeom>
          <a:solidFill>
            <a:srgbClr val="9AA3AD"/>
          </a:solidFill>
          <a:ln/>
        </p:spPr>
      </p:sp>
      <p:sp>
        <p:nvSpPr>
          <p:cNvPr id="144" name="Shape 142"/>
          <p:cNvSpPr/>
          <p:nvPr/>
        </p:nvSpPr>
        <p:spPr>
          <a:xfrm>
            <a:off x="9330538" y="1847088"/>
            <a:ext cx="10973" cy="4443984"/>
          </a:xfrm>
          <a:prstGeom prst="rect">
            <a:avLst/>
          </a:prstGeom>
          <a:solidFill>
            <a:srgbClr val="9AA3AD"/>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7669"/>
            <a:ext cx="185057" cy="120249"/>
          </a:xfrm>
          <a:prstGeom prst="rect">
            <a:avLst/>
          </a:prstGeom>
          <a:solidFill>
            <a:srgbClr val="2587C5"/>
          </a:solidFill>
          <a:ln/>
        </p:spPr>
      </p:sp>
      <p:sp>
        <p:nvSpPr>
          <p:cNvPr id="14" name="Text 12"/>
          <p:cNvSpPr txBox="1"/>
          <p:nvPr/>
        </p:nvSpPr>
        <p:spPr>
          <a:xfrm>
            <a:off x="4617720" y="1847088"/>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79080"/>
            <a:ext cx="148046" cy="120249"/>
          </a:xfrm>
          <a:prstGeom prst="rect">
            <a:avLst/>
          </a:prstGeom>
          <a:solidFill>
            <a:srgbClr val="2587C5"/>
          </a:solidFill>
          <a:ln/>
        </p:spPr>
      </p:sp>
      <p:sp>
        <p:nvSpPr>
          <p:cNvPr id="18" name="Text 16"/>
          <p:cNvSpPr txBox="1"/>
          <p:nvPr/>
        </p:nvSpPr>
        <p:spPr>
          <a:xfrm>
            <a:off x="4617720" y="2108499"/>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440491"/>
            <a:ext cx="148046" cy="120249"/>
          </a:xfrm>
          <a:prstGeom prst="rect">
            <a:avLst/>
          </a:prstGeom>
          <a:solidFill>
            <a:srgbClr val="2587C5"/>
          </a:solidFill>
          <a:ln/>
        </p:spPr>
      </p:sp>
      <p:sp>
        <p:nvSpPr>
          <p:cNvPr id="22" name="Text 20"/>
          <p:cNvSpPr txBox="1"/>
          <p:nvPr/>
        </p:nvSpPr>
        <p:spPr>
          <a:xfrm>
            <a:off x="4617720" y="2369910"/>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701901"/>
            <a:ext cx="111034" cy="120249"/>
          </a:xfrm>
          <a:prstGeom prst="rect">
            <a:avLst/>
          </a:prstGeom>
          <a:solidFill>
            <a:srgbClr val="2587C5"/>
          </a:solidFill>
          <a:ln/>
        </p:spPr>
      </p:sp>
      <p:sp>
        <p:nvSpPr>
          <p:cNvPr id="26" name="Text 24"/>
          <p:cNvSpPr txBox="1"/>
          <p:nvPr/>
        </p:nvSpPr>
        <p:spPr>
          <a:xfrm>
            <a:off x="4617720" y="2631320"/>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963312"/>
            <a:ext cx="111034" cy="120249"/>
          </a:xfrm>
          <a:prstGeom prst="rect">
            <a:avLst/>
          </a:prstGeom>
          <a:solidFill>
            <a:srgbClr val="2587C5"/>
          </a:solidFill>
          <a:ln/>
        </p:spPr>
      </p:sp>
      <p:sp>
        <p:nvSpPr>
          <p:cNvPr id="30" name="Text 28"/>
          <p:cNvSpPr txBox="1"/>
          <p:nvPr/>
        </p:nvSpPr>
        <p:spPr>
          <a:xfrm>
            <a:off x="4617720" y="2892731"/>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224723"/>
            <a:ext cx="74023" cy="120249"/>
          </a:xfrm>
          <a:prstGeom prst="rect">
            <a:avLst/>
          </a:prstGeom>
          <a:solidFill>
            <a:srgbClr val="2587C5"/>
          </a:solidFill>
          <a:ln/>
        </p:spPr>
      </p:sp>
      <p:sp>
        <p:nvSpPr>
          <p:cNvPr id="34" name="Text 32"/>
          <p:cNvSpPr txBox="1"/>
          <p:nvPr/>
        </p:nvSpPr>
        <p:spPr>
          <a:xfrm>
            <a:off x="4617720" y="3154142"/>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486134"/>
            <a:ext cx="37011" cy="120249"/>
          </a:xfrm>
          <a:prstGeom prst="rect">
            <a:avLst/>
          </a:prstGeom>
          <a:solidFill>
            <a:srgbClr val="2587C5"/>
          </a:solidFill>
          <a:ln/>
        </p:spPr>
      </p:sp>
      <p:sp>
        <p:nvSpPr>
          <p:cNvPr id="38" name="Text 36"/>
          <p:cNvSpPr txBox="1"/>
          <p:nvPr/>
        </p:nvSpPr>
        <p:spPr>
          <a:xfrm>
            <a:off x="4617720" y="3415553"/>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747545"/>
            <a:ext cx="37011" cy="120249"/>
          </a:xfrm>
          <a:prstGeom prst="rect">
            <a:avLst/>
          </a:prstGeom>
          <a:solidFill>
            <a:srgbClr val="2587C5"/>
          </a:solidFill>
          <a:ln/>
        </p:spPr>
      </p:sp>
      <p:sp>
        <p:nvSpPr>
          <p:cNvPr id="42" name="Text 40"/>
          <p:cNvSpPr txBox="1"/>
          <p:nvPr/>
        </p:nvSpPr>
        <p:spPr>
          <a:xfrm>
            <a:off x="4617720" y="3676964"/>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4008956"/>
            <a:ext cx="37011" cy="120249"/>
          </a:xfrm>
          <a:prstGeom prst="rect">
            <a:avLst/>
          </a:prstGeom>
          <a:solidFill>
            <a:srgbClr val="2587C5"/>
          </a:solidFill>
          <a:ln/>
        </p:spPr>
      </p:sp>
      <p:sp>
        <p:nvSpPr>
          <p:cNvPr id="46" name="Text 44"/>
          <p:cNvSpPr txBox="1"/>
          <p:nvPr/>
        </p:nvSpPr>
        <p:spPr>
          <a:xfrm>
            <a:off x="4617720" y="3938375"/>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270366"/>
            <a:ext cx="37011" cy="120249"/>
          </a:xfrm>
          <a:prstGeom prst="rect">
            <a:avLst/>
          </a:prstGeom>
          <a:solidFill>
            <a:srgbClr val="2587C5"/>
          </a:solidFill>
          <a:ln/>
        </p:spPr>
      </p:sp>
      <p:sp>
        <p:nvSpPr>
          <p:cNvPr id="50" name="Text 48"/>
          <p:cNvSpPr txBox="1"/>
          <p:nvPr/>
        </p:nvSpPr>
        <p:spPr>
          <a:xfrm>
            <a:off x="4617720" y="4199785"/>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531777"/>
            <a:ext cx="37011" cy="120249"/>
          </a:xfrm>
          <a:prstGeom prst="rect">
            <a:avLst/>
          </a:prstGeom>
          <a:solidFill>
            <a:srgbClr val="2587C5"/>
          </a:solidFill>
          <a:ln/>
        </p:spPr>
      </p:sp>
      <p:sp>
        <p:nvSpPr>
          <p:cNvPr id="54" name="Text 52"/>
          <p:cNvSpPr txBox="1"/>
          <p:nvPr/>
        </p:nvSpPr>
        <p:spPr>
          <a:xfrm>
            <a:off x="4617720" y="4461196"/>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793188"/>
            <a:ext cx="37011" cy="120249"/>
          </a:xfrm>
          <a:prstGeom prst="rect">
            <a:avLst/>
          </a:prstGeom>
          <a:solidFill>
            <a:srgbClr val="2587C5"/>
          </a:solidFill>
          <a:ln/>
        </p:spPr>
      </p:sp>
      <p:sp>
        <p:nvSpPr>
          <p:cNvPr id="58" name="Text 56"/>
          <p:cNvSpPr txBox="1"/>
          <p:nvPr/>
        </p:nvSpPr>
        <p:spPr>
          <a:xfrm>
            <a:off x="4617720" y="4722607"/>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5054599"/>
            <a:ext cx="37011" cy="120249"/>
          </a:xfrm>
          <a:prstGeom prst="rect">
            <a:avLst/>
          </a:prstGeom>
          <a:solidFill>
            <a:srgbClr val="2587C5"/>
          </a:solidFill>
          <a:ln/>
        </p:spPr>
      </p:sp>
      <p:sp>
        <p:nvSpPr>
          <p:cNvPr id="62" name="Text 60"/>
          <p:cNvSpPr txBox="1"/>
          <p:nvPr/>
        </p:nvSpPr>
        <p:spPr>
          <a:xfrm>
            <a:off x="4617720" y="4984018"/>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316010"/>
            <a:ext cx="37011" cy="120249"/>
          </a:xfrm>
          <a:prstGeom prst="rect">
            <a:avLst/>
          </a:prstGeom>
          <a:solidFill>
            <a:srgbClr val="2587C5"/>
          </a:solidFill>
          <a:ln/>
        </p:spPr>
      </p:sp>
      <p:sp>
        <p:nvSpPr>
          <p:cNvPr id="66" name="Text 64"/>
          <p:cNvSpPr txBox="1"/>
          <p:nvPr/>
        </p:nvSpPr>
        <p:spPr>
          <a:xfrm>
            <a:off x="4617720" y="5245429"/>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577420"/>
            <a:ext cx="37011" cy="120249"/>
          </a:xfrm>
          <a:prstGeom prst="rect">
            <a:avLst/>
          </a:prstGeom>
          <a:solidFill>
            <a:srgbClr val="2587C5"/>
          </a:solidFill>
          <a:ln/>
        </p:spPr>
      </p:sp>
      <p:sp>
        <p:nvSpPr>
          <p:cNvPr id="70" name="Text 68"/>
          <p:cNvSpPr txBox="1"/>
          <p:nvPr/>
        </p:nvSpPr>
        <p:spPr>
          <a:xfrm>
            <a:off x="4617720" y="5506840"/>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838831"/>
            <a:ext cx="37011" cy="120249"/>
          </a:xfrm>
          <a:prstGeom prst="rect">
            <a:avLst/>
          </a:prstGeom>
          <a:solidFill>
            <a:srgbClr val="2587C5"/>
          </a:solidFill>
          <a:ln/>
        </p:spPr>
      </p:sp>
      <p:sp>
        <p:nvSpPr>
          <p:cNvPr id="74" name="Text 72"/>
          <p:cNvSpPr txBox="1"/>
          <p:nvPr/>
        </p:nvSpPr>
        <p:spPr>
          <a:xfrm>
            <a:off x="4617720" y="5768250"/>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6100242"/>
            <a:ext cx="37011" cy="120249"/>
          </a:xfrm>
          <a:prstGeom prst="rect">
            <a:avLst/>
          </a:prstGeom>
          <a:solidFill>
            <a:srgbClr val="2587C5"/>
          </a:solidFill>
          <a:ln/>
        </p:spPr>
      </p:sp>
      <p:sp>
        <p:nvSpPr>
          <p:cNvPr id="78" name="Text 76"/>
          <p:cNvSpPr txBox="1"/>
          <p:nvPr/>
        </p:nvSpPr>
        <p:spPr>
          <a:xfrm>
            <a:off x="4617720" y="6029661"/>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7669"/>
            <a:ext cx="37011" cy="120249"/>
          </a:xfrm>
          <a:prstGeom prst="rect">
            <a:avLst/>
          </a:prstGeom>
          <a:solidFill>
            <a:srgbClr val="2587C5"/>
          </a:solidFill>
          <a:ln/>
        </p:spPr>
      </p:sp>
      <p:sp>
        <p:nvSpPr>
          <p:cNvPr id="82" name="Text 80"/>
          <p:cNvSpPr txBox="1"/>
          <p:nvPr/>
        </p:nvSpPr>
        <p:spPr>
          <a:xfrm>
            <a:off x="10168128" y="1847088"/>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79080"/>
            <a:ext cx="37011" cy="120249"/>
          </a:xfrm>
          <a:prstGeom prst="rect">
            <a:avLst/>
          </a:prstGeom>
          <a:solidFill>
            <a:srgbClr val="2587C5"/>
          </a:solidFill>
          <a:ln/>
        </p:spPr>
      </p:sp>
      <p:sp>
        <p:nvSpPr>
          <p:cNvPr id="86" name="Text 84"/>
          <p:cNvSpPr txBox="1"/>
          <p:nvPr/>
        </p:nvSpPr>
        <p:spPr>
          <a:xfrm>
            <a:off x="10168128" y="2108499"/>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440491"/>
            <a:ext cx="74023" cy="120249"/>
          </a:xfrm>
          <a:prstGeom prst="rect">
            <a:avLst/>
          </a:prstGeom>
          <a:solidFill>
            <a:srgbClr val="2587C5"/>
          </a:solidFill>
          <a:ln/>
        </p:spPr>
      </p:sp>
      <p:sp>
        <p:nvSpPr>
          <p:cNvPr id="90" name="Text 88"/>
          <p:cNvSpPr txBox="1"/>
          <p:nvPr/>
        </p:nvSpPr>
        <p:spPr>
          <a:xfrm>
            <a:off x="10168128" y="2369910"/>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701901"/>
            <a:ext cx="74023" cy="120249"/>
          </a:xfrm>
          <a:prstGeom prst="rect">
            <a:avLst/>
          </a:prstGeom>
          <a:solidFill>
            <a:srgbClr val="2587C5"/>
          </a:solidFill>
          <a:ln/>
        </p:spPr>
      </p:sp>
      <p:sp>
        <p:nvSpPr>
          <p:cNvPr id="94" name="Text 92"/>
          <p:cNvSpPr txBox="1"/>
          <p:nvPr/>
        </p:nvSpPr>
        <p:spPr>
          <a:xfrm>
            <a:off x="10168128" y="2631320"/>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963312"/>
            <a:ext cx="111034" cy="120249"/>
          </a:xfrm>
          <a:prstGeom prst="rect">
            <a:avLst/>
          </a:prstGeom>
          <a:solidFill>
            <a:srgbClr val="2587C5"/>
          </a:solidFill>
          <a:ln/>
        </p:spPr>
      </p:sp>
      <p:sp>
        <p:nvSpPr>
          <p:cNvPr id="98" name="Text 96"/>
          <p:cNvSpPr txBox="1"/>
          <p:nvPr/>
        </p:nvSpPr>
        <p:spPr>
          <a:xfrm>
            <a:off x="10168128" y="2892731"/>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224723"/>
            <a:ext cx="111034" cy="120249"/>
          </a:xfrm>
          <a:prstGeom prst="rect">
            <a:avLst/>
          </a:prstGeom>
          <a:solidFill>
            <a:srgbClr val="2587C5"/>
          </a:solidFill>
          <a:ln/>
        </p:spPr>
      </p:sp>
      <p:sp>
        <p:nvSpPr>
          <p:cNvPr id="102" name="Text 100"/>
          <p:cNvSpPr txBox="1"/>
          <p:nvPr/>
        </p:nvSpPr>
        <p:spPr>
          <a:xfrm>
            <a:off x="10168128" y="3154142"/>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486134"/>
            <a:ext cx="111034" cy="120249"/>
          </a:xfrm>
          <a:prstGeom prst="rect">
            <a:avLst/>
          </a:prstGeom>
          <a:solidFill>
            <a:srgbClr val="2587C5"/>
          </a:solidFill>
          <a:ln/>
        </p:spPr>
      </p:sp>
      <p:sp>
        <p:nvSpPr>
          <p:cNvPr id="106" name="Text 104"/>
          <p:cNvSpPr txBox="1"/>
          <p:nvPr/>
        </p:nvSpPr>
        <p:spPr>
          <a:xfrm>
            <a:off x="10168128" y="3415553"/>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747545"/>
            <a:ext cx="148046" cy="120249"/>
          </a:xfrm>
          <a:prstGeom prst="rect">
            <a:avLst/>
          </a:prstGeom>
          <a:solidFill>
            <a:srgbClr val="2587C5"/>
          </a:solidFill>
          <a:ln/>
        </p:spPr>
      </p:sp>
      <p:sp>
        <p:nvSpPr>
          <p:cNvPr id="110" name="Text 108"/>
          <p:cNvSpPr txBox="1"/>
          <p:nvPr/>
        </p:nvSpPr>
        <p:spPr>
          <a:xfrm>
            <a:off x="10168128" y="3676964"/>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4008956"/>
            <a:ext cx="148046" cy="120249"/>
          </a:xfrm>
          <a:prstGeom prst="rect">
            <a:avLst/>
          </a:prstGeom>
          <a:solidFill>
            <a:srgbClr val="2587C5"/>
          </a:solidFill>
          <a:ln/>
        </p:spPr>
      </p:sp>
      <p:sp>
        <p:nvSpPr>
          <p:cNvPr id="114" name="Text 112"/>
          <p:cNvSpPr txBox="1"/>
          <p:nvPr/>
        </p:nvSpPr>
        <p:spPr>
          <a:xfrm>
            <a:off x="10168128" y="3938375"/>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270366"/>
            <a:ext cx="222069" cy="120249"/>
          </a:xfrm>
          <a:prstGeom prst="rect">
            <a:avLst/>
          </a:prstGeom>
          <a:solidFill>
            <a:srgbClr val="2587C5"/>
          </a:solidFill>
          <a:ln/>
        </p:spPr>
      </p:sp>
      <p:sp>
        <p:nvSpPr>
          <p:cNvPr id="118" name="Text 116"/>
          <p:cNvSpPr txBox="1"/>
          <p:nvPr/>
        </p:nvSpPr>
        <p:spPr>
          <a:xfrm>
            <a:off x="10168128" y="4199785"/>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531777"/>
            <a:ext cx="259080" cy="120249"/>
          </a:xfrm>
          <a:prstGeom prst="rect">
            <a:avLst/>
          </a:prstGeom>
          <a:solidFill>
            <a:srgbClr val="2587C5"/>
          </a:solidFill>
          <a:ln/>
        </p:spPr>
      </p:sp>
      <p:sp>
        <p:nvSpPr>
          <p:cNvPr id="122" name="Text 120"/>
          <p:cNvSpPr txBox="1"/>
          <p:nvPr/>
        </p:nvSpPr>
        <p:spPr>
          <a:xfrm>
            <a:off x="10168128" y="4461196"/>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793188"/>
            <a:ext cx="296091" cy="120249"/>
          </a:xfrm>
          <a:prstGeom prst="rect">
            <a:avLst/>
          </a:prstGeom>
          <a:solidFill>
            <a:srgbClr val="2587C5"/>
          </a:solidFill>
          <a:ln/>
        </p:spPr>
      </p:sp>
      <p:sp>
        <p:nvSpPr>
          <p:cNvPr id="126" name="Text 124"/>
          <p:cNvSpPr txBox="1"/>
          <p:nvPr/>
        </p:nvSpPr>
        <p:spPr>
          <a:xfrm>
            <a:off x="10168128" y="4722607"/>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5054599"/>
            <a:ext cx="296091" cy="120249"/>
          </a:xfrm>
          <a:prstGeom prst="rect">
            <a:avLst/>
          </a:prstGeom>
          <a:solidFill>
            <a:srgbClr val="2587C5"/>
          </a:solidFill>
          <a:ln/>
        </p:spPr>
      </p:sp>
      <p:sp>
        <p:nvSpPr>
          <p:cNvPr id="130" name="Text 128"/>
          <p:cNvSpPr txBox="1"/>
          <p:nvPr/>
        </p:nvSpPr>
        <p:spPr>
          <a:xfrm>
            <a:off x="10168128" y="4984018"/>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316010"/>
            <a:ext cx="333103" cy="120249"/>
          </a:xfrm>
          <a:prstGeom prst="rect">
            <a:avLst/>
          </a:prstGeom>
          <a:solidFill>
            <a:srgbClr val="2587C5"/>
          </a:solidFill>
          <a:ln/>
        </p:spPr>
      </p:sp>
      <p:sp>
        <p:nvSpPr>
          <p:cNvPr id="134" name="Text 132"/>
          <p:cNvSpPr txBox="1"/>
          <p:nvPr/>
        </p:nvSpPr>
        <p:spPr>
          <a:xfrm>
            <a:off x="10168128" y="5245429"/>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577420"/>
            <a:ext cx="444137" cy="120249"/>
          </a:xfrm>
          <a:prstGeom prst="rect">
            <a:avLst/>
          </a:prstGeom>
          <a:solidFill>
            <a:srgbClr val="2587C5"/>
          </a:solidFill>
          <a:ln/>
        </p:spPr>
      </p:sp>
      <p:sp>
        <p:nvSpPr>
          <p:cNvPr id="138" name="Text 136"/>
          <p:cNvSpPr txBox="1"/>
          <p:nvPr/>
        </p:nvSpPr>
        <p:spPr>
          <a:xfrm>
            <a:off x="10168128" y="5506840"/>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838831"/>
            <a:ext cx="777240" cy="120249"/>
          </a:xfrm>
          <a:prstGeom prst="rect">
            <a:avLst/>
          </a:prstGeom>
          <a:solidFill>
            <a:srgbClr val="2587C5"/>
          </a:solidFill>
          <a:ln/>
        </p:spPr>
      </p:sp>
      <p:sp>
        <p:nvSpPr>
          <p:cNvPr id="142" name="Text 140"/>
          <p:cNvSpPr txBox="1"/>
          <p:nvPr/>
        </p:nvSpPr>
        <p:spPr>
          <a:xfrm>
            <a:off x="10168128" y="5768250"/>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443984"/>
          </a:xfrm>
          <a:prstGeom prst="rect">
            <a:avLst/>
          </a:prstGeom>
          <a:solidFill>
            <a:srgbClr val="9AA3AD"/>
          </a:solidFill>
          <a:ln/>
        </p:spPr>
      </p:sp>
      <p:sp>
        <p:nvSpPr>
          <p:cNvPr id="144" name="Shape 142"/>
          <p:cNvSpPr/>
          <p:nvPr/>
        </p:nvSpPr>
        <p:spPr>
          <a:xfrm>
            <a:off x="9330538" y="1847088"/>
            <a:ext cx="10973" cy="4443984"/>
          </a:xfrm>
          <a:prstGeom prst="rect">
            <a:avLst/>
          </a:prstGeom>
          <a:solidFill>
            <a:srgbClr val="9AA3AD"/>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2026-10-27T17:13:15Z</dcterms:created>
  <dcterms:modified xsi:type="dcterms:W3CDTF">2026-10-27T17:13:15Z</dcterms:modified>
</cp:coreProperties>
</file>